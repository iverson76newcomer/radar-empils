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77240"/>
            <a:ext cx="27889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7772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7772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777240"/>
            <a:ext cx="27889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188720"/>
            <a:ext cx="2788920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37360"/>
            <a:ext cx="27889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7772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7772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777240"/>
            <a:ext cx="27889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2788920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7889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7772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7772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777240"/>
            <a:ext cx="27889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188720"/>
            <a:ext cx="2788920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737360"/>
            <a:ext cx="27889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2402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651760"/>
            <a:ext cx="11430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1752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017520"/>
            <a:ext cx="4572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1752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01752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1752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017520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1752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3017520"/>
            <a:ext cx="8229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1752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01752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1752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3017520"/>
            <a:ext cx="8229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1752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3017520"/>
            <a:ext cx="13716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1752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3017520"/>
            <a:ext cx="15544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38328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383280"/>
            <a:ext cx="457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38328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383280"/>
            <a:ext cx="210312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38328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0" y="3383280"/>
            <a:ext cx="2743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38328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3383280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38328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3383280"/>
            <a:ext cx="10972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38328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20" y="3383280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38328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3383280"/>
            <a:ext cx="13716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38328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3383280"/>
            <a:ext cx="15544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1246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3712464"/>
            <a:ext cx="457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1246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3712464"/>
            <a:ext cx="210312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1246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26080" y="3712464"/>
            <a:ext cx="2743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1246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0" y="3712464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1246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3712464"/>
            <a:ext cx="10972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1246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89520" y="3712464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1246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3712464"/>
            <a:ext cx="13716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1246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84080" y="3712464"/>
            <a:ext cx="15544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4164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041648"/>
            <a:ext cx="457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4164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" y="4041648"/>
            <a:ext cx="210312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4164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26080" y="4041648"/>
            <a:ext cx="2743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4164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69280" y="4041648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4164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4041648"/>
            <a:ext cx="10972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4164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89520" y="4041648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4164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0" y="4041648"/>
            <a:ext cx="13716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4164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784080" y="4041648"/>
            <a:ext cx="15544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7083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4370832"/>
            <a:ext cx="457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7083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2960" y="4370832"/>
            <a:ext cx="210312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7083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26080" y="4370832"/>
            <a:ext cx="2743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7083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669280" y="4370832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7083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70832"/>
            <a:ext cx="10972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7083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70832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7083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70832"/>
            <a:ext cx="13716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7083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70832"/>
            <a:ext cx="15544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0001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5760" y="4700016"/>
            <a:ext cx="457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0001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4700016"/>
            <a:ext cx="210312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0001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00016"/>
            <a:ext cx="2743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0001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00016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0001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00016"/>
            <a:ext cx="10972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0001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00016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0001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00016"/>
            <a:ext cx="13716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0001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00016"/>
            <a:ext cx="15544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2920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" y="5029200"/>
            <a:ext cx="457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2920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22960" y="5029200"/>
            <a:ext cx="210312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2920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29200"/>
            <a:ext cx="2743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2920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29200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2920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29200"/>
            <a:ext cx="10972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2920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29200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2920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29200"/>
            <a:ext cx="13716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2920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29200"/>
            <a:ext cx="15544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5838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65760" y="5358384"/>
            <a:ext cx="457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5838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2960" y="5358384"/>
            <a:ext cx="210312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5838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58384"/>
            <a:ext cx="2743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5838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58384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5838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58384"/>
            <a:ext cx="10972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5838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58384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5838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58384"/>
            <a:ext cx="13716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5838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58384"/>
            <a:ext cx="15544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68756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65760" y="5687568"/>
            <a:ext cx="457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68756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22960" y="5687568"/>
            <a:ext cx="210312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68756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926080" y="5687568"/>
            <a:ext cx="27432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68756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669280" y="5687568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68756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92240" y="5687568"/>
            <a:ext cx="10972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68756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589520" y="5687568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68756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412480" y="5687568"/>
            <a:ext cx="13716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68756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784080" y="5687568"/>
            <a:ext cx="15544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1675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22960" y="6016752"/>
            <a:ext cx="52120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1675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16752"/>
            <a:ext cx="10972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1675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16752"/>
            <a:ext cx="82296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1675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16752"/>
            <a:ext cx="137160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1675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16752"/>
            <a:ext cx="1554480" cy="32918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65760" y="6172200"/>
            <a:ext cx="11460175" cy="594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65760" y="6172200"/>
            <a:ext cx="11460175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0B6E31"/>
                </a:solidFill>
                <a:latin typeface="Arial"/>
              </a:rPr>
              <a:t>✓  Каждая рекомендация основана на реальных данных: вторичные продажи (дистр.→розница) + первичные (завод→дистр.) + АКБ (активные клиенты). Источник: «Аналитика Титан цвета», 2026.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65760" y="6675120"/>
            <a:ext cx="11460175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MML — Minimal Must List  •  Красишь 1 раз — служит 10 лет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