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TITAN 3в1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Инструкция за 5 шагов — 10 лет защиты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728655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4000" b="1">
                <a:solidFill>
                  <a:srgbClr val="16A34A"/>
                </a:solidFill>
                <a:latin typeface="Arial"/>
              </a:rPr>
              <a:t>10 лет без перекраски — 10 лет экономии!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0">
                <a:solidFill>
                  <a:srgbClr val="1A1F36"/>
                </a:solidFill>
                <a:latin typeface="Arial"/>
              </a:rPr>
              <a:t>Соблюдайте 5 простых шагов — и покрытие прослужит 10 лет</a:t>
            </a:r>
          </a:p>
        </p:txBody>
      </p:sp>
      <p:sp>
        <p:nvSpPr>
          <p:cNvPr id="9" name="Oval 8"/>
          <p:cNvSpPr/>
          <p:nvPr/>
        </p:nvSpPr>
        <p:spPr>
          <a:xfrm>
            <a:off x="124952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9527" y="4407408"/>
            <a:ext cx="1280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0507" y="4574428"/>
            <a:ext cx="109728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0" dirty="0">
                <a:latin typeface="Segoe UI Emoji"/>
              </a:rPr>
              <a:t>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576072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ОЧИСТИТЬ</a:t>
            </a:r>
          </a:p>
        </p:txBody>
      </p:sp>
      <p:sp>
        <p:nvSpPr>
          <p:cNvPr id="13" name="Oval 12"/>
          <p:cNvSpPr/>
          <p:nvPr/>
        </p:nvSpPr>
        <p:spPr>
          <a:xfrm>
            <a:off x="335264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2647" y="4407408"/>
            <a:ext cx="1280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4087" y="4582520"/>
            <a:ext cx="109728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0" dirty="0">
                <a:latin typeface="Segoe UI Emoji"/>
              </a:rPr>
              <a:t>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8327" y="576072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ОБЕЗЖИРИТЬ</a:t>
            </a:r>
          </a:p>
        </p:txBody>
      </p:sp>
      <p:sp>
        <p:nvSpPr>
          <p:cNvPr id="17" name="Oval 16"/>
          <p:cNvSpPr/>
          <p:nvPr/>
        </p:nvSpPr>
        <p:spPr>
          <a:xfrm>
            <a:off x="545576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55767" y="4407408"/>
            <a:ext cx="1280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7207" y="4598704"/>
            <a:ext cx="109728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0" dirty="0">
                <a:latin typeface="Segoe UI Emoji"/>
              </a:rPr>
              <a:t>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47" y="576072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ПЕРЕМЕШАТЬ</a:t>
            </a:r>
          </a:p>
        </p:txBody>
      </p:sp>
      <p:sp>
        <p:nvSpPr>
          <p:cNvPr id="21" name="Oval 20"/>
          <p:cNvSpPr/>
          <p:nvPr/>
        </p:nvSpPr>
        <p:spPr>
          <a:xfrm>
            <a:off x="755888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58887" y="4407408"/>
            <a:ext cx="1280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7507" y="3877466"/>
            <a:ext cx="1455640" cy="2308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ru-RU" sz="5000" dirty="0" smtClean="0">
                <a:latin typeface="Segoe UI Emoji"/>
              </a:rPr>
              <a:t>    </a:t>
            </a:r>
            <a:r>
              <a:rPr sz="5000" dirty="0" smtClean="0">
                <a:latin typeface="Segoe UI Emoji"/>
              </a:rPr>
              <a:t>🖌</a:t>
            </a:r>
            <a:r>
              <a:rPr sz="5000" dirty="0">
                <a:latin typeface="Segoe UI Emoji"/>
              </a:rPr>
              <a:t>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567" y="576072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ПОКРАСИТЬ</a:t>
            </a:r>
          </a:p>
        </p:txBody>
      </p:sp>
      <p:sp>
        <p:nvSpPr>
          <p:cNvPr id="25" name="Oval 24"/>
          <p:cNvSpPr/>
          <p:nvPr/>
        </p:nvSpPr>
        <p:spPr>
          <a:xfrm>
            <a:off x="966200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62007" y="4407408"/>
            <a:ext cx="1280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1539" y="4566336"/>
            <a:ext cx="109728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0" dirty="0">
                <a:latin typeface="Segoe UI Emoj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7687" y="576072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ГОТОВО!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Arial"/>
              </a:rPr>
              <a:t>Empils  •  TITAN  •  Грунт-эмаль по ржавчине 3-в-1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1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48839"/>
            <a:ext cx="34747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5884" y="2806319"/>
            <a:ext cx="2926080" cy="2011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0" dirty="0">
                <a:latin typeface="Segoe UI Emoji"/>
              </a:rPr>
              <a:t>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5452" y="2176752"/>
            <a:ext cx="6705295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4000" b="1">
                <a:solidFill>
                  <a:srgbClr val="C62828"/>
                </a:solidFill>
                <a:latin typeface="Arial"/>
              </a:rPr>
              <a:t>ОЧИСТИТЬ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5452" y="2953992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75452" y="3182592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Удалите рыхлую ржавчину и старую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5452" y="3594072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краску металлической щёткой или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5452" y="4005552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наждачной бумагой (Р40-Р80).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5452" y="4554192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12612" y="4599912"/>
            <a:ext cx="6430975" cy="594360"/>
          </a:xfrm>
          <a:prstGeom prst="rect">
            <a:avLst/>
          </a:prstGeom>
          <a:noFill/>
        </p:spPr>
        <p:txBody>
          <a:bodyPr wrap="square" lIns="50800" rIns="50800" anchor="ctr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Плотная ржавчина — можно оставить. TITAN красит по ржавчине.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094415" y="6126480"/>
            <a:ext cx="457200" cy="36576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62895" y="617220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Arial"/>
              </a:rPr>
              <a:t>далее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2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0287"/>
            <a:ext cx="34747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68159"/>
            <a:ext cx="2926080" cy="2011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0" dirty="0">
                <a:latin typeface="Segoe UI Emoji"/>
              </a:rPr>
              <a:t>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14912"/>
            <a:ext cx="6705295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4000" b="1">
                <a:solidFill>
                  <a:srgbClr val="C62828"/>
                </a:solidFill>
                <a:latin typeface="Arial"/>
              </a:rPr>
              <a:t>ОБЕЗЖИРИТЬ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792152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3020752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Протрите поверхность тряпкой 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432232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растворителем (ацетон, ксилол).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843712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Поверхность должна быть сухой.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392352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4438072"/>
            <a:ext cx="6430975" cy="594360"/>
          </a:xfrm>
          <a:prstGeom prst="rect">
            <a:avLst/>
          </a:prstGeom>
          <a:noFill/>
        </p:spPr>
        <p:txBody>
          <a:bodyPr wrap="square" lIns="50800" rIns="50800" anchor="ctr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Не используйте уайт-спирит. После обезжиривания не трогайте руками.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094415" y="6126480"/>
            <a:ext cx="457200" cy="36576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62895" y="617220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Arial"/>
              </a:rPr>
              <a:t>далее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3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48839"/>
            <a:ext cx="34747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5835" y="2315502"/>
            <a:ext cx="1262358" cy="27699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0" dirty="0">
                <a:latin typeface="Segoe UI Emoji"/>
              </a:rPr>
              <a:t>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50176"/>
            <a:ext cx="6705295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4000" b="1">
                <a:solidFill>
                  <a:srgbClr val="C62828"/>
                </a:solidFill>
                <a:latin typeface="Arial"/>
              </a:rPr>
              <a:t>ПЕРЕМЕШАТЬ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727416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2956016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Открыть банку и тщательно перемешать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67496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до однородного цвета. Со дна вверх.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778976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Arial"/>
              </a:rPr>
              <a:t>Готово к нанесению — грунтовать не нужно!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327616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4373336"/>
            <a:ext cx="6430975" cy="594360"/>
          </a:xfrm>
          <a:prstGeom prst="rect">
            <a:avLst/>
          </a:prstGeom>
          <a:noFill/>
        </p:spPr>
        <p:txBody>
          <a:bodyPr wrap="square" lIns="50800" rIns="50800" anchor="ctr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TITAN 3в1 = грунт + эмаль + преобразователь ржавчины в одной банке.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094415" y="6126480"/>
            <a:ext cx="457200" cy="36576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62895" y="617220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Arial"/>
              </a:rPr>
              <a:t>далее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4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48839"/>
            <a:ext cx="34747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004892" y="2273417"/>
            <a:ext cx="9496189" cy="276998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ru-RU" sz="18000" dirty="0" smtClean="0">
                <a:latin typeface="Segoe UI Emoji"/>
              </a:rPr>
              <a:t>     </a:t>
            </a:r>
            <a:r>
              <a:rPr sz="18000" dirty="0" smtClean="0">
                <a:latin typeface="Segoe UI Emoji"/>
              </a:rPr>
              <a:t>🖌</a:t>
            </a:r>
            <a:r>
              <a:rPr sz="18000" dirty="0">
                <a:latin typeface="Segoe UI Emoji"/>
              </a:rPr>
              <a:t>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9784"/>
            <a:ext cx="6705295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4000" b="1">
                <a:solidFill>
                  <a:srgbClr val="C62828"/>
                </a:solidFill>
                <a:latin typeface="Arial"/>
              </a:rPr>
              <a:t>ПОКРАСИТЬ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517024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2745624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Нанесите 2-3 слоя кистью, валиком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57104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или распылителем. Расход: 80-100 г/м².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568584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Между слоями: 5 часов при +20 °C.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117224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4162944"/>
            <a:ext cx="6430975" cy="594360"/>
          </a:xfrm>
          <a:prstGeom prst="rect">
            <a:avLst/>
          </a:prstGeom>
          <a:noFill/>
        </p:spPr>
        <p:txBody>
          <a:bodyPr wrap="square" lIns="50800" rIns="50800" anchor="ctr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Не красьте под прямым солнцем и при влажности выше 80%.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4985904"/>
            <a:ext cx="2235098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5031624"/>
            <a:ext cx="214365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Arial"/>
              </a:rPr>
              <a:t>Кисть / валик
</a:t>
            </a:r>
            <a:r>
              <a:rPr sz="1300" b="1">
                <a:solidFill>
                  <a:srgbClr val="C62828"/>
                </a:solidFill>
                <a:latin typeface="Arial"/>
              </a:rPr>
              <a:t>5 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4298" y="4985904"/>
            <a:ext cx="2235098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0018" y="5031624"/>
            <a:ext cx="214365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Arial"/>
              </a:rPr>
              <a:t>Распылитель
</a:t>
            </a:r>
            <a:r>
              <a:rPr sz="1300" b="1">
                <a:solidFill>
                  <a:srgbClr val="C62828"/>
                </a:solidFill>
                <a:latin typeface="Arial"/>
              </a:rPr>
              <a:t>8 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9396" y="4985904"/>
            <a:ext cx="2235098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45116" y="5031624"/>
            <a:ext cx="214365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Arial"/>
              </a:rPr>
              <a:t>Температура
</a:t>
            </a:r>
            <a:r>
              <a:rPr sz="1300" b="1">
                <a:solidFill>
                  <a:srgbClr val="C62828"/>
                </a:solidFill>
                <a:latin typeface="Arial"/>
              </a:rPr>
              <a:t>+5...+30 °C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1094415" y="6126480"/>
            <a:ext cx="457200" cy="36576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62895" y="617220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Arial"/>
              </a:rPr>
              <a:t>далее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5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48839"/>
            <a:ext cx="34747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60067"/>
            <a:ext cx="2926080" cy="2011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0" dirty="0">
                <a:latin typeface="Segoe UI Emoj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01028"/>
            <a:ext cx="6705295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4000" b="1">
                <a:solidFill>
                  <a:srgbClr val="16A34A"/>
                </a:solidFill>
                <a:latin typeface="Arial"/>
              </a:rPr>
              <a:t>ГОТОВО! 10 ЛЕТ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978268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3206868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Покрытие сохнет 5 часов. Не кантовать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618348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до полного высыхания. Эксплуатация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029828"/>
            <a:ext cx="670529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Arial"/>
              </a:rPr>
              <a:t>через 7 дней. Срок службы: 10 лет.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578468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4624188"/>
            <a:ext cx="6430975" cy="594360"/>
          </a:xfrm>
          <a:prstGeom prst="rect">
            <a:avLst/>
          </a:prstGeom>
          <a:noFill/>
        </p:spPr>
        <p:txBody>
          <a:bodyPr wrap="square" lIns="50800" rIns="50800" anchor="ctr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Первые 7 дней покрытие набирает прочность — избегайте царапин.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TITAN 3в1  •  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10 лет без перекраски — 10 лет экономии!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3832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38328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0" b="1">
                <a:solidFill>
                  <a:srgbClr val="16A34A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383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банка вместо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3383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Arial"/>
              </a:rPr>
              <a:t>грунт + эмаль +
преобразователь ржавчины
в одной банке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33832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338328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0" b="1">
                <a:solidFill>
                  <a:srgbClr val="16A34A"/>
                </a:solidFill>
                <a:latin typeface="Arial"/>
              </a:rPr>
              <a:t>61%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931920"/>
            <a:ext cx="3383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экономия за 10 лет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480560"/>
            <a:ext cx="3383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Arial"/>
              </a:rPr>
              <a:t>покрасил 1 раз —
забыл на 10 лет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77440"/>
            <a:ext cx="3383280" cy="3200400"/>
          </a:xfrm>
          <a:prstGeom prst="roundRect">
            <a:avLst/>
          </a:prstGeom>
          <a:solidFill>
            <a:srgbClr val="16A34A"/>
          </a:solidFill>
          <a:ln w="25400">
            <a:solidFill>
              <a:srgbClr val="0B6E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2651760"/>
            <a:ext cx="338328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931920"/>
            <a:ext cx="3383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лет защиты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480560"/>
            <a:ext cx="3383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срок службы
покрытия без
перекраски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52160"/>
            <a:ext cx="10728655" cy="7315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72865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TITAN 3в1 — 10 лет без перекраски, 10 лет экономии!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410</Words>
  <Application>Microsoft Office PowerPoint</Application>
  <PresentationFormat>Произвольный</PresentationFormat>
  <Paragraphs>89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4</cp:revision>
  <dcterms:created xsi:type="dcterms:W3CDTF">2013-01-27T09:14:16Z</dcterms:created>
  <dcterms:modified xsi:type="dcterms:W3CDTF">2026-07-08T13:28:24Z</dcterms:modified>
  <cp:category/>
</cp:coreProperties>
</file>