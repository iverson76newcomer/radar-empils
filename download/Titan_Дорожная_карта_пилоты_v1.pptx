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87" r:id="rId28"/>
    <p:sldId id="288" r:id="rId29"/>
    <p:sldId id="259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4.xml"/><Relationship Id="rId29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TITAN — Аналитика 1 полугодия: 2025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Без СтройТерминала (не предоставлял статистику в 2025). Источник: TITAN_анализ_АКБ.xlsx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АКБ розничных 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6 096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5 181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Розница СЖИМАЕТСЯ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РТТ, продающие TITAN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464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436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Розничная база сокращается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(вторичка)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30 589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2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20 046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91656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Берут реже и меньше — проблема глубины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53144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(первичка)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90 505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7584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19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19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92 094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0304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+1.8%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7584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Небольшой рост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749039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8861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55E0A"/>
                </a:solidFill>
                <a:latin typeface="Calibri"/>
              </a:rPr>
              <a:t>⚠ ПАРАДОКС СЕЗОНА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25195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первичка растёт (+1.8%), вторичка падает (−35%). Дистрибьюторы закупают TITAN на склад, но не продают в розницу.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62828"/>
                </a:solidFill>
                <a:latin typeface="Calibri"/>
              </a:rPr>
              <a:t>🚨 Тревожные сигналы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Все 3 метрики вторички падают: АКБ −15%, РТТ −6%, кг −35%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47 из 109 договоров (44%) — «спящие», без закупок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✅ Позитивные сигналы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Первичка +1.8% (90 505 → 92 094 кг) — спрос есть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Уралстройсервис +55%, Держава Трейд (KZ) +11%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ВЫВОД: первичка растёт, вторичка падает — нужна программа активации розницы и работы с «спящими» договорами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760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Empils  •  TITAN  • 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ПИЛОТНЫЕ ДИСТРИБЬЮТОРЫ ПРОГРАММЫ 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3 региона · 3 пилота · отработка программы перед масштабированием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033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ПАЛИТРА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629"/>
                </a:solidFill>
                <a:latin typeface="Calibri"/>
              </a:rPr>
              <a:t>Краснодарский край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Краснодар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сельскохозяйственный регион Юга России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Высокая концентрация металлоконструкций: фермы, ангары, заборы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Активная стройка в Краснодаре и Сочи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Сильная розничная база DIY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703320" cy="50292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И.П. РЫГАЛОВ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55E0A"/>
                </a:solidFill>
                <a:latin typeface="Calibri"/>
              </a:rPr>
              <a:t>Пензенская область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Пенза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063240"/>
            <a:ext cx="3246120" cy="127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55E0A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Промышленный регион Поволжья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Производство металлических изделий и конструкций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Дача и частный сектор — высокий спрос на ЛКМ по металлу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Удобная логистика из Ростова-на-Дону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188720"/>
            <a:ext cx="3703320" cy="5029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БРОЗЕКС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Свердловская область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Екатеринбург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063240"/>
            <a:ext cx="3246120" cy="127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промышленный хаб Урала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Тяжёлая промышленность: металлургия, машиностроение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30+ городов присутствия Brozex от Москвы до Новосибирска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Собственный автопарк — развитая логистика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Эталонный кейс для других партнёров Эмпилс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74552" cy="73152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897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🎯 СТРАТЕГИЯ ПИЛОТИРОВАНИЯ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722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3 региона (Юг · Поволжье · Урал) — покрытие 3 федеральных округов · 3 разных профиля дистрибьютора (сеть DIY · ИП · крупный оптовик) · отработка программы TITAN перед масштабированием на 109 партнёров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