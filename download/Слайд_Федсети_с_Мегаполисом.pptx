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9144000" cy="5715000" type="screen16x1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44" autoAdjust="0"/>
    <p:restoredTop sz="94660"/>
  </p:normalViewPr>
  <p:slideViewPr>
    <p:cSldViewPr>
      <p:cViewPr>
        <p:scale>
          <a:sx n="110" d="100"/>
          <a:sy n="110" d="100"/>
        </p:scale>
        <p:origin x="-1752" y="-552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3F029-319A-42AB-BB2F-0CE857BC280E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C5AD7-01D1-4886-8FCE-D94EE29AD8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79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13131"/>
                </a:solidFill>
                <a:latin typeface="Calibri"/>
              </a:rPr>
              <a:t>РАЗВИТИЕ TITAN В ФЕДЕРАЛЬНЫХ СЕТЯХ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6B6B"/>
                </a:solidFill>
                <a:latin typeface="Calibri"/>
              </a:rPr>
              <a:t>Сейчас: 11 ТТ Лемана Про (ЮФО) · Потенциал: 224 ТТ в 5 сетях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645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47629"/>
                </a:solidFill>
                <a:latin typeface="Calibri"/>
              </a:rPr>
              <a:t>TITAN · ФС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868680"/>
            <a:ext cx="2834640" cy="502920"/>
          </a:xfrm>
          <a:prstGeom prst="roundRect">
            <a:avLst>
              <a:gd name="adj" fmla="val 4000"/>
            </a:avLst>
          </a:prstGeom>
          <a:solidFill>
            <a:srgbClr val="FBE6D5"/>
          </a:solidFill>
          <a:ln w="9525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94183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47629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9052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313131"/>
                </a:solidFill>
                <a:latin typeface="Calibri"/>
              </a:rPr>
              <a:t>ТТ СЕЙЧАС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0881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1">
                <a:solidFill>
                  <a:srgbClr val="6B6B6B"/>
                </a:solidFill>
                <a:latin typeface="Calibri"/>
              </a:rPr>
              <a:t>Лемана Про, ЮФО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868680"/>
            <a:ext cx="2834640" cy="502920"/>
          </a:xfrm>
          <a:prstGeom prst="roundRect">
            <a:avLst>
              <a:gd name="adj" fmla="val 4000"/>
            </a:avLst>
          </a:prstGeom>
          <a:solidFill>
            <a:srgbClr val="FBE6D5"/>
          </a:solidFill>
          <a:ln w="9525">
            <a:solidFill>
              <a:srgbClr val="D55E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94183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55E0A"/>
                </a:solidFill>
                <a:latin typeface="Calibri"/>
              </a:rPr>
              <a:t>224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9052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313131"/>
                </a:solidFill>
                <a:latin typeface="Calibri"/>
              </a:rPr>
              <a:t>ТТ ПОТЕНЦИАЛ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0881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1">
                <a:solidFill>
                  <a:srgbClr val="6B6B6B"/>
                </a:solidFill>
                <a:latin typeface="Calibri"/>
              </a:rPr>
              <a:t>5 федеральных сетей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868680"/>
            <a:ext cx="2834640" cy="5029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31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94183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13131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9052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313131"/>
                </a:solidFill>
                <a:latin typeface="Calibri"/>
              </a:rPr>
              <a:t>ФЕД. СЕТЕЙ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0881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1">
                <a:solidFill>
                  <a:srgbClr val="6B6B6B"/>
                </a:solidFill>
                <a:latin typeface="Calibri"/>
              </a:rPr>
              <a:t>Лемана · Петрович · Максидом · OBI · Мегаполис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1554480"/>
            <a:ext cx="283464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1554480"/>
            <a:ext cx="54864" cy="1874519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6459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13131"/>
                </a:solidFill>
                <a:latin typeface="Calibri"/>
              </a:rPr>
              <a:t>ЛЕМАНА ПРО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901952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(бывш. Леруа Мерлен)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12140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47629"/>
                </a:solidFill>
                <a:latin typeface="Calibri"/>
              </a:rPr>
              <a:t>112 ТТ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450592"/>
            <a:ext cx="2514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66 городов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633472"/>
            <a:ext cx="2514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F47629"/>
                </a:solidFill>
                <a:latin typeface="Calibri"/>
              </a:rPr>
              <a:t>РЕГИОНЫ: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76148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313131"/>
                </a:solidFill>
                <a:latin typeface="Calibri"/>
              </a:rPr>
              <a:t>ЮФО: Ростовская, Краснодарский, Волгоградская, Ставропольский, Сев. Осетия, Адыгея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36391"/>
            <a:ext cx="1463040" cy="201168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136391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АКТИВНО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136391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E7D32"/>
                </a:solidFill>
                <a:latin typeface="Calibri"/>
              </a:rPr>
              <a:t>ОХВАЧЕНО: 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1554480"/>
            <a:ext cx="283464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0" y="1554480"/>
            <a:ext cx="54864" cy="1874519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16459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13131"/>
                </a:solidFill>
                <a:latin typeface="Calibri"/>
              </a:rPr>
              <a:t>ПЕТРОВИЧ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1901952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СЗФО · ЦФО · УФО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212140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55E0A"/>
                </a:solidFill>
                <a:latin typeface="Calibri"/>
              </a:rPr>
              <a:t>48 ТТ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2450592"/>
            <a:ext cx="2514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СЗФО+ЦФО+УФО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2633472"/>
            <a:ext cx="2514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276148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313131"/>
                </a:solidFill>
                <a:latin typeface="Calibri"/>
              </a:rPr>
              <a:t>СПБ, Москва, Ленинградская и Московская обл., Урал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0" y="3136391"/>
            <a:ext cx="1463040" cy="201168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3136391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565C0"/>
                </a:solidFill>
                <a:latin typeface="Calibri"/>
              </a:rPr>
              <a:t>ПЛАН ВХОДА 2027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1554480"/>
            <a:ext cx="283464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1554480"/>
            <a:ext cx="54864" cy="1874519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16459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13131"/>
                </a:solidFill>
                <a:latin typeface="Calibri"/>
              </a:rPr>
              <a:t>МАКСИДОМ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1901952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12 регионов РФ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212140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55E0A"/>
                </a:solidFill>
                <a:latin typeface="Calibri"/>
              </a:rPr>
              <a:t>29 ТТ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2450592"/>
            <a:ext cx="2514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12 регионов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2633472"/>
            <a:ext cx="2514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276148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313131"/>
                </a:solidFill>
                <a:latin typeface="Calibri"/>
              </a:rPr>
              <a:t>СПБ, Н.Новгород, Казань, Екатеринбург, Самара, Уфа, Москва, МО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3136391"/>
            <a:ext cx="1463040" cy="201168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136391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565C0"/>
                </a:solidFill>
                <a:latin typeface="Calibri"/>
              </a:rPr>
              <a:t>ПЛАН ВХОДА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3566159"/>
            <a:ext cx="43434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" y="3566159"/>
            <a:ext cx="54864" cy="1874519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65759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13131"/>
                </a:solidFill>
                <a:latin typeface="Calibri"/>
              </a:rPr>
              <a:t>OBI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913631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Оби · 12-14 городов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1330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55E0A"/>
                </a:solidFill>
                <a:latin typeface="Calibri"/>
              </a:rPr>
              <a:t>27 ТТ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462271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12-14 городов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148070"/>
            <a:ext cx="1645920" cy="201168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14807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565C0"/>
                </a:solidFill>
                <a:latin typeface="Calibri"/>
              </a:rPr>
              <a:t>ПЛАН ВХОДА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68880" y="3657599"/>
            <a:ext cx="1965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68880" y="3794759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313131"/>
                </a:solidFill>
                <a:latin typeface="Calibri"/>
              </a:rPr>
              <a:t>Москва (8), СПБ (5), Н.Новгород (2), Казань, Самара, Краснодар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468880" y="4343399"/>
            <a:ext cx="1965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D55E0A"/>
                </a:solidFill>
                <a:latin typeface="Calibri"/>
              </a:rPr>
              <a:t>ПЛАН TITAN: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8880" y="4480559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313131"/>
                </a:solidFill>
                <a:latin typeface="Calibri"/>
              </a:rPr>
              <a:t>2 пилота в Москве. Восстановление сети после 2022 г.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09160" y="3566159"/>
            <a:ext cx="43434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5F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09160" y="3566159"/>
            <a:ext cx="54864" cy="1874519"/>
          </a:xfrm>
          <a:prstGeom prst="rect">
            <a:avLst/>
          </a:prstGeom>
          <a:solidFill>
            <a:srgbClr val="D5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92040" y="365759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13131"/>
                </a:solidFill>
                <a:latin typeface="Calibri"/>
              </a:rPr>
              <a:t>МЕГАПОЛИС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92040" y="3913631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6B6B"/>
                </a:solidFill>
                <a:latin typeface="Calibri"/>
              </a:rPr>
              <a:t>Калининградская обл.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92040" y="4133087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55E0A"/>
                </a:solidFill>
                <a:latin typeface="Calibri"/>
              </a:rPr>
              <a:t>8 ТТ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2040" y="4462271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B6B6B"/>
                </a:solidFill>
                <a:latin typeface="Calibri"/>
              </a:rPr>
              <a:t>Калининградская обл.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92040" y="5148070"/>
            <a:ext cx="1645920" cy="201168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92040" y="514807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565C0"/>
                </a:solidFill>
                <a:latin typeface="Calibri"/>
              </a:rPr>
              <a:t>ПЛАН ВХОДА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03720" y="3657599"/>
            <a:ext cx="1965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D55E0A"/>
                </a:solidFill>
                <a:latin typeface="Calibri"/>
              </a:rPr>
              <a:t>РЕГИОНЫ: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3794759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313131"/>
                </a:solidFill>
                <a:latin typeface="Calibri"/>
              </a:rPr>
              <a:t>Калининград и область (8 ТЦ: пр. Мира, Камская, Энергетиков и др.)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4343399"/>
            <a:ext cx="1965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D55E0A"/>
                </a:solidFill>
                <a:latin typeface="Calibri"/>
              </a:rPr>
              <a:t>ПЛАН TITAN: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03720" y="4480559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313131"/>
                </a:solidFill>
                <a:latin typeface="Calibri"/>
              </a:rPr>
              <a:t>Калининград — экспортный хаб на западе РФ. 2-3 пилотных ТТ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20" y="5394960"/>
            <a:ext cx="8595360" cy="256032"/>
          </a:xfrm>
          <a:prstGeom prst="roundRect">
            <a:avLst>
              <a:gd name="adj" fmla="val 4000"/>
            </a:avLst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" y="5394960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СТРАТЕГИЯ: от 11 ТТ (Лемана ЮФО) → 224 ТТ (5 сетей) · Поэтапный вход через пилоты · 2026-2027</a:t>
            </a:r>
          </a:p>
        </p:txBody>
      </p:sp>
    </p:spTree>
    <p:extLst>
      <p:ext uri="{BB962C8B-B14F-4D97-AF65-F5344CB8AC3E}">
        <p14:creationId xmlns:p14="http://schemas.microsoft.com/office/powerpoint/2010/main" val="131470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203</Words>
  <Application>Microsoft Office PowerPoint</Application>
  <PresentationFormat>Экран (16:10)</PresentationFormat>
  <Paragraphs>38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Заколодний Роман Александрович</dc:creator>
  <cp:lastModifiedBy>Заколодний Роман Александрович</cp:lastModifiedBy>
  <cp:revision>1</cp:revision>
  <dcterms:created xsi:type="dcterms:W3CDTF">2026-08-20T05:26:19Z</dcterms:created>
  <dcterms:modified xsi:type="dcterms:W3CDTF">2026-08-20T05:28:12Z</dcterms:modified>
</cp:coreProperties>
</file>