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56" r:id="rId2"/>
    <p:sldId id="261" r:id="rId3"/>
    <p:sldId id="259" r:id="rId4"/>
    <p:sldId id="257" r:id="rId5"/>
    <p:sldId id="262" r:id="rId6"/>
    <p:sldId id="258" r:id="rId7"/>
    <p:sldId id="260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98627" autoAdjust="0"/>
  </p:normalViewPr>
  <p:slideViewPr>
    <p:cSldViewPr snapToGrid="0" snapToObjects="1">
      <p:cViewPr>
        <p:scale>
          <a:sx n="100" d="100"/>
          <a:sy n="100" d="100"/>
        </p:scale>
        <p:origin x="-1860" y="-8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382687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20207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20698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22938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2537060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2421889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922300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139" name="Text 38"/>
          <p:cNvSpPr/>
          <p:nvPr/>
        </p:nvSpPr>
        <p:spPr>
          <a:xfrm>
            <a:off x="1980940" y="20207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20698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22938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2430877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813179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824320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29707" y="1360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19004" y="1409442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19004" y="16207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74147" y="1719449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ru-RU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Яндекс)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19004" y="2131349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19004" y="2261164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20334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2082542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23065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2443578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94353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945437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946906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2033456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2082542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2306507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2464198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4649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71500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85825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32459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57463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788" y="11484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518422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43425" y="11305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57750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504384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29388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43713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9034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515350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2050137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2067834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2068363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2086060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20580" y="1392471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13930" y="1410168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2077369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2073072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2062837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2084870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16024" y="2582883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05321" y="2631969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05321" y="2817834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0464" y="2941976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топовых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05321" y="3353876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05321" y="3483691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06897" y="2614998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0247" y="2632695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09600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" name="Text 34"/>
          <p:cNvSpPr/>
          <p:nvPr/>
        </p:nvSpPr>
        <p:spPr>
          <a:xfrm>
            <a:off x="270507" y="1068214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49085" y="1079609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34823" y="1072803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70505" y="1751383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/>
          </a:p>
        </p:txBody>
      </p:sp>
      <p:sp>
        <p:nvSpPr>
          <p:cNvPr id="9" name="Text 39"/>
          <p:cNvSpPr/>
          <p:nvPr/>
        </p:nvSpPr>
        <p:spPr>
          <a:xfrm>
            <a:off x="270505" y="19217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107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7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РК на экранах Ростова:</a:t>
            </a:r>
            <a:endParaRPr lang="en-US" sz="700" dirty="0"/>
          </a:p>
        </p:txBody>
      </p:sp>
      <p:sp>
        <p:nvSpPr>
          <p:cNvPr id="11" name="Text 41"/>
          <p:cNvSpPr/>
          <p:nvPr/>
        </p:nvSpPr>
        <p:spPr>
          <a:xfrm>
            <a:off x="1331129" y="1909401"/>
            <a:ext cx="661930" cy="147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экранов</a:t>
            </a:r>
            <a:endParaRPr lang="en-US" sz="900" dirty="0"/>
          </a:p>
        </p:txBody>
      </p:sp>
      <p:sp>
        <p:nvSpPr>
          <p:cNvPr id="12" name="Text 42"/>
          <p:cNvSpPr/>
          <p:nvPr/>
        </p:nvSpPr>
        <p:spPr>
          <a:xfrm>
            <a:off x="270505" y="209205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68752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/>
          </a:p>
        </p:txBody>
      </p:sp>
      <p:sp>
        <p:nvSpPr>
          <p:cNvPr id="14" name="Text 44"/>
          <p:cNvSpPr/>
          <p:nvPr/>
        </p:nvSpPr>
        <p:spPr>
          <a:xfrm>
            <a:off x="270505" y="2262384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40435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/>
          </a:p>
        </p:txBody>
      </p:sp>
      <p:sp>
        <p:nvSpPr>
          <p:cNvPr id="16" name="Text 46"/>
          <p:cNvSpPr/>
          <p:nvPr/>
        </p:nvSpPr>
        <p:spPr>
          <a:xfrm>
            <a:off x="270505" y="2425574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02276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/>
          </a:p>
        </p:txBody>
      </p:sp>
      <p:sp>
        <p:nvSpPr>
          <p:cNvPr id="18" name="Text 48"/>
          <p:cNvSpPr/>
          <p:nvPr/>
        </p:nvSpPr>
        <p:spPr>
          <a:xfrm>
            <a:off x="270505" y="259590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572610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/>
          </a:p>
        </p:txBody>
      </p:sp>
      <p:sp>
        <p:nvSpPr>
          <p:cNvPr id="20" name="Text 50"/>
          <p:cNvSpPr/>
          <p:nvPr/>
        </p:nvSpPr>
        <p:spPr>
          <a:xfrm>
            <a:off x="270505" y="276624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55276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/>
          </a:p>
        </p:txBody>
      </p:sp>
      <p:sp>
        <p:nvSpPr>
          <p:cNvPr id="23" name="Text 53"/>
          <p:cNvSpPr/>
          <p:nvPr/>
        </p:nvSpPr>
        <p:spPr>
          <a:xfrm>
            <a:off x="270505" y="2936576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399091" y="2913277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/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9" name="Text 54"/>
          <p:cNvSpPr/>
          <p:nvPr/>
        </p:nvSpPr>
        <p:spPr>
          <a:xfrm>
            <a:off x="284029" y="138472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2617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7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РК на экранах Ростова:</a:t>
            </a:r>
            <a:endParaRPr lang="en-US" sz="700" dirty="0"/>
          </a:p>
        </p:txBody>
      </p:sp>
      <p:sp>
        <p:nvSpPr>
          <p:cNvPr id="35" name="Text 41"/>
          <p:cNvSpPr/>
          <p:nvPr/>
        </p:nvSpPr>
        <p:spPr>
          <a:xfrm>
            <a:off x="1344654" y="3684601"/>
            <a:ext cx="661930" cy="147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ru-RU" sz="9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экранов</a:t>
            </a:r>
            <a:endParaRPr lang="en-US" sz="900" dirty="0"/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Стандартизация процесса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000" y="560000"/>
            <a:ext cx="8800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Единый стандарт вывода новинок и поддержки в период выхода на рынок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ВНЕДРЕНИЕ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80000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НОВИНКИ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4 обязательных этапа для каждой новинки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1990000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0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Roboto Mono"/>
              </a:rPr>
              <a:t>−60 дней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Анализ рынка · Ценообразование · MML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9131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9131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794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Roboto Mono"/>
              </a:rPr>
              <a:t>0 — 30 дней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794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POSM · Обучение · Контент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05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3805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Roboto Mono"/>
              </a:rPr>
              <a:t>30 — 90 дней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468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Промо · МК · Куратор · Аналитика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ОЦЕНКА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Roboto Mono"/>
              </a:rPr>
              <a:t>90 — 180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KPI · Решение по масштабу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10000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1200" y="3960000"/>
            <a:ext cx="566696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Стандарт обязателен для всех новинок. Без прохождения 4 этапов новинка не вводится в MML.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ПОДДЕРЖКА ВЫХОДА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периода вывода (90 дней)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95600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Подготовка до запуска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95600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Наличие POSM к старту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9560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350 ТП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Обучено в первый месяц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95600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95600" y="4060000"/>
            <a:ext cx="246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Без выполнения KPI поддержка не продлевается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03694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276940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476940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61694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61694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61694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39172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8158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725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406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6906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2184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42951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27295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21040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84580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279752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</TotalTime>
  <Words>985</Words>
  <Application>Microsoft Office PowerPoint</Application>
  <PresentationFormat>Экран (16:9)</PresentationFormat>
  <Paragraphs>316</Paragraphs>
  <Slides>8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73</cp:revision>
  <dcterms:created xsi:type="dcterms:W3CDTF">2026-10-01T12:44:52Z</dcterms:created>
  <dcterms:modified xsi:type="dcterms:W3CDTF">2026-10-05T07:44:01Z</dcterms:modified>
</cp:coreProperties>
</file>