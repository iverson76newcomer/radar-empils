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ПРОДВИЖЕНИЕ TITAN В СЕТИ «ЛЕМАНА ПРО» — ЮФО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11 торговых точек  •  7 активностей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49808"/>
            <a:ext cx="11460175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460175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Arial"/>
              </a:rPr>
              <a:t>Цель: 1) Показать уходимость грунт-эмалей TITAN в 11 ТТ Лемана ПРО на территории ЮФО   2) Инициировать пробную покупку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64008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</a:rPr>
              <a:t>7 АКТИВНОСТЕЙ ПРОДВИЖЕНИЯ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184708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329184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55648"/>
            <a:ext cx="4846320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РК на экранах Ростова-на-Дону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6 топовых экранов города · с 01.07 на 1 месяц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828800"/>
            <a:ext cx="13258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828800"/>
            <a:ext cx="132588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✅ Запущена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40864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" y="245059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50592"/>
            <a:ext cx="329184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59152"/>
            <a:ext cx="4846320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Таргетированная реклама в интернете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ГЕО по 11 ТТ · ВКонтакте · с 07.07 по 31.08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432304"/>
            <a:ext cx="13258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2432304"/>
            <a:ext cx="132588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✅ Запущена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44368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" y="3054096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54096"/>
            <a:ext cx="329184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962656"/>
            <a:ext cx="4846320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Промо-акция «Подарок за покупку»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Ростов: 17-18 июля · Краснодар: 18-19 июля · от 1900₽ — кисть+перчатки, от 3900₽ — сертификат 500₽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3035808"/>
            <a:ext cx="132588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3035808"/>
            <a:ext cx="132588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🔴 Подготовка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47872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" y="365760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329184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566160"/>
            <a:ext cx="4846320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Кэшбек 5% на TITAN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Во всех 11 ТТ Лемана ПРО · с 01.07 по 31.08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3639312"/>
            <a:ext cx="13258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3639312"/>
            <a:ext cx="132588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✅ Запущен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51376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7200" y="4261104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261104"/>
            <a:ext cx="329184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169664"/>
            <a:ext cx="4846320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Мастер-классы силами Эмпилс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3 ТТ в Ростове-на-Дону · 17 и 24 июля · выкрасы с покупателем + презентация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4242816"/>
            <a:ext cx="132588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4242816"/>
            <a:ext cx="132588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🔴 Подготовка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54880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57200" y="486460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864608"/>
            <a:ext cx="329184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773168"/>
            <a:ext cx="4846320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Обеспечение выкрасами 11 ТТ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Выкрасы EPL и TITAN · до 16.07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06440" y="4846320"/>
            <a:ext cx="1325880" cy="384048"/>
          </a:xfrm>
          <a:prstGeom prst="rect">
            <a:avLst/>
          </a:prstGeom>
          <a:solidFill>
            <a:srgbClr val="FFEDD5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06440" y="4846320"/>
            <a:ext cx="132588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47920"/>
                </a:solidFill>
                <a:latin typeface="Arial"/>
              </a:rPr>
              <a:t>🟡 В работе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58384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57200" y="546811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468112"/>
            <a:ext cx="329184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376672"/>
            <a:ext cx="4846320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Веерные выкрасы B2B Лемана ПРО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13 веерных выкрасов · изготовление до 14.07, распределение до 22.07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5449824"/>
            <a:ext cx="1325880" cy="384048"/>
          </a:xfrm>
          <a:prstGeom prst="rect">
            <a:avLst/>
          </a:prstGeom>
          <a:solidFill>
            <a:srgbClr val="FFEDD5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06440" y="5449824"/>
            <a:ext cx="132588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47920"/>
                </a:solidFill>
                <a:latin typeface="Arial"/>
              </a:rPr>
              <a:t>🟡 В работе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371600"/>
            <a:ext cx="4572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11 ТОРГОВЫХ ТОЧЕК — ЮФО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Город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Рег. 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Ростов-на-Дону, ул. Доватора, 158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Аксай, Аксайский пр-т, 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Верхнетемерницкий, ул. Обсерваторная, 15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Волгоград, Университетский пр-т, 107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Покрышкина, 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Новороссийская, 234/1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Новороссийск, ул. Ленина, 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165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Ставропольский край, с. Татарка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Владикавказ, Архонское шоссе, 1А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150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Адыгея, Тургеневское шоссе, 27/1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Волжский, пр-т Ленина, 2Ж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498079" y="5532120"/>
            <a:ext cx="4572000" cy="13258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589520" y="5577840"/>
            <a:ext cx="43891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ГЕОГРАФИЯ И МЕХАНИКА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89520" y="5852160"/>
            <a:ext cx="4389120" cy="9601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6 регионов ЮФО: Ростовская обл., Краснодарский край, Волгоградская обл., Ставропольский край, Сев. Осетия, Адыгея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Механика: от 1 900 ₽ — кисть + перчатки в подарок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            от 3 900 ₽ — сертификат Лемана ПРО 500 ₽</a:t>
            </a:r>
          </a:p>
          <a:p>
            <a:pPr algn="l"/>
            <a:r>
              <a:rPr sz="800" b="1">
                <a:solidFill>
                  <a:srgbClr val="16A34A"/>
                </a:solidFill>
                <a:latin typeface="Arial"/>
              </a:rPr>
              <a:t>            + 5% кэшбек на TITAN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65760" y="6355080"/>
            <a:ext cx="11460175" cy="41148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65760" y="6355080"/>
            <a:ext cx="11460175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rial"/>
              </a:rPr>
              <a:t>Красишь 1 раз — служит 10 лет  •  Период: июль — август 2026  •  Empils  •  TITAN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