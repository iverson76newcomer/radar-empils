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19.vml" ContentType="application/vnd.openxmlformats-officedocument.vmlDrawing"/>
  <Override PartName="/ppt/drawings/vmlDrawing2.vml" ContentType="application/vnd.openxmlformats-officedocument.vmlDrawing"/>
  <Override PartName="/ppt/drawings/vmlDrawing20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20" r:id="rId2"/>
    <p:sldId id="306" r:id="rId3"/>
    <p:sldId id="298" r:id="rId4"/>
    <p:sldId id="308" r:id="rId5"/>
    <p:sldId id="309" r:id="rId6"/>
    <p:sldId id="310" r:id="rId7"/>
    <p:sldId id="361" r:id="rId8"/>
    <p:sldId id="311" r:id="rId9"/>
    <p:sldId id="352" r:id="rId10"/>
    <p:sldId id="336" r:id="rId11"/>
    <p:sldId id="258" r:id="rId12"/>
    <p:sldId id="259" r:id="rId13"/>
    <p:sldId id="338" r:id="rId14"/>
    <p:sldId id="317" r:id="rId15"/>
    <p:sldId id="347" r:id="rId16"/>
    <p:sldId id="348" r:id="rId17"/>
    <p:sldId id="337" r:id="rId18"/>
    <p:sldId id="318" r:id="rId19"/>
    <p:sldId id="350" r:id="rId20"/>
    <p:sldId id="354" r:id="rId21"/>
    <p:sldId id="341" r:id="rId22"/>
    <p:sldId id="358" r:id="rId23"/>
    <p:sldId id="356" r:id="rId24"/>
    <p:sldId id="360" r:id="rId25"/>
    <p:sldId id="362" r:id="rId26"/>
    <p:sldId id="359" r:id="rId27"/>
    <p:sldId id="349" r:id="rId28"/>
    <p:sldId id="363" r:id="rId46"/>
    <p:sldId id="364" r:id="rId47"/>
  </p:sldIdLst>
  <p:sldSz cx="18288000" cy="10287000"/>
  <p:notesSz cx="10234613" cy="7104063"/>
  <p:embeddedFontLst>
    <p:embeddedFont>
      <p:font typeface="Calibri" pitchFamily="34" charset="0"/>
      <p:regular r:id="rId31"/>
      <p:bold r:id="rId32"/>
      <p:italic r:id="rId33"/>
      <p:boldItalic r:id="rId34"/>
    </p:embeddedFont>
    <p:embeddedFont>
      <p:font typeface="Inter Bold" charset="0"/>
      <p:bold r:id="rId35"/>
    </p:embeddedFont>
    <p:embeddedFont>
      <p:font typeface="Proxima Nova Regular" charset="0"/>
      <p:regular r:id="rId36"/>
    </p:embeddedFont>
    <p:embeddedFont>
      <p:font typeface="Calibri Light" pitchFamily="34" charset="0"/>
      <p:regular r:id="rId37"/>
      <p:italic r:id="rId38"/>
    </p:embeddedFont>
    <p:embeddedFont>
      <p:font typeface="Inter Extra Bold" charset="0"/>
      <p:bold r:id="rId39"/>
      <p:boldItalic r:id="rId40"/>
    </p:embeddedFont>
    <p:embeddedFont>
      <p:font typeface="Inter Regular" charset="0"/>
      <p:regular r:id="rId41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8324"/>
    <a:srgbClr val="753921"/>
    <a:srgbClr val="DED09F"/>
    <a:srgbClr val="154889"/>
    <a:srgbClr val="A5A8A6"/>
    <a:srgbClr val="F47629"/>
    <a:srgbClr val="C0C0C0"/>
    <a:srgbClr val="31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3" autoAdjust="0"/>
    <p:restoredTop sz="86384" autoAdjust="0"/>
  </p:normalViewPr>
  <p:slideViewPr>
    <p:cSldViewPr snapToGrid="0" snapToObjects="1">
      <p:cViewPr>
        <p:scale>
          <a:sx n="70" d="100"/>
          <a:sy n="70" d="100"/>
        </p:scale>
        <p:origin x="-624" y="234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9" d="100"/>
          <a:sy n="119" d="100"/>
        </p:scale>
        <p:origin x="-2046" y="-102"/>
      </p:cViewPr>
      <p:guideLst>
        <p:guide orient="horz" pos="2238"/>
        <p:guide pos="3223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39" Type="http://schemas.openxmlformats.org/officeDocument/2006/relationships/font" Target="fonts/font9.fntdata"/><Relationship Id="rId40" Type="http://schemas.openxmlformats.org/officeDocument/2006/relationships/font" Target="fonts/font10.fntdata"/><Relationship Id="rId41" Type="http://schemas.openxmlformats.org/officeDocument/2006/relationships/font" Target="fonts/font11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28.xml"/><Relationship Id="rId47" Type="http://schemas.openxmlformats.org/officeDocument/2006/relationships/slide" Target="slides/slide29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798037" y="1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/>
          <a:lstStyle>
            <a:lvl1pPr algn="r">
              <a:defRPr sz="700"/>
            </a:lvl1pPr>
          </a:lstStyle>
          <a:p>
            <a:fld id="{CF2C94AD-3D0D-4EE6-9A01-721E4375C2EF}" type="datetimeFigureOut">
              <a:rPr lang="ru-RU" smtClean="0"/>
              <a:t>28.08.2026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6747628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798037" y="6747628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 anchor="b"/>
          <a:lstStyle>
            <a:lvl1pPr algn="r">
              <a:defRPr sz="700"/>
            </a:lvl1pPr>
          </a:lstStyle>
          <a:p>
            <a:fld id="{EC6922B4-AB00-4323-90FC-2760FD3A0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5215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22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228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 dirty="0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="" xmlns:a16="http://schemas.microsoft.com/office/drawing/2014/main" id="{582AC21D-A2E2-43D1-A1F4-5EF46CD75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="" xmlns:a16="http://schemas.microsoft.com/office/drawing/2014/main" id="{725FB78B-39C1-46B2-8FBD-07DF2441A8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1268" name="Slide Number Placeholder 3">
            <a:extLst>
              <a:ext uri="{FF2B5EF4-FFF2-40B4-BE49-F238E27FC236}">
                <a16:creationId xmlns="" xmlns:a16="http://schemas.microsoft.com/office/drawing/2014/main" id="{CE264E41-4D33-4939-BB60-AECF0E2472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F69BD4-6652-4EDB-B9C4-D20A426F5A2F}" type="slidenum">
              <a:rPr lang="en-US" altLang="ru-RU"/>
              <a:pPr eaLnBrk="1" hangingPunct="1"/>
              <a:t>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="" xmlns:a16="http://schemas.microsoft.com/office/drawing/2014/main" id="{3E6C915A-0C03-4DF4-A525-0DA5C6804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="" xmlns:a16="http://schemas.microsoft.com/office/drawing/2014/main" id="{96487E9B-FB75-4B93-9B1F-0131BA431F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3316" name="Slide Number Placeholder 3">
            <a:extLst>
              <a:ext uri="{FF2B5EF4-FFF2-40B4-BE49-F238E27FC236}">
                <a16:creationId xmlns="" xmlns:a16="http://schemas.microsoft.com/office/drawing/2014/main" id="{A9F86CD2-8B8C-4786-B99B-A01A39A110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2FF21E-A173-4C3A-A05D-10EF26270EF0}" type="slidenum">
              <a:rPr lang="en-US" altLang="ru-RU"/>
              <a:pPr eaLnBrk="1" hangingPunct="1"/>
              <a:t>4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="" xmlns:a16="http://schemas.microsoft.com/office/drawing/2014/main" id="{BFDD78DF-D51B-4CE3-8F36-EFB0E7578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="" xmlns:a16="http://schemas.microsoft.com/office/drawing/2014/main" id="{E08D97C7-B152-439E-A7FA-7B666ABF8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5364" name="Slide Number Placeholder 3">
            <a:extLst>
              <a:ext uri="{FF2B5EF4-FFF2-40B4-BE49-F238E27FC236}">
                <a16:creationId xmlns="" xmlns:a16="http://schemas.microsoft.com/office/drawing/2014/main" id="{701DA06F-EE9D-4B82-A91B-145C6C61ED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E6DA3B-6508-4D25-9ACB-566D5CB69300}" type="slidenum">
              <a:rPr lang="en-US" altLang="ru-RU"/>
              <a:pPr eaLnBrk="1" hangingPunct="1"/>
              <a:t>5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="" xmlns:a16="http://schemas.microsoft.com/office/drawing/2014/main" id="{2E9D0E98-798D-40C1-B8DB-BC011910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="" xmlns:a16="http://schemas.microsoft.com/office/drawing/2014/main" id="{62DC7A03-7D11-4A39-BA19-EB994E373F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7412" name="Slide Number Placeholder 3">
            <a:extLst>
              <a:ext uri="{FF2B5EF4-FFF2-40B4-BE49-F238E27FC236}">
                <a16:creationId xmlns="" xmlns:a16="http://schemas.microsoft.com/office/drawing/2014/main" id="{E4FF45A5-4FFD-4F98-9911-C92B8B620C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13D92D-92E2-4CE9-AB63-58428A2C1588}" type="slidenum">
              <a:rPr lang="en-US" altLang="ru-RU"/>
              <a:pPr eaLnBrk="1" hangingPunct="1"/>
              <a:t>6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374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="" xmlns:a16="http://schemas.microsoft.com/office/drawing/2014/main" id="{0A76FA6D-1AD0-4458-A327-2BAD934B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="" xmlns:a16="http://schemas.microsoft.com/office/drawing/2014/main" id="{D64243B2-12C3-4664-9CCC-F729A1C0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9460" name="Slide Number Placeholder 3">
            <a:extLst>
              <a:ext uri="{FF2B5EF4-FFF2-40B4-BE49-F238E27FC236}">
                <a16:creationId xmlns="" xmlns:a16="http://schemas.microsoft.com/office/drawing/2014/main" id="{C9460DC5-1C2A-443C-B246-512F349C2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43DC2B-0C65-425F-A5FB-7BE7099BFDE6}" type="slidenum">
              <a:rPr lang="en-US" altLang="ru-RU"/>
              <a:pPr eaLnBrk="1" hangingPunct="1"/>
              <a:t>8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49550" y="531813"/>
            <a:ext cx="4735513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462" y="3374431"/>
            <a:ext cx="8187690" cy="3196828"/>
          </a:xfrm>
          <a:prstGeom prst="rect">
            <a:avLst/>
          </a:prstGeom>
        </p:spPr>
        <p:txBody>
          <a:bodyPr lIns="55459" tIns="27729" rIns="55459" bIns="27729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2905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10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="" xmlns:a16="http://schemas.microsoft.com/office/drawing/2014/main" id="{A415D239-986B-4175-B0B4-0C07F7208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="" xmlns:a16="http://schemas.microsoft.com/office/drawing/2014/main" id="{C33673D6-E772-478A-B5AA-F53AC67CB0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7172" name="Slide Number Placeholder 3">
            <a:extLst>
              <a:ext uri="{FF2B5EF4-FFF2-40B4-BE49-F238E27FC236}">
                <a16:creationId xmlns="" xmlns:a16="http://schemas.microsoft.com/office/drawing/2014/main" id="{C18449C1-4102-4609-BCA4-D761A205DD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D07561-702B-442C-9BF7-FEC78C99E8FD}" type="slidenum">
              <a:rPr lang="en-US" altLang="ru-RU"/>
              <a:pPr eaLnBrk="1" hangingPunct="1"/>
              <a:t>11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="" xmlns:a16="http://schemas.microsoft.com/office/drawing/2014/main" id="{D991231F-BE03-4847-98DB-77F55AFC1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="" xmlns:a16="http://schemas.microsoft.com/office/drawing/2014/main" id="{F8975ED4-FCA7-4349-A950-300C4FFA29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9220" name="Slide Number Placeholder 3">
            <a:extLst>
              <a:ext uri="{FF2B5EF4-FFF2-40B4-BE49-F238E27FC236}">
                <a16:creationId xmlns="" xmlns:a16="http://schemas.microsoft.com/office/drawing/2014/main" id="{CF078787-9E7E-4040-A060-602E29BA71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46C23E4-86A9-4250-8546-DBB97165F6B4}" type="slidenum">
              <a:rPr lang="en-US" altLang="ru-RU"/>
              <a:pPr eaLnBrk="1" hangingPunct="1"/>
              <a:t>12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834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879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7483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17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368;g33e13d9a7e_0_226:notes">
            <a:extLst>
              <a:ext uri="{FF2B5EF4-FFF2-40B4-BE49-F238E27FC236}">
                <a16:creationId xmlns="" xmlns:a16="http://schemas.microsoft.com/office/drawing/2014/main" id="{0EC0A6A7-8BD4-4113-B221-021F7E65A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2749550" y="531813"/>
            <a:ext cx="4735513" cy="2665412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2531" name="Google Shape;369;g33e13d9a7e_0_226:notes">
            <a:extLst>
              <a:ext uri="{FF2B5EF4-FFF2-40B4-BE49-F238E27FC236}">
                <a16:creationId xmlns="" xmlns:a16="http://schemas.microsoft.com/office/drawing/2014/main" id="{F79C7206-99BC-4A51-B44A-889DECC3C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1023462" y="3374431"/>
            <a:ext cx="8187690" cy="319682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17" tIns="99017" rIns="99017" bIns="99017"/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8292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0209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21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49550" y="531813"/>
            <a:ext cx="4735513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2971" y="3374514"/>
            <a:ext cx="8188672" cy="3196994"/>
          </a:xfrm>
          <a:prstGeom prst="rect">
            <a:avLst/>
          </a:prstGeom>
        </p:spPr>
        <p:txBody>
          <a:bodyPr lIns="94768" tIns="47384" rIns="94768" bIns="47384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9424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8333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49550" y="531813"/>
            <a:ext cx="4735513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2971" y="3374514"/>
            <a:ext cx="8188672" cy="3196994"/>
          </a:xfrm>
          <a:prstGeom prst="rect">
            <a:avLst/>
          </a:prstGeom>
        </p:spPr>
        <p:txBody>
          <a:bodyPr lIns="94768" tIns="47384" rIns="94768" bIns="47384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970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4843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6846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9087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56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277" y="-320710"/>
            <a:ext cx="14808502" cy="2264695"/>
          </a:xfrm>
          <a:prstGeom prst="rect">
            <a:avLst/>
          </a:prstGeom>
        </p:spPr>
        <p:txBody>
          <a:bodyPr lIns="0" tIns="0" rIns="0" bIns="0"/>
          <a:lstStyle>
            <a:lvl1pPr>
              <a:defRPr sz="5800" b="1" i="0">
                <a:solidFill>
                  <a:srgbClr val="F0832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="" xmlns:a16="http://schemas.microsoft.com/office/drawing/2014/main" id="{65A7A8FD-098C-4397-BE20-812DFE7142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18238" y="9566275"/>
            <a:ext cx="5851525" cy="514350"/>
          </a:xfrm>
          <a:prstGeom prst="rect">
            <a:avLst/>
          </a:prstGeom>
        </p:spPr>
        <p:txBody>
          <a:bodyPr lIns="0" tIns="0" rIns="0" bIns="0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="" xmlns:a16="http://schemas.microsoft.com/office/drawing/2014/main" id="{E96FDCAF-9E88-43C9-A58A-AADE49E3C03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0" y="9566275"/>
            <a:ext cx="4206875" cy="514350"/>
          </a:xfrm>
          <a:prstGeom prst="rect">
            <a:avLst/>
          </a:prstGeom>
        </p:spPr>
        <p:txBody>
          <a:bodyPr lIns="0" tIns="0" rIns="0" bIns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2CFB7-B6AB-44C7-B3A7-8D7A29C6EFC8}" type="datetimeFigureOut">
              <a:rPr lang="en-US"/>
              <a:pPr>
                <a:defRPr/>
              </a:pPr>
              <a:t>8/28/2026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="" xmlns:a16="http://schemas.microsoft.com/office/drawing/2014/main" id="{3458804A-7DDC-4022-8C7B-97901A1D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66725" y="9566275"/>
            <a:ext cx="4206875" cy="5143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776C29-A00A-4D7E-A9DC-6B22C44C607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5742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 + desig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 rot="5400000">
            <a:off x="13207190" y="3860450"/>
            <a:ext cx="6962400" cy="975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7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  <a:prstGeom prst="rect">
            <a:avLst/>
          </a:prstGeom>
        </p:spPr>
        <p:txBody>
          <a:bodyPr lIns="163284" tIns="81642" rIns="163284" bIns="81642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</p:spPr>
        <p:txBody>
          <a:bodyPr lIns="163284" tIns="81642" rIns="163284" bIns="81642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12839669-DB69-4E70-A268-7CD95E8D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23120A2-40B9-4CEF-8FFE-F34C92842125}" type="datetimeFigureOut">
              <a:rPr lang="ru-RU"/>
              <a:pPr>
                <a:defRPr/>
              </a:pPr>
              <a:t>28.08.2026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C54B9FB-A22B-4E00-8B39-2132911D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C44BC73-628A-4E70-B837-F07746AD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wrap="square" lIns="163284" tIns="81642" rIns="163284" bIns="81642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5F265D-257C-4149-9076-5AF5696D6D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92149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0471"/>
            <a:ext cx="2895600" cy="364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089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0" r:id="rId2"/>
    <p:sldLayoutId id="2147483699" r:id="rId3"/>
    <p:sldLayoutId id="2147483701" r:id="rId4"/>
    <p:sldLayoutId id="2147483702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4.emf"/><Relationship Id="rId7" Type="http://schemas.openxmlformats.org/officeDocument/2006/relationships/image" Target="../media/image6.png"/><Relationship Id="rId8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emf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emf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Relationship Id="rId28" Type="http://schemas.openxmlformats.org/officeDocument/2006/relationships/image" Target="../media/image33.png"/><Relationship Id="rId29" Type="http://schemas.openxmlformats.org/officeDocument/2006/relationships/image" Target="../media/image34.png"/><Relationship Id="rId30" Type="http://schemas.openxmlformats.org/officeDocument/2006/relationships/image" Target="../media/image35.png"/><Relationship Id="rId31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4.emf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oleObject" Target="../embeddings/oleObject5.bin"/><Relationship Id="rId13" Type="http://schemas.openxmlformats.org/officeDocument/2006/relationships/image" Target="../media/image4.emf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oleObject" Target="../embeddings/oleObject6.bin"/><Relationship Id="rId7" Type="http://schemas.openxmlformats.org/officeDocument/2006/relationships/image" Target="../media/image4.emf"/><Relationship Id="rId8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7.bin"/><Relationship Id="rId6" Type="http://schemas.openxmlformats.org/officeDocument/2006/relationships/image" Target="../media/image4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1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Relationship Id="rId21" Type="http://schemas.openxmlformats.org/officeDocument/2006/relationships/image" Target="../media/image74.png"/><Relationship Id="rId22" Type="http://schemas.openxmlformats.org/officeDocument/2006/relationships/image" Target="../media/image75.png"/><Relationship Id="rId23" Type="http://schemas.openxmlformats.org/officeDocument/2006/relationships/image" Target="../media/image76.png"/><Relationship Id="rId24" Type="http://schemas.openxmlformats.org/officeDocument/2006/relationships/image" Target="../media/image77.png"/><Relationship Id="rId25" Type="http://schemas.openxmlformats.org/officeDocument/2006/relationships/image" Target="../media/image7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8.bin"/><Relationship Id="rId6" Type="http://schemas.openxmlformats.org/officeDocument/2006/relationships/image" Target="../media/image4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4.emf"/><Relationship Id="rId6" Type="http://schemas.openxmlformats.org/officeDocument/2006/relationships/image" Target="../media/image79.png"/><Relationship Id="rId7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2.bin"/><Relationship Id="rId6" Type="http://schemas.openxmlformats.org/officeDocument/2006/relationships/image" Target="../media/image4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oleObject" Target="../embeddings/oleObject13.bin"/><Relationship Id="rId11" Type="http://schemas.openxmlformats.org/officeDocument/2006/relationships/image" Target="../media/image4.emf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92.png"/><Relationship Id="rId15" Type="http://schemas.openxmlformats.org/officeDocument/2006/relationships/image" Target="../media/image93.png"/><Relationship Id="rId16" Type="http://schemas.openxmlformats.org/officeDocument/2006/relationships/image" Target="../media/image94.png"/><Relationship Id="rId17" Type="http://schemas.openxmlformats.org/officeDocument/2006/relationships/image" Target="../media/image95.jpeg"/><Relationship Id="rId18" Type="http://schemas.openxmlformats.org/officeDocument/2006/relationships/image" Target="../media/image96.png"/><Relationship Id="rId19" Type="http://schemas.openxmlformats.org/officeDocument/2006/relationships/image" Target="../media/image9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4.bin"/><Relationship Id="rId6" Type="http://schemas.openxmlformats.org/officeDocument/2006/relationships/image" Target="../media/image4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5.bin"/><Relationship Id="rId6" Type="http://schemas.openxmlformats.org/officeDocument/2006/relationships/image" Target="../media/image4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6.bin"/><Relationship Id="rId6" Type="http://schemas.openxmlformats.org/officeDocument/2006/relationships/image" Target="../media/image4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7.bin"/><Relationship Id="rId6" Type="http://schemas.openxmlformats.org/officeDocument/2006/relationships/image" Target="../media/image4.emf"/><Relationship Id="rId7" Type="http://schemas.openxmlformats.org/officeDocument/2006/relationships/image" Target="../media/image98.jpeg"/><Relationship Id="rId8" Type="http://schemas.openxmlformats.org/officeDocument/2006/relationships/image" Target="../media/image99.jpeg"/><Relationship Id="rId9" Type="http://schemas.openxmlformats.org/officeDocument/2006/relationships/image" Target="../media/image100.jpe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10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8.bin"/><Relationship Id="rId6" Type="http://schemas.openxmlformats.org/officeDocument/2006/relationships/image" Target="../media/image4.emf"/><Relationship Id="rId7" Type="http://schemas.openxmlformats.org/officeDocument/2006/relationships/image" Target="../media/image10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9.v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9.bin"/><Relationship Id="rId6" Type="http://schemas.openxmlformats.org/officeDocument/2006/relationships/image" Target="../media/image4.emf"/><Relationship Id="rId7" Type="http://schemas.openxmlformats.org/officeDocument/2006/relationships/image" Target="../media/image103.jpeg"/><Relationship Id="rId8" Type="http://schemas.openxmlformats.org/officeDocument/2006/relationships/image" Target="../media/image104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0.v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20.bin"/><Relationship Id="rId6" Type="http://schemas.openxmlformats.org/officeDocument/2006/relationships/image" Target="../media/image4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2">
            <a:extLst>
              <a:ext uri="{FF2B5EF4-FFF2-40B4-BE49-F238E27FC236}">
                <a16:creationId xmlns="" xmlns:a16="http://schemas.microsoft.com/office/drawing/2014/main" id="{3DA929BC-7B4B-4B46-A646-C21034EBE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251" y="3283808"/>
            <a:ext cx="6273607" cy="1934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ru-RU" sz="11500" b="1" dirty="0" err="1" smtClean="0">
                <a:solidFill>
                  <a:srgbClr val="656565"/>
                </a:solidFill>
                <a:latin typeface="Inter Extra Bold" panose="02000903000000020004" pitchFamily="2" charset="0"/>
              </a:rPr>
              <a:t>Эмпилс</a:t>
            </a:r>
            <a:endParaRPr lang="ru-RU" altLang="ru-RU" sz="9600" dirty="0">
              <a:latin typeface="Gilroy ExtraBold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D2EFB349-360F-458A-B536-2BC6BA101D6E}"/>
              </a:ext>
            </a:extLst>
          </p:cNvPr>
          <p:cNvSpPr/>
          <p:nvPr/>
        </p:nvSpPr>
        <p:spPr>
          <a:xfrm>
            <a:off x="0" y="5359400"/>
            <a:ext cx="12278037" cy="600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076" name="TextBox 9">
            <a:extLst>
              <a:ext uri="{FF2B5EF4-FFF2-40B4-BE49-F238E27FC236}">
                <a16:creationId xmlns="" xmlns:a16="http://schemas.microsoft.com/office/drawing/2014/main" id="{55195ACC-83D9-4904-B534-27B8580C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5349875"/>
            <a:ext cx="92741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600" b="1" dirty="0">
                <a:latin typeface="Proxima Nova Lt" panose="02000506030000020004" pitchFamily="50" charset="0"/>
              </a:rPr>
              <a:t>2026 г.</a:t>
            </a:r>
          </a:p>
        </p:txBody>
      </p:sp>
      <p:pic>
        <p:nvPicPr>
          <p:cNvPr id="3077" name="Picture 2" descr="D:\Реклама\LOGOS\EMPILS\2024\Горизонтальный лого\Лого EMPILS.png">
            <a:extLst>
              <a:ext uri="{FF2B5EF4-FFF2-40B4-BE49-F238E27FC236}">
                <a16:creationId xmlns="" xmlns:a16="http://schemas.microsoft.com/office/drawing/2014/main" id="{8361674D-EACB-46B5-B243-EAE921C3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606425"/>
            <a:ext cx="579913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Группа 3">
            <a:extLst>
              <a:ext uri="{FF2B5EF4-FFF2-40B4-BE49-F238E27FC236}">
                <a16:creationId xmlns="" xmlns:a16="http://schemas.microsoft.com/office/drawing/2014/main" id="{8A73964C-592C-4C83-A4DD-BB205C12158E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7843838"/>
            <a:ext cx="16141700" cy="969962"/>
            <a:chOff x="278426" y="4871215"/>
            <a:chExt cx="8071155" cy="646318"/>
          </a:xfrm>
        </p:grpSpPr>
        <p:pic>
          <p:nvPicPr>
            <p:cNvPr id="3079" name="Picture 3" descr="D:\Реклама\LOGOS\EMPILS\logo_EmpilsZinc.png">
              <a:extLst>
                <a:ext uri="{FF2B5EF4-FFF2-40B4-BE49-F238E27FC236}">
                  <a16:creationId xmlns="" xmlns:a16="http://schemas.microsoft.com/office/drawing/2014/main" id="{3F68E790-A592-472F-BB78-0D14DC590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6296" y="4978709"/>
              <a:ext cx="1113285" cy="434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0" name="Picture 2" descr="D:\логотипы.png">
              <a:extLst>
                <a:ext uri="{FF2B5EF4-FFF2-40B4-BE49-F238E27FC236}">
                  <a16:creationId xmlns="" xmlns:a16="http://schemas.microsoft.com/office/drawing/2014/main" id="{C5589E30-C79D-48F7-B454-A954BC422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0831" r="91489" b="-12656"/>
            <a:stretch>
              <a:fillRect/>
            </a:stretch>
          </p:blipFill>
          <p:spPr bwMode="auto">
            <a:xfrm>
              <a:off x="278426" y="4881703"/>
              <a:ext cx="610807" cy="625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1" name="Picture 2" descr="D:\логотипы.png">
              <a:extLst>
                <a:ext uri="{FF2B5EF4-FFF2-40B4-BE49-F238E27FC236}">
                  <a16:creationId xmlns="" xmlns:a16="http://schemas.microsoft.com/office/drawing/2014/main" id="{D04B8F93-93A5-464F-9440-5F11D8BA7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222" t="606" r="-1082"/>
            <a:stretch>
              <a:fillRect/>
            </a:stretch>
          </p:blipFill>
          <p:spPr bwMode="auto">
            <a:xfrm>
              <a:off x="6012160" y="4944241"/>
              <a:ext cx="922790" cy="503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Picture 2" descr="D:\логотипы.png">
              <a:extLst>
                <a:ext uri="{FF2B5EF4-FFF2-40B4-BE49-F238E27FC236}">
                  <a16:creationId xmlns="" xmlns:a16="http://schemas.microsoft.com/office/drawing/2014/main" id="{0999A901-7E1A-41BF-A2E9-4E0DD578C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78" t="-13754" r="18652" b="-13873"/>
            <a:stretch>
              <a:fillRect/>
            </a:stretch>
          </p:blipFill>
          <p:spPr bwMode="auto">
            <a:xfrm>
              <a:off x="5148064" y="4871215"/>
              <a:ext cx="729842" cy="646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3" name="Picture 2" descr="D:\логотипы.png">
              <a:extLst>
                <a:ext uri="{FF2B5EF4-FFF2-40B4-BE49-F238E27FC236}">
                  <a16:creationId xmlns="" xmlns:a16="http://schemas.microsoft.com/office/drawing/2014/main" id="{7A869586-D8D5-4900-B17D-52EEA98EC0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43" r="32037"/>
            <a:stretch>
              <a:fillRect/>
            </a:stretch>
          </p:blipFill>
          <p:spPr bwMode="auto">
            <a:xfrm>
              <a:off x="999007" y="4941166"/>
              <a:ext cx="4077049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32">
            <a:extLst>
              <a:ext uri="{FF2B5EF4-FFF2-40B4-BE49-F238E27FC236}">
                <a16:creationId xmlns="" xmlns:a16="http://schemas.microsoft.com/office/drawing/2014/main" id="{AD2B6CED-33B6-4E65-95F7-65FD2907EC9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708900" y="5059363"/>
            <a:ext cx="2446337" cy="5684838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99" name="Text 2">
            <a:extLst>
              <a:ext uri="{FF2B5EF4-FFF2-40B4-BE49-F238E27FC236}">
                <a16:creationId xmlns="" xmlns:a16="http://schemas.microsoft.com/office/drawing/2014/main" id="{CC555AC7-F7B2-4157-B46B-2559669F9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987425"/>
            <a:ext cx="83851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О КОМПАНИИ «ЭМПИЛС»</a:t>
            </a: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92256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1" name="Rectangle 132">
            <a:extLst>
              <a:ext uri="{FF2B5EF4-FFF2-40B4-BE49-F238E27FC236}">
                <a16:creationId xmlns="" xmlns:a16="http://schemas.microsoft.com/office/drawing/2014/main" id="{D281D76E-7742-4762-906F-C1EBA73386D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220119" y="1476529"/>
            <a:ext cx="2365375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32" name="Text 6">
            <a:extLst>
              <a:ext uri="{FF2B5EF4-FFF2-40B4-BE49-F238E27FC236}">
                <a16:creationId xmlns="" xmlns:a16="http://schemas.microsoft.com/office/drawing/2014/main" id="{FA14128C-96F7-4005-966F-6B3A22AD1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31" y="2572035"/>
            <a:ext cx="3177821" cy="149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3000" dirty="0" smtClean="0">
                <a:solidFill>
                  <a:srgbClr val="F47629"/>
                </a:solidFill>
                <a:latin typeface="Inter Extra Bold" panose="02000903000000020004" pitchFamily="2" charset="0"/>
              </a:rPr>
              <a:t>Крупнейший </a:t>
            </a:r>
            <a:endParaRPr lang="ru-RU" altLang="ru-RU" sz="3000" dirty="0">
              <a:solidFill>
                <a:srgbClr val="F47629"/>
              </a:solidFill>
              <a:latin typeface="Inter Extra Bold" panose="020009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3000" dirty="0">
                <a:solidFill>
                  <a:srgbClr val="F47629"/>
                </a:solidFill>
                <a:latin typeface="Inter Extra Bold" panose="02000903000000020004" pitchFamily="2" charset="0"/>
              </a:rPr>
              <a:t>производитель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органических ЛКМ</a:t>
            </a:r>
          </a:p>
        </p:txBody>
      </p:sp>
      <p:sp>
        <p:nvSpPr>
          <p:cNvPr id="4103" name="Rectangle 132">
            <a:extLst>
              <a:ext uri="{FF2B5EF4-FFF2-40B4-BE49-F238E27FC236}">
                <a16:creationId xmlns="" xmlns:a16="http://schemas.microsoft.com/office/drawing/2014/main" id="{DF1924CC-653F-4768-9B92-C572989B840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04825" y="3167063"/>
            <a:ext cx="23749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4" name="Rectangle 132">
            <a:extLst>
              <a:ext uri="{FF2B5EF4-FFF2-40B4-BE49-F238E27FC236}">
                <a16:creationId xmlns="" xmlns:a16="http://schemas.microsoft.com/office/drawing/2014/main" id="{1771ACFD-7772-4E3A-94B0-33D7E836569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815138" y="1309687"/>
            <a:ext cx="2374900" cy="40227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5" name="Text 6">
            <a:extLst>
              <a:ext uri="{FF2B5EF4-FFF2-40B4-BE49-F238E27FC236}">
                <a16:creationId xmlns="" xmlns:a16="http://schemas.microsoft.com/office/drawing/2014/main" id="{F62CEE4A-847A-4861-803A-13BE68337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3313993"/>
            <a:ext cx="31432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доля рынка в денежном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выражении</a:t>
            </a:r>
            <a:r>
              <a:rPr lang="en-US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*</a:t>
            </a:r>
            <a:endParaRPr lang="ru-RU" altLang="ru-RU" sz="2000" dirty="0">
              <a:solidFill>
                <a:srgbClr val="000000"/>
              </a:solidFill>
              <a:latin typeface="Inter Regular" panose="02000503000000020004" pitchFamily="2" charset="0"/>
            </a:endParaRPr>
          </a:p>
        </p:txBody>
      </p:sp>
      <p:sp>
        <p:nvSpPr>
          <p:cNvPr id="4106" name="name_150">
            <a:extLst>
              <a:ext uri="{FF2B5EF4-FFF2-40B4-BE49-F238E27FC236}">
                <a16:creationId xmlns="" xmlns:a16="http://schemas.microsoft.com/office/drawing/2014/main" id="{39CD20FF-5E36-4C07-92E1-4B385876C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688518"/>
            <a:ext cx="142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 dirty="0">
                <a:solidFill>
                  <a:srgbClr val="F47629"/>
                </a:solidFill>
                <a:latin typeface="Inter Extra Bold" panose="02000903000000020004" pitchFamily="2" charset="0"/>
              </a:rPr>
              <a:t>8%</a:t>
            </a:r>
          </a:p>
        </p:txBody>
      </p:sp>
      <p:grpSp>
        <p:nvGrpSpPr>
          <p:cNvPr id="4107" name="Группа 43">
            <a:extLst>
              <a:ext uri="{FF2B5EF4-FFF2-40B4-BE49-F238E27FC236}">
                <a16:creationId xmlns="" xmlns:a16="http://schemas.microsoft.com/office/drawing/2014/main" id="{1C031309-1801-4874-9476-436866D84161}"/>
              </a:ext>
            </a:extLst>
          </p:cNvPr>
          <p:cNvGrpSpPr>
            <a:grpSpLocks/>
          </p:cNvGrpSpPr>
          <p:nvPr/>
        </p:nvGrpSpPr>
        <p:grpSpPr bwMode="auto">
          <a:xfrm>
            <a:off x="5153025" y="3225800"/>
            <a:ext cx="936625" cy="219075"/>
            <a:chOff x="493487" y="3600545"/>
            <a:chExt cx="942115" cy="217715"/>
          </a:xfrm>
        </p:grpSpPr>
        <p:cxnSp>
          <p:nvCxnSpPr>
            <p:cNvPr id="45" name="Прямая соединительная линия 44">
              <a:extLst>
                <a:ext uri="{FF2B5EF4-FFF2-40B4-BE49-F238E27FC236}">
                  <a16:creationId xmlns="" xmlns:a16="http://schemas.microsoft.com/office/drawing/2014/main" id="{9D80DE9A-CA2C-44D1-B702-06588A55B6EC}"/>
                </a:ext>
              </a:extLst>
            </p:cNvPr>
            <p:cNvCxnSpPr>
              <a:cxnSpLocks/>
              <a:stCxn id="70" idx="6"/>
              <a:endCxn id="46" idx="2"/>
            </p:cNvCxnSpPr>
            <p:nvPr/>
          </p:nvCxnSpPr>
          <p:spPr>
            <a:xfrm flipH="1">
              <a:off x="493487" y="3709403"/>
              <a:ext cx="942115" cy="0"/>
            </a:xfrm>
            <a:prstGeom prst="line">
              <a:avLst/>
            </a:prstGeom>
            <a:ln w="38100">
              <a:solidFill>
                <a:srgbClr val="F4762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Овал 45">
              <a:extLst>
                <a:ext uri="{FF2B5EF4-FFF2-40B4-BE49-F238E27FC236}">
                  <a16:creationId xmlns="" xmlns:a16="http://schemas.microsoft.com/office/drawing/2014/main" id="{4E71EB9F-BE7A-4C4E-B059-ECFE4FAB38DB}"/>
                </a:ext>
              </a:extLst>
            </p:cNvPr>
            <p:cNvSpPr/>
            <p:nvPr/>
          </p:nvSpPr>
          <p:spPr>
            <a:xfrm>
              <a:off x="49348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="" xmlns:a16="http://schemas.microsoft.com/office/drawing/2014/main" id="{C8A25579-763E-4356-BFD3-6077513E23BF}"/>
                </a:ext>
              </a:extLst>
            </p:cNvPr>
            <p:cNvSpPr/>
            <p:nvPr/>
          </p:nvSpPr>
          <p:spPr>
            <a:xfrm>
              <a:off x="121843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</p:grpSp>
      <p:sp>
        <p:nvSpPr>
          <p:cNvPr id="4108" name="Rectangle 132">
            <a:extLst>
              <a:ext uri="{FF2B5EF4-FFF2-40B4-BE49-F238E27FC236}">
                <a16:creationId xmlns="" xmlns:a16="http://schemas.microsoft.com/office/drawing/2014/main" id="{0506D3D6-C6A2-4505-BDA9-EF871593D83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986213" y="2598737"/>
            <a:ext cx="965200" cy="58515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9" name="name_150">
            <a:extLst>
              <a:ext uri="{FF2B5EF4-FFF2-40B4-BE49-F238E27FC236}">
                <a16:creationId xmlns="" xmlns:a16="http://schemas.microsoft.com/office/drawing/2014/main" id="{CFA45A7A-9C90-40A6-AA72-AFF52A966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5054600"/>
            <a:ext cx="27178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2</a:t>
            </a:r>
          </a:p>
        </p:txBody>
      </p:sp>
      <p:sp>
        <p:nvSpPr>
          <p:cNvPr id="4110" name="Text 6">
            <a:extLst>
              <a:ext uri="{FF2B5EF4-FFF2-40B4-BE49-F238E27FC236}">
                <a16:creationId xmlns="" xmlns:a16="http://schemas.microsoft.com/office/drawing/2014/main" id="{F2CA9217-FE1F-4A35-B026-E35E6B2C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5213350"/>
            <a:ext cx="4381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современные научно-исследовательские лаборатории</a:t>
            </a:r>
          </a:p>
        </p:txBody>
      </p:sp>
      <p:sp>
        <p:nvSpPr>
          <p:cNvPr id="4111" name="Rectangle 132">
            <a:extLst>
              <a:ext uri="{FF2B5EF4-FFF2-40B4-BE49-F238E27FC236}">
                <a16:creationId xmlns="" xmlns:a16="http://schemas.microsoft.com/office/drawing/2014/main" id="{346BACAE-564A-4853-B94B-CEB27CE76A1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173288" y="6034087"/>
            <a:ext cx="2446338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12" name="Группа 61">
            <a:extLst>
              <a:ext uri="{FF2B5EF4-FFF2-40B4-BE49-F238E27FC236}">
                <a16:creationId xmlns="" xmlns:a16="http://schemas.microsoft.com/office/drawing/2014/main" id="{17ED6701-3C35-4458-A531-9936749926AB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6837363"/>
            <a:ext cx="3300413" cy="2055812"/>
            <a:chOff x="2729024" y="2459630"/>
            <a:chExt cx="3300756" cy="2055247"/>
          </a:xfrm>
        </p:grpSpPr>
        <p:sp>
          <p:nvSpPr>
            <p:cNvPr id="4126" name="Text 6">
              <a:extLst>
                <a:ext uri="{FF2B5EF4-FFF2-40B4-BE49-F238E27FC236}">
                  <a16:creationId xmlns="" xmlns:a16="http://schemas.microsoft.com/office/drawing/2014/main" id="{BAF22810-2847-448F-8CFD-3A453FF71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3494396"/>
              <a:ext cx="3273765" cy="1020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непрерывного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развития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в химической отрасли</a:t>
              </a:r>
            </a:p>
          </p:txBody>
        </p:sp>
        <p:sp>
          <p:nvSpPr>
            <p:cNvPr id="4127" name="name_150">
              <a:extLst>
                <a:ext uri="{FF2B5EF4-FFF2-40B4-BE49-F238E27FC236}">
                  <a16:creationId xmlns="" xmlns:a16="http://schemas.microsoft.com/office/drawing/2014/main" id="{D0CFA5D5-55C1-4C15-96BB-244197642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797063"/>
              <a:ext cx="3091206" cy="755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100 лет</a:t>
              </a:r>
            </a:p>
          </p:txBody>
        </p:sp>
        <p:sp>
          <p:nvSpPr>
            <p:cNvPr id="4128" name="Text 6">
              <a:extLst>
                <a:ext uri="{FF2B5EF4-FFF2-40B4-BE49-F238E27FC236}">
                  <a16:creationId xmlns="" xmlns:a16="http://schemas.microsoft.com/office/drawing/2014/main" id="{9D4E1899-1BC5-4D87-9511-D22F50AFA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2459630"/>
              <a:ext cx="1424135" cy="387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Более</a:t>
              </a:r>
            </a:p>
          </p:txBody>
        </p:sp>
      </p:grpSp>
      <p:sp>
        <p:nvSpPr>
          <p:cNvPr id="4113" name="Rectangle 132">
            <a:extLst>
              <a:ext uri="{FF2B5EF4-FFF2-40B4-BE49-F238E27FC236}">
                <a16:creationId xmlns="" xmlns:a16="http://schemas.microsoft.com/office/drawing/2014/main" id="{33E26AE1-5241-4F5E-B7AF-408C1E5512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203325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4" name="Rectangle 132">
            <a:extLst>
              <a:ext uri="{FF2B5EF4-FFF2-40B4-BE49-F238E27FC236}">
                <a16:creationId xmlns="" xmlns:a16="http://schemas.microsoft.com/office/drawing/2014/main" id="{FB32FE8A-92D2-4787-9B57-9F6F2C2701D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62756" y="7744619"/>
            <a:ext cx="2446338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5" name="Text 6">
            <a:extLst>
              <a:ext uri="{FF2B5EF4-FFF2-40B4-BE49-F238E27FC236}">
                <a16:creationId xmlns="" xmlns:a16="http://schemas.microsoft.com/office/drawing/2014/main" id="{D42E48FA-E2FA-4E0B-9821-E298196F1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988" y="6853238"/>
            <a:ext cx="5119687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Система менеджмента качества предприятия сертифицирована и соответствует </a:t>
            </a:r>
            <a:endParaRPr lang="en-US" altLang="ru-RU" sz="2000">
              <a:solidFill>
                <a:srgbClr val="000000"/>
              </a:solidFill>
              <a:latin typeface="Inter Regular" panose="020005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международным стандартам </a:t>
            </a:r>
          </a:p>
        </p:txBody>
      </p:sp>
      <p:sp>
        <p:nvSpPr>
          <p:cNvPr id="4116" name="name_150">
            <a:extLst>
              <a:ext uri="{FF2B5EF4-FFF2-40B4-BE49-F238E27FC236}">
                <a16:creationId xmlns="" xmlns:a16="http://schemas.microsoft.com/office/drawing/2014/main" id="{208EA117-4826-451F-878B-9B9CF5154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8172450"/>
            <a:ext cx="51482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en-US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ISO 9001:2015</a:t>
            </a:r>
            <a:endParaRPr lang="ru-RU" altLang="ru-RU" sz="5400">
              <a:solidFill>
                <a:srgbClr val="F47629"/>
              </a:solidFill>
              <a:latin typeface="Inter Extra Bold" panose="02000903000000020004" pitchFamily="2" charset="0"/>
            </a:endParaRPr>
          </a:p>
        </p:txBody>
      </p:sp>
      <p:sp>
        <p:nvSpPr>
          <p:cNvPr id="4117" name="Rectangle 132">
            <a:extLst>
              <a:ext uri="{FF2B5EF4-FFF2-40B4-BE49-F238E27FC236}">
                <a16:creationId xmlns="" xmlns:a16="http://schemas.microsoft.com/office/drawing/2014/main" id="{6D9B342C-559E-4933-8DA1-A3D49DF2F89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755356" y="7797007"/>
            <a:ext cx="2446337" cy="2095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9" name="Rectangle 132">
            <a:extLst>
              <a:ext uri="{FF2B5EF4-FFF2-40B4-BE49-F238E27FC236}">
                <a16:creationId xmlns="" xmlns:a16="http://schemas.microsoft.com/office/drawing/2014/main" id="{655CD4A0-2AEB-4BC5-807E-5563821EE9A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1722894" y="2185194"/>
            <a:ext cx="2363788" cy="226060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4" name="image 3" descr="preencoded.png">
            <a:extLst>
              <a:ext uri="{FF2B5EF4-FFF2-40B4-BE49-F238E27FC236}">
                <a16:creationId xmlns="" xmlns:a16="http://schemas.microsoft.com/office/drawing/2014/main" id="{6580A00E-391C-4C25-9237-E315150666D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2036976" y="2332293"/>
            <a:ext cx="1389803" cy="1771999"/>
          </a:xfrm>
          <a:prstGeom prst="rect">
            <a:avLst/>
          </a:prstGeom>
        </p:spPr>
      </p:pic>
      <p:pic>
        <p:nvPicPr>
          <p:cNvPr id="4121" name="image 2" descr="preencoded.png">
            <a:extLst>
              <a:ext uri="{FF2B5EF4-FFF2-40B4-BE49-F238E27FC236}">
                <a16:creationId xmlns="" xmlns:a16="http://schemas.microsoft.com/office/drawing/2014/main" id="{79DCBCA0-5088-4925-AE71-6A016F76A8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8375" y="2133600"/>
            <a:ext cx="4619625" cy="699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2" name="Rectangle 132">
            <a:extLst>
              <a:ext uri="{FF2B5EF4-FFF2-40B4-BE49-F238E27FC236}">
                <a16:creationId xmlns="" xmlns:a16="http://schemas.microsoft.com/office/drawing/2014/main" id="{E9F805EF-CF27-46F1-8156-44E71CC5A22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9902067" y="3324983"/>
            <a:ext cx="965200" cy="4424434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23" name="Rectangle 132">
            <a:extLst>
              <a:ext uri="{FF2B5EF4-FFF2-40B4-BE49-F238E27FC236}">
                <a16:creationId xmlns="" xmlns:a16="http://schemas.microsoft.com/office/drawing/2014/main" id="{4023D5A6-78B8-4FB4-8F18-D3A712306C7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689850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" name="name_393">
            <a:extLst>
              <a:ext uri="{FF2B5EF4-FFF2-40B4-BE49-F238E27FC236}">
                <a16:creationId xmlns="" xmlns:a16="http://schemas.microsoft.com/office/drawing/2014/main" id="{526C47DD-D3F9-426C-B7AB-F3991E95AC10}"/>
              </a:ext>
            </a:extLst>
          </p:cNvPr>
          <p:cNvSpPr/>
          <p:nvPr/>
        </p:nvSpPr>
        <p:spPr>
          <a:xfrm>
            <a:off x="8382000" y="5124450"/>
            <a:ext cx="1362075" cy="8001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150" dirty="0">
                <a:solidFill>
                  <a:srgbClr val="F476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39,3</a:t>
            </a:r>
            <a:endParaRPr lang="en-US" sz="4800" dirty="0">
              <a:solidFill>
                <a:srgbClr val="F47629"/>
              </a:solidFill>
              <a:latin typeface="+mn-lt"/>
              <a:cs typeface="+mn-cs"/>
            </a:endParaRPr>
          </a:p>
        </p:txBody>
      </p:sp>
      <p:sp>
        <p:nvSpPr>
          <p:cNvPr id="41" name="Text 6">
            <a:extLst>
              <a:ext uri="{FF2B5EF4-FFF2-40B4-BE49-F238E27FC236}">
                <a16:creationId xmlns="" xmlns:a16="http://schemas.microsoft.com/office/drawing/2014/main" id="{B68FDB4D-04A2-4934-B2E8-7985C2F1D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550" y="5218113"/>
            <a:ext cx="31432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тыс</a:t>
            </a: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. тонн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за 2025 </a:t>
            </a:r>
            <a:r>
              <a:rPr lang="ru-RU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год* </a:t>
            </a:r>
            <a:endParaRPr lang="ru-RU" altLang="ru-RU" sz="2000" dirty="0">
              <a:solidFill>
                <a:srgbClr val="000000"/>
              </a:solidFill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D5D3589A-7E14-43A6-845A-8829C841F34C}"/>
              </a:ext>
            </a:extLst>
          </p:cNvPr>
          <p:cNvSpPr/>
          <p:nvPr/>
        </p:nvSpPr>
        <p:spPr>
          <a:xfrm>
            <a:off x="1543050" y="9747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ПРОИЗВОДСТВО</a:t>
            </a:r>
            <a:endParaRPr lang="en-US" sz="4400" b="1" dirty="0">
              <a:solidFill>
                <a:srgbClr val="656565"/>
              </a:solidFill>
              <a:latin typeface="Inter Extra Bold" panose="02000903000000020004" pitchFamily="2" charset="0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0050CB0E-93D3-4180-8BA1-EB6644E931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44" name="Объект 90">
            <a:extLst>
              <a:ext uri="{FF2B5EF4-FFF2-40B4-BE49-F238E27FC236}">
                <a16:creationId xmlns="" xmlns:a16="http://schemas.microsoft.com/office/drawing/2014/main" id="{A54ABDC7-ED58-427C-B545-68592BB84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6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5" name="object 3">
            <a:extLst>
              <a:ext uri="{FF2B5EF4-FFF2-40B4-BE49-F238E27FC236}">
                <a16:creationId xmlns="" xmlns:a16="http://schemas.microsoft.com/office/drawing/2014/main" id="{281C2646-7F2F-4CF1-90E3-B7C1E00CE308}"/>
              </a:ext>
            </a:extLst>
          </p:cNvPr>
          <p:cNvGrpSpPr>
            <a:grpSpLocks/>
          </p:cNvGrpSpPr>
          <p:nvPr/>
        </p:nvGrpSpPr>
        <p:grpSpPr bwMode="auto">
          <a:xfrm>
            <a:off x="1782763" y="2895600"/>
            <a:ext cx="6149975" cy="5784850"/>
            <a:chOff x="871169" y="2268219"/>
            <a:chExt cx="4154551" cy="4151504"/>
          </a:xfrm>
        </p:grpSpPr>
        <p:sp>
          <p:nvSpPr>
            <p:cNvPr id="10291" name="object 4">
              <a:extLst>
                <a:ext uri="{FF2B5EF4-FFF2-40B4-BE49-F238E27FC236}">
                  <a16:creationId xmlns="" xmlns:a16="http://schemas.microsoft.com/office/drawing/2014/main" id="{1CE8E977-76EA-42D9-94FF-374B8C222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754" y="4198861"/>
              <a:ext cx="1329690" cy="269240"/>
            </a:xfrm>
            <a:custGeom>
              <a:avLst/>
              <a:gdLst>
                <a:gd name="T0" fmla="*/ 77050 w 1329689"/>
                <a:gd name="T1" fmla="*/ 217888 h 269239"/>
                <a:gd name="T2" fmla="*/ 167373 w 1329689"/>
                <a:gd name="T3" fmla="*/ 154388 h 269239"/>
                <a:gd name="T4" fmla="*/ 77050 w 1329689"/>
                <a:gd name="T5" fmla="*/ 111201 h 269239"/>
                <a:gd name="T6" fmla="*/ 193268 w 1329689"/>
                <a:gd name="T7" fmla="*/ 50241 h 269239"/>
                <a:gd name="T8" fmla="*/ 0 w 1329689"/>
                <a:gd name="T9" fmla="*/ 3251 h 269239"/>
                <a:gd name="T10" fmla="*/ 0 w 1329689"/>
                <a:gd name="T11" fmla="*/ 111201 h 269239"/>
                <a:gd name="T12" fmla="*/ 0 w 1329689"/>
                <a:gd name="T13" fmla="*/ 217888 h 269239"/>
                <a:gd name="T14" fmla="*/ 195249 w 1329689"/>
                <a:gd name="T15" fmla="*/ 268688 h 269239"/>
                <a:gd name="T16" fmla="*/ 543560 w 1329689"/>
                <a:gd name="T17" fmla="*/ 3048 h 269239"/>
                <a:gd name="T18" fmla="*/ 466509 w 1329689"/>
                <a:gd name="T19" fmla="*/ 3048 h 269239"/>
                <a:gd name="T20" fmla="*/ 322618 w 1329689"/>
                <a:gd name="T21" fmla="*/ 3048 h 269239"/>
                <a:gd name="T22" fmla="*/ 232498 w 1329689"/>
                <a:gd name="T23" fmla="*/ 268650 h 269239"/>
                <a:gd name="T24" fmla="*/ 283768 w 1329689"/>
                <a:gd name="T25" fmla="*/ 119786 h 269239"/>
                <a:gd name="T26" fmla="*/ 395185 w 1329689"/>
                <a:gd name="T27" fmla="*/ 268650 h 269239"/>
                <a:gd name="T28" fmla="*/ 466509 w 1329689"/>
                <a:gd name="T29" fmla="*/ 268650 h 269239"/>
                <a:gd name="T30" fmla="*/ 543560 w 1329689"/>
                <a:gd name="T31" fmla="*/ 3048 h 269239"/>
                <a:gd name="T32" fmla="*/ 818928 w 1329689"/>
                <a:gd name="T33" fmla="*/ 62191 h 269239"/>
                <a:gd name="T34" fmla="*/ 798163 w 1329689"/>
                <a:gd name="T35" fmla="*/ 31407 h 269239"/>
                <a:gd name="T36" fmla="*/ 746411 w 1329689"/>
                <a:gd name="T37" fmla="*/ 6438 h 269239"/>
                <a:gd name="T38" fmla="*/ 742791 w 1329689"/>
                <a:gd name="T39" fmla="*/ 122542 h 269239"/>
                <a:gd name="T40" fmla="*/ 718319 w 1329689"/>
                <a:gd name="T41" fmla="*/ 150222 h 269239"/>
                <a:gd name="T42" fmla="*/ 664413 w 1329689"/>
                <a:gd name="T43" fmla="*/ 154299 h 269239"/>
                <a:gd name="T44" fmla="*/ 662432 w 1329689"/>
                <a:gd name="T45" fmla="*/ 50558 h 269239"/>
                <a:gd name="T46" fmla="*/ 700551 w 1329689"/>
                <a:gd name="T47" fmla="*/ 50317 h 269239"/>
                <a:gd name="T48" fmla="*/ 732936 w 1329689"/>
                <a:gd name="T49" fmla="*/ 65532 h 269239"/>
                <a:gd name="T50" fmla="*/ 746411 w 1329689"/>
                <a:gd name="T51" fmla="*/ 102311 h 269239"/>
                <a:gd name="T52" fmla="*/ 729647 w 1329689"/>
                <a:gd name="T53" fmla="*/ 3048 h 269239"/>
                <a:gd name="T54" fmla="*/ 585431 w 1329689"/>
                <a:gd name="T55" fmla="*/ 268624 h 269239"/>
                <a:gd name="T56" fmla="*/ 662432 w 1329689"/>
                <a:gd name="T57" fmla="*/ 204883 h 269239"/>
                <a:gd name="T58" fmla="*/ 691064 w 1329689"/>
                <a:gd name="T59" fmla="*/ 204299 h 269239"/>
                <a:gd name="T60" fmla="*/ 767366 w 1329689"/>
                <a:gd name="T61" fmla="*/ 196691 h 269239"/>
                <a:gd name="T62" fmla="*/ 812756 w 1329689"/>
                <a:gd name="T63" fmla="*/ 154299 h 269239"/>
                <a:gd name="T64" fmla="*/ 826535 w 1329689"/>
                <a:gd name="T65" fmla="*/ 107467 h 269239"/>
                <a:gd name="T66" fmla="*/ 935730 w 1329689"/>
                <a:gd name="T67" fmla="*/ 3035 h 269239"/>
                <a:gd name="T68" fmla="*/ 858628 w 1329689"/>
                <a:gd name="T69" fmla="*/ 268535 h 269239"/>
                <a:gd name="T70" fmla="*/ 935730 w 1329689"/>
                <a:gd name="T71" fmla="*/ 3035 h 269239"/>
                <a:gd name="T72" fmla="*/ 1053281 w 1329689"/>
                <a:gd name="T73" fmla="*/ 217888 h 269239"/>
                <a:gd name="T74" fmla="*/ 976179 w 1329689"/>
                <a:gd name="T75" fmla="*/ 3048 h 269239"/>
                <a:gd name="T76" fmla="*/ 1105008 w 1329689"/>
                <a:gd name="T77" fmla="*/ 268726 h 269239"/>
                <a:gd name="T78" fmla="*/ 1329544 w 1329689"/>
                <a:gd name="T79" fmla="*/ 178873 h 269239"/>
                <a:gd name="T80" fmla="*/ 1302582 w 1329689"/>
                <a:gd name="T81" fmla="*/ 136341 h 269239"/>
                <a:gd name="T82" fmla="*/ 1214050 w 1329689"/>
                <a:gd name="T83" fmla="*/ 82169 h 269239"/>
                <a:gd name="T84" fmla="*/ 1208437 w 1329689"/>
                <a:gd name="T85" fmla="*/ 74955 h 269239"/>
                <a:gd name="T86" fmla="*/ 1210698 w 1329689"/>
                <a:gd name="T87" fmla="*/ 58864 h 269239"/>
                <a:gd name="T88" fmla="*/ 1222636 w 1329689"/>
                <a:gd name="T89" fmla="*/ 51358 h 269239"/>
                <a:gd name="T90" fmla="*/ 1317974 w 1329689"/>
                <a:gd name="T91" fmla="*/ 50342 h 269239"/>
                <a:gd name="T92" fmla="*/ 1212679 w 1329689"/>
                <a:gd name="T93" fmla="*/ 2603 h 269239"/>
                <a:gd name="T94" fmla="*/ 1145051 w 1329689"/>
                <a:gd name="T95" fmla="*/ 6045 h 269239"/>
                <a:gd name="T96" fmla="*/ 1129214 w 1329689"/>
                <a:gd name="T97" fmla="*/ 68897 h 269239"/>
                <a:gd name="T98" fmla="*/ 1151236 w 1329689"/>
                <a:gd name="T99" fmla="*/ 129184 h 269239"/>
                <a:gd name="T100" fmla="*/ 1218140 w 1329689"/>
                <a:gd name="T101" fmla="*/ 173006 h 269239"/>
                <a:gd name="T102" fmla="*/ 1245457 w 1329689"/>
                <a:gd name="T103" fmla="*/ 192183 h 269239"/>
                <a:gd name="T104" fmla="*/ 1246702 w 1329689"/>
                <a:gd name="T105" fmla="*/ 200235 h 269239"/>
                <a:gd name="T106" fmla="*/ 1149141 w 1329689"/>
                <a:gd name="T107" fmla="*/ 218015 h 269239"/>
                <a:gd name="T108" fmla="*/ 1250588 w 1329689"/>
                <a:gd name="T109" fmla="*/ 268777 h 269239"/>
                <a:gd name="T110" fmla="*/ 1306011 w 1329689"/>
                <a:gd name="T111" fmla="*/ 261957 h 269239"/>
                <a:gd name="T112" fmla="*/ 1327322 w 1329689"/>
                <a:gd name="T113" fmla="*/ 213722 h 26923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9689" h="269239">
                  <a:moveTo>
                    <a:pt x="195249" y="217881"/>
                  </a:moveTo>
                  <a:lnTo>
                    <a:pt x="77050" y="217881"/>
                  </a:lnTo>
                  <a:lnTo>
                    <a:pt x="77050" y="154381"/>
                  </a:lnTo>
                  <a:lnTo>
                    <a:pt x="167373" y="154381"/>
                  </a:lnTo>
                  <a:lnTo>
                    <a:pt x="167373" y="111201"/>
                  </a:lnTo>
                  <a:lnTo>
                    <a:pt x="77050" y="111201"/>
                  </a:lnTo>
                  <a:lnTo>
                    <a:pt x="77050" y="50241"/>
                  </a:lnTo>
                  <a:lnTo>
                    <a:pt x="193268" y="50241"/>
                  </a:lnTo>
                  <a:lnTo>
                    <a:pt x="193268" y="3251"/>
                  </a:lnTo>
                  <a:lnTo>
                    <a:pt x="0" y="3251"/>
                  </a:lnTo>
                  <a:lnTo>
                    <a:pt x="0" y="50241"/>
                  </a:lnTo>
                  <a:lnTo>
                    <a:pt x="0" y="111201"/>
                  </a:lnTo>
                  <a:lnTo>
                    <a:pt x="0" y="154381"/>
                  </a:lnTo>
                  <a:lnTo>
                    <a:pt x="0" y="217881"/>
                  </a:lnTo>
                  <a:lnTo>
                    <a:pt x="0" y="268681"/>
                  </a:lnTo>
                  <a:lnTo>
                    <a:pt x="195249" y="268681"/>
                  </a:lnTo>
                  <a:lnTo>
                    <a:pt x="195249" y="217881"/>
                  </a:lnTo>
                  <a:close/>
                </a:path>
                <a:path w="1329689" h="269239">
                  <a:moveTo>
                    <a:pt x="543560" y="3048"/>
                  </a:moveTo>
                  <a:lnTo>
                    <a:pt x="537895" y="3048"/>
                  </a:lnTo>
                  <a:lnTo>
                    <a:pt x="466509" y="3048"/>
                  </a:lnTo>
                  <a:lnTo>
                    <a:pt x="395592" y="153123"/>
                  </a:lnTo>
                  <a:lnTo>
                    <a:pt x="322618" y="3048"/>
                  </a:lnTo>
                  <a:lnTo>
                    <a:pt x="232498" y="3048"/>
                  </a:lnTo>
                  <a:lnTo>
                    <a:pt x="232498" y="268643"/>
                  </a:lnTo>
                  <a:lnTo>
                    <a:pt x="283768" y="268643"/>
                  </a:lnTo>
                  <a:lnTo>
                    <a:pt x="283768" y="119786"/>
                  </a:lnTo>
                  <a:lnTo>
                    <a:pt x="357492" y="268643"/>
                  </a:lnTo>
                  <a:lnTo>
                    <a:pt x="395185" y="268643"/>
                  </a:lnTo>
                  <a:lnTo>
                    <a:pt x="466509" y="116293"/>
                  </a:lnTo>
                  <a:lnTo>
                    <a:pt x="466509" y="268643"/>
                  </a:lnTo>
                  <a:lnTo>
                    <a:pt x="543560" y="268643"/>
                  </a:lnTo>
                  <a:lnTo>
                    <a:pt x="543560" y="3048"/>
                  </a:lnTo>
                  <a:close/>
                </a:path>
                <a:path w="1329689" h="269239">
                  <a:moveTo>
                    <a:pt x="826528" y="99898"/>
                  </a:moveTo>
                  <a:lnTo>
                    <a:pt x="818921" y="62191"/>
                  </a:lnTo>
                  <a:lnTo>
                    <a:pt x="810907" y="50317"/>
                  </a:lnTo>
                  <a:lnTo>
                    <a:pt x="798156" y="31407"/>
                  </a:lnTo>
                  <a:lnTo>
                    <a:pt x="767359" y="10655"/>
                  </a:lnTo>
                  <a:lnTo>
                    <a:pt x="746404" y="6438"/>
                  </a:lnTo>
                  <a:lnTo>
                    <a:pt x="746404" y="102311"/>
                  </a:lnTo>
                  <a:lnTo>
                    <a:pt x="742784" y="122542"/>
                  </a:lnTo>
                  <a:lnTo>
                    <a:pt x="732929" y="139065"/>
                  </a:lnTo>
                  <a:lnTo>
                    <a:pt x="718312" y="150215"/>
                  </a:lnTo>
                  <a:lnTo>
                    <a:pt x="700430" y="154292"/>
                  </a:lnTo>
                  <a:lnTo>
                    <a:pt x="664413" y="154292"/>
                  </a:lnTo>
                  <a:lnTo>
                    <a:pt x="662432" y="154076"/>
                  </a:lnTo>
                  <a:lnTo>
                    <a:pt x="662432" y="50558"/>
                  </a:lnTo>
                  <a:lnTo>
                    <a:pt x="663943" y="50317"/>
                  </a:lnTo>
                  <a:lnTo>
                    <a:pt x="700544" y="50317"/>
                  </a:lnTo>
                  <a:lnTo>
                    <a:pt x="718312" y="54381"/>
                  </a:lnTo>
                  <a:lnTo>
                    <a:pt x="732929" y="65532"/>
                  </a:lnTo>
                  <a:lnTo>
                    <a:pt x="742784" y="82067"/>
                  </a:lnTo>
                  <a:lnTo>
                    <a:pt x="746404" y="102311"/>
                  </a:lnTo>
                  <a:lnTo>
                    <a:pt x="746404" y="6438"/>
                  </a:lnTo>
                  <a:lnTo>
                    <a:pt x="729640" y="3048"/>
                  </a:lnTo>
                  <a:lnTo>
                    <a:pt x="585431" y="3048"/>
                  </a:lnTo>
                  <a:lnTo>
                    <a:pt x="585431" y="268617"/>
                  </a:lnTo>
                  <a:lnTo>
                    <a:pt x="662432" y="268617"/>
                  </a:lnTo>
                  <a:lnTo>
                    <a:pt x="662432" y="204876"/>
                  </a:lnTo>
                  <a:lnTo>
                    <a:pt x="691057" y="204876"/>
                  </a:lnTo>
                  <a:lnTo>
                    <a:pt x="691057" y="204292"/>
                  </a:lnTo>
                  <a:lnTo>
                    <a:pt x="729653" y="204292"/>
                  </a:lnTo>
                  <a:lnTo>
                    <a:pt x="767359" y="196684"/>
                  </a:lnTo>
                  <a:lnTo>
                    <a:pt x="798156" y="175920"/>
                  </a:lnTo>
                  <a:lnTo>
                    <a:pt x="812749" y="154292"/>
                  </a:lnTo>
                  <a:lnTo>
                    <a:pt x="818921" y="145148"/>
                  </a:lnTo>
                  <a:lnTo>
                    <a:pt x="826528" y="107467"/>
                  </a:lnTo>
                  <a:lnTo>
                    <a:pt x="826528" y="99898"/>
                  </a:lnTo>
                  <a:close/>
                </a:path>
                <a:path w="1329689" h="269239">
                  <a:moveTo>
                    <a:pt x="935723" y="3035"/>
                  </a:moveTo>
                  <a:lnTo>
                    <a:pt x="858621" y="3035"/>
                  </a:lnTo>
                  <a:lnTo>
                    <a:pt x="858621" y="268528"/>
                  </a:lnTo>
                  <a:lnTo>
                    <a:pt x="935723" y="268528"/>
                  </a:lnTo>
                  <a:lnTo>
                    <a:pt x="935723" y="3035"/>
                  </a:lnTo>
                  <a:close/>
                </a:path>
                <a:path w="1329689" h="269239">
                  <a:moveTo>
                    <a:pt x="1128026" y="217881"/>
                  </a:moveTo>
                  <a:lnTo>
                    <a:pt x="1053274" y="217881"/>
                  </a:lnTo>
                  <a:lnTo>
                    <a:pt x="1053274" y="3048"/>
                  </a:lnTo>
                  <a:lnTo>
                    <a:pt x="976172" y="3048"/>
                  </a:lnTo>
                  <a:lnTo>
                    <a:pt x="976172" y="268643"/>
                  </a:lnTo>
                  <a:lnTo>
                    <a:pt x="1105001" y="268719"/>
                  </a:lnTo>
                  <a:lnTo>
                    <a:pt x="1128026" y="217881"/>
                  </a:lnTo>
                  <a:close/>
                </a:path>
                <a:path w="1329689" h="269239">
                  <a:moveTo>
                    <a:pt x="1329537" y="178866"/>
                  </a:moveTo>
                  <a:lnTo>
                    <a:pt x="1318729" y="153377"/>
                  </a:lnTo>
                  <a:lnTo>
                    <a:pt x="1302575" y="136334"/>
                  </a:lnTo>
                  <a:lnTo>
                    <a:pt x="1288846" y="126733"/>
                  </a:lnTo>
                  <a:lnTo>
                    <a:pt x="1214043" y="82169"/>
                  </a:lnTo>
                  <a:lnTo>
                    <a:pt x="1211351" y="79616"/>
                  </a:lnTo>
                  <a:lnTo>
                    <a:pt x="1208430" y="74955"/>
                  </a:lnTo>
                  <a:lnTo>
                    <a:pt x="1208430" y="66586"/>
                  </a:lnTo>
                  <a:lnTo>
                    <a:pt x="1210691" y="58864"/>
                  </a:lnTo>
                  <a:lnTo>
                    <a:pt x="1216113" y="53987"/>
                  </a:lnTo>
                  <a:lnTo>
                    <a:pt x="1222629" y="51358"/>
                  </a:lnTo>
                  <a:lnTo>
                    <a:pt x="1228140" y="50342"/>
                  </a:lnTo>
                  <a:lnTo>
                    <a:pt x="1317967" y="50342"/>
                  </a:lnTo>
                  <a:lnTo>
                    <a:pt x="1317967" y="2603"/>
                  </a:lnTo>
                  <a:lnTo>
                    <a:pt x="1212672" y="2603"/>
                  </a:lnTo>
                  <a:lnTo>
                    <a:pt x="1168476" y="0"/>
                  </a:lnTo>
                  <a:lnTo>
                    <a:pt x="1145044" y="6045"/>
                  </a:lnTo>
                  <a:lnTo>
                    <a:pt x="1134567" y="26936"/>
                  </a:lnTo>
                  <a:lnTo>
                    <a:pt x="1129207" y="68897"/>
                  </a:lnTo>
                  <a:lnTo>
                    <a:pt x="1131125" y="93878"/>
                  </a:lnTo>
                  <a:lnTo>
                    <a:pt x="1151229" y="129184"/>
                  </a:lnTo>
                  <a:lnTo>
                    <a:pt x="1174089" y="146126"/>
                  </a:lnTo>
                  <a:lnTo>
                    <a:pt x="1218133" y="172999"/>
                  </a:lnTo>
                  <a:lnTo>
                    <a:pt x="1239799" y="186982"/>
                  </a:lnTo>
                  <a:lnTo>
                    <a:pt x="1245450" y="192176"/>
                  </a:lnTo>
                  <a:lnTo>
                    <a:pt x="1247648" y="195973"/>
                  </a:lnTo>
                  <a:lnTo>
                    <a:pt x="1246695" y="200228"/>
                  </a:lnTo>
                  <a:lnTo>
                    <a:pt x="1235989" y="218008"/>
                  </a:lnTo>
                  <a:lnTo>
                    <a:pt x="1149134" y="218008"/>
                  </a:lnTo>
                  <a:lnTo>
                    <a:pt x="1124699" y="268770"/>
                  </a:lnTo>
                  <a:lnTo>
                    <a:pt x="1250581" y="268770"/>
                  </a:lnTo>
                  <a:lnTo>
                    <a:pt x="1286154" y="267957"/>
                  </a:lnTo>
                  <a:lnTo>
                    <a:pt x="1306004" y="261950"/>
                  </a:lnTo>
                  <a:lnTo>
                    <a:pt x="1317320" y="245592"/>
                  </a:lnTo>
                  <a:lnTo>
                    <a:pt x="1327315" y="213715"/>
                  </a:lnTo>
                  <a:lnTo>
                    <a:pt x="1329537" y="178866"/>
                  </a:lnTo>
                  <a:close/>
                </a:path>
              </a:pathLst>
            </a:custGeom>
            <a:solidFill>
              <a:srgbClr val="71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92" name="object 5">
              <a:extLst>
                <a:ext uri="{FF2B5EF4-FFF2-40B4-BE49-F238E27FC236}">
                  <a16:creationId xmlns="" xmlns:a16="http://schemas.microsoft.com/office/drawing/2014/main" id="{2702419A-9F70-4B8D-AE3D-C4487D6D79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2268219"/>
              <a:ext cx="1994662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3" name="object 6">
              <a:extLst>
                <a:ext uri="{FF2B5EF4-FFF2-40B4-BE49-F238E27FC236}">
                  <a16:creationId xmlns="" xmlns:a16="http://schemas.microsoft.com/office/drawing/2014/main" id="{6E934156-6203-4B63-9F2F-8DA7F3918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2268220"/>
              <a:ext cx="1994535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4" name="object 7">
              <a:extLst>
                <a:ext uri="{FF2B5EF4-FFF2-40B4-BE49-F238E27FC236}">
                  <a16:creationId xmlns="" xmlns:a16="http://schemas.microsoft.com/office/drawing/2014/main" id="{BB64A11A-6871-4ED7-9F0E-657B1F04E3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4425188"/>
              <a:ext cx="1994662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5" name="object 8">
              <a:extLst>
                <a:ext uri="{FF2B5EF4-FFF2-40B4-BE49-F238E27FC236}">
                  <a16:creationId xmlns="" xmlns:a16="http://schemas.microsoft.com/office/drawing/2014/main" id="{0351ABDB-60B9-4EDB-B6FE-FB9886B8E4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4425188"/>
              <a:ext cx="1994535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46" name="object 12">
            <a:extLst>
              <a:ext uri="{FF2B5EF4-FFF2-40B4-BE49-F238E27FC236}">
                <a16:creationId xmlns="" xmlns:a16="http://schemas.microsoft.com/office/drawing/2014/main" id="{0A773D7C-48B4-4D4B-BBE8-A8561752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7029450"/>
            <a:ext cx="2400300" cy="151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 dirty="0">
                <a:solidFill>
                  <a:srgbClr val="FFFFFF"/>
                </a:solidFill>
                <a:latin typeface="Inter Bold" panose="02000803000000020004" pitchFamily="2" charset="0"/>
              </a:rPr>
              <a:t>Цех эмалей</a:t>
            </a:r>
            <a:endParaRPr lang="ru-RU" altLang="ru-RU" sz="3500" dirty="0">
              <a:latin typeface="Inter Bold" panose="02000803000000020004" pitchFamily="2" charset="0"/>
            </a:endParaRPr>
          </a:p>
          <a:p>
            <a:pPr eaLnBrk="1" hangingPunct="1">
              <a:lnSpc>
                <a:spcPts val="1850"/>
              </a:lnSpc>
              <a:spcBef>
                <a:spcPts val="1038"/>
              </a:spcBef>
            </a:pPr>
            <a:r>
              <a:rPr lang="ru-RU" altLang="ru-RU" dirty="0" smtClean="0">
                <a:solidFill>
                  <a:srgbClr val="FFFFFF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dirty="0">
              <a:latin typeface="Inter Regular" panose="02000503000000020004" pitchFamily="2" charset="0"/>
            </a:endParaRPr>
          </a:p>
        </p:txBody>
      </p:sp>
      <p:sp>
        <p:nvSpPr>
          <p:cNvPr id="10247" name="object 13">
            <a:extLst>
              <a:ext uri="{FF2B5EF4-FFF2-40B4-BE49-F238E27FC236}">
                <a16:creationId xmlns="" xmlns:a16="http://schemas.microsoft.com/office/drawing/2014/main" id="{0CEEA934-769B-46C9-A603-4B0A63DA7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563" y="3108325"/>
            <a:ext cx="160655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лаков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8" name="object 14">
            <a:extLst>
              <a:ext uri="{FF2B5EF4-FFF2-40B4-BE49-F238E27FC236}">
                <a16:creationId xmlns="" xmlns:a16="http://schemas.microsoft.com/office/drawing/2014/main" id="{DA1E6035-9FB7-4EB3-8AC1-762E55AF6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7069138"/>
            <a:ext cx="27495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 indent="13223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водных покрытий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9" name="object 15">
            <a:extLst>
              <a:ext uri="{FF2B5EF4-FFF2-40B4-BE49-F238E27FC236}">
                <a16:creationId xmlns="" xmlns:a16="http://schemas.microsoft.com/office/drawing/2014/main" id="{975CE483-3413-4F9C-B226-0518AEA5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3108325"/>
            <a:ext cx="2366963" cy="1760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714375" indent="6794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 dirty="0" err="1">
                <a:solidFill>
                  <a:srgbClr val="FFFFFF"/>
                </a:solidFill>
                <a:latin typeface="Inter Bold" panose="02000803000000020004" pitchFamily="2" charset="0"/>
              </a:rPr>
              <a:t>Цехэмалей</a:t>
            </a:r>
            <a:endParaRPr lang="ru-RU" altLang="ru-RU" sz="3500" dirty="0">
              <a:latin typeface="Inter Bold" panose="02000803000000020004" pitchFamily="2" charset="0"/>
            </a:endParaRPr>
          </a:p>
          <a:p>
            <a:pPr algn="r" eaLnBrk="1" hangingPunct="1">
              <a:lnSpc>
                <a:spcPts val="2000"/>
              </a:lnSpc>
              <a:spcBef>
                <a:spcPts val="713"/>
              </a:spcBef>
            </a:pPr>
            <a:r>
              <a:rPr lang="ru-RU" altLang="ru-RU" dirty="0" smtClean="0">
                <a:solidFill>
                  <a:srgbClr val="FFFFFF"/>
                </a:solidFill>
                <a:latin typeface="Inter Regular" panose="02000503000000020004" pitchFamily="2" charset="0"/>
              </a:rPr>
              <a:t>крупнотоннажные</a:t>
            </a:r>
            <a:endParaRPr lang="ru-RU" altLang="ru-RU" dirty="0">
              <a:latin typeface="Inter Regular" panose="02000503000000020004" pitchFamily="2" charset="0"/>
            </a:endParaRPr>
          </a:p>
          <a:p>
            <a:pPr algn="r" eaLnBrk="1" hangingPunct="1">
              <a:lnSpc>
                <a:spcPts val="2000"/>
              </a:lnSpc>
            </a:pPr>
            <a:r>
              <a:rPr lang="ru-RU" altLang="ru-RU" dirty="0" smtClean="0">
                <a:solidFill>
                  <a:srgbClr val="FFFFFF"/>
                </a:solidFill>
                <a:latin typeface="Inter Regular" panose="02000503000000020004" pitchFamily="2" charset="0"/>
              </a:rPr>
              <a:t>партии</a:t>
            </a:r>
            <a:endParaRPr lang="ru-RU" altLang="ru-RU" dirty="0">
              <a:latin typeface="Inter Regular" panose="02000503000000020004" pitchFamily="2" charset="0"/>
            </a:endParaRPr>
          </a:p>
        </p:txBody>
      </p:sp>
      <p:sp>
        <p:nvSpPr>
          <p:cNvPr id="10250" name="object 16">
            <a:extLst>
              <a:ext uri="{FF2B5EF4-FFF2-40B4-BE49-F238E27FC236}">
                <a16:creationId xmlns="" xmlns:a16="http://schemas.microsoft.com/office/drawing/2014/main" id="{36F0A2EE-23E0-4190-A7D8-F8080B79BDD2}"/>
              </a:ext>
            </a:extLst>
          </p:cNvPr>
          <p:cNvSpPr>
            <a:spLocks/>
          </p:cNvSpPr>
          <p:nvPr/>
        </p:nvSpPr>
        <p:spPr bwMode="auto">
          <a:xfrm>
            <a:off x="6299200" y="3867150"/>
            <a:ext cx="12700" cy="11113"/>
          </a:xfrm>
          <a:custGeom>
            <a:avLst/>
            <a:gdLst>
              <a:gd name="T0" fmla="*/ 105708 w 7620"/>
              <a:gd name="T1" fmla="*/ 0 h 7619"/>
              <a:gd name="T2" fmla="*/ 42187 w 7620"/>
              <a:gd name="T3" fmla="*/ 14090 h 7619"/>
              <a:gd name="T4" fmla="*/ 0 w 7620"/>
              <a:gd name="T5" fmla="*/ 63131 h 7619"/>
              <a:gd name="T6" fmla="*/ 28575 w 7620"/>
              <a:gd name="T7" fmla="*/ 89718 h 7619"/>
              <a:gd name="T8" fmla="*/ 145603 w 7620"/>
              <a:gd name="T9" fmla="*/ 104343 h 7619"/>
              <a:gd name="T10" fmla="*/ 210047 w 7620"/>
              <a:gd name="T11" fmla="*/ 89541 h 7619"/>
              <a:gd name="T12" fmla="*/ 230453 w 7620"/>
              <a:gd name="T13" fmla="*/ 65635 h 7619"/>
              <a:gd name="T14" fmla="*/ 252222 w 7620"/>
              <a:gd name="T15" fmla="*/ 40485 h 7619"/>
              <a:gd name="T16" fmla="*/ 222742 w 7620"/>
              <a:gd name="T17" fmla="*/ 14617 h 7619"/>
              <a:gd name="T18" fmla="*/ 163750 w 7620"/>
              <a:gd name="T19" fmla="*/ 7138 h 7619"/>
              <a:gd name="T20" fmla="*/ 105708 w 7620"/>
              <a:gd name="T21" fmla="*/ 0 h 76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20" h="7619">
                <a:moveTo>
                  <a:pt x="2959" y="0"/>
                </a:moveTo>
                <a:lnTo>
                  <a:pt x="1181" y="1003"/>
                </a:lnTo>
                <a:lnTo>
                  <a:pt x="0" y="4495"/>
                </a:lnTo>
                <a:lnTo>
                  <a:pt x="800" y="6388"/>
                </a:lnTo>
                <a:lnTo>
                  <a:pt x="4076" y="7429"/>
                </a:lnTo>
                <a:lnTo>
                  <a:pt x="5880" y="6375"/>
                </a:lnTo>
                <a:lnTo>
                  <a:pt x="6451" y="4673"/>
                </a:lnTo>
                <a:lnTo>
                  <a:pt x="7061" y="2882"/>
                </a:lnTo>
                <a:lnTo>
                  <a:pt x="6235" y="1041"/>
                </a:lnTo>
                <a:lnTo>
                  <a:pt x="4584" y="508"/>
                </a:lnTo>
                <a:lnTo>
                  <a:pt x="295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1" name="object 17">
            <a:extLst>
              <a:ext uri="{FF2B5EF4-FFF2-40B4-BE49-F238E27FC236}">
                <a16:creationId xmlns="" xmlns:a16="http://schemas.microsoft.com/office/drawing/2014/main" id="{5D9E549F-E883-43F4-8199-9229EEBDBDA7}"/>
              </a:ext>
            </a:extLst>
          </p:cNvPr>
          <p:cNvSpPr>
            <a:spLocks/>
          </p:cNvSpPr>
          <p:nvPr/>
        </p:nvSpPr>
        <p:spPr bwMode="auto">
          <a:xfrm>
            <a:off x="2566988" y="7505700"/>
            <a:ext cx="6350" cy="4763"/>
          </a:xfrm>
          <a:custGeom>
            <a:avLst/>
            <a:gdLst>
              <a:gd name="T0" fmla="*/ 54437 w 3810"/>
              <a:gd name="T1" fmla="*/ 0 h 3810"/>
              <a:gd name="T2" fmla="*/ 21283 w 3810"/>
              <a:gd name="T3" fmla="*/ 2482 h 3810"/>
              <a:gd name="T4" fmla="*/ 10867 w 3810"/>
              <a:gd name="T5" fmla="*/ 6423 h 3810"/>
              <a:gd name="T6" fmla="*/ 0 w 3810"/>
              <a:gd name="T7" fmla="*/ 10782 h 3810"/>
              <a:gd name="T8" fmla="*/ 16333 w 3810"/>
              <a:gd name="T9" fmla="*/ 15152 h 3810"/>
              <a:gd name="T10" fmla="*/ 45333 w 3810"/>
              <a:gd name="T11" fmla="*/ 16363 h 3810"/>
              <a:gd name="T12" fmla="*/ 74367 w 3810"/>
              <a:gd name="T13" fmla="*/ 17628 h 3810"/>
              <a:gd name="T14" fmla="*/ 105230 w 3810"/>
              <a:gd name="T15" fmla="*/ 15270 h 3810"/>
              <a:gd name="T16" fmla="*/ 116550 w 3810"/>
              <a:gd name="T17" fmla="*/ 10910 h 3810"/>
              <a:gd name="T18" fmla="*/ 126563 w 3810"/>
              <a:gd name="T19" fmla="*/ 6966 h 3810"/>
              <a:gd name="T20" fmla="*/ 112487 w 3810"/>
              <a:gd name="T21" fmla="*/ 2482 h 3810"/>
              <a:gd name="T22" fmla="*/ 83437 w 3810"/>
              <a:gd name="T23" fmla="*/ 1218 h 3810"/>
              <a:gd name="T24" fmla="*/ 54437 w 3810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10" h="3810">
                <a:moveTo>
                  <a:pt x="1524" y="0"/>
                </a:moveTo>
                <a:lnTo>
                  <a:pt x="596" y="520"/>
                </a:lnTo>
                <a:lnTo>
                  <a:pt x="304" y="1346"/>
                </a:lnTo>
                <a:lnTo>
                  <a:pt x="0" y="2260"/>
                </a:lnTo>
                <a:lnTo>
                  <a:pt x="457" y="3175"/>
                </a:lnTo>
                <a:lnTo>
                  <a:pt x="1269" y="3429"/>
                </a:lnTo>
                <a:lnTo>
                  <a:pt x="2082" y="3695"/>
                </a:lnTo>
                <a:lnTo>
                  <a:pt x="2946" y="3200"/>
                </a:lnTo>
                <a:lnTo>
                  <a:pt x="3263" y="2286"/>
                </a:lnTo>
                <a:lnTo>
                  <a:pt x="3543" y="1460"/>
                </a:lnTo>
                <a:lnTo>
                  <a:pt x="3149" y="520"/>
                </a:lnTo>
                <a:lnTo>
                  <a:pt x="2336" y="254"/>
                </a:lnTo>
                <a:lnTo>
                  <a:pt x="152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2" name="object 18">
            <a:extLst>
              <a:ext uri="{FF2B5EF4-FFF2-40B4-BE49-F238E27FC236}">
                <a16:creationId xmlns="" xmlns:a16="http://schemas.microsoft.com/office/drawing/2014/main" id="{9193D31E-E3B5-425B-91CF-89670A8FDCD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3" name="object 19">
            <a:extLst>
              <a:ext uri="{FF2B5EF4-FFF2-40B4-BE49-F238E27FC236}">
                <a16:creationId xmlns="" xmlns:a16="http://schemas.microsoft.com/office/drawing/2014/main" id="{EDF4B1B6-2551-44BC-A1B7-2DF1134F08F0}"/>
              </a:ext>
            </a:extLst>
          </p:cNvPr>
          <p:cNvSpPr>
            <a:spLocks/>
          </p:cNvSpPr>
          <p:nvPr/>
        </p:nvSpPr>
        <p:spPr bwMode="auto">
          <a:xfrm>
            <a:off x="6657975" y="3959225"/>
            <a:ext cx="14288" cy="11113"/>
          </a:xfrm>
          <a:custGeom>
            <a:avLst/>
            <a:gdLst>
              <a:gd name="T0" fmla="*/ 96804 w 8889"/>
              <a:gd name="T1" fmla="*/ 0 h 8889"/>
              <a:gd name="T2" fmla="*/ 38370 w 8889"/>
              <a:gd name="T3" fmla="*/ 5515 h 8889"/>
              <a:gd name="T4" fmla="*/ 0 w 8889"/>
              <a:gd name="T5" fmla="*/ 25094 h 8889"/>
              <a:gd name="T6" fmla="*/ 27433 w 8889"/>
              <a:gd name="T7" fmla="*/ 35342 h 8889"/>
              <a:gd name="T8" fmla="*/ 133059 w 8889"/>
              <a:gd name="T9" fmla="*/ 41099 h 8889"/>
              <a:gd name="T10" fmla="*/ 191162 w 8889"/>
              <a:gd name="T11" fmla="*/ 35583 h 8889"/>
              <a:gd name="T12" fmla="*/ 210520 w 8889"/>
              <a:gd name="T13" fmla="*/ 25700 h 8889"/>
              <a:gd name="T14" fmla="*/ 229547 w 8889"/>
              <a:gd name="T15" fmla="*/ 16065 h 8889"/>
              <a:gd name="T16" fmla="*/ 202430 w 8889"/>
              <a:gd name="T17" fmla="*/ 5818 h 8889"/>
              <a:gd name="T18" fmla="*/ 96804 w 8889"/>
              <a:gd name="T19" fmla="*/ 0 h 888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889" h="8889">
                <a:moveTo>
                  <a:pt x="3492" y="0"/>
                </a:moveTo>
                <a:lnTo>
                  <a:pt x="1384" y="1155"/>
                </a:lnTo>
                <a:lnTo>
                  <a:pt x="0" y="5257"/>
                </a:lnTo>
                <a:lnTo>
                  <a:pt x="990" y="7404"/>
                </a:lnTo>
                <a:lnTo>
                  <a:pt x="4800" y="8610"/>
                </a:lnTo>
                <a:lnTo>
                  <a:pt x="6896" y="7454"/>
                </a:lnTo>
                <a:lnTo>
                  <a:pt x="7594" y="5384"/>
                </a:lnTo>
                <a:lnTo>
                  <a:pt x="8280" y="3365"/>
                </a:lnTo>
                <a:lnTo>
                  <a:pt x="7302" y="1219"/>
                </a:lnTo>
                <a:lnTo>
                  <a:pt x="349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4" name="object 20">
            <a:extLst>
              <a:ext uri="{FF2B5EF4-FFF2-40B4-BE49-F238E27FC236}">
                <a16:creationId xmlns="" xmlns:a16="http://schemas.microsoft.com/office/drawing/2014/main" id="{C5AEF9B5-81BA-49E2-8491-3FF42482794F}"/>
              </a:ext>
            </a:extLst>
          </p:cNvPr>
          <p:cNvSpPr>
            <a:spLocks/>
          </p:cNvSpPr>
          <p:nvPr/>
        </p:nvSpPr>
        <p:spPr bwMode="auto">
          <a:xfrm>
            <a:off x="6811963" y="4333875"/>
            <a:ext cx="12700" cy="11113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14252 h 7619"/>
              <a:gd name="T4" fmla="*/ 0 w 7620"/>
              <a:gd name="T5" fmla="*/ 63314 h 7619"/>
              <a:gd name="T6" fmla="*/ 29938 w 7620"/>
              <a:gd name="T7" fmla="*/ 88480 h 7619"/>
              <a:gd name="T8" fmla="*/ 146063 w 7620"/>
              <a:gd name="T9" fmla="*/ 103092 h 7619"/>
              <a:gd name="T10" fmla="*/ 210047 w 7620"/>
              <a:gd name="T11" fmla="*/ 89718 h 7619"/>
              <a:gd name="T12" fmla="*/ 231328 w 7620"/>
              <a:gd name="T13" fmla="*/ 65110 h 7619"/>
              <a:gd name="T14" fmla="*/ 252662 w 7620"/>
              <a:gd name="T15" fmla="*/ 40485 h 7619"/>
              <a:gd name="T16" fmla="*/ 222313 w 7620"/>
              <a:gd name="T17" fmla="*/ 1461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15"/>
                </a:lnTo>
                <a:lnTo>
                  <a:pt x="0" y="4508"/>
                </a:lnTo>
                <a:lnTo>
                  <a:pt x="838" y="6299"/>
                </a:lnTo>
                <a:lnTo>
                  <a:pt x="4089" y="7340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5" name="object 21">
            <a:extLst>
              <a:ext uri="{FF2B5EF4-FFF2-40B4-BE49-F238E27FC236}">
                <a16:creationId xmlns="" xmlns:a16="http://schemas.microsoft.com/office/drawing/2014/main" id="{1FE277AA-5C48-406F-BF53-5F9258ED36D3}"/>
              </a:ext>
            </a:extLst>
          </p:cNvPr>
          <p:cNvSpPr>
            <a:spLocks/>
          </p:cNvSpPr>
          <p:nvPr/>
        </p:nvSpPr>
        <p:spPr bwMode="auto">
          <a:xfrm>
            <a:off x="6848475" y="4516438"/>
            <a:ext cx="42863" cy="34925"/>
          </a:xfrm>
          <a:custGeom>
            <a:avLst/>
            <a:gdLst>
              <a:gd name="T0" fmla="*/ 407315 w 25400"/>
              <a:gd name="T1" fmla="*/ 0 h 26035"/>
              <a:gd name="T2" fmla="*/ 161808 w 25400"/>
              <a:gd name="T3" fmla="*/ 27293 h 26035"/>
              <a:gd name="T4" fmla="*/ 0 w 25400"/>
              <a:gd name="T5" fmla="*/ 123199 h 26035"/>
              <a:gd name="T6" fmla="*/ 114805 w 25400"/>
              <a:gd name="T7" fmla="*/ 173530 h 26035"/>
              <a:gd name="T8" fmla="*/ 558270 w 25400"/>
              <a:gd name="T9" fmla="*/ 201922 h 26035"/>
              <a:gd name="T10" fmla="*/ 803735 w 25400"/>
              <a:gd name="T11" fmla="*/ 174632 h 26035"/>
              <a:gd name="T12" fmla="*/ 884414 w 25400"/>
              <a:gd name="T13" fmla="*/ 126872 h 26035"/>
              <a:gd name="T14" fmla="*/ 965600 w 25400"/>
              <a:gd name="T15" fmla="*/ 78725 h 26035"/>
              <a:gd name="T16" fmla="*/ 850771 w 25400"/>
              <a:gd name="T17" fmla="*/ 28393 h 26035"/>
              <a:gd name="T18" fmla="*/ 407315 w 25400"/>
              <a:gd name="T19" fmla="*/ 0 h 260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400" h="26035">
                <a:moveTo>
                  <a:pt x="10452" y="0"/>
                </a:moveTo>
                <a:lnTo>
                  <a:pt x="4152" y="3492"/>
                </a:lnTo>
                <a:lnTo>
                  <a:pt x="0" y="15760"/>
                </a:lnTo>
                <a:lnTo>
                  <a:pt x="2946" y="22199"/>
                </a:lnTo>
                <a:lnTo>
                  <a:pt x="14325" y="25831"/>
                </a:lnTo>
                <a:lnTo>
                  <a:pt x="20624" y="22339"/>
                </a:lnTo>
                <a:lnTo>
                  <a:pt x="22694" y="16230"/>
                </a:lnTo>
                <a:lnTo>
                  <a:pt x="24777" y="10071"/>
                </a:lnTo>
                <a:lnTo>
                  <a:pt x="21831" y="3632"/>
                </a:lnTo>
                <a:lnTo>
                  <a:pt x="1045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6" name="object 22">
            <a:extLst>
              <a:ext uri="{FF2B5EF4-FFF2-40B4-BE49-F238E27FC236}">
                <a16:creationId xmlns="" xmlns:a16="http://schemas.microsoft.com/office/drawing/2014/main" id="{F8A660E2-05D7-4297-B743-1FF79023DF26}"/>
              </a:ext>
            </a:extLst>
          </p:cNvPr>
          <p:cNvSpPr>
            <a:spLocks/>
          </p:cNvSpPr>
          <p:nvPr/>
        </p:nvSpPr>
        <p:spPr bwMode="auto">
          <a:xfrm>
            <a:off x="2363788" y="7686675"/>
            <a:ext cx="7937" cy="6350"/>
          </a:xfrm>
          <a:custGeom>
            <a:avLst/>
            <a:gdLst>
              <a:gd name="T0" fmla="*/ 45294 w 5080"/>
              <a:gd name="T1" fmla="*/ 0 h 5079"/>
              <a:gd name="T2" fmla="*/ 17896 w 5080"/>
              <a:gd name="T3" fmla="*/ 2969 h 5079"/>
              <a:gd name="T4" fmla="*/ 0 w 5080"/>
              <a:gd name="T5" fmla="*/ 14184 h 5079"/>
              <a:gd name="T6" fmla="*/ 13265 w 5080"/>
              <a:gd name="T7" fmla="*/ 19950 h 5079"/>
              <a:gd name="T8" fmla="*/ 62343 w 5080"/>
              <a:gd name="T9" fmla="*/ 23226 h 5079"/>
              <a:gd name="T10" fmla="*/ 89754 w 5080"/>
              <a:gd name="T11" fmla="*/ 20250 h 5079"/>
              <a:gd name="T12" fmla="*/ 98711 w 5080"/>
              <a:gd name="T13" fmla="*/ 14734 h 5079"/>
              <a:gd name="T14" fmla="*/ 107935 w 5080"/>
              <a:gd name="T15" fmla="*/ 9033 h 5079"/>
              <a:gd name="T16" fmla="*/ 94658 w 5080"/>
              <a:gd name="T17" fmla="*/ 3271 h 5079"/>
              <a:gd name="T18" fmla="*/ 45294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1993" y="0"/>
                </a:moveTo>
                <a:lnTo>
                  <a:pt x="787" y="622"/>
                </a:lnTo>
                <a:lnTo>
                  <a:pt x="0" y="2971"/>
                </a:lnTo>
                <a:lnTo>
                  <a:pt x="584" y="4178"/>
                </a:lnTo>
                <a:lnTo>
                  <a:pt x="2743" y="4864"/>
                </a:lnTo>
                <a:lnTo>
                  <a:pt x="3949" y="4241"/>
                </a:lnTo>
                <a:lnTo>
                  <a:pt x="4343" y="3086"/>
                </a:lnTo>
                <a:lnTo>
                  <a:pt x="4749" y="1892"/>
                </a:lnTo>
                <a:lnTo>
                  <a:pt x="4165" y="685"/>
                </a:lnTo>
                <a:lnTo>
                  <a:pt x="1993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7" name="object 23">
            <a:extLst>
              <a:ext uri="{FF2B5EF4-FFF2-40B4-BE49-F238E27FC236}">
                <a16:creationId xmlns="" xmlns:a16="http://schemas.microsoft.com/office/drawing/2014/main" id="{D44DC73E-90D1-4C2F-9710-CDDA635ABA9A}"/>
              </a:ext>
            </a:extLst>
          </p:cNvPr>
          <p:cNvSpPr>
            <a:spLocks/>
          </p:cNvSpPr>
          <p:nvPr/>
        </p:nvSpPr>
        <p:spPr bwMode="auto">
          <a:xfrm>
            <a:off x="2147888" y="7607300"/>
            <a:ext cx="7937" cy="6350"/>
          </a:xfrm>
          <a:custGeom>
            <a:avLst/>
            <a:gdLst>
              <a:gd name="T0" fmla="*/ 45592 w 5080"/>
              <a:gd name="T1" fmla="*/ 0 h 5079"/>
              <a:gd name="T2" fmla="*/ 18182 w 5080"/>
              <a:gd name="T3" fmla="*/ 3271 h 5079"/>
              <a:gd name="T4" fmla="*/ 0 w 5080"/>
              <a:gd name="T5" fmla="*/ 14489 h 5079"/>
              <a:gd name="T6" fmla="*/ 12682 w 5080"/>
              <a:gd name="T7" fmla="*/ 20434 h 5079"/>
              <a:gd name="T8" fmla="*/ 61748 w 5080"/>
              <a:gd name="T9" fmla="*/ 23705 h 5079"/>
              <a:gd name="T10" fmla="*/ 89462 w 5080"/>
              <a:gd name="T11" fmla="*/ 20434 h 5079"/>
              <a:gd name="T12" fmla="*/ 98413 w 5080"/>
              <a:gd name="T13" fmla="*/ 14977 h 5079"/>
              <a:gd name="T14" fmla="*/ 107653 w 5080"/>
              <a:gd name="T15" fmla="*/ 9277 h 5079"/>
              <a:gd name="T16" fmla="*/ 94658 w 5080"/>
              <a:gd name="T17" fmla="*/ 3271 h 5079"/>
              <a:gd name="T18" fmla="*/ 45592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2006" y="0"/>
                </a:moveTo>
                <a:lnTo>
                  <a:pt x="800" y="685"/>
                </a:lnTo>
                <a:lnTo>
                  <a:pt x="0" y="3035"/>
                </a:lnTo>
                <a:lnTo>
                  <a:pt x="558" y="4279"/>
                </a:lnTo>
                <a:lnTo>
                  <a:pt x="2717" y="4965"/>
                </a:lnTo>
                <a:lnTo>
                  <a:pt x="3936" y="4279"/>
                </a:lnTo>
                <a:lnTo>
                  <a:pt x="4330" y="3136"/>
                </a:lnTo>
                <a:lnTo>
                  <a:pt x="4737" y="1943"/>
                </a:lnTo>
                <a:lnTo>
                  <a:pt x="4165" y="685"/>
                </a:lnTo>
                <a:lnTo>
                  <a:pt x="200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8" name="object 24">
            <a:extLst>
              <a:ext uri="{FF2B5EF4-FFF2-40B4-BE49-F238E27FC236}">
                <a16:creationId xmlns="" xmlns:a16="http://schemas.microsoft.com/office/drawing/2014/main" id="{E514F39A-4D4E-4109-85A5-917BF7E25658}"/>
              </a:ext>
            </a:extLst>
          </p:cNvPr>
          <p:cNvSpPr>
            <a:spLocks/>
          </p:cNvSpPr>
          <p:nvPr/>
        </p:nvSpPr>
        <p:spPr bwMode="auto">
          <a:xfrm>
            <a:off x="1939925" y="7515225"/>
            <a:ext cx="7938" cy="4763"/>
          </a:xfrm>
          <a:custGeom>
            <a:avLst/>
            <a:gdLst>
              <a:gd name="T0" fmla="*/ 257984 w 3809"/>
              <a:gd name="T1" fmla="*/ 0 h 3810"/>
              <a:gd name="T2" fmla="*/ 101725 w 3809"/>
              <a:gd name="T3" fmla="*/ 2236 h 3810"/>
              <a:gd name="T4" fmla="*/ 51925 w 3809"/>
              <a:gd name="T5" fmla="*/ 6423 h 3810"/>
              <a:gd name="T6" fmla="*/ 0 w 3809"/>
              <a:gd name="T7" fmla="*/ 10605 h 3810"/>
              <a:gd name="T8" fmla="*/ 75796 w 3809"/>
              <a:gd name="T9" fmla="*/ 15152 h 3810"/>
              <a:gd name="T10" fmla="*/ 214637 w 3809"/>
              <a:gd name="T11" fmla="*/ 16363 h 3810"/>
              <a:gd name="T12" fmla="*/ 353390 w 3809"/>
              <a:gd name="T13" fmla="*/ 17628 h 3810"/>
              <a:gd name="T14" fmla="*/ 505212 w 3809"/>
              <a:gd name="T15" fmla="*/ 15089 h 3810"/>
              <a:gd name="T16" fmla="*/ 555014 w 3809"/>
              <a:gd name="T17" fmla="*/ 10910 h 3810"/>
              <a:gd name="T18" fmla="*/ 604903 w 3809"/>
              <a:gd name="T19" fmla="*/ 6721 h 3810"/>
              <a:gd name="T20" fmla="*/ 535353 w 3809"/>
              <a:gd name="T21" fmla="*/ 2482 h 3810"/>
              <a:gd name="T22" fmla="*/ 396756 w 3809"/>
              <a:gd name="T23" fmla="*/ 1218 h 3810"/>
              <a:gd name="T24" fmla="*/ 257984 w 3809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09" h="3810">
                <a:moveTo>
                  <a:pt x="1511" y="0"/>
                </a:moveTo>
                <a:lnTo>
                  <a:pt x="596" y="469"/>
                </a:lnTo>
                <a:lnTo>
                  <a:pt x="304" y="1346"/>
                </a:lnTo>
                <a:lnTo>
                  <a:pt x="0" y="2222"/>
                </a:lnTo>
                <a:lnTo>
                  <a:pt x="444" y="3175"/>
                </a:lnTo>
                <a:lnTo>
                  <a:pt x="1257" y="3429"/>
                </a:lnTo>
                <a:lnTo>
                  <a:pt x="2070" y="3695"/>
                </a:lnTo>
                <a:lnTo>
                  <a:pt x="2959" y="3162"/>
                </a:lnTo>
                <a:lnTo>
                  <a:pt x="3251" y="2286"/>
                </a:lnTo>
                <a:lnTo>
                  <a:pt x="3543" y="1409"/>
                </a:lnTo>
                <a:lnTo>
                  <a:pt x="3136" y="520"/>
                </a:lnTo>
                <a:lnTo>
                  <a:pt x="2324" y="254"/>
                </a:lnTo>
                <a:lnTo>
                  <a:pt x="151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9" name="object 25">
            <a:extLst>
              <a:ext uri="{FF2B5EF4-FFF2-40B4-BE49-F238E27FC236}">
                <a16:creationId xmlns="" xmlns:a16="http://schemas.microsoft.com/office/drawing/2014/main" id="{5985029A-F698-4FCE-9AC9-860B7AEC9D6D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0" name="object 26">
            <a:extLst>
              <a:ext uri="{FF2B5EF4-FFF2-40B4-BE49-F238E27FC236}">
                <a16:creationId xmlns="" xmlns:a16="http://schemas.microsoft.com/office/drawing/2014/main" id="{46AB877F-F47E-471D-8AB1-C499E2B82DAE}"/>
              </a:ext>
            </a:extLst>
          </p:cNvPr>
          <p:cNvSpPr>
            <a:spLocks/>
          </p:cNvSpPr>
          <p:nvPr/>
        </p:nvSpPr>
        <p:spPr bwMode="auto">
          <a:xfrm>
            <a:off x="6913563" y="3875088"/>
            <a:ext cx="12700" cy="9525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4787 h 7619"/>
              <a:gd name="T4" fmla="*/ 0 w 7620"/>
              <a:gd name="T5" fmla="*/ 21518 h 7619"/>
              <a:gd name="T6" fmla="*/ 29478 w 7620"/>
              <a:gd name="T7" fmla="*/ 30309 h 7619"/>
              <a:gd name="T8" fmla="*/ 145603 w 7620"/>
              <a:gd name="T9" fmla="*/ 35217 h 7619"/>
              <a:gd name="T10" fmla="*/ 210047 w 7620"/>
              <a:gd name="T11" fmla="*/ 30490 h 7619"/>
              <a:gd name="T12" fmla="*/ 231328 w 7620"/>
              <a:gd name="T13" fmla="*/ 22124 h 7619"/>
              <a:gd name="T14" fmla="*/ 252662 w 7620"/>
              <a:gd name="T15" fmla="*/ 13756 h 7619"/>
              <a:gd name="T16" fmla="*/ 222313 w 7620"/>
              <a:gd name="T17" fmla="*/ 496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03"/>
                </a:lnTo>
                <a:lnTo>
                  <a:pt x="0" y="4508"/>
                </a:lnTo>
                <a:lnTo>
                  <a:pt x="825" y="6350"/>
                </a:lnTo>
                <a:lnTo>
                  <a:pt x="4076" y="7378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1" name="object 27">
            <a:extLst>
              <a:ext uri="{FF2B5EF4-FFF2-40B4-BE49-F238E27FC236}">
                <a16:creationId xmlns="" xmlns:a16="http://schemas.microsoft.com/office/drawing/2014/main" id="{838AE12E-4306-42DC-932F-B7E25504B9A4}"/>
              </a:ext>
            </a:extLst>
          </p:cNvPr>
          <p:cNvSpPr>
            <a:spLocks/>
          </p:cNvSpPr>
          <p:nvPr/>
        </p:nvSpPr>
        <p:spPr bwMode="auto">
          <a:xfrm>
            <a:off x="2606675" y="7991475"/>
            <a:ext cx="12700" cy="11113"/>
          </a:xfrm>
          <a:custGeom>
            <a:avLst/>
            <a:gdLst>
              <a:gd name="T0" fmla="*/ 105342 w 7619"/>
              <a:gd name="T1" fmla="*/ 0 h 7620"/>
              <a:gd name="T2" fmla="*/ 42239 w 7619"/>
              <a:gd name="T3" fmla="*/ 14259 h 7620"/>
              <a:gd name="T4" fmla="*/ 21299 w 7619"/>
              <a:gd name="T5" fmla="*/ 38846 h 7620"/>
              <a:gd name="T6" fmla="*/ 0 w 7619"/>
              <a:gd name="T7" fmla="*/ 63257 h 7620"/>
              <a:gd name="T8" fmla="*/ 28619 w 7619"/>
              <a:gd name="T9" fmla="*/ 89105 h 7620"/>
              <a:gd name="T10" fmla="*/ 145732 w 7619"/>
              <a:gd name="T11" fmla="*/ 103713 h 7620"/>
              <a:gd name="T12" fmla="*/ 209786 w 7619"/>
              <a:gd name="T13" fmla="*/ 89635 h 7620"/>
              <a:gd name="T14" fmla="*/ 230655 w 7619"/>
              <a:gd name="T15" fmla="*/ 65043 h 7620"/>
              <a:gd name="T16" fmla="*/ 251551 w 7619"/>
              <a:gd name="T17" fmla="*/ 40443 h 7620"/>
              <a:gd name="T18" fmla="*/ 222509 w 7619"/>
              <a:gd name="T19" fmla="*/ 14607 h 7620"/>
              <a:gd name="T20" fmla="*/ 10534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46" y="0"/>
                </a:moveTo>
                <a:lnTo>
                  <a:pt x="1181" y="1016"/>
                </a:lnTo>
                <a:lnTo>
                  <a:pt x="596" y="2768"/>
                </a:lnTo>
                <a:lnTo>
                  <a:pt x="0" y="4508"/>
                </a:lnTo>
                <a:lnTo>
                  <a:pt x="800" y="6350"/>
                </a:lnTo>
                <a:lnTo>
                  <a:pt x="4076" y="7391"/>
                </a:lnTo>
                <a:lnTo>
                  <a:pt x="5867" y="6388"/>
                </a:lnTo>
                <a:lnTo>
                  <a:pt x="6451" y="4635"/>
                </a:lnTo>
                <a:lnTo>
                  <a:pt x="7035" y="2882"/>
                </a:lnTo>
                <a:lnTo>
                  <a:pt x="6223" y="1041"/>
                </a:lnTo>
                <a:lnTo>
                  <a:pt x="294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2" name="object 28">
            <a:extLst>
              <a:ext uri="{FF2B5EF4-FFF2-40B4-BE49-F238E27FC236}">
                <a16:creationId xmlns="" xmlns:a16="http://schemas.microsoft.com/office/drawing/2014/main" id="{0058A7BD-918C-498A-B857-8323C3D9FFF3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3" name="object 29">
            <a:extLst>
              <a:ext uri="{FF2B5EF4-FFF2-40B4-BE49-F238E27FC236}">
                <a16:creationId xmlns="" xmlns:a16="http://schemas.microsoft.com/office/drawing/2014/main" id="{CE9EF593-F705-4ED6-8502-DED69E718DCE}"/>
              </a:ext>
            </a:extLst>
          </p:cNvPr>
          <p:cNvSpPr>
            <a:spLocks/>
          </p:cNvSpPr>
          <p:nvPr/>
        </p:nvSpPr>
        <p:spPr bwMode="auto">
          <a:xfrm>
            <a:off x="7062788" y="3605213"/>
            <a:ext cx="28575" cy="22225"/>
          </a:xfrm>
          <a:custGeom>
            <a:avLst/>
            <a:gdLst>
              <a:gd name="T0" fmla="*/ 395730 w 15875"/>
              <a:gd name="T1" fmla="*/ 0 h 16510"/>
              <a:gd name="T2" fmla="*/ 157043 w 15875"/>
              <a:gd name="T3" fmla="*/ 16983 h 16510"/>
              <a:gd name="T4" fmla="*/ 0 w 15875"/>
              <a:gd name="T5" fmla="*/ 77718 h 16510"/>
              <a:gd name="T6" fmla="*/ 111902 w 15875"/>
              <a:gd name="T7" fmla="*/ 109767 h 16510"/>
              <a:gd name="T8" fmla="*/ 544198 w 15875"/>
              <a:gd name="T9" fmla="*/ 127781 h 16510"/>
              <a:gd name="T10" fmla="*/ 783720 w 15875"/>
              <a:gd name="T11" fmla="*/ 110480 h 16510"/>
              <a:gd name="T12" fmla="*/ 861458 w 15875"/>
              <a:gd name="T13" fmla="*/ 80264 h 16510"/>
              <a:gd name="T14" fmla="*/ 940743 w 15875"/>
              <a:gd name="T15" fmla="*/ 49642 h 16510"/>
              <a:gd name="T16" fmla="*/ 828027 w 15875"/>
              <a:gd name="T17" fmla="*/ 18103 h 16510"/>
              <a:gd name="T18" fmla="*/ 395730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64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703"/>
                </a:lnTo>
                <a:lnTo>
                  <a:pt x="8889" y="15951"/>
                </a:lnTo>
                <a:lnTo>
                  <a:pt x="12801" y="13792"/>
                </a:lnTo>
                <a:lnTo>
                  <a:pt x="14071" y="10020"/>
                </a:lnTo>
                <a:lnTo>
                  <a:pt x="15366" y="6197"/>
                </a:lnTo>
                <a:lnTo>
                  <a:pt x="13525" y="2260"/>
                </a:lnTo>
                <a:lnTo>
                  <a:pt x="646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4" name="object 30">
            <a:extLst>
              <a:ext uri="{FF2B5EF4-FFF2-40B4-BE49-F238E27FC236}">
                <a16:creationId xmlns="" xmlns:a16="http://schemas.microsoft.com/office/drawing/2014/main" id="{C2DF814A-12C7-4486-8973-51C1FECEA993}"/>
              </a:ext>
            </a:extLst>
          </p:cNvPr>
          <p:cNvSpPr>
            <a:spLocks/>
          </p:cNvSpPr>
          <p:nvPr/>
        </p:nvSpPr>
        <p:spPr bwMode="auto">
          <a:xfrm>
            <a:off x="7156450" y="3779838"/>
            <a:ext cx="38100" cy="30162"/>
          </a:xfrm>
          <a:custGeom>
            <a:avLst/>
            <a:gdLst>
              <a:gd name="T0" fmla="*/ 478642 w 21589"/>
              <a:gd name="T1" fmla="*/ 0 h 22225"/>
              <a:gd name="T2" fmla="*/ 189538 w 21589"/>
              <a:gd name="T3" fmla="*/ 25513 h 22225"/>
              <a:gd name="T4" fmla="*/ 0 w 21589"/>
              <a:gd name="T5" fmla="*/ 114783 h 22225"/>
              <a:gd name="T6" fmla="*/ 136069 w 21589"/>
              <a:gd name="T7" fmla="*/ 161415 h 22225"/>
              <a:gd name="T8" fmla="*/ 656077 w 21589"/>
              <a:gd name="T9" fmla="*/ 187787 h 22225"/>
              <a:gd name="T10" fmla="*/ 943185 w 21589"/>
              <a:gd name="T11" fmla="*/ 162588 h 22225"/>
              <a:gd name="T12" fmla="*/ 1038625 w 21589"/>
              <a:gd name="T13" fmla="*/ 117793 h 22225"/>
              <a:gd name="T14" fmla="*/ 1132762 w 21589"/>
              <a:gd name="T15" fmla="*/ 73321 h 22225"/>
              <a:gd name="T16" fmla="*/ 999385 w 21589"/>
              <a:gd name="T17" fmla="*/ 26378 h 22225"/>
              <a:gd name="T18" fmla="*/ 478642 w 21589"/>
              <a:gd name="T19" fmla="*/ 0 h 222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89" h="22225">
                <a:moveTo>
                  <a:pt x="8978" y="0"/>
                </a:moveTo>
                <a:lnTo>
                  <a:pt x="3555" y="3009"/>
                </a:lnTo>
                <a:lnTo>
                  <a:pt x="0" y="13538"/>
                </a:lnTo>
                <a:lnTo>
                  <a:pt x="2552" y="19037"/>
                </a:lnTo>
                <a:lnTo>
                  <a:pt x="12306" y="22148"/>
                </a:lnTo>
                <a:lnTo>
                  <a:pt x="17691" y="19176"/>
                </a:lnTo>
                <a:lnTo>
                  <a:pt x="19481" y="13893"/>
                </a:lnTo>
                <a:lnTo>
                  <a:pt x="21247" y="8648"/>
                </a:lnTo>
                <a:lnTo>
                  <a:pt x="18745" y="3111"/>
                </a:lnTo>
                <a:lnTo>
                  <a:pt x="8978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5" name="object 31">
            <a:extLst>
              <a:ext uri="{FF2B5EF4-FFF2-40B4-BE49-F238E27FC236}">
                <a16:creationId xmlns="" xmlns:a16="http://schemas.microsoft.com/office/drawing/2014/main" id="{05EC8827-F645-413A-9766-ED79902DE33B}"/>
              </a:ext>
            </a:extLst>
          </p:cNvPr>
          <p:cNvSpPr>
            <a:spLocks/>
          </p:cNvSpPr>
          <p:nvPr/>
        </p:nvSpPr>
        <p:spPr bwMode="auto">
          <a:xfrm>
            <a:off x="7246938" y="3968750"/>
            <a:ext cx="26987" cy="23813"/>
          </a:xfrm>
          <a:custGeom>
            <a:avLst/>
            <a:gdLst>
              <a:gd name="T0" fmla="*/ 264668 w 15875"/>
              <a:gd name="T1" fmla="*/ 0 h 16510"/>
              <a:gd name="T2" fmla="*/ 105230 w 15875"/>
              <a:gd name="T3" fmla="*/ 27533 h 16510"/>
              <a:gd name="T4" fmla="*/ 0 w 15875"/>
              <a:gd name="T5" fmla="*/ 125990 h 16510"/>
              <a:gd name="T6" fmla="*/ 75021 w 15875"/>
              <a:gd name="T7" fmla="*/ 177777 h 16510"/>
              <a:gd name="T8" fmla="*/ 363690 w 15875"/>
              <a:gd name="T9" fmla="*/ 206963 h 16510"/>
              <a:gd name="T10" fmla="*/ 524189 w 15875"/>
              <a:gd name="T11" fmla="*/ 178932 h 16510"/>
              <a:gd name="T12" fmla="*/ 576294 w 15875"/>
              <a:gd name="T13" fmla="*/ 129942 h 16510"/>
              <a:gd name="T14" fmla="*/ 629410 w 15875"/>
              <a:gd name="T15" fmla="*/ 80475 h 16510"/>
              <a:gd name="T16" fmla="*/ 553894 w 15875"/>
              <a:gd name="T17" fmla="*/ 29183 h 16510"/>
              <a:gd name="T18" fmla="*/ 264668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51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690"/>
                </a:lnTo>
                <a:lnTo>
                  <a:pt x="8864" y="15938"/>
                </a:lnTo>
                <a:lnTo>
                  <a:pt x="12776" y="13779"/>
                </a:lnTo>
                <a:lnTo>
                  <a:pt x="14046" y="10007"/>
                </a:lnTo>
                <a:lnTo>
                  <a:pt x="15341" y="6197"/>
                </a:lnTo>
                <a:lnTo>
                  <a:pt x="13500" y="2247"/>
                </a:lnTo>
                <a:lnTo>
                  <a:pt x="645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6" name="object 32">
            <a:extLst>
              <a:ext uri="{FF2B5EF4-FFF2-40B4-BE49-F238E27FC236}">
                <a16:creationId xmlns="" xmlns:a16="http://schemas.microsoft.com/office/drawing/2014/main" id="{CFC050A1-DB22-47CF-88EC-2D9B6FB48AE1}"/>
              </a:ext>
            </a:extLst>
          </p:cNvPr>
          <p:cNvSpPr>
            <a:spLocks/>
          </p:cNvSpPr>
          <p:nvPr/>
        </p:nvSpPr>
        <p:spPr bwMode="auto">
          <a:xfrm>
            <a:off x="7354888" y="4340225"/>
            <a:ext cx="58737" cy="49213"/>
          </a:xfrm>
          <a:custGeom>
            <a:avLst/>
            <a:gdLst>
              <a:gd name="T0" fmla="*/ 623857 w 34289"/>
              <a:gd name="T1" fmla="*/ 0 h 36195"/>
              <a:gd name="T2" fmla="*/ 247311 w 34289"/>
              <a:gd name="T3" fmla="*/ 41346 h 36195"/>
              <a:gd name="T4" fmla="*/ 0 w 34289"/>
              <a:gd name="T5" fmla="*/ 186664 h 36195"/>
              <a:gd name="T6" fmla="*/ 175844 w 34289"/>
              <a:gd name="T7" fmla="*/ 262925 h 36195"/>
              <a:gd name="T8" fmla="*/ 857491 w 34289"/>
              <a:gd name="T9" fmla="*/ 306135 h 36195"/>
              <a:gd name="T10" fmla="*/ 1233419 w 34289"/>
              <a:gd name="T11" fmla="*/ 264781 h 36195"/>
              <a:gd name="T12" fmla="*/ 1357125 w 34289"/>
              <a:gd name="T13" fmla="*/ 192120 h 36195"/>
              <a:gd name="T14" fmla="*/ 1480788 w 34289"/>
              <a:gd name="T15" fmla="*/ 119456 h 36195"/>
              <a:gd name="T16" fmla="*/ 1305428 w 34289"/>
              <a:gd name="T17" fmla="*/ 43090 h 36195"/>
              <a:gd name="T18" fmla="*/ 623857 w 34289"/>
              <a:gd name="T19" fmla="*/ 0 h 361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289" h="36195">
                <a:moveTo>
                  <a:pt x="14414" y="0"/>
                </a:moveTo>
                <a:lnTo>
                  <a:pt x="5714" y="4813"/>
                </a:lnTo>
                <a:lnTo>
                  <a:pt x="0" y="21729"/>
                </a:lnTo>
                <a:lnTo>
                  <a:pt x="4063" y="30607"/>
                </a:lnTo>
                <a:lnTo>
                  <a:pt x="19812" y="35636"/>
                </a:lnTo>
                <a:lnTo>
                  <a:pt x="28498" y="30822"/>
                </a:lnTo>
                <a:lnTo>
                  <a:pt x="31356" y="22364"/>
                </a:lnTo>
                <a:lnTo>
                  <a:pt x="34213" y="13906"/>
                </a:lnTo>
                <a:lnTo>
                  <a:pt x="30162" y="5016"/>
                </a:lnTo>
                <a:lnTo>
                  <a:pt x="1441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7" name="object 33">
            <a:extLst>
              <a:ext uri="{FF2B5EF4-FFF2-40B4-BE49-F238E27FC236}">
                <a16:creationId xmlns="" xmlns:a16="http://schemas.microsoft.com/office/drawing/2014/main" id="{0FF15437-9A6A-4BBD-BC59-D481FF3488CF}"/>
              </a:ext>
            </a:extLst>
          </p:cNvPr>
          <p:cNvSpPr>
            <a:spLocks/>
          </p:cNvSpPr>
          <p:nvPr/>
        </p:nvSpPr>
        <p:spPr bwMode="auto">
          <a:xfrm>
            <a:off x="7388225" y="4530725"/>
            <a:ext cx="71438" cy="60325"/>
          </a:xfrm>
          <a:custGeom>
            <a:avLst/>
            <a:gdLst>
              <a:gd name="T0" fmla="*/ 828642 w 41910"/>
              <a:gd name="T1" fmla="*/ 0 h 43814"/>
              <a:gd name="T2" fmla="*/ 503518 w 41910"/>
              <a:gd name="T3" fmla="*/ 23667 h 43814"/>
              <a:gd name="T4" fmla="*/ 232629 w 41910"/>
              <a:gd name="T5" fmla="*/ 73974 h 43814"/>
              <a:gd name="T6" fmla="*/ 51849 w 41910"/>
              <a:gd name="T7" fmla="*/ 146522 h 43814"/>
              <a:gd name="T8" fmla="*/ 0 w 41910"/>
              <a:gd name="T9" fmla="*/ 228319 h 43814"/>
              <a:gd name="T10" fmla="*/ 80985 w 41910"/>
              <a:gd name="T11" fmla="*/ 303967 h 43814"/>
              <a:gd name="T12" fmla="*/ 278153 w 41910"/>
              <a:gd name="T13" fmla="*/ 365197 h 43814"/>
              <a:gd name="T14" fmla="*/ 574850 w 41910"/>
              <a:gd name="T15" fmla="*/ 403700 h 43814"/>
              <a:gd name="T16" fmla="*/ 918526 w 41910"/>
              <a:gd name="T17" fmla="*/ 411033 h 43814"/>
              <a:gd name="T18" fmla="*/ 1243867 w 41910"/>
              <a:gd name="T19" fmla="*/ 387201 h 43814"/>
              <a:gd name="T20" fmla="*/ 1514898 w 41910"/>
              <a:gd name="T21" fmla="*/ 336770 h 43814"/>
              <a:gd name="T22" fmla="*/ 1695781 w 41910"/>
              <a:gd name="T23" fmla="*/ 264212 h 43814"/>
              <a:gd name="T24" fmla="*/ 1747497 w 41910"/>
              <a:gd name="T25" fmla="*/ 182494 h 43814"/>
              <a:gd name="T26" fmla="*/ 1666171 w 41910"/>
              <a:gd name="T27" fmla="*/ 106983 h 43814"/>
              <a:gd name="T28" fmla="*/ 1468793 w 41910"/>
              <a:gd name="T29" fmla="*/ 45898 h 43814"/>
              <a:gd name="T30" fmla="*/ 1172239 w 41910"/>
              <a:gd name="T31" fmla="*/ 7381 h 43814"/>
              <a:gd name="T32" fmla="*/ 828642 w 41910"/>
              <a:gd name="T33" fmla="*/ 0 h 4381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1910" h="43814">
                <a:moveTo>
                  <a:pt x="19819" y="0"/>
                </a:moveTo>
                <a:lnTo>
                  <a:pt x="12043" y="2523"/>
                </a:lnTo>
                <a:lnTo>
                  <a:pt x="5564" y="7887"/>
                </a:lnTo>
                <a:lnTo>
                  <a:pt x="1240" y="15621"/>
                </a:lnTo>
                <a:lnTo>
                  <a:pt x="0" y="24342"/>
                </a:lnTo>
                <a:lnTo>
                  <a:pt x="1937" y="32407"/>
                </a:lnTo>
                <a:lnTo>
                  <a:pt x="6653" y="38935"/>
                </a:lnTo>
                <a:lnTo>
                  <a:pt x="13749" y="43040"/>
                </a:lnTo>
                <a:lnTo>
                  <a:pt x="21969" y="43821"/>
                </a:lnTo>
                <a:lnTo>
                  <a:pt x="29750" y="41281"/>
                </a:lnTo>
                <a:lnTo>
                  <a:pt x="36233" y="35904"/>
                </a:lnTo>
                <a:lnTo>
                  <a:pt x="40559" y="28169"/>
                </a:lnTo>
                <a:lnTo>
                  <a:pt x="41796" y="19456"/>
                </a:lnTo>
                <a:lnTo>
                  <a:pt x="39851" y="11406"/>
                </a:lnTo>
                <a:lnTo>
                  <a:pt x="35130" y="4893"/>
                </a:lnTo>
                <a:lnTo>
                  <a:pt x="28037" y="787"/>
                </a:lnTo>
                <a:lnTo>
                  <a:pt x="198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8" name="object 34">
            <a:extLst>
              <a:ext uri="{FF2B5EF4-FFF2-40B4-BE49-F238E27FC236}">
                <a16:creationId xmlns="" xmlns:a16="http://schemas.microsoft.com/office/drawing/2014/main" id="{5F4CA324-D6D2-4895-B7B4-10A2EA149B02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9" name="object 35">
            <a:extLst>
              <a:ext uri="{FF2B5EF4-FFF2-40B4-BE49-F238E27FC236}">
                <a16:creationId xmlns="" xmlns:a16="http://schemas.microsoft.com/office/drawing/2014/main" id="{C3842F49-803D-4EDE-92CD-0A294FDFF2BC}"/>
              </a:ext>
            </a:extLst>
          </p:cNvPr>
          <p:cNvSpPr>
            <a:spLocks/>
          </p:cNvSpPr>
          <p:nvPr/>
        </p:nvSpPr>
        <p:spPr bwMode="auto">
          <a:xfrm>
            <a:off x="7486650" y="3871913"/>
            <a:ext cx="57150" cy="47625"/>
          </a:xfrm>
          <a:custGeom>
            <a:avLst/>
            <a:gdLst>
              <a:gd name="T0" fmla="*/ 566849 w 33654"/>
              <a:gd name="T1" fmla="*/ 0 h 34925"/>
              <a:gd name="T2" fmla="*/ 224968 w 33654"/>
              <a:gd name="T3" fmla="*/ 40861 h 34925"/>
              <a:gd name="T4" fmla="*/ 0 w 33654"/>
              <a:gd name="T5" fmla="*/ 183946 h 34925"/>
              <a:gd name="T6" fmla="*/ 159818 w 33654"/>
              <a:gd name="T7" fmla="*/ 259219 h 34925"/>
              <a:gd name="T8" fmla="*/ 778370 w 33654"/>
              <a:gd name="T9" fmla="*/ 301755 h 34925"/>
              <a:gd name="T10" fmla="*/ 1121272 w 33654"/>
              <a:gd name="T11" fmla="*/ 261000 h 34925"/>
              <a:gd name="T12" fmla="*/ 1233526 w 33654"/>
              <a:gd name="T13" fmla="*/ 189634 h 34925"/>
              <a:gd name="T14" fmla="*/ 1346280 w 33654"/>
              <a:gd name="T15" fmla="*/ 117920 h 34925"/>
              <a:gd name="T16" fmla="*/ 1185407 w 33654"/>
              <a:gd name="T17" fmla="*/ 42530 h 34925"/>
              <a:gd name="T18" fmla="*/ 566849 w 33654"/>
              <a:gd name="T19" fmla="*/ 0 h 349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3654" h="34925">
                <a:moveTo>
                  <a:pt x="13919" y="0"/>
                </a:moveTo>
                <a:lnTo>
                  <a:pt x="5524" y="4660"/>
                </a:lnTo>
                <a:lnTo>
                  <a:pt x="0" y="20980"/>
                </a:lnTo>
                <a:lnTo>
                  <a:pt x="3924" y="29565"/>
                </a:lnTo>
                <a:lnTo>
                  <a:pt x="19113" y="34416"/>
                </a:lnTo>
                <a:lnTo>
                  <a:pt x="27533" y="29768"/>
                </a:lnTo>
                <a:lnTo>
                  <a:pt x="30289" y="21628"/>
                </a:lnTo>
                <a:lnTo>
                  <a:pt x="33058" y="13449"/>
                </a:lnTo>
                <a:lnTo>
                  <a:pt x="29108" y="4851"/>
                </a:lnTo>
                <a:lnTo>
                  <a:pt x="139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70" name="object 36">
            <a:extLst>
              <a:ext uri="{FF2B5EF4-FFF2-40B4-BE49-F238E27FC236}">
                <a16:creationId xmlns="" xmlns:a16="http://schemas.microsoft.com/office/drawing/2014/main" id="{3700D154-19E1-42FA-B5A7-E347F663A2E3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0271" name="object 38">
            <a:extLst>
              <a:ext uri="{FF2B5EF4-FFF2-40B4-BE49-F238E27FC236}">
                <a16:creationId xmlns="" xmlns:a16="http://schemas.microsoft.com/office/drawing/2014/main" id="{0DB83702-43CF-4E18-875F-209D9F49BBDB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0275" name="object 39">
              <a:extLst>
                <a:ext uri="{FF2B5EF4-FFF2-40B4-BE49-F238E27FC236}">
                  <a16:creationId xmlns="" xmlns:a16="http://schemas.microsoft.com/office/drawing/2014/main" id="{D8E64BC5-4BCA-4A5B-AE87-BA9BEB74F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6" name="object 40">
              <a:extLst>
                <a:ext uri="{FF2B5EF4-FFF2-40B4-BE49-F238E27FC236}">
                  <a16:creationId xmlns="" xmlns:a16="http://schemas.microsoft.com/office/drawing/2014/main" id="{FDF77E16-E54A-4C08-9879-EAFEF1B8E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7" name="object 41">
              <a:extLst>
                <a:ext uri="{FF2B5EF4-FFF2-40B4-BE49-F238E27FC236}">
                  <a16:creationId xmlns="" xmlns:a16="http://schemas.microsoft.com/office/drawing/2014/main" id="{C00A80CC-8E3A-43E6-BE95-394815614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78" name="object 42">
              <a:extLst>
                <a:ext uri="{FF2B5EF4-FFF2-40B4-BE49-F238E27FC236}">
                  <a16:creationId xmlns="" xmlns:a16="http://schemas.microsoft.com/office/drawing/2014/main" id="{751FB811-484A-4248-AEEE-CCDA80DD3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9" name="object 43">
              <a:extLst>
                <a:ext uri="{FF2B5EF4-FFF2-40B4-BE49-F238E27FC236}">
                  <a16:creationId xmlns="" xmlns:a16="http://schemas.microsoft.com/office/drawing/2014/main" id="{3DDE317E-97C6-4808-8265-6A61A9ACA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0" name="object 44">
              <a:extLst>
                <a:ext uri="{FF2B5EF4-FFF2-40B4-BE49-F238E27FC236}">
                  <a16:creationId xmlns="" xmlns:a16="http://schemas.microsoft.com/office/drawing/2014/main" id="{580D1538-D4C5-4129-83DB-9E5C80E13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1" name="object 45">
              <a:extLst>
                <a:ext uri="{FF2B5EF4-FFF2-40B4-BE49-F238E27FC236}">
                  <a16:creationId xmlns="" xmlns:a16="http://schemas.microsoft.com/office/drawing/2014/main" id="{DBA91F51-5836-45EC-9480-9F84ACFF7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2" name="object 46">
              <a:extLst>
                <a:ext uri="{FF2B5EF4-FFF2-40B4-BE49-F238E27FC236}">
                  <a16:creationId xmlns="" xmlns:a16="http://schemas.microsoft.com/office/drawing/2014/main" id="{7A89B851-CB28-44F7-8435-9DF7104FFC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3" name="object 47">
              <a:extLst>
                <a:ext uri="{FF2B5EF4-FFF2-40B4-BE49-F238E27FC236}">
                  <a16:creationId xmlns="" xmlns:a16="http://schemas.microsoft.com/office/drawing/2014/main" id="{EF45B5B7-5245-47F1-9481-AE0D5603B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4" name="object 48">
              <a:extLst>
                <a:ext uri="{FF2B5EF4-FFF2-40B4-BE49-F238E27FC236}">
                  <a16:creationId xmlns="" xmlns:a16="http://schemas.microsoft.com/office/drawing/2014/main" id="{BCA31A8D-D61D-4314-9F36-A230BEE19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5" name="object 49">
              <a:extLst>
                <a:ext uri="{FF2B5EF4-FFF2-40B4-BE49-F238E27FC236}">
                  <a16:creationId xmlns="" xmlns:a16="http://schemas.microsoft.com/office/drawing/2014/main" id="{F675855E-7B58-486C-AB3F-A25EBB093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6" name="object 50">
              <a:extLst>
                <a:ext uri="{FF2B5EF4-FFF2-40B4-BE49-F238E27FC236}">
                  <a16:creationId xmlns="" xmlns:a16="http://schemas.microsoft.com/office/drawing/2014/main" id="{82D06FB0-F2B9-4E60-801B-4A94DC8B71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7" name="object 51">
              <a:extLst>
                <a:ext uri="{FF2B5EF4-FFF2-40B4-BE49-F238E27FC236}">
                  <a16:creationId xmlns="" xmlns:a16="http://schemas.microsoft.com/office/drawing/2014/main" id="{D0CDCFA9-FE45-4BD2-AECC-F2393B046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8" name="object 52">
              <a:extLst>
                <a:ext uri="{FF2B5EF4-FFF2-40B4-BE49-F238E27FC236}">
                  <a16:creationId xmlns="" xmlns:a16="http://schemas.microsoft.com/office/drawing/2014/main" id="{915D8B0F-3AD9-4246-B639-0A793F32C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9" name="object 53">
              <a:extLst>
                <a:ext uri="{FF2B5EF4-FFF2-40B4-BE49-F238E27FC236}">
                  <a16:creationId xmlns="" xmlns:a16="http://schemas.microsoft.com/office/drawing/2014/main" id="{B33D696D-E449-4810-BBB2-3669C8851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90" name="object 54">
              <a:extLst>
                <a:ext uri="{FF2B5EF4-FFF2-40B4-BE49-F238E27FC236}">
                  <a16:creationId xmlns="" xmlns:a16="http://schemas.microsoft.com/office/drawing/2014/main" id="{422D9C1C-DCD6-49B7-BF27-7313CE6D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0272" name="object 9">
            <a:extLst>
              <a:ext uri="{FF2B5EF4-FFF2-40B4-BE49-F238E27FC236}">
                <a16:creationId xmlns="" xmlns:a16="http://schemas.microsoft.com/office/drawing/2014/main" id="{CAD07731-2609-41B9-8F12-60D988DEC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2384425"/>
            <a:ext cx="44767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9512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913"/>
              </a:lnSpc>
              <a:spcBef>
                <a:spcPts val="625"/>
              </a:spcBef>
            </a:pPr>
            <a:r>
              <a:rPr lang="ru-RU" altLang="ru-RU" sz="3600" b="1">
                <a:solidFill>
                  <a:srgbClr val="4D4C4C"/>
                </a:solidFill>
                <a:latin typeface="Inter Extra Bold" panose="02000903000000020004" pitchFamily="2" charset="0"/>
              </a:rPr>
              <a:t>СОВРЕМЕННЫЕ ПРОМЫШЛЕННЫЕ ТЕХНОЛОГИИ</a:t>
            </a:r>
            <a:endParaRPr lang="ru-RU" altLang="ru-RU" sz="3600">
              <a:latin typeface="Inter Extra Bold" panose="02000903000000020004" pitchFamily="2" charset="0"/>
            </a:endParaRPr>
          </a:p>
        </p:txBody>
      </p:sp>
      <p:sp>
        <p:nvSpPr>
          <p:cNvPr id="10273" name="object 10">
            <a:extLst>
              <a:ext uri="{FF2B5EF4-FFF2-40B4-BE49-F238E27FC236}">
                <a16:creationId xmlns="" xmlns:a16="http://schemas.microsoft.com/office/drawing/2014/main" id="{1B4B62E2-712A-4D6F-AF40-11BADED82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4302125"/>
            <a:ext cx="65214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Все продукты компании отвечают актуальным требованиям к качеству, функциональности, безопасности и экологичности.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  <p:sp>
        <p:nvSpPr>
          <p:cNvPr id="10274" name="object 11">
            <a:extLst>
              <a:ext uri="{FF2B5EF4-FFF2-40B4-BE49-F238E27FC236}">
                <a16:creationId xmlns="" xmlns:a16="http://schemas.microsoft.com/office/drawing/2014/main" id="{7E4A8B94-4A7C-4B8B-ABCE-9BF440B8E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5545138"/>
            <a:ext cx="6519863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Мы проводим анализ сырья и мониторинг продукции, соблюдая санитарные нормы и реализуя программы по снижению воздействия на окружающую среду.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7536FA3B-EE3E-4904-8AC1-DF714E9D618D}"/>
              </a:ext>
            </a:extLst>
          </p:cNvPr>
          <p:cNvSpPr/>
          <p:nvPr/>
        </p:nvSpPr>
        <p:spPr>
          <a:xfrm>
            <a:off x="1543050" y="9874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ПРОИЗВОДСТВО</a:t>
            </a:r>
            <a:endParaRPr lang="en-US" sz="4400" b="1" dirty="0">
              <a:solidFill>
                <a:srgbClr val="656565"/>
              </a:solidFill>
              <a:latin typeface="Inter Extra Bold" panose="02000903000000020004" pitchFamily="2" charset="0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641C6907-5630-4B01-BF42-4544AB9AA1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92" name="Объект 90">
            <a:extLst>
              <a:ext uri="{FF2B5EF4-FFF2-40B4-BE49-F238E27FC236}">
                <a16:creationId xmlns="" xmlns:a16="http://schemas.microsoft.com/office/drawing/2014/main" id="{C382515D-6F70-492B-A443-1EF1013E7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0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object 18">
            <a:extLst>
              <a:ext uri="{FF2B5EF4-FFF2-40B4-BE49-F238E27FC236}">
                <a16:creationId xmlns="" xmlns:a16="http://schemas.microsoft.com/office/drawing/2014/main" id="{0F60DE95-92A0-49CC-BBE1-3A0EBB13C89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4" name="object 25">
            <a:extLst>
              <a:ext uri="{FF2B5EF4-FFF2-40B4-BE49-F238E27FC236}">
                <a16:creationId xmlns="" xmlns:a16="http://schemas.microsoft.com/office/drawing/2014/main" id="{4E335A40-0758-4F65-AB6E-F1214ECA4A74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5" name="object 28">
            <a:extLst>
              <a:ext uri="{FF2B5EF4-FFF2-40B4-BE49-F238E27FC236}">
                <a16:creationId xmlns="" xmlns:a16="http://schemas.microsoft.com/office/drawing/2014/main" id="{69EDD3ED-3AD0-4B35-A825-E30CFB8EF9EB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6" name="object 34">
            <a:extLst>
              <a:ext uri="{FF2B5EF4-FFF2-40B4-BE49-F238E27FC236}">
                <a16:creationId xmlns="" xmlns:a16="http://schemas.microsoft.com/office/drawing/2014/main" id="{986202E7-63F9-469F-8B52-0C807289B85F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7" name="object 36">
            <a:extLst>
              <a:ext uri="{FF2B5EF4-FFF2-40B4-BE49-F238E27FC236}">
                <a16:creationId xmlns="" xmlns:a16="http://schemas.microsoft.com/office/drawing/2014/main" id="{8A4B3A3B-5242-4FF2-A60C-35DDFEA08A55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298" name="object 38">
            <a:extLst>
              <a:ext uri="{FF2B5EF4-FFF2-40B4-BE49-F238E27FC236}">
                <a16:creationId xmlns="" xmlns:a16="http://schemas.microsoft.com/office/drawing/2014/main" id="{FB7E4ACF-E765-4D15-B6B0-A60D55D3B0F4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2354" name="object 39">
              <a:extLst>
                <a:ext uri="{FF2B5EF4-FFF2-40B4-BE49-F238E27FC236}">
                  <a16:creationId xmlns="" xmlns:a16="http://schemas.microsoft.com/office/drawing/2014/main" id="{FAB775C5-524E-4B01-86C5-8301E97B5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5" name="object 40">
              <a:extLst>
                <a:ext uri="{FF2B5EF4-FFF2-40B4-BE49-F238E27FC236}">
                  <a16:creationId xmlns="" xmlns:a16="http://schemas.microsoft.com/office/drawing/2014/main" id="{A4ACE113-E153-489B-B40C-AA6057D66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6" name="object 41">
              <a:extLst>
                <a:ext uri="{FF2B5EF4-FFF2-40B4-BE49-F238E27FC236}">
                  <a16:creationId xmlns="" xmlns:a16="http://schemas.microsoft.com/office/drawing/2014/main" id="{F694E97B-9F01-4BCD-A6CB-9C104271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7" name="object 42">
              <a:extLst>
                <a:ext uri="{FF2B5EF4-FFF2-40B4-BE49-F238E27FC236}">
                  <a16:creationId xmlns="" xmlns:a16="http://schemas.microsoft.com/office/drawing/2014/main" id="{51B3E846-44A4-4CA7-9B3E-F3832FCBDF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58" name="object 43">
              <a:extLst>
                <a:ext uri="{FF2B5EF4-FFF2-40B4-BE49-F238E27FC236}">
                  <a16:creationId xmlns="" xmlns:a16="http://schemas.microsoft.com/office/drawing/2014/main" id="{65F20981-D950-4EDD-BE10-79CE148C8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9" name="object 44">
              <a:extLst>
                <a:ext uri="{FF2B5EF4-FFF2-40B4-BE49-F238E27FC236}">
                  <a16:creationId xmlns="" xmlns:a16="http://schemas.microsoft.com/office/drawing/2014/main" id="{C145ED48-F5CA-4EC0-918E-B22A30D1A9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0" name="object 45">
              <a:extLst>
                <a:ext uri="{FF2B5EF4-FFF2-40B4-BE49-F238E27FC236}">
                  <a16:creationId xmlns="" xmlns:a16="http://schemas.microsoft.com/office/drawing/2014/main" id="{2E435FB2-90B5-4648-8529-4D93AD927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1" name="object 46">
              <a:extLst>
                <a:ext uri="{FF2B5EF4-FFF2-40B4-BE49-F238E27FC236}">
                  <a16:creationId xmlns="" xmlns:a16="http://schemas.microsoft.com/office/drawing/2014/main" id="{29E1C356-6DDC-45D8-ADEC-A6A3A0E58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2" name="object 47">
              <a:extLst>
                <a:ext uri="{FF2B5EF4-FFF2-40B4-BE49-F238E27FC236}">
                  <a16:creationId xmlns="" xmlns:a16="http://schemas.microsoft.com/office/drawing/2014/main" id="{79547E79-F8AF-4859-A1A7-54BEDA85D7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3" name="object 48">
              <a:extLst>
                <a:ext uri="{FF2B5EF4-FFF2-40B4-BE49-F238E27FC236}">
                  <a16:creationId xmlns="" xmlns:a16="http://schemas.microsoft.com/office/drawing/2014/main" id="{7E785215-0BBA-4AC9-9759-D066643B7E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4" name="object 49">
              <a:extLst>
                <a:ext uri="{FF2B5EF4-FFF2-40B4-BE49-F238E27FC236}">
                  <a16:creationId xmlns="" xmlns:a16="http://schemas.microsoft.com/office/drawing/2014/main" id="{D67DD6CC-C6B7-4CBA-BE55-E4596181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5" name="object 50">
              <a:extLst>
                <a:ext uri="{FF2B5EF4-FFF2-40B4-BE49-F238E27FC236}">
                  <a16:creationId xmlns="" xmlns:a16="http://schemas.microsoft.com/office/drawing/2014/main" id="{17CB043E-6CED-4B87-AE20-87EE6F31B3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6" name="object 51">
              <a:extLst>
                <a:ext uri="{FF2B5EF4-FFF2-40B4-BE49-F238E27FC236}">
                  <a16:creationId xmlns="" xmlns:a16="http://schemas.microsoft.com/office/drawing/2014/main" id="{6A910E8D-8FB4-40ED-AAA5-34507F923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7" name="object 52">
              <a:extLst>
                <a:ext uri="{FF2B5EF4-FFF2-40B4-BE49-F238E27FC236}">
                  <a16:creationId xmlns="" xmlns:a16="http://schemas.microsoft.com/office/drawing/2014/main" id="{62390654-E725-4968-A815-9B8F259E7B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8" name="object 53">
              <a:extLst>
                <a:ext uri="{FF2B5EF4-FFF2-40B4-BE49-F238E27FC236}">
                  <a16:creationId xmlns="" xmlns:a16="http://schemas.microsoft.com/office/drawing/2014/main" id="{7FDDA106-03AF-4D20-8749-32EDA1442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9" name="object 54">
              <a:extLst>
                <a:ext uri="{FF2B5EF4-FFF2-40B4-BE49-F238E27FC236}">
                  <a16:creationId xmlns="" xmlns:a16="http://schemas.microsoft.com/office/drawing/2014/main" id="{2B8D75AB-6D2A-4E97-B18A-9CD90BBA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299" name="object 2">
            <a:extLst>
              <a:ext uri="{FF2B5EF4-FFF2-40B4-BE49-F238E27FC236}">
                <a16:creationId xmlns="" xmlns:a16="http://schemas.microsoft.com/office/drawing/2014/main" id="{DC1CAB08-F8D4-4A80-8F34-3AE0E20F9612}"/>
              </a:ext>
            </a:extLst>
          </p:cNvPr>
          <p:cNvSpPr>
            <a:spLocks/>
          </p:cNvSpPr>
          <p:nvPr/>
        </p:nvSpPr>
        <p:spPr bwMode="auto">
          <a:xfrm>
            <a:off x="1400175" y="6259513"/>
            <a:ext cx="16135350" cy="3319462"/>
          </a:xfrm>
          <a:custGeom>
            <a:avLst/>
            <a:gdLst>
              <a:gd name="T0" fmla="*/ 394014650 w 9434830"/>
              <a:gd name="T1" fmla="*/ 0 h 2439670"/>
              <a:gd name="T2" fmla="*/ 9652795 w 9434830"/>
              <a:gd name="T3" fmla="*/ 0 h 2439670"/>
              <a:gd name="T4" fmla="*/ 7713789 w 9434830"/>
              <a:gd name="T5" fmla="*/ 39745 h 2439670"/>
              <a:gd name="T6" fmla="*/ 5904825 w 9434830"/>
              <a:gd name="T7" fmla="*/ 153670 h 2439670"/>
              <a:gd name="T8" fmla="*/ 4265550 w 9434830"/>
              <a:gd name="T9" fmla="*/ 333787 h 2439670"/>
              <a:gd name="T10" fmla="*/ 2835524 w 9434830"/>
              <a:gd name="T11" fmla="*/ 572112 h 2439670"/>
              <a:gd name="T12" fmla="*/ 1654349 w 9434830"/>
              <a:gd name="T13" fmla="*/ 860638 h 2439670"/>
              <a:gd name="T14" fmla="*/ 761645 w 9434830"/>
              <a:gd name="T15" fmla="*/ 1191395 h 2439670"/>
              <a:gd name="T16" fmla="*/ 196993 w 9434830"/>
              <a:gd name="T17" fmla="*/ 1556372 h 2439670"/>
              <a:gd name="T18" fmla="*/ 0 w 9434830"/>
              <a:gd name="T19" fmla="*/ 1947596 h 2439670"/>
              <a:gd name="T20" fmla="*/ 0 w 9434830"/>
              <a:gd name="T21" fmla="*/ 19113477 h 2439670"/>
              <a:gd name="T22" fmla="*/ 196993 w 9434830"/>
              <a:gd name="T23" fmla="*/ 19504729 h 2439670"/>
              <a:gd name="T24" fmla="*/ 761645 w 9434830"/>
              <a:gd name="T25" fmla="*/ 19869741 h 2439670"/>
              <a:gd name="T26" fmla="*/ 1654349 w 9434830"/>
              <a:gd name="T27" fmla="*/ 20200507 h 2439670"/>
              <a:gd name="T28" fmla="*/ 2835524 w 9434830"/>
              <a:gd name="T29" fmla="*/ 20489054 h 2439670"/>
              <a:gd name="T30" fmla="*/ 4265550 w 9434830"/>
              <a:gd name="T31" fmla="*/ 20727379 h 2439670"/>
              <a:gd name="T32" fmla="*/ 5904825 w 9434830"/>
              <a:gd name="T33" fmla="*/ 20907497 h 2439670"/>
              <a:gd name="T34" fmla="*/ 7713789 w 9434830"/>
              <a:gd name="T35" fmla="*/ 21021429 h 2439670"/>
              <a:gd name="T36" fmla="*/ 9652795 w 9434830"/>
              <a:gd name="T37" fmla="*/ 21061183 h 2439670"/>
              <a:gd name="T38" fmla="*/ 394014650 w 9434830"/>
              <a:gd name="T39" fmla="*/ 21061183 h 2439670"/>
              <a:gd name="T40" fmla="*/ 395953887 w 9434830"/>
              <a:gd name="T41" fmla="*/ 21021429 h 2439670"/>
              <a:gd name="T42" fmla="*/ 397762934 w 9434830"/>
              <a:gd name="T43" fmla="*/ 20907497 h 2439670"/>
              <a:gd name="T44" fmla="*/ 399402315 w 9434830"/>
              <a:gd name="T45" fmla="*/ 20727379 h 2439670"/>
              <a:gd name="T46" fmla="*/ 400832383 w 9434830"/>
              <a:gd name="T47" fmla="*/ 20489054 h 2439670"/>
              <a:gd name="T48" fmla="*/ 402013599 w 9434830"/>
              <a:gd name="T49" fmla="*/ 20200507 h 2439670"/>
              <a:gd name="T50" fmla="*/ 402906335 w 9434830"/>
              <a:gd name="T51" fmla="*/ 19869741 h 2439670"/>
              <a:gd name="T52" fmla="*/ 403471016 w 9434830"/>
              <a:gd name="T53" fmla="*/ 19504729 h 2439670"/>
              <a:gd name="T54" fmla="*/ 403668035 w 9434830"/>
              <a:gd name="T55" fmla="*/ 19113477 h 2439670"/>
              <a:gd name="T56" fmla="*/ 403668035 w 9434830"/>
              <a:gd name="T57" fmla="*/ 1947596 h 2439670"/>
              <a:gd name="T58" fmla="*/ 403471016 w 9434830"/>
              <a:gd name="T59" fmla="*/ 1556372 h 2439670"/>
              <a:gd name="T60" fmla="*/ 402906335 w 9434830"/>
              <a:gd name="T61" fmla="*/ 1191395 h 2439670"/>
              <a:gd name="T62" fmla="*/ 402013599 w 9434830"/>
              <a:gd name="T63" fmla="*/ 860638 h 2439670"/>
              <a:gd name="T64" fmla="*/ 400832383 w 9434830"/>
              <a:gd name="T65" fmla="*/ 572112 h 2439670"/>
              <a:gd name="T66" fmla="*/ 399402315 w 9434830"/>
              <a:gd name="T67" fmla="*/ 333787 h 2439670"/>
              <a:gd name="T68" fmla="*/ 397762934 w 9434830"/>
              <a:gd name="T69" fmla="*/ 153670 h 2439670"/>
              <a:gd name="T70" fmla="*/ 395953887 w 9434830"/>
              <a:gd name="T71" fmla="*/ 39745 h 2439670"/>
              <a:gd name="T72" fmla="*/ 394014650 w 9434830"/>
              <a:gd name="T73" fmla="*/ 0 h 243967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439670">
                <a:moveTo>
                  <a:pt x="9208782" y="0"/>
                </a:moveTo>
                <a:lnTo>
                  <a:pt x="225602" y="0"/>
                </a:lnTo>
                <a:lnTo>
                  <a:pt x="180284" y="4604"/>
                </a:lnTo>
                <a:lnTo>
                  <a:pt x="138006" y="17801"/>
                </a:lnTo>
                <a:lnTo>
                  <a:pt x="99693" y="38665"/>
                </a:lnTo>
                <a:lnTo>
                  <a:pt x="66271" y="66271"/>
                </a:lnTo>
                <a:lnTo>
                  <a:pt x="38665" y="99693"/>
                </a:lnTo>
                <a:lnTo>
                  <a:pt x="17801" y="138006"/>
                </a:lnTo>
                <a:lnTo>
                  <a:pt x="4604" y="180284"/>
                </a:lnTo>
                <a:lnTo>
                  <a:pt x="0" y="225602"/>
                </a:lnTo>
                <a:lnTo>
                  <a:pt x="0" y="2214029"/>
                </a:lnTo>
                <a:lnTo>
                  <a:pt x="4604" y="2259351"/>
                </a:lnTo>
                <a:lnTo>
                  <a:pt x="17801" y="2301632"/>
                </a:lnTo>
                <a:lnTo>
                  <a:pt x="38665" y="2339947"/>
                </a:lnTo>
                <a:lnTo>
                  <a:pt x="66271" y="2373371"/>
                </a:lnTo>
                <a:lnTo>
                  <a:pt x="99693" y="2400977"/>
                </a:lnTo>
                <a:lnTo>
                  <a:pt x="138006" y="2421842"/>
                </a:lnTo>
                <a:lnTo>
                  <a:pt x="180284" y="2435039"/>
                </a:lnTo>
                <a:lnTo>
                  <a:pt x="225602" y="2439644"/>
                </a:lnTo>
                <a:lnTo>
                  <a:pt x="9208782" y="2439644"/>
                </a:lnTo>
                <a:lnTo>
                  <a:pt x="9254105" y="2435039"/>
                </a:lnTo>
                <a:lnTo>
                  <a:pt x="9296386" y="2421842"/>
                </a:lnTo>
                <a:lnTo>
                  <a:pt x="9334701" y="2400977"/>
                </a:lnTo>
                <a:lnTo>
                  <a:pt x="9368124" y="2373371"/>
                </a:lnTo>
                <a:lnTo>
                  <a:pt x="9395731" y="2339947"/>
                </a:lnTo>
                <a:lnTo>
                  <a:pt x="9416596" y="2301632"/>
                </a:lnTo>
                <a:lnTo>
                  <a:pt x="9429793" y="2259351"/>
                </a:lnTo>
                <a:lnTo>
                  <a:pt x="9434398" y="2214029"/>
                </a:lnTo>
                <a:lnTo>
                  <a:pt x="9434398" y="225602"/>
                </a:lnTo>
                <a:lnTo>
                  <a:pt x="9429793" y="180284"/>
                </a:lnTo>
                <a:lnTo>
                  <a:pt x="9416596" y="138006"/>
                </a:lnTo>
                <a:lnTo>
                  <a:pt x="9395731" y="99693"/>
                </a:lnTo>
                <a:lnTo>
                  <a:pt x="9368124" y="66271"/>
                </a:lnTo>
                <a:lnTo>
                  <a:pt x="9334701" y="38665"/>
                </a:lnTo>
                <a:lnTo>
                  <a:pt x="9296386" y="17801"/>
                </a:lnTo>
                <a:lnTo>
                  <a:pt x="9254105" y="4604"/>
                </a:lnTo>
                <a:lnTo>
                  <a:pt x="920878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300" name="object 4">
            <a:extLst>
              <a:ext uri="{FF2B5EF4-FFF2-40B4-BE49-F238E27FC236}">
                <a16:creationId xmlns="" xmlns:a16="http://schemas.microsoft.com/office/drawing/2014/main" id="{67F4FA03-6E6C-4813-AD41-8CE1E6F3DCE0}"/>
              </a:ext>
            </a:extLst>
          </p:cNvPr>
          <p:cNvGrpSpPr>
            <a:grpSpLocks/>
          </p:cNvGrpSpPr>
          <p:nvPr/>
        </p:nvGrpSpPr>
        <p:grpSpPr bwMode="auto">
          <a:xfrm>
            <a:off x="2541588" y="4568825"/>
            <a:ext cx="74612" cy="377825"/>
            <a:chOff x="1372943" y="3358972"/>
            <a:chExt cx="52705" cy="278130"/>
          </a:xfrm>
        </p:grpSpPr>
        <p:sp>
          <p:nvSpPr>
            <p:cNvPr id="12352" name="object 5">
              <a:extLst>
                <a:ext uri="{FF2B5EF4-FFF2-40B4-BE49-F238E27FC236}">
                  <a16:creationId xmlns="" xmlns:a16="http://schemas.microsoft.com/office/drawing/2014/main" id="{8AE4EB47-1DB6-4B95-9A15-8909DE9C9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11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3" name="object 6">
              <a:extLst>
                <a:ext uri="{FF2B5EF4-FFF2-40B4-BE49-F238E27FC236}">
                  <a16:creationId xmlns="" xmlns:a16="http://schemas.microsoft.com/office/drawing/2014/main" id="{CC4499B2-434C-49CF-931A-74EDE01A3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933" y="3358971"/>
              <a:ext cx="52705" cy="278130"/>
            </a:xfrm>
            <a:custGeom>
              <a:avLst/>
              <a:gdLst>
                <a:gd name="T0" fmla="*/ 52336 w 52705"/>
                <a:gd name="T1" fmla="*/ 251822 h 278129"/>
                <a:gd name="T2" fmla="*/ 50279 w 52705"/>
                <a:gd name="T3" fmla="*/ 241599 h 278129"/>
                <a:gd name="T4" fmla="*/ 44678 w 52705"/>
                <a:gd name="T5" fmla="*/ 233242 h 278129"/>
                <a:gd name="T6" fmla="*/ 36347 w 52705"/>
                <a:gd name="T7" fmla="*/ 227616 h 278129"/>
                <a:gd name="T8" fmla="*/ 26162 w 52705"/>
                <a:gd name="T9" fmla="*/ 225546 h 278129"/>
                <a:gd name="T10" fmla="*/ 15976 w 52705"/>
                <a:gd name="T11" fmla="*/ 227616 h 278129"/>
                <a:gd name="T12" fmla="*/ 7670 w 52705"/>
                <a:gd name="T13" fmla="*/ 233242 h 278129"/>
                <a:gd name="T14" fmla="*/ 2057 w 52705"/>
                <a:gd name="T15" fmla="*/ 241599 h 278129"/>
                <a:gd name="T16" fmla="*/ 0 w 52705"/>
                <a:gd name="T17" fmla="*/ 251822 h 278129"/>
                <a:gd name="T18" fmla="*/ 2057 w 52705"/>
                <a:gd name="T19" fmla="*/ 262058 h 278129"/>
                <a:gd name="T20" fmla="*/ 7670 w 52705"/>
                <a:gd name="T21" fmla="*/ 270415 h 278129"/>
                <a:gd name="T22" fmla="*/ 15976 w 52705"/>
                <a:gd name="T23" fmla="*/ 276041 h 278129"/>
                <a:gd name="T24" fmla="*/ 26162 w 52705"/>
                <a:gd name="T25" fmla="*/ 278098 h 278129"/>
                <a:gd name="T26" fmla="*/ 36347 w 52705"/>
                <a:gd name="T27" fmla="*/ 276041 h 278129"/>
                <a:gd name="T28" fmla="*/ 44678 w 52705"/>
                <a:gd name="T29" fmla="*/ 270415 h 278129"/>
                <a:gd name="T30" fmla="*/ 50279 w 52705"/>
                <a:gd name="T31" fmla="*/ 262058 h 278129"/>
                <a:gd name="T32" fmla="*/ 52336 w 52705"/>
                <a:gd name="T33" fmla="*/ 251822 h 278129"/>
                <a:gd name="T34" fmla="*/ 52336 w 52705"/>
                <a:gd name="T35" fmla="*/ 26276 h 278129"/>
                <a:gd name="T36" fmla="*/ 50279 w 52705"/>
                <a:gd name="T37" fmla="*/ 16052 h 278129"/>
                <a:gd name="T38" fmla="*/ 44678 w 52705"/>
                <a:gd name="T39" fmla="*/ 7696 h 278129"/>
                <a:gd name="T40" fmla="*/ 36347 w 52705"/>
                <a:gd name="T41" fmla="*/ 2070 h 278129"/>
                <a:gd name="T42" fmla="*/ 26162 w 52705"/>
                <a:gd name="T43" fmla="*/ 0 h 278129"/>
                <a:gd name="T44" fmla="*/ 15976 w 52705"/>
                <a:gd name="T45" fmla="*/ 2070 h 278129"/>
                <a:gd name="T46" fmla="*/ 7670 w 52705"/>
                <a:gd name="T47" fmla="*/ 7696 h 278129"/>
                <a:gd name="T48" fmla="*/ 2057 w 52705"/>
                <a:gd name="T49" fmla="*/ 16052 h 278129"/>
                <a:gd name="T50" fmla="*/ 0 w 52705"/>
                <a:gd name="T51" fmla="*/ 26276 h 278129"/>
                <a:gd name="T52" fmla="*/ 2057 w 52705"/>
                <a:gd name="T53" fmla="*/ 36512 h 278129"/>
                <a:gd name="T54" fmla="*/ 7670 w 52705"/>
                <a:gd name="T55" fmla="*/ 44869 h 278129"/>
                <a:gd name="T56" fmla="*/ 15976 w 52705"/>
                <a:gd name="T57" fmla="*/ 50495 h 278129"/>
                <a:gd name="T58" fmla="*/ 26162 w 52705"/>
                <a:gd name="T59" fmla="*/ 52552 h 278129"/>
                <a:gd name="T60" fmla="*/ 36347 w 52705"/>
                <a:gd name="T61" fmla="*/ 50495 h 278129"/>
                <a:gd name="T62" fmla="*/ 44678 w 52705"/>
                <a:gd name="T63" fmla="*/ 44869 h 278129"/>
                <a:gd name="T64" fmla="*/ 50279 w 52705"/>
                <a:gd name="T65" fmla="*/ 36512 h 278129"/>
                <a:gd name="T66" fmla="*/ 52336 w 52705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5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1" name="object 7">
            <a:extLst>
              <a:ext uri="{FF2B5EF4-FFF2-40B4-BE49-F238E27FC236}">
                <a16:creationId xmlns="" xmlns:a16="http://schemas.microsoft.com/office/drawing/2014/main" id="{F88CEF67-57C1-431F-98AD-9A412E0F41BE}"/>
              </a:ext>
            </a:extLst>
          </p:cNvPr>
          <p:cNvGrpSpPr>
            <a:grpSpLocks/>
          </p:cNvGrpSpPr>
          <p:nvPr/>
        </p:nvGrpSpPr>
        <p:grpSpPr bwMode="auto">
          <a:xfrm>
            <a:off x="5964238" y="4568825"/>
            <a:ext cx="73025" cy="377825"/>
            <a:chOff x="3373653" y="3358972"/>
            <a:chExt cx="52705" cy="278130"/>
          </a:xfrm>
        </p:grpSpPr>
        <p:sp>
          <p:nvSpPr>
            <p:cNvPr id="12350" name="object 8">
              <a:extLst>
                <a:ext uri="{FF2B5EF4-FFF2-40B4-BE49-F238E27FC236}">
                  <a16:creationId xmlns="" xmlns:a16="http://schemas.microsoft.com/office/drawing/2014/main" id="{32542251-1D5C-4B17-8481-739B86429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82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1" name="object 9">
              <a:extLst>
                <a:ext uri="{FF2B5EF4-FFF2-40B4-BE49-F238E27FC236}">
                  <a16:creationId xmlns="" xmlns:a16="http://schemas.microsoft.com/office/drawing/2014/main" id="{1784DDD6-1875-4FBE-AEB6-2D3927DD9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65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2" name="object 10">
            <a:extLst>
              <a:ext uri="{FF2B5EF4-FFF2-40B4-BE49-F238E27FC236}">
                <a16:creationId xmlns="" xmlns:a16="http://schemas.microsoft.com/office/drawing/2014/main" id="{8115E732-1AF3-486F-8944-4489DFAD3613}"/>
              </a:ext>
            </a:extLst>
          </p:cNvPr>
          <p:cNvGrpSpPr>
            <a:grpSpLocks/>
          </p:cNvGrpSpPr>
          <p:nvPr/>
        </p:nvGrpSpPr>
        <p:grpSpPr bwMode="auto">
          <a:xfrm>
            <a:off x="9374188" y="4568825"/>
            <a:ext cx="73025" cy="377825"/>
            <a:chOff x="5367817" y="3358972"/>
            <a:chExt cx="52705" cy="278130"/>
          </a:xfrm>
        </p:grpSpPr>
        <p:sp>
          <p:nvSpPr>
            <p:cNvPr id="12348" name="object 11">
              <a:extLst>
                <a:ext uri="{FF2B5EF4-FFF2-40B4-BE49-F238E27FC236}">
                  <a16:creationId xmlns="" xmlns:a16="http://schemas.microsoft.com/office/drawing/2014/main" id="{990FD691-4AAF-47F1-A774-2F93B2C50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986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9" name="object 12">
              <a:extLst>
                <a:ext uri="{FF2B5EF4-FFF2-40B4-BE49-F238E27FC236}">
                  <a16:creationId xmlns="" xmlns:a16="http://schemas.microsoft.com/office/drawing/2014/main" id="{FB798F95-699A-4262-A042-248A101BB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807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3" name="object 13">
            <a:extLst>
              <a:ext uri="{FF2B5EF4-FFF2-40B4-BE49-F238E27FC236}">
                <a16:creationId xmlns="" xmlns:a16="http://schemas.microsoft.com/office/drawing/2014/main" id="{FF975638-90F4-4600-B17B-8AD428E6AA24}"/>
              </a:ext>
            </a:extLst>
          </p:cNvPr>
          <p:cNvGrpSpPr>
            <a:grpSpLocks/>
          </p:cNvGrpSpPr>
          <p:nvPr/>
        </p:nvGrpSpPr>
        <p:grpSpPr bwMode="auto">
          <a:xfrm>
            <a:off x="12804775" y="4568825"/>
            <a:ext cx="73025" cy="377825"/>
            <a:chOff x="7373694" y="3358972"/>
            <a:chExt cx="52705" cy="278130"/>
          </a:xfrm>
        </p:grpSpPr>
        <p:sp>
          <p:nvSpPr>
            <p:cNvPr id="12346" name="object 14">
              <a:extLst>
                <a:ext uri="{FF2B5EF4-FFF2-40B4-BE49-F238E27FC236}">
                  <a16:creationId xmlns="" xmlns:a16="http://schemas.microsoft.com/office/drawing/2014/main" id="{86BD7AE0-C9DA-4955-B170-1D5230BF1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9863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7" name="object 15">
              <a:extLst>
                <a:ext uri="{FF2B5EF4-FFF2-40B4-BE49-F238E27FC236}">
                  <a16:creationId xmlns="" xmlns:a16="http://schemas.microsoft.com/office/drawing/2014/main" id="{80EA6D0C-4065-4380-B8CB-F899A4CC2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368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67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67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67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67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60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60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60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60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4" name="object 16">
            <a:extLst>
              <a:ext uri="{FF2B5EF4-FFF2-40B4-BE49-F238E27FC236}">
                <a16:creationId xmlns="" xmlns:a16="http://schemas.microsoft.com/office/drawing/2014/main" id="{913DE5E8-5B10-4551-BB9F-7C27D49E7E69}"/>
              </a:ext>
            </a:extLst>
          </p:cNvPr>
          <p:cNvGrpSpPr>
            <a:grpSpLocks/>
          </p:cNvGrpSpPr>
          <p:nvPr/>
        </p:nvGrpSpPr>
        <p:grpSpPr bwMode="auto">
          <a:xfrm>
            <a:off x="16246475" y="4568825"/>
            <a:ext cx="74613" cy="377825"/>
            <a:chOff x="9386430" y="3358972"/>
            <a:chExt cx="52705" cy="278130"/>
          </a:xfrm>
        </p:grpSpPr>
        <p:sp>
          <p:nvSpPr>
            <p:cNvPr id="12344" name="object 17">
              <a:extLst>
                <a:ext uri="{FF2B5EF4-FFF2-40B4-BE49-F238E27FC236}">
                  <a16:creationId xmlns="" xmlns:a16="http://schemas.microsoft.com/office/drawing/2014/main" id="{B9058304-3741-4A3B-964F-67D08D42C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597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5" name="object 18">
              <a:extLst>
                <a:ext uri="{FF2B5EF4-FFF2-40B4-BE49-F238E27FC236}">
                  <a16:creationId xmlns="" xmlns:a16="http://schemas.microsoft.com/office/drawing/2014/main" id="{4B8689A0-13DC-4BD9-BF43-9CAFB262F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6430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305" name="object 19">
            <a:extLst>
              <a:ext uri="{FF2B5EF4-FFF2-40B4-BE49-F238E27FC236}">
                <a16:creationId xmlns="" xmlns:a16="http://schemas.microsoft.com/office/drawing/2014/main" id="{93CC3990-A9CB-40C3-8EE2-742204E12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6799263"/>
            <a:ext cx="10880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63"/>
              </a:spcBef>
            </a:pPr>
            <a:r>
              <a:rPr lang="ru-RU" altLang="ru-RU" sz="2700" b="1" dirty="0">
                <a:solidFill>
                  <a:srgbClr val="4D4C4C"/>
                </a:solidFill>
                <a:latin typeface="Inter Extra Bold" panose="02000903000000020004" pitchFamily="2" charset="0"/>
              </a:rPr>
              <a:t>НАЦПРОЕКТ «ПРОИЗВОДИТЕЛЬНОСТЬ ТРУДА»</a:t>
            </a:r>
            <a:endParaRPr lang="ru-RU" altLang="ru-RU" sz="2700" dirty="0">
              <a:latin typeface="Inter Extra Bold" panose="02000903000000020004" pitchFamily="2" charset="0"/>
            </a:endParaRPr>
          </a:p>
          <a:p>
            <a:pPr algn="just" eaLnBrk="1" hangingPunct="1">
              <a:lnSpc>
                <a:spcPts val="1875"/>
              </a:lnSpc>
              <a:spcBef>
                <a:spcPts val="2663"/>
              </a:spcBef>
            </a:pPr>
            <a:r>
              <a:rPr lang="ru-RU" altLang="ru-RU" sz="1900" dirty="0">
                <a:solidFill>
                  <a:srgbClr val="1D1D1B"/>
                </a:solidFill>
                <a:latin typeface="Inter Regular" panose="02000503000000020004" pitchFamily="2" charset="0"/>
              </a:rPr>
              <a:t>Мы внедряем принципы бережливого производства: сокращение времени производства, минимизация излишних запасов и увеличение объемов выпускаемой продукции.</a:t>
            </a:r>
          </a:p>
          <a:p>
            <a:pPr algn="just" eaLnBrk="1" hangingPunct="1">
              <a:lnSpc>
                <a:spcPts val="2188"/>
              </a:lnSpc>
              <a:spcBef>
                <a:spcPts val="1475"/>
              </a:spcBef>
            </a:pPr>
            <a:r>
              <a:rPr lang="ru-RU" altLang="ru-RU" sz="1900" dirty="0">
                <a:solidFill>
                  <a:srgbClr val="1D1D1B"/>
                </a:solidFill>
                <a:latin typeface="Inter Regular" panose="02000503000000020004" pitchFamily="2" charset="0"/>
              </a:rPr>
              <a:t>Компания проводит программу «Декомпозиция целей» направленную на более точное планирование деятельности и эффективное </a:t>
            </a:r>
            <a:r>
              <a:rPr lang="ru-RU" altLang="ru-RU" sz="1900" dirty="0" err="1">
                <a:solidFill>
                  <a:srgbClr val="1D1D1B"/>
                </a:solidFill>
                <a:latin typeface="Inter Regular" panose="02000503000000020004" pitchFamily="2" charset="0"/>
              </a:rPr>
              <a:t>распрелеление</a:t>
            </a:r>
            <a:r>
              <a:rPr lang="ru-RU" altLang="ru-RU" sz="1900" dirty="0">
                <a:solidFill>
                  <a:srgbClr val="1D1D1B"/>
                </a:solidFill>
                <a:latin typeface="Inter Regular" panose="02000503000000020004" pitchFamily="2" charset="0"/>
              </a:rPr>
              <a:t> обязанностей между сотрудниками для достижения высоких результатов.</a:t>
            </a:r>
          </a:p>
        </p:txBody>
      </p:sp>
      <p:grpSp>
        <p:nvGrpSpPr>
          <p:cNvPr id="12306" name="object 20">
            <a:extLst>
              <a:ext uri="{FF2B5EF4-FFF2-40B4-BE49-F238E27FC236}">
                <a16:creationId xmlns="" xmlns:a16="http://schemas.microsoft.com/office/drawing/2014/main" id="{E34E18C9-BCE9-465C-AFD8-D29B802160E4}"/>
              </a:ext>
            </a:extLst>
          </p:cNvPr>
          <p:cNvGrpSpPr>
            <a:grpSpLocks/>
          </p:cNvGrpSpPr>
          <p:nvPr/>
        </p:nvGrpSpPr>
        <p:grpSpPr bwMode="auto">
          <a:xfrm>
            <a:off x="1747838" y="2819400"/>
            <a:ext cx="1662112" cy="1619250"/>
            <a:chOff x="804202" y="2073097"/>
            <a:chExt cx="1189990" cy="1189990"/>
          </a:xfrm>
        </p:grpSpPr>
        <p:pic>
          <p:nvPicPr>
            <p:cNvPr id="12338" name="object 21">
              <a:extLst>
                <a:ext uri="{FF2B5EF4-FFF2-40B4-BE49-F238E27FC236}">
                  <a16:creationId xmlns="" xmlns:a16="http://schemas.microsoft.com/office/drawing/2014/main" id="{35F48705-27E3-4760-A881-97DB0B327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20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9" name="object 22">
              <a:extLst>
                <a:ext uri="{FF2B5EF4-FFF2-40B4-BE49-F238E27FC236}">
                  <a16:creationId xmlns="" xmlns:a16="http://schemas.microsoft.com/office/drawing/2014/main" id="{DF56801C-F2FF-405A-8E34-CDAF7884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623" y="2879204"/>
              <a:ext cx="539115" cy="40005"/>
            </a:xfrm>
            <a:custGeom>
              <a:avLst/>
              <a:gdLst>
                <a:gd name="T0" fmla="*/ 538499 w 539114"/>
                <a:gd name="T1" fmla="*/ 0 h 40005"/>
                <a:gd name="T2" fmla="*/ 0 w 539114"/>
                <a:gd name="T3" fmla="*/ 0 h 40005"/>
                <a:gd name="T4" fmla="*/ 0 w 539114"/>
                <a:gd name="T5" fmla="*/ 39877 h 40005"/>
                <a:gd name="T6" fmla="*/ 538499 w 539114"/>
                <a:gd name="T7" fmla="*/ 39877 h 40005"/>
                <a:gd name="T8" fmla="*/ 538499 w 539114"/>
                <a:gd name="T9" fmla="*/ 0 h 400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9114" h="40005">
                  <a:moveTo>
                    <a:pt x="538492" y="0"/>
                  </a:moveTo>
                  <a:lnTo>
                    <a:pt x="0" y="0"/>
                  </a:lnTo>
                  <a:lnTo>
                    <a:pt x="0" y="39877"/>
                  </a:lnTo>
                  <a:lnTo>
                    <a:pt x="538492" y="39877"/>
                  </a:lnTo>
                  <a:lnTo>
                    <a:pt x="5384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40" name="object 23">
              <a:extLst>
                <a:ext uri="{FF2B5EF4-FFF2-40B4-BE49-F238E27FC236}">
                  <a16:creationId xmlns="" xmlns:a16="http://schemas.microsoft.com/office/drawing/2014/main" id="{145DDFCD-89C5-4ED4-A26F-EDEB5DCC6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5359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1" name="object 24">
              <a:extLst>
                <a:ext uri="{FF2B5EF4-FFF2-40B4-BE49-F238E27FC236}">
                  <a16:creationId xmlns="" xmlns:a16="http://schemas.microsoft.com/office/drawing/2014/main" id="{E70EF0A6-9C0E-415F-9153-FF7B66F21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817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2" name="object 25">
              <a:extLst>
                <a:ext uri="{FF2B5EF4-FFF2-40B4-BE49-F238E27FC236}">
                  <a16:creationId xmlns="" xmlns:a16="http://schemas.microsoft.com/office/drawing/2014/main" id="{867985D6-4CFA-4503-AC1B-64DE10A915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5304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43" name="object 26">
              <a:extLst>
                <a:ext uri="{FF2B5EF4-FFF2-40B4-BE49-F238E27FC236}">
                  <a16:creationId xmlns="" xmlns:a16="http://schemas.microsoft.com/office/drawing/2014/main" id="{207B98C6-CA1D-40C0-BF39-94AEFEEA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919" y="2341003"/>
              <a:ext cx="680720" cy="681990"/>
            </a:xfrm>
            <a:custGeom>
              <a:avLst/>
              <a:gdLst>
                <a:gd name="T0" fmla="*/ 439757 w 680719"/>
                <a:gd name="T1" fmla="*/ 299021 h 681989"/>
                <a:gd name="T2" fmla="*/ 439757 w 680719"/>
                <a:gd name="T3" fmla="*/ 510013 h 681989"/>
                <a:gd name="T4" fmla="*/ 411144 w 680719"/>
                <a:gd name="T5" fmla="*/ 537788 h 681989"/>
                <a:gd name="T6" fmla="*/ 340245 w 680719"/>
                <a:gd name="T7" fmla="*/ 466897 h 681989"/>
                <a:gd name="T8" fmla="*/ 411144 w 680719"/>
                <a:gd name="T9" fmla="*/ 481400 h 681989"/>
                <a:gd name="T10" fmla="*/ 439757 w 680719"/>
                <a:gd name="T11" fmla="*/ 367392 h 681989"/>
                <a:gd name="T12" fmla="*/ 411093 w 680719"/>
                <a:gd name="T13" fmla="*/ 299021 h 681989"/>
                <a:gd name="T14" fmla="*/ 340245 w 680719"/>
                <a:gd name="T15" fmla="*/ 410509 h 681989"/>
                <a:gd name="T16" fmla="*/ 312051 w 680719"/>
                <a:gd name="T17" fmla="*/ 438703 h 681989"/>
                <a:gd name="T18" fmla="*/ 240741 w 680719"/>
                <a:gd name="T19" fmla="*/ 367392 h 681989"/>
                <a:gd name="T20" fmla="*/ 312051 w 680719"/>
                <a:gd name="T21" fmla="*/ 382315 h 681989"/>
                <a:gd name="T22" fmla="*/ 411093 w 680719"/>
                <a:gd name="T23" fmla="*/ 339661 h 681989"/>
                <a:gd name="T24" fmla="*/ 200875 w 680719"/>
                <a:gd name="T25" fmla="*/ 299021 h 681989"/>
                <a:gd name="T26" fmla="*/ 200875 w 680719"/>
                <a:gd name="T27" fmla="*/ 537788 h 681989"/>
                <a:gd name="T28" fmla="*/ 479635 w 680719"/>
                <a:gd name="T29" fmla="*/ 578428 h 681989"/>
                <a:gd name="T30" fmla="*/ 479635 w 680719"/>
                <a:gd name="T31" fmla="*/ 537788 h 681989"/>
                <a:gd name="T32" fmla="*/ 479635 w 680719"/>
                <a:gd name="T33" fmla="*/ 339191 h 681989"/>
                <a:gd name="T34" fmla="*/ 610203 w 680719"/>
                <a:gd name="T35" fmla="*/ 641941 h 681989"/>
                <a:gd name="T36" fmla="*/ 71704 w 680719"/>
                <a:gd name="T37" fmla="*/ 681819 h 681989"/>
                <a:gd name="T38" fmla="*/ 610203 w 680719"/>
                <a:gd name="T39" fmla="*/ 641941 h 681989"/>
                <a:gd name="T40" fmla="*/ 392437 w 680719"/>
                <a:gd name="T41" fmla="*/ 0 h 681989"/>
                <a:gd name="T42" fmla="*/ 392437 w 680719"/>
                <a:gd name="T43" fmla="*/ 79311 h 681989"/>
                <a:gd name="T44" fmla="*/ 288061 w 680719"/>
                <a:gd name="T45" fmla="*/ 39941 h 681989"/>
                <a:gd name="T46" fmla="*/ 392437 w 680719"/>
                <a:gd name="T47" fmla="*/ 0 h 681989"/>
                <a:gd name="T48" fmla="*/ 0 w 680719"/>
                <a:gd name="T49" fmla="*/ 39865 h 681989"/>
                <a:gd name="T50" fmla="*/ 248183 w 680719"/>
                <a:gd name="T51" fmla="*/ 79311 h 681989"/>
                <a:gd name="T52" fmla="*/ 320306 w 680719"/>
                <a:gd name="T53" fmla="*/ 119951 h 681989"/>
                <a:gd name="T54" fmla="*/ 135318 w 680719"/>
                <a:gd name="T55" fmla="*/ 164287 h 681989"/>
                <a:gd name="T56" fmla="*/ 135318 w 680719"/>
                <a:gd name="T57" fmla="*/ 263347 h 681989"/>
                <a:gd name="T58" fmla="*/ 175183 w 680719"/>
                <a:gd name="T59" fmla="*/ 203657 h 681989"/>
                <a:gd name="T60" fmla="*/ 505289 w 680719"/>
                <a:gd name="T61" fmla="*/ 263347 h 681989"/>
                <a:gd name="T62" fmla="*/ 545167 w 680719"/>
                <a:gd name="T63" fmla="*/ 203657 h 681989"/>
                <a:gd name="T64" fmla="*/ 360191 w 680719"/>
                <a:gd name="T65" fmla="*/ 164287 h 681989"/>
                <a:gd name="T66" fmla="*/ 432315 w 680719"/>
                <a:gd name="T67" fmla="*/ 119951 h 681989"/>
                <a:gd name="T68" fmla="*/ 432315 w 680719"/>
                <a:gd name="T69" fmla="*/ 79311 h 681989"/>
                <a:gd name="T70" fmla="*/ 680498 w 680719"/>
                <a:gd name="T71" fmla="*/ 39865 h 68198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80719" h="681989">
                  <a:moveTo>
                    <a:pt x="479628" y="299021"/>
                  </a:moveTo>
                  <a:lnTo>
                    <a:pt x="439750" y="299021"/>
                  </a:lnTo>
                  <a:lnTo>
                    <a:pt x="439750" y="367385"/>
                  </a:lnTo>
                  <a:lnTo>
                    <a:pt x="439750" y="510006"/>
                  </a:lnTo>
                  <a:lnTo>
                    <a:pt x="411137" y="481393"/>
                  </a:lnTo>
                  <a:lnTo>
                    <a:pt x="411137" y="537781"/>
                  </a:lnTo>
                  <a:lnTo>
                    <a:pt x="269354" y="537781"/>
                  </a:lnTo>
                  <a:lnTo>
                    <a:pt x="340245" y="466890"/>
                  </a:lnTo>
                  <a:lnTo>
                    <a:pt x="411137" y="537781"/>
                  </a:lnTo>
                  <a:lnTo>
                    <a:pt x="411137" y="481393"/>
                  </a:lnTo>
                  <a:lnTo>
                    <a:pt x="368439" y="438696"/>
                  </a:lnTo>
                  <a:lnTo>
                    <a:pt x="439750" y="367385"/>
                  </a:lnTo>
                  <a:lnTo>
                    <a:pt x="439750" y="299021"/>
                  </a:lnTo>
                  <a:lnTo>
                    <a:pt x="411086" y="299021"/>
                  </a:lnTo>
                  <a:lnTo>
                    <a:pt x="411086" y="339661"/>
                  </a:lnTo>
                  <a:lnTo>
                    <a:pt x="340245" y="410502"/>
                  </a:lnTo>
                  <a:lnTo>
                    <a:pt x="312051" y="382308"/>
                  </a:lnTo>
                  <a:lnTo>
                    <a:pt x="312051" y="438696"/>
                  </a:lnTo>
                  <a:lnTo>
                    <a:pt x="240741" y="510006"/>
                  </a:lnTo>
                  <a:lnTo>
                    <a:pt x="240741" y="367385"/>
                  </a:lnTo>
                  <a:lnTo>
                    <a:pt x="312051" y="438696"/>
                  </a:lnTo>
                  <a:lnTo>
                    <a:pt x="312051" y="382308"/>
                  </a:lnTo>
                  <a:lnTo>
                    <a:pt x="269405" y="339661"/>
                  </a:lnTo>
                  <a:lnTo>
                    <a:pt x="411086" y="339661"/>
                  </a:lnTo>
                  <a:lnTo>
                    <a:pt x="411086" y="299021"/>
                  </a:lnTo>
                  <a:lnTo>
                    <a:pt x="200875" y="299021"/>
                  </a:lnTo>
                  <a:lnTo>
                    <a:pt x="200875" y="339661"/>
                  </a:lnTo>
                  <a:lnTo>
                    <a:pt x="200875" y="537781"/>
                  </a:lnTo>
                  <a:lnTo>
                    <a:pt x="200875" y="578421"/>
                  </a:lnTo>
                  <a:lnTo>
                    <a:pt x="479628" y="578421"/>
                  </a:lnTo>
                  <a:lnTo>
                    <a:pt x="479628" y="538200"/>
                  </a:lnTo>
                  <a:lnTo>
                    <a:pt x="479628" y="537781"/>
                  </a:lnTo>
                  <a:lnTo>
                    <a:pt x="479628" y="339661"/>
                  </a:lnTo>
                  <a:lnTo>
                    <a:pt x="479628" y="339191"/>
                  </a:lnTo>
                  <a:lnTo>
                    <a:pt x="479628" y="299021"/>
                  </a:lnTo>
                  <a:close/>
                </a:path>
                <a:path w="680719" h="681989">
                  <a:moveTo>
                    <a:pt x="610196" y="641934"/>
                  </a:moveTo>
                  <a:lnTo>
                    <a:pt x="71704" y="641934"/>
                  </a:lnTo>
                  <a:lnTo>
                    <a:pt x="71704" y="681812"/>
                  </a:lnTo>
                  <a:lnTo>
                    <a:pt x="610196" y="681812"/>
                  </a:lnTo>
                  <a:lnTo>
                    <a:pt x="610196" y="641934"/>
                  </a:lnTo>
                  <a:close/>
                </a:path>
                <a:path w="680719" h="681989">
                  <a:moveTo>
                    <a:pt x="680491" y="0"/>
                  </a:moveTo>
                  <a:lnTo>
                    <a:pt x="392430" y="0"/>
                  </a:lnTo>
                  <a:lnTo>
                    <a:pt x="392430" y="39941"/>
                  </a:lnTo>
                  <a:lnTo>
                    <a:pt x="392430" y="79311"/>
                  </a:lnTo>
                  <a:lnTo>
                    <a:pt x="288061" y="79311"/>
                  </a:lnTo>
                  <a:lnTo>
                    <a:pt x="288061" y="39941"/>
                  </a:lnTo>
                  <a:lnTo>
                    <a:pt x="392430" y="39941"/>
                  </a:lnTo>
                  <a:lnTo>
                    <a:pt x="392430" y="0"/>
                  </a:lnTo>
                  <a:lnTo>
                    <a:pt x="0" y="0"/>
                  </a:lnTo>
                  <a:lnTo>
                    <a:pt x="0" y="39865"/>
                  </a:lnTo>
                  <a:lnTo>
                    <a:pt x="248183" y="39865"/>
                  </a:lnTo>
                  <a:lnTo>
                    <a:pt x="248183" y="79311"/>
                  </a:lnTo>
                  <a:lnTo>
                    <a:pt x="248183" y="119951"/>
                  </a:lnTo>
                  <a:lnTo>
                    <a:pt x="320306" y="119951"/>
                  </a:lnTo>
                  <a:lnTo>
                    <a:pt x="320306" y="164287"/>
                  </a:lnTo>
                  <a:lnTo>
                    <a:pt x="135318" y="164287"/>
                  </a:lnTo>
                  <a:lnTo>
                    <a:pt x="135318" y="203657"/>
                  </a:lnTo>
                  <a:lnTo>
                    <a:pt x="135318" y="263347"/>
                  </a:lnTo>
                  <a:lnTo>
                    <a:pt x="175183" y="263347"/>
                  </a:lnTo>
                  <a:lnTo>
                    <a:pt x="175183" y="203657"/>
                  </a:lnTo>
                  <a:lnTo>
                    <a:pt x="505282" y="203657"/>
                  </a:lnTo>
                  <a:lnTo>
                    <a:pt x="505282" y="263347"/>
                  </a:lnTo>
                  <a:lnTo>
                    <a:pt x="545160" y="263347"/>
                  </a:lnTo>
                  <a:lnTo>
                    <a:pt x="545160" y="203657"/>
                  </a:lnTo>
                  <a:lnTo>
                    <a:pt x="545160" y="164287"/>
                  </a:lnTo>
                  <a:lnTo>
                    <a:pt x="360184" y="164287"/>
                  </a:lnTo>
                  <a:lnTo>
                    <a:pt x="360184" y="119951"/>
                  </a:lnTo>
                  <a:lnTo>
                    <a:pt x="432308" y="119951"/>
                  </a:lnTo>
                  <a:lnTo>
                    <a:pt x="432308" y="79743"/>
                  </a:lnTo>
                  <a:lnTo>
                    <a:pt x="432308" y="79311"/>
                  </a:lnTo>
                  <a:lnTo>
                    <a:pt x="432308" y="39941"/>
                  </a:lnTo>
                  <a:lnTo>
                    <a:pt x="680491" y="39865"/>
                  </a:lnTo>
                  <a:lnTo>
                    <a:pt x="680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7" name="object 27">
            <a:extLst>
              <a:ext uri="{FF2B5EF4-FFF2-40B4-BE49-F238E27FC236}">
                <a16:creationId xmlns="" xmlns:a16="http://schemas.microsoft.com/office/drawing/2014/main" id="{19F5609B-F14C-43A3-952A-E6C141345DB1}"/>
              </a:ext>
            </a:extLst>
          </p:cNvPr>
          <p:cNvGrpSpPr>
            <a:grpSpLocks/>
          </p:cNvGrpSpPr>
          <p:nvPr/>
        </p:nvGrpSpPr>
        <p:grpSpPr bwMode="auto">
          <a:xfrm>
            <a:off x="5168900" y="2819400"/>
            <a:ext cx="1663700" cy="1619250"/>
            <a:chOff x="2804909" y="2073097"/>
            <a:chExt cx="1189990" cy="1189990"/>
          </a:xfrm>
        </p:grpSpPr>
        <p:pic>
          <p:nvPicPr>
            <p:cNvPr id="12334" name="object 28">
              <a:extLst>
                <a:ext uri="{FF2B5EF4-FFF2-40B4-BE49-F238E27FC236}">
                  <a16:creationId xmlns="" xmlns:a16="http://schemas.microsoft.com/office/drawing/2014/main" id="{A8EDF9B3-D58D-4389-82C3-584ACA276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4909" y="2073097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5" name="object 29">
              <a:extLst>
                <a:ext uri="{FF2B5EF4-FFF2-40B4-BE49-F238E27FC236}">
                  <a16:creationId xmlns="" xmlns:a16="http://schemas.microsoft.com/office/drawing/2014/main" id="{8365C883-D8D0-4BC2-B8D7-FC9223B18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759" y="2455264"/>
              <a:ext cx="318135" cy="346075"/>
            </a:xfrm>
            <a:custGeom>
              <a:avLst/>
              <a:gdLst>
                <a:gd name="T0" fmla="*/ 158750 w 318135"/>
                <a:gd name="T1" fmla="*/ 0 h 346075"/>
                <a:gd name="T2" fmla="*/ 0 w 318135"/>
                <a:gd name="T3" fmla="*/ 79374 h 346075"/>
                <a:gd name="T4" fmla="*/ 0 w 318135"/>
                <a:gd name="T5" fmla="*/ 266166 h 346075"/>
                <a:gd name="T6" fmla="*/ 158750 w 318135"/>
                <a:gd name="T7" fmla="*/ 345554 h 346075"/>
                <a:gd name="T8" fmla="*/ 282844 w 318135"/>
                <a:gd name="T9" fmla="*/ 283502 h 346075"/>
                <a:gd name="T10" fmla="*/ 136080 w 318135"/>
                <a:gd name="T11" fmla="*/ 283502 h 346075"/>
                <a:gd name="T12" fmla="*/ 45351 w 318135"/>
                <a:gd name="T13" fmla="*/ 238137 h 346075"/>
                <a:gd name="T14" fmla="*/ 45351 w 318135"/>
                <a:gd name="T15" fmla="*/ 130086 h 346075"/>
                <a:gd name="T16" fmla="*/ 146762 w 318135"/>
                <a:gd name="T17" fmla="*/ 130086 h 346075"/>
                <a:gd name="T18" fmla="*/ 73393 w 318135"/>
                <a:gd name="T19" fmla="*/ 93395 h 346075"/>
                <a:gd name="T20" fmla="*/ 158750 w 318135"/>
                <a:gd name="T21" fmla="*/ 50711 h 346075"/>
                <a:gd name="T22" fmla="*/ 260180 w 318135"/>
                <a:gd name="T23" fmla="*/ 50711 h 346075"/>
                <a:gd name="T24" fmla="*/ 158750 w 318135"/>
                <a:gd name="T25" fmla="*/ 0 h 346075"/>
                <a:gd name="T26" fmla="*/ 146762 w 318135"/>
                <a:gd name="T27" fmla="*/ 130086 h 346075"/>
                <a:gd name="T28" fmla="*/ 45351 w 318135"/>
                <a:gd name="T29" fmla="*/ 130086 h 346075"/>
                <a:gd name="T30" fmla="*/ 136080 w 318135"/>
                <a:gd name="T31" fmla="*/ 175450 h 346075"/>
                <a:gd name="T32" fmla="*/ 136080 w 318135"/>
                <a:gd name="T33" fmla="*/ 283502 h 346075"/>
                <a:gd name="T34" fmla="*/ 181432 w 318135"/>
                <a:gd name="T35" fmla="*/ 283502 h 346075"/>
                <a:gd name="T36" fmla="*/ 181432 w 318135"/>
                <a:gd name="T37" fmla="*/ 175450 h 346075"/>
                <a:gd name="T38" fmla="*/ 260161 w 318135"/>
                <a:gd name="T39" fmla="*/ 136080 h 346075"/>
                <a:gd name="T40" fmla="*/ 158750 w 318135"/>
                <a:gd name="T41" fmla="*/ 136080 h 346075"/>
                <a:gd name="T42" fmla="*/ 146762 w 318135"/>
                <a:gd name="T43" fmla="*/ 130086 h 346075"/>
                <a:gd name="T44" fmla="*/ 317512 w 318135"/>
                <a:gd name="T45" fmla="*/ 130086 h 346075"/>
                <a:gd name="T46" fmla="*/ 272148 w 318135"/>
                <a:gd name="T47" fmla="*/ 130086 h 346075"/>
                <a:gd name="T48" fmla="*/ 272148 w 318135"/>
                <a:gd name="T49" fmla="*/ 238137 h 346075"/>
                <a:gd name="T50" fmla="*/ 181432 w 318135"/>
                <a:gd name="T51" fmla="*/ 283502 h 346075"/>
                <a:gd name="T52" fmla="*/ 282844 w 318135"/>
                <a:gd name="T53" fmla="*/ 283502 h 346075"/>
                <a:gd name="T54" fmla="*/ 317512 w 318135"/>
                <a:gd name="T55" fmla="*/ 266166 h 346075"/>
                <a:gd name="T56" fmla="*/ 317512 w 318135"/>
                <a:gd name="T57" fmla="*/ 130086 h 346075"/>
                <a:gd name="T58" fmla="*/ 260180 w 318135"/>
                <a:gd name="T59" fmla="*/ 50711 h 346075"/>
                <a:gd name="T60" fmla="*/ 158750 w 318135"/>
                <a:gd name="T61" fmla="*/ 50711 h 346075"/>
                <a:gd name="T62" fmla="*/ 244119 w 318135"/>
                <a:gd name="T63" fmla="*/ 93395 h 346075"/>
                <a:gd name="T64" fmla="*/ 158750 w 318135"/>
                <a:gd name="T65" fmla="*/ 136080 h 346075"/>
                <a:gd name="T66" fmla="*/ 260161 w 318135"/>
                <a:gd name="T67" fmla="*/ 136080 h 346075"/>
                <a:gd name="T68" fmla="*/ 272148 w 318135"/>
                <a:gd name="T69" fmla="*/ 130086 h 346075"/>
                <a:gd name="T70" fmla="*/ 317512 w 318135"/>
                <a:gd name="T71" fmla="*/ 130086 h 346075"/>
                <a:gd name="T72" fmla="*/ 317512 w 318135"/>
                <a:gd name="T73" fmla="*/ 79374 h 346075"/>
                <a:gd name="T74" fmla="*/ 260180 w 318135"/>
                <a:gd name="T75" fmla="*/ 50711 h 34607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18135" h="346075">
                  <a:moveTo>
                    <a:pt x="158750" y="0"/>
                  </a:moveTo>
                  <a:lnTo>
                    <a:pt x="0" y="79374"/>
                  </a:lnTo>
                  <a:lnTo>
                    <a:pt x="0" y="266166"/>
                  </a:lnTo>
                  <a:lnTo>
                    <a:pt x="158750" y="345554"/>
                  </a:lnTo>
                  <a:lnTo>
                    <a:pt x="282844" y="283502"/>
                  </a:lnTo>
                  <a:lnTo>
                    <a:pt x="136080" y="283502"/>
                  </a:lnTo>
                  <a:lnTo>
                    <a:pt x="45351" y="238137"/>
                  </a:lnTo>
                  <a:lnTo>
                    <a:pt x="45351" y="130086"/>
                  </a:lnTo>
                  <a:lnTo>
                    <a:pt x="146762" y="130086"/>
                  </a:lnTo>
                  <a:lnTo>
                    <a:pt x="73393" y="93395"/>
                  </a:lnTo>
                  <a:lnTo>
                    <a:pt x="158750" y="50711"/>
                  </a:lnTo>
                  <a:lnTo>
                    <a:pt x="260180" y="50711"/>
                  </a:lnTo>
                  <a:lnTo>
                    <a:pt x="158750" y="0"/>
                  </a:lnTo>
                  <a:close/>
                </a:path>
                <a:path w="318135" h="346075">
                  <a:moveTo>
                    <a:pt x="146762" y="130086"/>
                  </a:moveTo>
                  <a:lnTo>
                    <a:pt x="45351" y="130086"/>
                  </a:lnTo>
                  <a:lnTo>
                    <a:pt x="136080" y="175450"/>
                  </a:lnTo>
                  <a:lnTo>
                    <a:pt x="136080" y="283502"/>
                  </a:lnTo>
                  <a:lnTo>
                    <a:pt x="181432" y="283502"/>
                  </a:lnTo>
                  <a:lnTo>
                    <a:pt x="181432" y="175450"/>
                  </a:lnTo>
                  <a:lnTo>
                    <a:pt x="260161" y="136080"/>
                  </a:lnTo>
                  <a:lnTo>
                    <a:pt x="158750" y="136080"/>
                  </a:lnTo>
                  <a:lnTo>
                    <a:pt x="146762" y="130086"/>
                  </a:lnTo>
                  <a:close/>
                </a:path>
                <a:path w="318135" h="346075">
                  <a:moveTo>
                    <a:pt x="317512" y="130086"/>
                  </a:moveTo>
                  <a:lnTo>
                    <a:pt x="272148" y="130086"/>
                  </a:lnTo>
                  <a:lnTo>
                    <a:pt x="272148" y="238137"/>
                  </a:lnTo>
                  <a:lnTo>
                    <a:pt x="181432" y="283502"/>
                  </a:lnTo>
                  <a:lnTo>
                    <a:pt x="282844" y="283502"/>
                  </a:lnTo>
                  <a:lnTo>
                    <a:pt x="317512" y="266166"/>
                  </a:lnTo>
                  <a:lnTo>
                    <a:pt x="317512" y="130086"/>
                  </a:lnTo>
                  <a:close/>
                </a:path>
                <a:path w="318135" h="346075">
                  <a:moveTo>
                    <a:pt x="260180" y="50711"/>
                  </a:moveTo>
                  <a:lnTo>
                    <a:pt x="158750" y="50711"/>
                  </a:lnTo>
                  <a:lnTo>
                    <a:pt x="244119" y="93395"/>
                  </a:lnTo>
                  <a:lnTo>
                    <a:pt x="158750" y="136080"/>
                  </a:lnTo>
                  <a:lnTo>
                    <a:pt x="260161" y="136080"/>
                  </a:lnTo>
                  <a:lnTo>
                    <a:pt x="272148" y="130086"/>
                  </a:lnTo>
                  <a:lnTo>
                    <a:pt x="317512" y="130086"/>
                  </a:lnTo>
                  <a:lnTo>
                    <a:pt x="317512" y="79374"/>
                  </a:lnTo>
                  <a:lnTo>
                    <a:pt x="260180" y="507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6" name="object 30">
              <a:extLst>
                <a:ext uri="{FF2B5EF4-FFF2-40B4-BE49-F238E27FC236}">
                  <a16:creationId xmlns="" xmlns:a16="http://schemas.microsoft.com/office/drawing/2014/main" id="{46DFD8BF-5C28-42A2-9D4A-29D5C3902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7920" y="2804779"/>
              <a:ext cx="239852" cy="168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7" name="object 31">
              <a:extLst>
                <a:ext uri="{FF2B5EF4-FFF2-40B4-BE49-F238E27FC236}">
                  <a16:creationId xmlns="" xmlns:a16="http://schemas.microsoft.com/office/drawing/2014/main" id="{EC7921CC-E7DA-47CA-94DD-29431916E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08" y="2259456"/>
              <a:ext cx="635635" cy="652145"/>
            </a:xfrm>
            <a:custGeom>
              <a:avLst/>
              <a:gdLst>
                <a:gd name="T0" fmla="*/ 192671 w 635635"/>
                <a:gd name="T1" fmla="*/ 101930 h 652144"/>
                <a:gd name="T2" fmla="*/ 115176 w 635635"/>
                <a:gd name="T3" fmla="*/ 166738 h 652144"/>
                <a:gd name="T4" fmla="*/ 63906 w 635635"/>
                <a:gd name="T5" fmla="*/ 254165 h 652144"/>
                <a:gd name="T6" fmla="*/ 45364 w 635635"/>
                <a:gd name="T7" fmla="*/ 357258 h 652144"/>
                <a:gd name="T8" fmla="*/ 64744 w 635635"/>
                <a:gd name="T9" fmla="*/ 462502 h 652144"/>
                <a:gd name="T10" fmla="*/ 120446 w 635635"/>
                <a:gd name="T11" fmla="*/ 553815 h 652144"/>
                <a:gd name="T12" fmla="*/ 127038 w 635635"/>
                <a:gd name="T13" fmla="*/ 486925 h 652144"/>
                <a:gd name="T14" fmla="*/ 94881 w 635635"/>
                <a:gd name="T15" fmla="*/ 402749 h 652144"/>
                <a:gd name="T16" fmla="*/ 96304 w 635635"/>
                <a:gd name="T17" fmla="*/ 304977 h 652144"/>
                <a:gd name="T18" fmla="*/ 138290 w 635635"/>
                <a:gd name="T19" fmla="*/ 210908 h 652144"/>
                <a:gd name="T20" fmla="*/ 215392 w 635635"/>
                <a:gd name="T21" fmla="*/ 141173 h 652144"/>
                <a:gd name="T22" fmla="*/ 631304 w 635635"/>
                <a:gd name="T23" fmla="*/ 310286 h 652144"/>
                <a:gd name="T24" fmla="*/ 603148 w 635635"/>
                <a:gd name="T25" fmla="*/ 223939 h 652144"/>
                <a:gd name="T26" fmla="*/ 551281 w 635635"/>
                <a:gd name="T27" fmla="*/ 151599 h 652144"/>
                <a:gd name="T28" fmla="*/ 480377 w 635635"/>
                <a:gd name="T29" fmla="*/ 97917 h 652144"/>
                <a:gd name="T30" fmla="*/ 395058 w 635635"/>
                <a:gd name="T31" fmla="*/ 67538 h 652144"/>
                <a:gd name="T32" fmla="*/ 378917 w 635635"/>
                <a:gd name="T33" fmla="*/ 32067 h 652144"/>
                <a:gd name="T34" fmla="*/ 262763 w 635635"/>
                <a:gd name="T35" fmla="*/ 84074 h 652144"/>
                <a:gd name="T36" fmla="*/ 378917 w 635635"/>
                <a:gd name="T37" fmla="*/ 136080 h 652144"/>
                <a:gd name="T38" fmla="*/ 399186 w 635635"/>
                <a:gd name="T39" fmla="*/ 114833 h 652144"/>
                <a:gd name="T40" fmla="*/ 484708 w 635635"/>
                <a:gd name="T41" fmla="*/ 154000 h 652144"/>
                <a:gd name="T42" fmla="*/ 549084 w 635635"/>
                <a:gd name="T43" fmla="*/ 220980 h 652144"/>
                <a:gd name="T44" fmla="*/ 584847 w 635635"/>
                <a:gd name="T45" fmla="*/ 308292 h 652144"/>
                <a:gd name="T46" fmla="*/ 585647 w 635635"/>
                <a:gd name="T47" fmla="*/ 402038 h 652144"/>
                <a:gd name="T48" fmla="*/ 555561 w 635635"/>
                <a:gd name="T49" fmla="*/ 483076 h 652144"/>
                <a:gd name="T50" fmla="*/ 500837 w 635635"/>
                <a:gd name="T51" fmla="*/ 547986 h 652144"/>
                <a:gd name="T52" fmla="*/ 427151 w 635635"/>
                <a:gd name="T53" fmla="*/ 591103 h 652144"/>
                <a:gd name="T54" fmla="*/ 340194 w 635635"/>
                <a:gd name="T55" fmla="*/ 606736 h 652144"/>
                <a:gd name="T56" fmla="*/ 0 w 635635"/>
                <a:gd name="T57" fmla="*/ 652101 h 652144"/>
                <a:gd name="T58" fmla="*/ 387959 w 635635"/>
                <a:gd name="T59" fmla="*/ 648227 h 652144"/>
                <a:gd name="T60" fmla="*/ 475576 w 635635"/>
                <a:gd name="T61" fmla="*/ 619144 h 652144"/>
                <a:gd name="T62" fmla="*/ 548589 w 635635"/>
                <a:gd name="T63" fmla="*/ 565639 h 652144"/>
                <a:gd name="T64" fmla="*/ 602081 w 635635"/>
                <a:gd name="T65" fmla="*/ 492640 h 652144"/>
                <a:gd name="T66" fmla="*/ 631177 w 635635"/>
                <a:gd name="T67" fmla="*/ 405022 h 652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5635" h="652144">
                  <a:moveTo>
                    <a:pt x="215392" y="141173"/>
                  </a:moveTo>
                  <a:lnTo>
                    <a:pt x="192671" y="101930"/>
                  </a:lnTo>
                  <a:lnTo>
                    <a:pt x="151053" y="131076"/>
                  </a:lnTo>
                  <a:lnTo>
                    <a:pt x="115176" y="166738"/>
                  </a:lnTo>
                  <a:lnTo>
                    <a:pt x="85852" y="208064"/>
                  </a:lnTo>
                  <a:lnTo>
                    <a:pt x="63906" y="254165"/>
                  </a:lnTo>
                  <a:lnTo>
                    <a:pt x="50139" y="304177"/>
                  </a:lnTo>
                  <a:lnTo>
                    <a:pt x="45364" y="357251"/>
                  </a:lnTo>
                  <a:lnTo>
                    <a:pt x="50292" y="411010"/>
                  </a:lnTo>
                  <a:lnTo>
                    <a:pt x="64744" y="462495"/>
                  </a:lnTo>
                  <a:lnTo>
                    <a:pt x="88290" y="510501"/>
                  </a:lnTo>
                  <a:lnTo>
                    <a:pt x="120446" y="553808"/>
                  </a:lnTo>
                  <a:lnTo>
                    <a:pt x="154241" y="523557"/>
                  </a:lnTo>
                  <a:lnTo>
                    <a:pt x="127038" y="486918"/>
                  </a:lnTo>
                  <a:lnTo>
                    <a:pt x="107124" y="446303"/>
                  </a:lnTo>
                  <a:lnTo>
                    <a:pt x="94881" y="402742"/>
                  </a:lnTo>
                  <a:lnTo>
                    <a:pt x="90716" y="357251"/>
                  </a:lnTo>
                  <a:lnTo>
                    <a:pt x="96304" y="304977"/>
                  </a:lnTo>
                  <a:lnTo>
                    <a:pt x="112458" y="255676"/>
                  </a:lnTo>
                  <a:lnTo>
                    <a:pt x="138290" y="210908"/>
                  </a:lnTo>
                  <a:lnTo>
                    <a:pt x="172897" y="172224"/>
                  </a:lnTo>
                  <a:lnTo>
                    <a:pt x="215392" y="141173"/>
                  </a:lnTo>
                  <a:close/>
                </a:path>
                <a:path w="635635" h="652144">
                  <a:moveTo>
                    <a:pt x="635038" y="357251"/>
                  </a:moveTo>
                  <a:lnTo>
                    <a:pt x="631304" y="310286"/>
                  </a:lnTo>
                  <a:lnTo>
                    <a:pt x="620471" y="265645"/>
                  </a:lnTo>
                  <a:lnTo>
                    <a:pt x="603148" y="223939"/>
                  </a:lnTo>
                  <a:lnTo>
                    <a:pt x="579882" y="185724"/>
                  </a:lnTo>
                  <a:lnTo>
                    <a:pt x="551281" y="151599"/>
                  </a:lnTo>
                  <a:lnTo>
                    <a:pt x="517918" y="122135"/>
                  </a:lnTo>
                  <a:lnTo>
                    <a:pt x="480377" y="97917"/>
                  </a:lnTo>
                  <a:lnTo>
                    <a:pt x="439229" y="79527"/>
                  </a:lnTo>
                  <a:lnTo>
                    <a:pt x="395058" y="67538"/>
                  </a:lnTo>
                  <a:lnTo>
                    <a:pt x="348462" y="62534"/>
                  </a:lnTo>
                  <a:lnTo>
                    <a:pt x="378917" y="32067"/>
                  </a:lnTo>
                  <a:lnTo>
                    <a:pt x="346849" y="0"/>
                  </a:lnTo>
                  <a:lnTo>
                    <a:pt x="262763" y="84074"/>
                  </a:lnTo>
                  <a:lnTo>
                    <a:pt x="346837" y="168148"/>
                  </a:lnTo>
                  <a:lnTo>
                    <a:pt x="378917" y="136080"/>
                  </a:lnTo>
                  <a:lnTo>
                    <a:pt x="350850" y="108013"/>
                  </a:lnTo>
                  <a:lnTo>
                    <a:pt x="399186" y="114833"/>
                  </a:lnTo>
                  <a:lnTo>
                    <a:pt x="444119" y="130479"/>
                  </a:lnTo>
                  <a:lnTo>
                    <a:pt x="484708" y="154000"/>
                  </a:lnTo>
                  <a:lnTo>
                    <a:pt x="520001" y="184480"/>
                  </a:lnTo>
                  <a:lnTo>
                    <a:pt x="549084" y="220980"/>
                  </a:lnTo>
                  <a:lnTo>
                    <a:pt x="571004" y="262559"/>
                  </a:lnTo>
                  <a:lnTo>
                    <a:pt x="584847" y="308292"/>
                  </a:lnTo>
                  <a:lnTo>
                    <a:pt x="589673" y="357251"/>
                  </a:lnTo>
                  <a:lnTo>
                    <a:pt x="585647" y="402031"/>
                  </a:lnTo>
                  <a:lnTo>
                    <a:pt x="574040" y="444207"/>
                  </a:lnTo>
                  <a:lnTo>
                    <a:pt x="555561" y="483069"/>
                  </a:lnTo>
                  <a:lnTo>
                    <a:pt x="530923" y="517893"/>
                  </a:lnTo>
                  <a:lnTo>
                    <a:pt x="500837" y="547979"/>
                  </a:lnTo>
                  <a:lnTo>
                    <a:pt x="466013" y="572617"/>
                  </a:lnTo>
                  <a:lnTo>
                    <a:pt x="427151" y="591096"/>
                  </a:lnTo>
                  <a:lnTo>
                    <a:pt x="384975" y="602703"/>
                  </a:lnTo>
                  <a:lnTo>
                    <a:pt x="340194" y="606729"/>
                  </a:lnTo>
                  <a:lnTo>
                    <a:pt x="0" y="606729"/>
                  </a:lnTo>
                  <a:lnTo>
                    <a:pt x="0" y="652094"/>
                  </a:lnTo>
                  <a:lnTo>
                    <a:pt x="340194" y="652094"/>
                  </a:lnTo>
                  <a:lnTo>
                    <a:pt x="387959" y="648220"/>
                  </a:lnTo>
                  <a:lnTo>
                    <a:pt x="433285" y="637032"/>
                  </a:lnTo>
                  <a:lnTo>
                    <a:pt x="475576" y="619137"/>
                  </a:lnTo>
                  <a:lnTo>
                    <a:pt x="514210" y="595134"/>
                  </a:lnTo>
                  <a:lnTo>
                    <a:pt x="548589" y="565632"/>
                  </a:lnTo>
                  <a:lnTo>
                    <a:pt x="578078" y="531266"/>
                  </a:lnTo>
                  <a:lnTo>
                    <a:pt x="602081" y="492633"/>
                  </a:lnTo>
                  <a:lnTo>
                    <a:pt x="619975" y="450342"/>
                  </a:lnTo>
                  <a:lnTo>
                    <a:pt x="631177" y="405015"/>
                  </a:lnTo>
                  <a:lnTo>
                    <a:pt x="635038" y="3572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8" name="object 32">
            <a:extLst>
              <a:ext uri="{FF2B5EF4-FFF2-40B4-BE49-F238E27FC236}">
                <a16:creationId xmlns="" xmlns:a16="http://schemas.microsoft.com/office/drawing/2014/main" id="{B90E06CC-B831-4F32-93A8-30F84F4472E5}"/>
              </a:ext>
            </a:extLst>
          </p:cNvPr>
          <p:cNvGrpSpPr>
            <a:grpSpLocks/>
          </p:cNvGrpSpPr>
          <p:nvPr/>
        </p:nvGrpSpPr>
        <p:grpSpPr bwMode="auto">
          <a:xfrm>
            <a:off x="8580438" y="2819400"/>
            <a:ext cx="1662112" cy="1619250"/>
            <a:chOff x="4799076" y="2073096"/>
            <a:chExt cx="1189990" cy="1189990"/>
          </a:xfrm>
        </p:grpSpPr>
        <p:pic>
          <p:nvPicPr>
            <p:cNvPr id="12330" name="object 33">
              <a:extLst>
                <a:ext uri="{FF2B5EF4-FFF2-40B4-BE49-F238E27FC236}">
                  <a16:creationId xmlns="" xmlns:a16="http://schemas.microsoft.com/office/drawing/2014/main" id="{5885FCC1-792C-4AF1-A5F1-EB41079B81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9076" y="2073096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1" name="object 34">
              <a:extLst>
                <a:ext uri="{FF2B5EF4-FFF2-40B4-BE49-F238E27FC236}">
                  <a16:creationId xmlns="" xmlns:a16="http://schemas.microsoft.com/office/drawing/2014/main" id="{A8CF5113-35BD-4806-A012-0B6E81FA0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9507" y="2458415"/>
              <a:ext cx="441325" cy="504825"/>
            </a:xfrm>
            <a:custGeom>
              <a:avLst/>
              <a:gdLst>
                <a:gd name="T0" fmla="*/ 441121 w 441325"/>
                <a:gd name="T1" fmla="*/ 0 h 504825"/>
                <a:gd name="T2" fmla="*/ 71996 w 441325"/>
                <a:gd name="T3" fmla="*/ 0 h 504825"/>
                <a:gd name="T4" fmla="*/ 71996 w 441325"/>
                <a:gd name="T5" fmla="*/ 39370 h 504825"/>
                <a:gd name="T6" fmla="*/ 71996 w 441325"/>
                <a:gd name="T7" fmla="*/ 73660 h 504825"/>
                <a:gd name="T8" fmla="*/ 71996 w 441325"/>
                <a:gd name="T9" fmla="*/ 113030 h 504825"/>
                <a:gd name="T10" fmla="*/ 111467 w 441325"/>
                <a:gd name="T11" fmla="*/ 113030 h 504825"/>
                <a:gd name="T12" fmla="*/ 115582 w 441325"/>
                <a:gd name="T13" fmla="*/ 138404 h 504825"/>
                <a:gd name="T14" fmla="*/ 136690 w 441325"/>
                <a:gd name="T15" fmla="*/ 179184 h 504825"/>
                <a:gd name="T16" fmla="*/ 168871 w 441325"/>
                <a:gd name="T17" fmla="*/ 211366 h 504825"/>
                <a:gd name="T18" fmla="*/ 175729 w 441325"/>
                <a:gd name="T19" fmla="*/ 214934 h 504825"/>
                <a:gd name="T20" fmla="*/ 158330 w 441325"/>
                <a:gd name="T21" fmla="*/ 220192 h 504825"/>
                <a:gd name="T22" fmla="*/ 114300 w 441325"/>
                <a:gd name="T23" fmla="*/ 243763 h 504825"/>
                <a:gd name="T24" fmla="*/ 75145 w 441325"/>
                <a:gd name="T25" fmla="*/ 275945 h 504825"/>
                <a:gd name="T26" fmla="*/ 42964 w 441325"/>
                <a:gd name="T27" fmla="*/ 315099 h 504825"/>
                <a:gd name="T28" fmla="*/ 19405 w 441325"/>
                <a:gd name="T29" fmla="*/ 359130 h 504825"/>
                <a:gd name="T30" fmla="*/ 4927 w 441325"/>
                <a:gd name="T31" fmla="*/ 406920 h 504825"/>
                <a:gd name="T32" fmla="*/ 0 w 441325"/>
                <a:gd name="T33" fmla="*/ 457365 h 504825"/>
                <a:gd name="T34" fmla="*/ 0 w 441325"/>
                <a:gd name="T35" fmla="*/ 504482 h 504825"/>
                <a:gd name="T36" fmla="*/ 309600 w 441325"/>
                <a:gd name="T37" fmla="*/ 504482 h 504825"/>
                <a:gd name="T38" fmla="*/ 309600 w 441325"/>
                <a:gd name="T39" fmla="*/ 465213 h 504825"/>
                <a:gd name="T40" fmla="*/ 39268 w 441325"/>
                <a:gd name="T41" fmla="*/ 465213 h 504825"/>
                <a:gd name="T42" fmla="*/ 39268 w 441325"/>
                <a:gd name="T43" fmla="*/ 457365 h 504825"/>
                <a:gd name="T44" fmla="*/ 45021 w 441325"/>
                <a:gd name="T45" fmla="*/ 407593 h 504825"/>
                <a:gd name="T46" fmla="*/ 61391 w 441325"/>
                <a:gd name="T47" fmla="*/ 361886 h 504825"/>
                <a:gd name="T48" fmla="*/ 87058 w 441325"/>
                <a:gd name="T49" fmla="*/ 321538 h 504825"/>
                <a:gd name="T50" fmla="*/ 120738 w 441325"/>
                <a:gd name="T51" fmla="*/ 287858 h 504825"/>
                <a:gd name="T52" fmla="*/ 161086 w 441325"/>
                <a:gd name="T53" fmla="*/ 262178 h 504825"/>
                <a:gd name="T54" fmla="*/ 206794 w 441325"/>
                <a:gd name="T55" fmla="*/ 245808 h 504825"/>
                <a:gd name="T56" fmla="*/ 256565 w 441325"/>
                <a:gd name="T57" fmla="*/ 240068 h 504825"/>
                <a:gd name="T58" fmla="*/ 288861 w 441325"/>
                <a:gd name="T59" fmla="*/ 242443 h 504825"/>
                <a:gd name="T60" fmla="*/ 320154 w 441325"/>
                <a:gd name="T61" fmla="*/ 249504 h 504825"/>
                <a:gd name="T62" fmla="*/ 350024 w 441325"/>
                <a:gd name="T63" fmla="*/ 261124 h 504825"/>
                <a:gd name="T64" fmla="*/ 378028 w 441325"/>
                <a:gd name="T65" fmla="*/ 277164 h 504825"/>
                <a:gd name="T66" fmla="*/ 400011 w 441325"/>
                <a:gd name="T67" fmla="*/ 244627 h 504825"/>
                <a:gd name="T68" fmla="*/ 366928 w 441325"/>
                <a:gd name="T69" fmla="*/ 225679 h 504825"/>
                <a:gd name="T70" fmla="*/ 338175 w 441325"/>
                <a:gd name="T71" fmla="*/ 214503 h 504825"/>
                <a:gd name="T72" fmla="*/ 344233 w 441325"/>
                <a:gd name="T73" fmla="*/ 211366 h 504825"/>
                <a:gd name="T74" fmla="*/ 376415 w 441325"/>
                <a:gd name="T75" fmla="*/ 179184 h 504825"/>
                <a:gd name="T76" fmla="*/ 397535 w 441325"/>
                <a:gd name="T77" fmla="*/ 138404 h 504825"/>
                <a:gd name="T78" fmla="*/ 401624 w 441325"/>
                <a:gd name="T79" fmla="*/ 113030 h 504825"/>
                <a:gd name="T80" fmla="*/ 441121 w 441325"/>
                <a:gd name="T81" fmla="*/ 113030 h 504825"/>
                <a:gd name="T82" fmla="*/ 441121 w 441325"/>
                <a:gd name="T83" fmla="*/ 73660 h 504825"/>
                <a:gd name="T84" fmla="*/ 361492 w 441325"/>
                <a:gd name="T85" fmla="*/ 73660 h 504825"/>
                <a:gd name="T86" fmla="*/ 361492 w 441325"/>
                <a:gd name="T87" fmla="*/ 113030 h 504825"/>
                <a:gd name="T88" fmla="*/ 357251 w 441325"/>
                <a:gd name="T89" fmla="*/ 134010 h 504825"/>
                <a:gd name="T90" fmla="*/ 333806 w 441325"/>
                <a:gd name="T91" fmla="*/ 168744 h 504825"/>
                <a:gd name="T92" fmla="*/ 299059 w 441325"/>
                <a:gd name="T93" fmla="*/ 192201 h 504825"/>
                <a:gd name="T94" fmla="*/ 256565 w 441325"/>
                <a:gd name="T95" fmla="*/ 200799 h 504825"/>
                <a:gd name="T96" fmla="*/ 214058 w 441325"/>
                <a:gd name="T97" fmla="*/ 192201 h 504825"/>
                <a:gd name="T98" fmla="*/ 179311 w 441325"/>
                <a:gd name="T99" fmla="*/ 168744 h 504825"/>
                <a:gd name="T100" fmla="*/ 155867 w 441325"/>
                <a:gd name="T101" fmla="*/ 134010 h 504825"/>
                <a:gd name="T102" fmla="*/ 151612 w 441325"/>
                <a:gd name="T103" fmla="*/ 113030 h 504825"/>
                <a:gd name="T104" fmla="*/ 361492 w 441325"/>
                <a:gd name="T105" fmla="*/ 113030 h 504825"/>
                <a:gd name="T106" fmla="*/ 361492 w 441325"/>
                <a:gd name="T107" fmla="*/ 73660 h 504825"/>
                <a:gd name="T108" fmla="*/ 111264 w 441325"/>
                <a:gd name="T109" fmla="*/ 73660 h 504825"/>
                <a:gd name="T110" fmla="*/ 111264 w 441325"/>
                <a:gd name="T111" fmla="*/ 39370 h 504825"/>
                <a:gd name="T112" fmla="*/ 401853 w 441325"/>
                <a:gd name="T113" fmla="*/ 39370 h 504825"/>
                <a:gd name="T114" fmla="*/ 401853 w 441325"/>
                <a:gd name="T115" fmla="*/ 73164 h 504825"/>
                <a:gd name="T116" fmla="*/ 441121 w 441325"/>
                <a:gd name="T117" fmla="*/ 73164 h 504825"/>
                <a:gd name="T118" fmla="*/ 441121 w 441325"/>
                <a:gd name="T119" fmla="*/ 39370 h 504825"/>
                <a:gd name="T120" fmla="*/ 441121 w 441325"/>
                <a:gd name="T121" fmla="*/ 38811 h 504825"/>
                <a:gd name="T122" fmla="*/ 441121 w 441325"/>
                <a:gd name="T123" fmla="*/ 0 h 50482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41325" h="504825">
                  <a:moveTo>
                    <a:pt x="441121" y="0"/>
                  </a:moveTo>
                  <a:lnTo>
                    <a:pt x="71996" y="0"/>
                  </a:lnTo>
                  <a:lnTo>
                    <a:pt x="71996" y="39370"/>
                  </a:lnTo>
                  <a:lnTo>
                    <a:pt x="71996" y="73660"/>
                  </a:lnTo>
                  <a:lnTo>
                    <a:pt x="71996" y="113030"/>
                  </a:lnTo>
                  <a:lnTo>
                    <a:pt x="111467" y="113030"/>
                  </a:lnTo>
                  <a:lnTo>
                    <a:pt x="115582" y="138404"/>
                  </a:lnTo>
                  <a:lnTo>
                    <a:pt x="136690" y="179184"/>
                  </a:lnTo>
                  <a:lnTo>
                    <a:pt x="168871" y="211366"/>
                  </a:lnTo>
                  <a:lnTo>
                    <a:pt x="175729" y="214934"/>
                  </a:lnTo>
                  <a:lnTo>
                    <a:pt x="158330" y="220192"/>
                  </a:lnTo>
                  <a:lnTo>
                    <a:pt x="114300" y="243763"/>
                  </a:lnTo>
                  <a:lnTo>
                    <a:pt x="75145" y="275945"/>
                  </a:lnTo>
                  <a:lnTo>
                    <a:pt x="42964" y="315099"/>
                  </a:lnTo>
                  <a:lnTo>
                    <a:pt x="19405" y="359130"/>
                  </a:lnTo>
                  <a:lnTo>
                    <a:pt x="4927" y="406920"/>
                  </a:lnTo>
                  <a:lnTo>
                    <a:pt x="0" y="457365"/>
                  </a:lnTo>
                  <a:lnTo>
                    <a:pt x="0" y="504482"/>
                  </a:lnTo>
                  <a:lnTo>
                    <a:pt x="309600" y="504482"/>
                  </a:lnTo>
                  <a:lnTo>
                    <a:pt x="309600" y="465213"/>
                  </a:lnTo>
                  <a:lnTo>
                    <a:pt x="39268" y="465213"/>
                  </a:lnTo>
                  <a:lnTo>
                    <a:pt x="39268" y="457365"/>
                  </a:lnTo>
                  <a:lnTo>
                    <a:pt x="45021" y="407593"/>
                  </a:lnTo>
                  <a:lnTo>
                    <a:pt x="61391" y="361886"/>
                  </a:lnTo>
                  <a:lnTo>
                    <a:pt x="87058" y="321538"/>
                  </a:lnTo>
                  <a:lnTo>
                    <a:pt x="120738" y="287858"/>
                  </a:lnTo>
                  <a:lnTo>
                    <a:pt x="161086" y="262178"/>
                  </a:lnTo>
                  <a:lnTo>
                    <a:pt x="206794" y="245808"/>
                  </a:lnTo>
                  <a:lnTo>
                    <a:pt x="256565" y="240068"/>
                  </a:lnTo>
                  <a:lnTo>
                    <a:pt x="288861" y="242443"/>
                  </a:lnTo>
                  <a:lnTo>
                    <a:pt x="320154" y="249504"/>
                  </a:lnTo>
                  <a:lnTo>
                    <a:pt x="350024" y="261124"/>
                  </a:lnTo>
                  <a:lnTo>
                    <a:pt x="378028" y="277164"/>
                  </a:lnTo>
                  <a:lnTo>
                    <a:pt x="400011" y="244627"/>
                  </a:lnTo>
                  <a:lnTo>
                    <a:pt x="366928" y="225679"/>
                  </a:lnTo>
                  <a:lnTo>
                    <a:pt x="338175" y="214503"/>
                  </a:lnTo>
                  <a:lnTo>
                    <a:pt x="344233" y="211366"/>
                  </a:lnTo>
                  <a:lnTo>
                    <a:pt x="376415" y="179184"/>
                  </a:lnTo>
                  <a:lnTo>
                    <a:pt x="397535" y="138404"/>
                  </a:lnTo>
                  <a:lnTo>
                    <a:pt x="401624" y="113030"/>
                  </a:lnTo>
                  <a:lnTo>
                    <a:pt x="441121" y="113030"/>
                  </a:lnTo>
                  <a:lnTo>
                    <a:pt x="441121" y="73660"/>
                  </a:lnTo>
                  <a:lnTo>
                    <a:pt x="361492" y="73660"/>
                  </a:lnTo>
                  <a:lnTo>
                    <a:pt x="361492" y="113030"/>
                  </a:lnTo>
                  <a:lnTo>
                    <a:pt x="357251" y="134010"/>
                  </a:lnTo>
                  <a:lnTo>
                    <a:pt x="333806" y="168744"/>
                  </a:lnTo>
                  <a:lnTo>
                    <a:pt x="299059" y="192201"/>
                  </a:lnTo>
                  <a:lnTo>
                    <a:pt x="256565" y="200799"/>
                  </a:lnTo>
                  <a:lnTo>
                    <a:pt x="214058" y="192201"/>
                  </a:lnTo>
                  <a:lnTo>
                    <a:pt x="179311" y="168744"/>
                  </a:lnTo>
                  <a:lnTo>
                    <a:pt x="155867" y="134010"/>
                  </a:lnTo>
                  <a:lnTo>
                    <a:pt x="151612" y="113030"/>
                  </a:lnTo>
                  <a:lnTo>
                    <a:pt x="361492" y="113030"/>
                  </a:lnTo>
                  <a:lnTo>
                    <a:pt x="361492" y="73660"/>
                  </a:lnTo>
                  <a:lnTo>
                    <a:pt x="111264" y="73660"/>
                  </a:lnTo>
                  <a:lnTo>
                    <a:pt x="111264" y="39370"/>
                  </a:lnTo>
                  <a:lnTo>
                    <a:pt x="401853" y="39370"/>
                  </a:lnTo>
                  <a:lnTo>
                    <a:pt x="401853" y="73164"/>
                  </a:lnTo>
                  <a:lnTo>
                    <a:pt x="441121" y="73164"/>
                  </a:lnTo>
                  <a:lnTo>
                    <a:pt x="441121" y="39370"/>
                  </a:lnTo>
                  <a:lnTo>
                    <a:pt x="441121" y="38811"/>
                  </a:lnTo>
                  <a:lnTo>
                    <a:pt x="441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2" name="object 35">
              <a:extLst>
                <a:ext uri="{FF2B5EF4-FFF2-40B4-BE49-F238E27FC236}">
                  <a16:creationId xmlns="" xmlns:a16="http://schemas.microsoft.com/office/drawing/2014/main" id="{640FBE62-FFA3-4CC9-94B8-7FC7649B8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006" y="2293400"/>
              <a:ext cx="310130" cy="184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3" name="object 36">
              <a:extLst>
                <a:ext uri="{FF2B5EF4-FFF2-40B4-BE49-F238E27FC236}">
                  <a16:creationId xmlns="" xmlns:a16="http://schemas.microsoft.com/office/drawing/2014/main" id="{7E846DE7-F9F3-46BD-A374-871199C5A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948" y="2595092"/>
              <a:ext cx="596900" cy="367665"/>
            </a:xfrm>
            <a:custGeom>
              <a:avLst/>
              <a:gdLst>
                <a:gd name="T0" fmla="*/ 0 w 596900"/>
                <a:gd name="T1" fmla="*/ 150317 h 367664"/>
                <a:gd name="T2" fmla="*/ 39268 w 596900"/>
                <a:gd name="T3" fmla="*/ 348025 h 367664"/>
                <a:gd name="T4" fmla="*/ 99034 w 596900"/>
                <a:gd name="T5" fmla="*/ 287814 h 367664"/>
                <a:gd name="T6" fmla="*/ 93167 w 596900"/>
                <a:gd name="T7" fmla="*/ 274009 h 367664"/>
                <a:gd name="T8" fmla="*/ 79400 w 596900"/>
                <a:gd name="T9" fmla="*/ 268180 h 367664"/>
                <a:gd name="T10" fmla="*/ 65557 w 596900"/>
                <a:gd name="T11" fmla="*/ 274022 h 367664"/>
                <a:gd name="T12" fmla="*/ 59766 w 596900"/>
                <a:gd name="T13" fmla="*/ 287814 h 367664"/>
                <a:gd name="T14" fmla="*/ 65633 w 596900"/>
                <a:gd name="T15" fmla="*/ 301632 h 367664"/>
                <a:gd name="T16" fmla="*/ 79400 w 596900"/>
                <a:gd name="T17" fmla="*/ 307448 h 367664"/>
                <a:gd name="T18" fmla="*/ 93243 w 596900"/>
                <a:gd name="T19" fmla="*/ 301606 h 367664"/>
                <a:gd name="T20" fmla="*/ 99034 w 596900"/>
                <a:gd name="T21" fmla="*/ 287814 h 367664"/>
                <a:gd name="T22" fmla="*/ 371411 w 596900"/>
                <a:gd name="T23" fmla="*/ 257436 h 367664"/>
                <a:gd name="T24" fmla="*/ 410679 w 596900"/>
                <a:gd name="T25" fmla="*/ 293694 h 367664"/>
                <a:gd name="T26" fmla="*/ 410679 w 596900"/>
                <a:gd name="T27" fmla="*/ 129235 h 367664"/>
                <a:gd name="T28" fmla="*/ 371411 w 596900"/>
                <a:gd name="T29" fmla="*/ 228810 h 367664"/>
                <a:gd name="T30" fmla="*/ 410679 w 596900"/>
                <a:gd name="T31" fmla="*/ 129235 h 367664"/>
                <a:gd name="T32" fmla="*/ 595058 w 596900"/>
                <a:gd name="T33" fmla="*/ 312985 h 367664"/>
                <a:gd name="T34" fmla="*/ 557618 w 596900"/>
                <a:gd name="T35" fmla="*/ 245193 h 367664"/>
                <a:gd name="T36" fmla="*/ 557174 w 596900"/>
                <a:gd name="T37" fmla="*/ 325177 h 367664"/>
                <a:gd name="T38" fmla="*/ 555040 w 596900"/>
                <a:gd name="T39" fmla="*/ 328162 h 367664"/>
                <a:gd name="T40" fmla="*/ 225971 w 596900"/>
                <a:gd name="T41" fmla="*/ 327044 h 367664"/>
                <a:gd name="T42" fmla="*/ 224561 w 596900"/>
                <a:gd name="T43" fmla="*/ 324072 h 367664"/>
                <a:gd name="T44" fmla="*/ 388467 w 596900"/>
                <a:gd name="T45" fmla="*/ 39624 h 367664"/>
                <a:gd name="T46" fmla="*/ 392112 w 596900"/>
                <a:gd name="T47" fmla="*/ 39268 h 367664"/>
                <a:gd name="T48" fmla="*/ 557618 w 596900"/>
                <a:gd name="T49" fmla="*/ 323704 h 367664"/>
                <a:gd name="T50" fmla="*/ 438746 w 596900"/>
                <a:gd name="T51" fmla="*/ 39268 h 367664"/>
                <a:gd name="T52" fmla="*/ 391033 w 596900"/>
                <a:gd name="T53" fmla="*/ 0 h 367664"/>
                <a:gd name="T54" fmla="*/ 369316 w 596900"/>
                <a:gd name="T55" fmla="*/ 5753 h 367664"/>
                <a:gd name="T56" fmla="*/ 353479 w 596900"/>
                <a:gd name="T57" fmla="*/ 21678 h 367664"/>
                <a:gd name="T58" fmla="*/ 111277 w 596900"/>
                <a:gd name="T59" fmla="*/ 202254 h 367664"/>
                <a:gd name="T60" fmla="*/ 72009 w 596900"/>
                <a:gd name="T61" fmla="*/ 101917 h 367664"/>
                <a:gd name="T62" fmla="*/ 72009 w 596900"/>
                <a:gd name="T63" fmla="*/ 241624 h 367664"/>
                <a:gd name="T64" fmla="*/ 191414 w 596900"/>
                <a:gd name="T65" fmla="*/ 302381 h 367664"/>
                <a:gd name="T66" fmla="*/ 185585 w 596900"/>
                <a:gd name="T67" fmla="*/ 323704 h 367664"/>
                <a:gd name="T68" fmla="*/ 187020 w 596900"/>
                <a:gd name="T69" fmla="*/ 335160 h 367664"/>
                <a:gd name="T70" fmla="*/ 228968 w 596900"/>
                <a:gd name="T71" fmla="*/ 367430 h 367664"/>
                <a:gd name="T72" fmla="*/ 590638 w 596900"/>
                <a:gd name="T73" fmla="*/ 345751 h 367664"/>
                <a:gd name="T74" fmla="*/ 596531 w 596900"/>
                <a:gd name="T75" fmla="*/ 324072 h 3676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96900" h="367664">
                  <a:moveTo>
                    <a:pt x="39268" y="150317"/>
                  </a:moveTo>
                  <a:lnTo>
                    <a:pt x="0" y="150317"/>
                  </a:lnTo>
                  <a:lnTo>
                    <a:pt x="0" y="348018"/>
                  </a:lnTo>
                  <a:lnTo>
                    <a:pt x="39268" y="348018"/>
                  </a:lnTo>
                  <a:lnTo>
                    <a:pt x="39268" y="150317"/>
                  </a:lnTo>
                  <a:close/>
                </a:path>
                <a:path w="596900" h="367664">
                  <a:moveTo>
                    <a:pt x="99034" y="287807"/>
                  </a:moveTo>
                  <a:lnTo>
                    <a:pt x="97320" y="280250"/>
                  </a:lnTo>
                  <a:lnTo>
                    <a:pt x="93167" y="274002"/>
                  </a:lnTo>
                  <a:lnTo>
                    <a:pt x="87045" y="269748"/>
                  </a:lnTo>
                  <a:lnTo>
                    <a:pt x="79400" y="268173"/>
                  </a:lnTo>
                  <a:lnTo>
                    <a:pt x="71932" y="269748"/>
                  </a:lnTo>
                  <a:lnTo>
                    <a:pt x="65557" y="274015"/>
                  </a:lnTo>
                  <a:lnTo>
                    <a:pt x="61188" y="280263"/>
                  </a:lnTo>
                  <a:lnTo>
                    <a:pt x="59766" y="287807"/>
                  </a:lnTo>
                  <a:lnTo>
                    <a:pt x="61493" y="295363"/>
                  </a:lnTo>
                  <a:lnTo>
                    <a:pt x="65633" y="301625"/>
                  </a:lnTo>
                  <a:lnTo>
                    <a:pt x="71755" y="305879"/>
                  </a:lnTo>
                  <a:lnTo>
                    <a:pt x="79400" y="307441"/>
                  </a:lnTo>
                  <a:lnTo>
                    <a:pt x="86868" y="305866"/>
                  </a:lnTo>
                  <a:lnTo>
                    <a:pt x="93243" y="301599"/>
                  </a:lnTo>
                  <a:lnTo>
                    <a:pt x="97612" y="295351"/>
                  </a:lnTo>
                  <a:lnTo>
                    <a:pt x="99034" y="287807"/>
                  </a:lnTo>
                  <a:close/>
                </a:path>
                <a:path w="596900" h="367664">
                  <a:moveTo>
                    <a:pt x="410679" y="257429"/>
                  </a:moveTo>
                  <a:lnTo>
                    <a:pt x="371411" y="257429"/>
                  </a:lnTo>
                  <a:lnTo>
                    <a:pt x="371411" y="293687"/>
                  </a:lnTo>
                  <a:lnTo>
                    <a:pt x="410679" y="293687"/>
                  </a:lnTo>
                  <a:lnTo>
                    <a:pt x="410679" y="257429"/>
                  </a:lnTo>
                  <a:close/>
                </a:path>
                <a:path w="596900" h="367664">
                  <a:moveTo>
                    <a:pt x="410679" y="129235"/>
                  </a:moveTo>
                  <a:lnTo>
                    <a:pt x="371411" y="129235"/>
                  </a:lnTo>
                  <a:lnTo>
                    <a:pt x="371411" y="228803"/>
                  </a:lnTo>
                  <a:lnTo>
                    <a:pt x="410679" y="228803"/>
                  </a:lnTo>
                  <a:lnTo>
                    <a:pt x="410679" y="129235"/>
                  </a:lnTo>
                  <a:close/>
                </a:path>
                <a:path w="596900" h="367664">
                  <a:moveTo>
                    <a:pt x="596531" y="324065"/>
                  </a:moveTo>
                  <a:lnTo>
                    <a:pt x="595058" y="312978"/>
                  </a:lnTo>
                  <a:lnTo>
                    <a:pt x="590638" y="302374"/>
                  </a:lnTo>
                  <a:lnTo>
                    <a:pt x="557618" y="245186"/>
                  </a:lnTo>
                  <a:lnTo>
                    <a:pt x="557618" y="323697"/>
                  </a:lnTo>
                  <a:lnTo>
                    <a:pt x="557174" y="325170"/>
                  </a:lnTo>
                  <a:lnTo>
                    <a:pt x="556094" y="327037"/>
                  </a:lnTo>
                  <a:lnTo>
                    <a:pt x="555040" y="328155"/>
                  </a:lnTo>
                  <a:lnTo>
                    <a:pt x="227025" y="328155"/>
                  </a:lnTo>
                  <a:lnTo>
                    <a:pt x="225971" y="327037"/>
                  </a:lnTo>
                  <a:lnTo>
                    <a:pt x="224891" y="325170"/>
                  </a:lnTo>
                  <a:lnTo>
                    <a:pt x="224561" y="324065"/>
                  </a:lnTo>
                  <a:lnTo>
                    <a:pt x="224447" y="323697"/>
                  </a:lnTo>
                  <a:lnTo>
                    <a:pt x="388467" y="39624"/>
                  </a:lnTo>
                  <a:lnTo>
                    <a:pt x="389953" y="39268"/>
                  </a:lnTo>
                  <a:lnTo>
                    <a:pt x="392112" y="39268"/>
                  </a:lnTo>
                  <a:lnTo>
                    <a:pt x="393598" y="39624"/>
                  </a:lnTo>
                  <a:lnTo>
                    <a:pt x="557618" y="323697"/>
                  </a:lnTo>
                  <a:lnTo>
                    <a:pt x="557618" y="245186"/>
                  </a:lnTo>
                  <a:lnTo>
                    <a:pt x="438746" y="39268"/>
                  </a:lnTo>
                  <a:lnTo>
                    <a:pt x="412750" y="5753"/>
                  </a:lnTo>
                  <a:lnTo>
                    <a:pt x="391033" y="0"/>
                  </a:lnTo>
                  <a:lnTo>
                    <a:pt x="379653" y="1485"/>
                  </a:lnTo>
                  <a:lnTo>
                    <a:pt x="369316" y="5753"/>
                  </a:lnTo>
                  <a:lnTo>
                    <a:pt x="360451" y="12573"/>
                  </a:lnTo>
                  <a:lnTo>
                    <a:pt x="353479" y="21678"/>
                  </a:lnTo>
                  <a:lnTo>
                    <a:pt x="249212" y="202247"/>
                  </a:lnTo>
                  <a:lnTo>
                    <a:pt x="111277" y="202247"/>
                  </a:lnTo>
                  <a:lnTo>
                    <a:pt x="111277" y="101917"/>
                  </a:lnTo>
                  <a:lnTo>
                    <a:pt x="72009" y="101917"/>
                  </a:lnTo>
                  <a:lnTo>
                    <a:pt x="72009" y="202247"/>
                  </a:lnTo>
                  <a:lnTo>
                    <a:pt x="72009" y="241617"/>
                  </a:lnTo>
                  <a:lnTo>
                    <a:pt x="226491" y="241617"/>
                  </a:lnTo>
                  <a:lnTo>
                    <a:pt x="191414" y="302374"/>
                  </a:lnTo>
                  <a:lnTo>
                    <a:pt x="187007" y="312978"/>
                  </a:lnTo>
                  <a:lnTo>
                    <a:pt x="185585" y="323697"/>
                  </a:lnTo>
                  <a:lnTo>
                    <a:pt x="185547" y="324065"/>
                  </a:lnTo>
                  <a:lnTo>
                    <a:pt x="187020" y="335153"/>
                  </a:lnTo>
                  <a:lnTo>
                    <a:pt x="217589" y="365950"/>
                  </a:lnTo>
                  <a:lnTo>
                    <a:pt x="228968" y="367423"/>
                  </a:lnTo>
                  <a:lnTo>
                    <a:pt x="553097" y="367423"/>
                  </a:lnTo>
                  <a:lnTo>
                    <a:pt x="590638" y="345744"/>
                  </a:lnTo>
                  <a:lnTo>
                    <a:pt x="595985" y="328155"/>
                  </a:lnTo>
                  <a:lnTo>
                    <a:pt x="596531" y="3240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9" name="object 37">
            <a:extLst>
              <a:ext uri="{FF2B5EF4-FFF2-40B4-BE49-F238E27FC236}">
                <a16:creationId xmlns="" xmlns:a16="http://schemas.microsoft.com/office/drawing/2014/main" id="{727348F3-FEB6-4F96-A23A-F3AC696E56B6}"/>
              </a:ext>
            </a:extLst>
          </p:cNvPr>
          <p:cNvGrpSpPr>
            <a:grpSpLocks/>
          </p:cNvGrpSpPr>
          <p:nvPr/>
        </p:nvGrpSpPr>
        <p:grpSpPr bwMode="auto">
          <a:xfrm>
            <a:off x="12011025" y="2819400"/>
            <a:ext cx="1662113" cy="1619250"/>
            <a:chOff x="6804952" y="2073097"/>
            <a:chExt cx="1189990" cy="1189990"/>
          </a:xfrm>
        </p:grpSpPr>
        <p:pic>
          <p:nvPicPr>
            <p:cNvPr id="12322" name="object 38">
              <a:extLst>
                <a:ext uri="{FF2B5EF4-FFF2-40B4-BE49-F238E27FC236}">
                  <a16:creationId xmlns="" xmlns:a16="http://schemas.microsoft.com/office/drawing/2014/main" id="{68922E79-3851-4817-B7F2-B75F72B4F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95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3" name="object 39">
              <a:extLst>
                <a:ext uri="{FF2B5EF4-FFF2-40B4-BE49-F238E27FC236}">
                  <a16:creationId xmlns="" xmlns:a16="http://schemas.microsoft.com/office/drawing/2014/main" id="{4954C92B-FD61-49EF-8513-075635E0B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2415" y="2460561"/>
              <a:ext cx="415290" cy="415290"/>
            </a:xfrm>
            <a:custGeom>
              <a:avLst/>
              <a:gdLst>
                <a:gd name="T0" fmla="*/ 143497 w 415290"/>
                <a:gd name="T1" fmla="*/ 360636 h 415289"/>
                <a:gd name="T2" fmla="*/ 269684 w 415290"/>
                <a:gd name="T3" fmla="*/ 414903 h 415289"/>
                <a:gd name="T4" fmla="*/ 186702 w 415290"/>
                <a:gd name="T5" fmla="*/ 360267 h 415289"/>
                <a:gd name="T6" fmla="*/ 54635 w 415290"/>
                <a:gd name="T7" fmla="*/ 142646 h 415289"/>
                <a:gd name="T8" fmla="*/ 0 w 415290"/>
                <a:gd name="T9" fmla="*/ 145211 h 415289"/>
                <a:gd name="T10" fmla="*/ 54635 w 415290"/>
                <a:gd name="T11" fmla="*/ 272256 h 415289"/>
                <a:gd name="T12" fmla="*/ 142646 w 415290"/>
                <a:gd name="T13" fmla="*/ 360267 h 415289"/>
                <a:gd name="T14" fmla="*/ 104762 w 415290"/>
                <a:gd name="T15" fmla="*/ 339477 h 415289"/>
                <a:gd name="T16" fmla="*/ 97929 w 415290"/>
                <a:gd name="T17" fmla="*/ 266656 h 415289"/>
                <a:gd name="T18" fmla="*/ 41490 w 415290"/>
                <a:gd name="T19" fmla="*/ 186702 h 415289"/>
                <a:gd name="T20" fmla="*/ 105288 w 415290"/>
                <a:gd name="T21" fmla="*/ 134645 h 415289"/>
                <a:gd name="T22" fmla="*/ 186702 w 415290"/>
                <a:gd name="T23" fmla="*/ 75425 h 415289"/>
                <a:gd name="T24" fmla="*/ 104762 w 415290"/>
                <a:gd name="T25" fmla="*/ 16751 h 415289"/>
                <a:gd name="T26" fmla="*/ 310134 w 415290"/>
                <a:gd name="T27" fmla="*/ 398151 h 415289"/>
                <a:gd name="T28" fmla="*/ 243014 w 415290"/>
                <a:gd name="T29" fmla="*/ 326765 h 415289"/>
                <a:gd name="T30" fmla="*/ 269684 w 415290"/>
                <a:gd name="T31" fmla="*/ 373412 h 415289"/>
                <a:gd name="T32" fmla="*/ 272249 w 415290"/>
                <a:gd name="T33" fmla="*/ 360267 h 415289"/>
                <a:gd name="T34" fmla="*/ 310134 w 415290"/>
                <a:gd name="T35" fmla="*/ 339477 h 415289"/>
                <a:gd name="T36" fmla="*/ 104762 w 415290"/>
                <a:gd name="T37" fmla="*/ 339477 h 415289"/>
                <a:gd name="T38" fmla="*/ 171881 w 415290"/>
                <a:gd name="T39" fmla="*/ 326765 h 415289"/>
                <a:gd name="T40" fmla="*/ 153946 w 415290"/>
                <a:gd name="T41" fmla="*/ 319869 h 415289"/>
                <a:gd name="T42" fmla="*/ 368808 w 415290"/>
                <a:gd name="T43" fmla="*/ 75425 h 415289"/>
                <a:gd name="T44" fmla="*/ 309600 w 415290"/>
                <a:gd name="T45" fmla="*/ 134645 h 415289"/>
                <a:gd name="T46" fmla="*/ 373405 w 415290"/>
                <a:gd name="T47" fmla="*/ 186702 h 415289"/>
                <a:gd name="T48" fmla="*/ 326758 w 415290"/>
                <a:gd name="T49" fmla="*/ 243021 h 415289"/>
                <a:gd name="T50" fmla="*/ 310134 w 415290"/>
                <a:gd name="T51" fmla="*/ 339477 h 415289"/>
                <a:gd name="T52" fmla="*/ 360260 w 415290"/>
                <a:gd name="T53" fmla="*/ 272256 h 415289"/>
                <a:gd name="T54" fmla="*/ 414896 w 415290"/>
                <a:gd name="T55" fmla="*/ 269691 h 415289"/>
                <a:gd name="T56" fmla="*/ 360984 w 415290"/>
                <a:gd name="T57" fmla="*/ 144348 h 415289"/>
                <a:gd name="T58" fmla="*/ 368808 w 415290"/>
                <a:gd name="T59" fmla="*/ 75425 h 415289"/>
                <a:gd name="T60" fmla="*/ 134645 w 415290"/>
                <a:gd name="T61" fmla="*/ 105295 h 415289"/>
                <a:gd name="T62" fmla="*/ 159792 w 415290"/>
                <a:gd name="T63" fmla="*/ 92429 h 415289"/>
                <a:gd name="T64" fmla="*/ 186702 w 415290"/>
                <a:gd name="T65" fmla="*/ 83731 h 415289"/>
                <a:gd name="T66" fmla="*/ 228193 w 415290"/>
                <a:gd name="T67" fmla="*/ 41490 h 415289"/>
                <a:gd name="T68" fmla="*/ 249116 w 415290"/>
                <a:gd name="T69" fmla="*/ 90126 h 415289"/>
                <a:gd name="T70" fmla="*/ 266649 w 415290"/>
                <a:gd name="T71" fmla="*/ 97929 h 415289"/>
                <a:gd name="T72" fmla="*/ 368808 w 415290"/>
                <a:gd name="T73" fmla="*/ 75425 h 415289"/>
                <a:gd name="T74" fmla="*/ 271399 w 415290"/>
                <a:gd name="T75" fmla="*/ 54267 h 415289"/>
                <a:gd name="T76" fmla="*/ 269684 w 415290"/>
                <a:gd name="T77" fmla="*/ 0 h 415289"/>
                <a:gd name="T78" fmla="*/ 142646 w 415290"/>
                <a:gd name="T79" fmla="*/ 54635 h 415289"/>
                <a:gd name="T80" fmla="*/ 269684 w 415290"/>
                <a:gd name="T81" fmla="*/ 41490 h 415289"/>
                <a:gd name="T82" fmla="*/ 272249 w 415290"/>
                <a:gd name="T83" fmla="*/ 54635 h 415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15290" h="415289">
                  <a:moveTo>
                    <a:pt x="186702" y="360260"/>
                  </a:moveTo>
                  <a:lnTo>
                    <a:pt x="142646" y="360260"/>
                  </a:lnTo>
                  <a:lnTo>
                    <a:pt x="143497" y="360629"/>
                  </a:lnTo>
                  <a:lnTo>
                    <a:pt x="145211" y="361327"/>
                  </a:lnTo>
                  <a:lnTo>
                    <a:pt x="145211" y="414896"/>
                  </a:lnTo>
                  <a:lnTo>
                    <a:pt x="269684" y="414896"/>
                  </a:lnTo>
                  <a:lnTo>
                    <a:pt x="269684" y="373405"/>
                  </a:lnTo>
                  <a:lnTo>
                    <a:pt x="186702" y="373405"/>
                  </a:lnTo>
                  <a:lnTo>
                    <a:pt x="186702" y="360260"/>
                  </a:lnTo>
                  <a:close/>
                </a:path>
                <a:path w="415290" h="415289">
                  <a:moveTo>
                    <a:pt x="104762" y="16751"/>
                  </a:moveTo>
                  <a:lnTo>
                    <a:pt x="16751" y="104762"/>
                  </a:lnTo>
                  <a:lnTo>
                    <a:pt x="54635" y="142646"/>
                  </a:lnTo>
                  <a:lnTo>
                    <a:pt x="54267" y="143497"/>
                  </a:lnTo>
                  <a:lnTo>
                    <a:pt x="53568" y="145211"/>
                  </a:lnTo>
                  <a:lnTo>
                    <a:pt x="0" y="145211"/>
                  </a:lnTo>
                  <a:lnTo>
                    <a:pt x="0" y="269684"/>
                  </a:lnTo>
                  <a:lnTo>
                    <a:pt x="53568" y="269684"/>
                  </a:lnTo>
                  <a:lnTo>
                    <a:pt x="54635" y="272249"/>
                  </a:lnTo>
                  <a:lnTo>
                    <a:pt x="16751" y="310133"/>
                  </a:lnTo>
                  <a:lnTo>
                    <a:pt x="104762" y="398144"/>
                  </a:lnTo>
                  <a:lnTo>
                    <a:pt x="142646" y="360260"/>
                  </a:lnTo>
                  <a:lnTo>
                    <a:pt x="186702" y="360260"/>
                  </a:lnTo>
                  <a:lnTo>
                    <a:pt x="186702" y="339470"/>
                  </a:lnTo>
                  <a:lnTo>
                    <a:pt x="104762" y="339470"/>
                  </a:lnTo>
                  <a:lnTo>
                    <a:pt x="75425" y="310133"/>
                  </a:lnTo>
                  <a:lnTo>
                    <a:pt x="105295" y="280250"/>
                  </a:lnTo>
                  <a:lnTo>
                    <a:pt x="97929" y="266649"/>
                  </a:lnTo>
                  <a:lnTo>
                    <a:pt x="83731" y="228193"/>
                  </a:lnTo>
                  <a:lnTo>
                    <a:pt x="41490" y="228193"/>
                  </a:lnTo>
                  <a:lnTo>
                    <a:pt x="41490" y="186702"/>
                  </a:lnTo>
                  <a:lnTo>
                    <a:pt x="83731" y="186702"/>
                  </a:lnTo>
                  <a:lnTo>
                    <a:pt x="88134" y="171881"/>
                  </a:lnTo>
                  <a:lnTo>
                    <a:pt x="105288" y="134645"/>
                  </a:lnTo>
                  <a:lnTo>
                    <a:pt x="75425" y="104762"/>
                  </a:lnTo>
                  <a:lnTo>
                    <a:pt x="104762" y="75425"/>
                  </a:lnTo>
                  <a:lnTo>
                    <a:pt x="186702" y="75425"/>
                  </a:lnTo>
                  <a:lnTo>
                    <a:pt x="186702" y="54635"/>
                  </a:lnTo>
                  <a:lnTo>
                    <a:pt x="142646" y="54635"/>
                  </a:lnTo>
                  <a:lnTo>
                    <a:pt x="104762" y="16751"/>
                  </a:lnTo>
                  <a:close/>
                </a:path>
                <a:path w="415290" h="415289">
                  <a:moveTo>
                    <a:pt x="348018" y="360260"/>
                  </a:moveTo>
                  <a:lnTo>
                    <a:pt x="272249" y="360260"/>
                  </a:lnTo>
                  <a:lnTo>
                    <a:pt x="310134" y="398144"/>
                  </a:lnTo>
                  <a:lnTo>
                    <a:pt x="348018" y="360260"/>
                  </a:lnTo>
                  <a:close/>
                </a:path>
                <a:path w="415290" h="415289">
                  <a:moveTo>
                    <a:pt x="280250" y="309587"/>
                  </a:moveTo>
                  <a:lnTo>
                    <a:pt x="243014" y="326758"/>
                  </a:lnTo>
                  <a:lnTo>
                    <a:pt x="228193" y="331165"/>
                  </a:lnTo>
                  <a:lnTo>
                    <a:pt x="228193" y="373405"/>
                  </a:lnTo>
                  <a:lnTo>
                    <a:pt x="269684" y="373405"/>
                  </a:lnTo>
                  <a:lnTo>
                    <a:pt x="269684" y="361327"/>
                  </a:lnTo>
                  <a:lnTo>
                    <a:pt x="270548" y="360984"/>
                  </a:lnTo>
                  <a:lnTo>
                    <a:pt x="272249" y="360260"/>
                  </a:lnTo>
                  <a:lnTo>
                    <a:pt x="348018" y="360260"/>
                  </a:lnTo>
                  <a:lnTo>
                    <a:pt x="368808" y="339470"/>
                  </a:lnTo>
                  <a:lnTo>
                    <a:pt x="310134" y="339470"/>
                  </a:lnTo>
                  <a:lnTo>
                    <a:pt x="280250" y="309587"/>
                  </a:lnTo>
                  <a:close/>
                </a:path>
                <a:path w="415290" h="415289">
                  <a:moveTo>
                    <a:pt x="134645" y="309587"/>
                  </a:moveTo>
                  <a:lnTo>
                    <a:pt x="104762" y="339470"/>
                  </a:lnTo>
                  <a:lnTo>
                    <a:pt x="186702" y="339470"/>
                  </a:lnTo>
                  <a:lnTo>
                    <a:pt x="186702" y="331165"/>
                  </a:lnTo>
                  <a:lnTo>
                    <a:pt x="171881" y="326758"/>
                  </a:lnTo>
                  <a:lnTo>
                    <a:pt x="165796" y="324769"/>
                  </a:lnTo>
                  <a:lnTo>
                    <a:pt x="159805" y="322467"/>
                  </a:lnTo>
                  <a:lnTo>
                    <a:pt x="153946" y="319862"/>
                  </a:lnTo>
                  <a:lnTo>
                    <a:pt x="148247" y="316966"/>
                  </a:lnTo>
                  <a:lnTo>
                    <a:pt x="134645" y="309587"/>
                  </a:lnTo>
                  <a:close/>
                </a:path>
                <a:path w="415290" h="415289">
                  <a:moveTo>
                    <a:pt x="368808" y="75425"/>
                  </a:moveTo>
                  <a:lnTo>
                    <a:pt x="310134" y="75425"/>
                  </a:lnTo>
                  <a:lnTo>
                    <a:pt x="339471" y="104762"/>
                  </a:lnTo>
                  <a:lnTo>
                    <a:pt x="309600" y="134645"/>
                  </a:lnTo>
                  <a:lnTo>
                    <a:pt x="326758" y="171881"/>
                  </a:lnTo>
                  <a:lnTo>
                    <a:pt x="331165" y="186702"/>
                  </a:lnTo>
                  <a:lnTo>
                    <a:pt x="373405" y="186702"/>
                  </a:lnTo>
                  <a:lnTo>
                    <a:pt x="373405" y="228193"/>
                  </a:lnTo>
                  <a:lnTo>
                    <a:pt x="331177" y="228193"/>
                  </a:lnTo>
                  <a:lnTo>
                    <a:pt x="326758" y="243014"/>
                  </a:lnTo>
                  <a:lnTo>
                    <a:pt x="309600" y="280250"/>
                  </a:lnTo>
                  <a:lnTo>
                    <a:pt x="339471" y="310133"/>
                  </a:lnTo>
                  <a:lnTo>
                    <a:pt x="310134" y="339470"/>
                  </a:lnTo>
                  <a:lnTo>
                    <a:pt x="368808" y="339470"/>
                  </a:lnTo>
                  <a:lnTo>
                    <a:pt x="398145" y="310133"/>
                  </a:lnTo>
                  <a:lnTo>
                    <a:pt x="360260" y="272249"/>
                  </a:lnTo>
                  <a:lnTo>
                    <a:pt x="360629" y="271398"/>
                  </a:lnTo>
                  <a:lnTo>
                    <a:pt x="361327" y="269684"/>
                  </a:lnTo>
                  <a:lnTo>
                    <a:pt x="414896" y="269684"/>
                  </a:lnTo>
                  <a:lnTo>
                    <a:pt x="414896" y="145211"/>
                  </a:lnTo>
                  <a:lnTo>
                    <a:pt x="361327" y="145211"/>
                  </a:lnTo>
                  <a:lnTo>
                    <a:pt x="360984" y="144348"/>
                  </a:lnTo>
                  <a:lnTo>
                    <a:pt x="360260" y="142646"/>
                  </a:lnTo>
                  <a:lnTo>
                    <a:pt x="398145" y="104762"/>
                  </a:lnTo>
                  <a:lnTo>
                    <a:pt x="368808" y="75425"/>
                  </a:lnTo>
                  <a:close/>
                </a:path>
                <a:path w="415290" h="415289">
                  <a:moveTo>
                    <a:pt x="186702" y="75425"/>
                  </a:moveTo>
                  <a:lnTo>
                    <a:pt x="104762" y="75425"/>
                  </a:lnTo>
                  <a:lnTo>
                    <a:pt x="134645" y="105295"/>
                  </a:lnTo>
                  <a:lnTo>
                    <a:pt x="148247" y="97929"/>
                  </a:lnTo>
                  <a:lnTo>
                    <a:pt x="153942" y="95033"/>
                  </a:lnTo>
                  <a:lnTo>
                    <a:pt x="159792" y="92429"/>
                  </a:lnTo>
                  <a:lnTo>
                    <a:pt x="165779" y="90126"/>
                  </a:lnTo>
                  <a:lnTo>
                    <a:pt x="171881" y="88137"/>
                  </a:lnTo>
                  <a:lnTo>
                    <a:pt x="186702" y="83731"/>
                  </a:lnTo>
                  <a:lnTo>
                    <a:pt x="186702" y="75425"/>
                  </a:lnTo>
                  <a:close/>
                </a:path>
                <a:path w="415290" h="415289">
                  <a:moveTo>
                    <a:pt x="269684" y="41490"/>
                  </a:moveTo>
                  <a:lnTo>
                    <a:pt x="228193" y="41490"/>
                  </a:lnTo>
                  <a:lnTo>
                    <a:pt x="228193" y="83731"/>
                  </a:lnTo>
                  <a:lnTo>
                    <a:pt x="243014" y="88137"/>
                  </a:lnTo>
                  <a:lnTo>
                    <a:pt x="249116" y="90126"/>
                  </a:lnTo>
                  <a:lnTo>
                    <a:pt x="255103" y="92429"/>
                  </a:lnTo>
                  <a:lnTo>
                    <a:pt x="260954" y="95033"/>
                  </a:lnTo>
                  <a:lnTo>
                    <a:pt x="266649" y="97929"/>
                  </a:lnTo>
                  <a:lnTo>
                    <a:pt x="280250" y="105295"/>
                  </a:lnTo>
                  <a:lnTo>
                    <a:pt x="310134" y="75425"/>
                  </a:lnTo>
                  <a:lnTo>
                    <a:pt x="368808" y="75425"/>
                  </a:lnTo>
                  <a:lnTo>
                    <a:pt x="348018" y="54635"/>
                  </a:lnTo>
                  <a:lnTo>
                    <a:pt x="272249" y="54635"/>
                  </a:lnTo>
                  <a:lnTo>
                    <a:pt x="271399" y="54267"/>
                  </a:lnTo>
                  <a:lnTo>
                    <a:pt x="269684" y="53568"/>
                  </a:lnTo>
                  <a:lnTo>
                    <a:pt x="269684" y="41490"/>
                  </a:lnTo>
                  <a:close/>
                </a:path>
                <a:path w="415290" h="415289">
                  <a:moveTo>
                    <a:pt x="269684" y="0"/>
                  </a:moveTo>
                  <a:lnTo>
                    <a:pt x="145211" y="0"/>
                  </a:lnTo>
                  <a:lnTo>
                    <a:pt x="145211" y="53568"/>
                  </a:lnTo>
                  <a:lnTo>
                    <a:pt x="142646" y="54635"/>
                  </a:lnTo>
                  <a:lnTo>
                    <a:pt x="186702" y="54635"/>
                  </a:lnTo>
                  <a:lnTo>
                    <a:pt x="186702" y="41490"/>
                  </a:lnTo>
                  <a:lnTo>
                    <a:pt x="269684" y="41490"/>
                  </a:lnTo>
                  <a:lnTo>
                    <a:pt x="269684" y="0"/>
                  </a:lnTo>
                  <a:close/>
                </a:path>
                <a:path w="415290" h="415289">
                  <a:moveTo>
                    <a:pt x="310134" y="16751"/>
                  </a:moveTo>
                  <a:lnTo>
                    <a:pt x="272249" y="54635"/>
                  </a:lnTo>
                  <a:lnTo>
                    <a:pt x="348018" y="54635"/>
                  </a:lnTo>
                  <a:lnTo>
                    <a:pt x="310134" y="16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4" name="object 40">
              <a:extLst>
                <a:ext uri="{FF2B5EF4-FFF2-40B4-BE49-F238E27FC236}">
                  <a16:creationId xmlns="" xmlns:a16="http://schemas.microsoft.com/office/drawing/2014/main" id="{873FE84B-0AA1-46D4-8F2D-EB2F96C7F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881" y="2585027"/>
              <a:ext cx="165963" cy="16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5" name="object 41">
              <a:extLst>
                <a:ext uri="{FF2B5EF4-FFF2-40B4-BE49-F238E27FC236}">
                  <a16:creationId xmlns="" xmlns:a16="http://schemas.microsoft.com/office/drawing/2014/main" id="{0586A12F-886C-4AA1-BBB8-5371696BB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7196" y="2315347"/>
              <a:ext cx="705485" cy="705485"/>
            </a:xfrm>
            <a:custGeom>
              <a:avLst/>
              <a:gdLst>
                <a:gd name="T0" fmla="*/ 306112 w 705484"/>
                <a:gd name="T1" fmla="*/ 3026 h 705485"/>
                <a:gd name="T2" fmla="*/ 217635 w 705484"/>
                <a:gd name="T3" fmla="*/ 26669 h 705485"/>
                <a:gd name="T4" fmla="*/ 138356 w 705484"/>
                <a:gd name="T5" fmla="*/ 72513 h 705485"/>
                <a:gd name="T6" fmla="*/ 72520 w 705484"/>
                <a:gd name="T7" fmla="*/ 138348 h 705485"/>
                <a:gd name="T8" fmla="*/ 26671 w 705484"/>
                <a:gd name="T9" fmla="*/ 217628 h 705485"/>
                <a:gd name="T10" fmla="*/ 3026 w 705484"/>
                <a:gd name="T11" fmla="*/ 306108 h 705485"/>
                <a:gd name="T12" fmla="*/ 2985 w 705484"/>
                <a:gd name="T13" fmla="*/ 398586 h 705485"/>
                <a:gd name="T14" fmla="*/ 26671 w 705484"/>
                <a:gd name="T15" fmla="*/ 487692 h 705485"/>
                <a:gd name="T16" fmla="*/ 72520 w 705484"/>
                <a:gd name="T17" fmla="*/ 566971 h 705485"/>
                <a:gd name="T18" fmla="*/ 138356 w 705484"/>
                <a:gd name="T19" fmla="*/ 632810 h 705485"/>
                <a:gd name="T20" fmla="*/ 217635 w 705484"/>
                <a:gd name="T21" fmla="*/ 678654 h 705485"/>
                <a:gd name="T22" fmla="*/ 306112 w 705484"/>
                <a:gd name="T23" fmla="*/ 702294 h 705485"/>
                <a:gd name="T24" fmla="*/ 399226 w 705484"/>
                <a:gd name="T25" fmla="*/ 702294 h 705485"/>
                <a:gd name="T26" fmla="*/ 487704 w 705484"/>
                <a:gd name="T27" fmla="*/ 678654 h 705485"/>
                <a:gd name="T28" fmla="*/ 352666 w 705484"/>
                <a:gd name="T29" fmla="*/ 663829 h 705485"/>
                <a:gd name="T30" fmla="*/ 262897 w 705484"/>
                <a:gd name="T31" fmla="*/ 650632 h 705485"/>
                <a:gd name="T32" fmla="*/ 183351 w 705484"/>
                <a:gd name="T33" fmla="*/ 613629 h 705485"/>
                <a:gd name="T34" fmla="*/ 117911 w 705484"/>
                <a:gd name="T35" fmla="*/ 556700 h 705485"/>
                <a:gd name="T36" fmla="*/ 70457 w 705484"/>
                <a:gd name="T37" fmla="*/ 483726 h 705485"/>
                <a:gd name="T38" fmla="*/ 44871 w 705484"/>
                <a:gd name="T39" fmla="*/ 398586 h 705485"/>
                <a:gd name="T40" fmla="*/ 44871 w 705484"/>
                <a:gd name="T41" fmla="*/ 306743 h 705485"/>
                <a:gd name="T42" fmla="*/ 70457 w 705484"/>
                <a:gd name="T43" fmla="*/ 221598 h 705485"/>
                <a:gd name="T44" fmla="*/ 117911 w 705484"/>
                <a:gd name="T45" fmla="*/ 148621 h 705485"/>
                <a:gd name="T46" fmla="*/ 183351 w 705484"/>
                <a:gd name="T47" fmla="*/ 91690 h 705485"/>
                <a:gd name="T48" fmla="*/ 262897 w 705484"/>
                <a:gd name="T49" fmla="*/ 54687 h 705485"/>
                <a:gd name="T50" fmla="*/ 352666 w 705484"/>
                <a:gd name="T51" fmla="*/ 41490 h 705485"/>
                <a:gd name="T52" fmla="*/ 487704 w 705484"/>
                <a:gd name="T53" fmla="*/ 26669 h 705485"/>
                <a:gd name="T54" fmla="*/ 399226 w 705484"/>
                <a:gd name="T55" fmla="*/ 3026 h 705485"/>
                <a:gd name="T56" fmla="*/ 517737 w 705484"/>
                <a:gd name="T57" fmla="*/ 41490 h 705485"/>
                <a:gd name="T58" fmla="*/ 398593 w 705484"/>
                <a:gd name="T59" fmla="*/ 44870 h 705485"/>
                <a:gd name="T60" fmla="*/ 483735 w 705484"/>
                <a:gd name="T61" fmla="*/ 70455 h 705485"/>
                <a:gd name="T62" fmla="*/ 556713 w 705484"/>
                <a:gd name="T63" fmla="*/ 117907 h 705485"/>
                <a:gd name="T64" fmla="*/ 613645 w 705484"/>
                <a:gd name="T65" fmla="*/ 183346 h 705485"/>
                <a:gd name="T66" fmla="*/ 650651 w 705484"/>
                <a:gd name="T67" fmla="*/ 262892 h 705485"/>
                <a:gd name="T68" fmla="*/ 663848 w 705484"/>
                <a:gd name="T69" fmla="*/ 352666 h 705485"/>
                <a:gd name="T70" fmla="*/ 650651 w 705484"/>
                <a:gd name="T71" fmla="*/ 442434 h 705485"/>
                <a:gd name="T72" fmla="*/ 613645 w 705484"/>
                <a:gd name="T73" fmla="*/ 521976 h 705485"/>
                <a:gd name="T74" fmla="*/ 556713 w 705484"/>
                <a:gd name="T75" fmla="*/ 587413 h 705485"/>
                <a:gd name="T76" fmla="*/ 483735 w 705484"/>
                <a:gd name="T77" fmla="*/ 634864 h 705485"/>
                <a:gd name="T78" fmla="*/ 398593 w 705484"/>
                <a:gd name="T79" fmla="*/ 660449 h 705485"/>
                <a:gd name="T80" fmla="*/ 517748 w 705484"/>
                <a:gd name="T81" fmla="*/ 663829 h 705485"/>
                <a:gd name="T82" fmla="*/ 602037 w 705484"/>
                <a:gd name="T83" fmla="*/ 602030 h 705485"/>
                <a:gd name="T84" fmla="*/ 658424 w 705484"/>
                <a:gd name="T85" fmla="*/ 528708 h 705485"/>
                <a:gd name="T86" fmla="*/ 693360 w 705484"/>
                <a:gd name="T87" fmla="*/ 444378 h 705485"/>
                <a:gd name="T88" fmla="*/ 705339 w 705484"/>
                <a:gd name="T89" fmla="*/ 352666 h 705485"/>
                <a:gd name="T90" fmla="*/ 702313 w 705484"/>
                <a:gd name="T91" fmla="*/ 306108 h 705485"/>
                <a:gd name="T92" fmla="*/ 678668 w 705484"/>
                <a:gd name="T93" fmla="*/ 217628 h 705485"/>
                <a:gd name="T94" fmla="*/ 632818 w 705484"/>
                <a:gd name="T95" fmla="*/ 138348 h 705485"/>
                <a:gd name="T96" fmla="*/ 566983 w 705484"/>
                <a:gd name="T97" fmla="*/ 72513 h 705485"/>
                <a:gd name="T98" fmla="*/ 517737 w 705484"/>
                <a:gd name="T99" fmla="*/ 41490 h 70548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05484" h="705485">
                  <a:moveTo>
                    <a:pt x="352666" y="0"/>
                  </a:moveTo>
                  <a:lnTo>
                    <a:pt x="306112" y="3026"/>
                  </a:lnTo>
                  <a:lnTo>
                    <a:pt x="260951" y="11978"/>
                  </a:lnTo>
                  <a:lnTo>
                    <a:pt x="217635" y="26669"/>
                  </a:lnTo>
                  <a:lnTo>
                    <a:pt x="176618" y="46910"/>
                  </a:lnTo>
                  <a:lnTo>
                    <a:pt x="138356" y="72513"/>
                  </a:lnTo>
                  <a:lnTo>
                    <a:pt x="103301" y="103289"/>
                  </a:lnTo>
                  <a:lnTo>
                    <a:pt x="72520" y="138348"/>
                  </a:lnTo>
                  <a:lnTo>
                    <a:pt x="46914" y="176612"/>
                  </a:lnTo>
                  <a:lnTo>
                    <a:pt x="26671" y="217628"/>
                  </a:lnTo>
                  <a:lnTo>
                    <a:pt x="11979" y="260945"/>
                  </a:lnTo>
                  <a:lnTo>
                    <a:pt x="3026" y="306108"/>
                  </a:lnTo>
                  <a:lnTo>
                    <a:pt x="0" y="352666"/>
                  </a:lnTo>
                  <a:lnTo>
                    <a:pt x="2985" y="398586"/>
                  </a:lnTo>
                  <a:lnTo>
                    <a:pt x="11979" y="444378"/>
                  </a:lnTo>
                  <a:lnTo>
                    <a:pt x="26671" y="487692"/>
                  </a:lnTo>
                  <a:lnTo>
                    <a:pt x="46914" y="528708"/>
                  </a:lnTo>
                  <a:lnTo>
                    <a:pt x="72520" y="566971"/>
                  </a:lnTo>
                  <a:lnTo>
                    <a:pt x="103301" y="602030"/>
                  </a:lnTo>
                  <a:lnTo>
                    <a:pt x="138356" y="632810"/>
                  </a:lnTo>
                  <a:lnTo>
                    <a:pt x="176618" y="658414"/>
                  </a:lnTo>
                  <a:lnTo>
                    <a:pt x="217635" y="678654"/>
                  </a:lnTo>
                  <a:lnTo>
                    <a:pt x="260951" y="693343"/>
                  </a:lnTo>
                  <a:lnTo>
                    <a:pt x="306112" y="702294"/>
                  </a:lnTo>
                  <a:lnTo>
                    <a:pt x="352666" y="705319"/>
                  </a:lnTo>
                  <a:lnTo>
                    <a:pt x="399219" y="702294"/>
                  </a:lnTo>
                  <a:lnTo>
                    <a:pt x="444381" y="693343"/>
                  </a:lnTo>
                  <a:lnTo>
                    <a:pt x="487697" y="678654"/>
                  </a:lnTo>
                  <a:lnTo>
                    <a:pt x="517741" y="663829"/>
                  </a:lnTo>
                  <a:lnTo>
                    <a:pt x="352666" y="663829"/>
                  </a:lnTo>
                  <a:lnTo>
                    <a:pt x="306746" y="660449"/>
                  </a:lnTo>
                  <a:lnTo>
                    <a:pt x="262897" y="650632"/>
                  </a:lnTo>
                  <a:lnTo>
                    <a:pt x="221603" y="634864"/>
                  </a:lnTo>
                  <a:lnTo>
                    <a:pt x="183351" y="613629"/>
                  </a:lnTo>
                  <a:lnTo>
                    <a:pt x="148626" y="587413"/>
                  </a:lnTo>
                  <a:lnTo>
                    <a:pt x="117911" y="556700"/>
                  </a:lnTo>
                  <a:lnTo>
                    <a:pt x="91693" y="521976"/>
                  </a:lnTo>
                  <a:lnTo>
                    <a:pt x="70457" y="483726"/>
                  </a:lnTo>
                  <a:lnTo>
                    <a:pt x="54688" y="442434"/>
                  </a:lnTo>
                  <a:lnTo>
                    <a:pt x="44871" y="398586"/>
                  </a:lnTo>
                  <a:lnTo>
                    <a:pt x="41490" y="352666"/>
                  </a:lnTo>
                  <a:lnTo>
                    <a:pt x="44871" y="306743"/>
                  </a:lnTo>
                  <a:lnTo>
                    <a:pt x="54688" y="262892"/>
                  </a:lnTo>
                  <a:lnTo>
                    <a:pt x="70457" y="221598"/>
                  </a:lnTo>
                  <a:lnTo>
                    <a:pt x="91693" y="183346"/>
                  </a:lnTo>
                  <a:lnTo>
                    <a:pt x="117911" y="148621"/>
                  </a:lnTo>
                  <a:lnTo>
                    <a:pt x="148626" y="117907"/>
                  </a:lnTo>
                  <a:lnTo>
                    <a:pt x="183351" y="91690"/>
                  </a:lnTo>
                  <a:lnTo>
                    <a:pt x="221603" y="70455"/>
                  </a:lnTo>
                  <a:lnTo>
                    <a:pt x="262897" y="54687"/>
                  </a:lnTo>
                  <a:lnTo>
                    <a:pt x="306746" y="44870"/>
                  </a:lnTo>
                  <a:lnTo>
                    <a:pt x="352666" y="41490"/>
                  </a:lnTo>
                  <a:lnTo>
                    <a:pt x="517730" y="41490"/>
                  </a:lnTo>
                  <a:lnTo>
                    <a:pt x="487697" y="26669"/>
                  </a:lnTo>
                  <a:lnTo>
                    <a:pt x="444381" y="11978"/>
                  </a:lnTo>
                  <a:lnTo>
                    <a:pt x="399219" y="3026"/>
                  </a:lnTo>
                  <a:lnTo>
                    <a:pt x="352666" y="0"/>
                  </a:lnTo>
                  <a:close/>
                </a:path>
                <a:path w="705484" h="705485">
                  <a:moveTo>
                    <a:pt x="517730" y="41490"/>
                  </a:moveTo>
                  <a:lnTo>
                    <a:pt x="352666" y="41490"/>
                  </a:lnTo>
                  <a:lnTo>
                    <a:pt x="398586" y="44870"/>
                  </a:lnTo>
                  <a:lnTo>
                    <a:pt x="442435" y="54687"/>
                  </a:lnTo>
                  <a:lnTo>
                    <a:pt x="483728" y="70455"/>
                  </a:lnTo>
                  <a:lnTo>
                    <a:pt x="521980" y="91690"/>
                  </a:lnTo>
                  <a:lnTo>
                    <a:pt x="556706" y="117907"/>
                  </a:lnTo>
                  <a:lnTo>
                    <a:pt x="587420" y="148621"/>
                  </a:lnTo>
                  <a:lnTo>
                    <a:pt x="613638" y="183346"/>
                  </a:lnTo>
                  <a:lnTo>
                    <a:pt x="634874" y="221598"/>
                  </a:lnTo>
                  <a:lnTo>
                    <a:pt x="650644" y="262892"/>
                  </a:lnTo>
                  <a:lnTo>
                    <a:pt x="660461" y="306743"/>
                  </a:lnTo>
                  <a:lnTo>
                    <a:pt x="663841" y="352666"/>
                  </a:lnTo>
                  <a:lnTo>
                    <a:pt x="660461" y="398586"/>
                  </a:lnTo>
                  <a:lnTo>
                    <a:pt x="650644" y="442434"/>
                  </a:lnTo>
                  <a:lnTo>
                    <a:pt x="634874" y="483726"/>
                  </a:lnTo>
                  <a:lnTo>
                    <a:pt x="613638" y="521976"/>
                  </a:lnTo>
                  <a:lnTo>
                    <a:pt x="587420" y="556700"/>
                  </a:lnTo>
                  <a:lnTo>
                    <a:pt x="556706" y="587413"/>
                  </a:lnTo>
                  <a:lnTo>
                    <a:pt x="521980" y="613629"/>
                  </a:lnTo>
                  <a:lnTo>
                    <a:pt x="483728" y="634864"/>
                  </a:lnTo>
                  <a:lnTo>
                    <a:pt x="442435" y="650632"/>
                  </a:lnTo>
                  <a:lnTo>
                    <a:pt x="398586" y="660449"/>
                  </a:lnTo>
                  <a:lnTo>
                    <a:pt x="352666" y="663829"/>
                  </a:lnTo>
                  <a:lnTo>
                    <a:pt x="517741" y="663829"/>
                  </a:lnTo>
                  <a:lnTo>
                    <a:pt x="566976" y="632810"/>
                  </a:lnTo>
                  <a:lnTo>
                    <a:pt x="602030" y="602030"/>
                  </a:lnTo>
                  <a:lnTo>
                    <a:pt x="632811" y="566971"/>
                  </a:lnTo>
                  <a:lnTo>
                    <a:pt x="658417" y="528708"/>
                  </a:lnTo>
                  <a:lnTo>
                    <a:pt x="678661" y="487692"/>
                  </a:lnTo>
                  <a:lnTo>
                    <a:pt x="693353" y="444378"/>
                  </a:lnTo>
                  <a:lnTo>
                    <a:pt x="702306" y="399218"/>
                  </a:lnTo>
                  <a:lnTo>
                    <a:pt x="705332" y="352666"/>
                  </a:lnTo>
                  <a:lnTo>
                    <a:pt x="702347" y="306743"/>
                  </a:lnTo>
                  <a:lnTo>
                    <a:pt x="702306" y="306108"/>
                  </a:lnTo>
                  <a:lnTo>
                    <a:pt x="693353" y="260945"/>
                  </a:lnTo>
                  <a:lnTo>
                    <a:pt x="678661" y="217628"/>
                  </a:lnTo>
                  <a:lnTo>
                    <a:pt x="658417" y="176612"/>
                  </a:lnTo>
                  <a:lnTo>
                    <a:pt x="632811" y="138348"/>
                  </a:lnTo>
                  <a:lnTo>
                    <a:pt x="602030" y="103289"/>
                  </a:lnTo>
                  <a:lnTo>
                    <a:pt x="566976" y="72513"/>
                  </a:lnTo>
                  <a:lnTo>
                    <a:pt x="528713" y="46910"/>
                  </a:lnTo>
                  <a:lnTo>
                    <a:pt x="517730" y="414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6" name="object 42">
              <a:extLst>
                <a:ext uri="{FF2B5EF4-FFF2-40B4-BE49-F238E27FC236}">
                  <a16:creationId xmlns="" xmlns:a16="http://schemas.microsoft.com/office/drawing/2014/main" id="{514E8E46-1C16-4DDB-9B27-E38864392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8308" y="2815814"/>
              <a:ext cx="117208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7" name="object 43">
              <a:extLst>
                <a:ext uri="{FF2B5EF4-FFF2-40B4-BE49-F238E27FC236}">
                  <a16:creationId xmlns="" xmlns:a16="http://schemas.microsoft.com/office/drawing/2014/main" id="{CB0747C2-6489-4768-AD80-552A51A8EC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4215" y="2408439"/>
              <a:ext cx="117195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8" name="object 44">
              <a:extLst>
                <a:ext uri="{FF2B5EF4-FFF2-40B4-BE49-F238E27FC236}">
                  <a16:creationId xmlns="" xmlns:a16="http://schemas.microsoft.com/office/drawing/2014/main" id="{E16E2982-D89B-42F0-A1E1-62999D2A1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0290" y="2346463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9" name="object 45">
              <a:extLst>
                <a:ext uri="{FF2B5EF4-FFF2-40B4-BE49-F238E27FC236}">
                  <a16:creationId xmlns="" xmlns:a16="http://schemas.microsoft.com/office/drawing/2014/main" id="{7049CE50-EA7D-4A26-8D39-57194D0EA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7672" y="2872362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310" name="object 46">
            <a:extLst>
              <a:ext uri="{FF2B5EF4-FFF2-40B4-BE49-F238E27FC236}">
                <a16:creationId xmlns="" xmlns:a16="http://schemas.microsoft.com/office/drawing/2014/main" id="{E98A07F3-399B-4710-90B2-4D64B5EF6DE4}"/>
              </a:ext>
            </a:extLst>
          </p:cNvPr>
          <p:cNvGrpSpPr>
            <a:grpSpLocks/>
          </p:cNvGrpSpPr>
          <p:nvPr/>
        </p:nvGrpSpPr>
        <p:grpSpPr bwMode="auto">
          <a:xfrm>
            <a:off x="15452725" y="2819400"/>
            <a:ext cx="1662113" cy="1619250"/>
            <a:chOff x="8817686" y="2073096"/>
            <a:chExt cx="1189990" cy="1189990"/>
          </a:xfrm>
        </p:grpSpPr>
        <p:pic>
          <p:nvPicPr>
            <p:cNvPr id="12317" name="object 47">
              <a:extLst>
                <a:ext uri="{FF2B5EF4-FFF2-40B4-BE49-F238E27FC236}">
                  <a16:creationId xmlns="" xmlns:a16="http://schemas.microsoft.com/office/drawing/2014/main" id="{CFED1F46-2C5C-4A63-BB34-ED74FB7B2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7686" y="2073096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8" name="object 48">
              <a:extLst>
                <a:ext uri="{FF2B5EF4-FFF2-40B4-BE49-F238E27FC236}">
                  <a16:creationId xmlns="" xmlns:a16="http://schemas.microsoft.com/office/drawing/2014/main" id="{37400D1E-D87E-4A19-8B97-A77EF2CAE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8748" y="2302738"/>
              <a:ext cx="668020" cy="647065"/>
            </a:xfrm>
            <a:custGeom>
              <a:avLst/>
              <a:gdLst>
                <a:gd name="T0" fmla="*/ 506844 w 668020"/>
                <a:gd name="T1" fmla="*/ 195338 h 647064"/>
                <a:gd name="T2" fmla="*/ 456120 w 668020"/>
                <a:gd name="T3" fmla="*/ 445332 h 647064"/>
                <a:gd name="T4" fmla="*/ 287909 w 668020"/>
                <a:gd name="T5" fmla="*/ 489871 h 647064"/>
                <a:gd name="T6" fmla="*/ 167030 w 668020"/>
                <a:gd name="T7" fmla="*/ 369005 h 647064"/>
                <a:gd name="T8" fmla="*/ 211569 w 668020"/>
                <a:gd name="T9" fmla="*/ 200787 h 647064"/>
                <a:gd name="T10" fmla="*/ 379780 w 668020"/>
                <a:gd name="T11" fmla="*/ 156248 h 647064"/>
                <a:gd name="T12" fmla="*/ 500646 w 668020"/>
                <a:gd name="T13" fmla="*/ 277126 h 647064"/>
                <a:gd name="T14" fmla="*/ 428701 w 668020"/>
                <a:gd name="T15" fmla="*/ 129146 h 647064"/>
                <a:gd name="T16" fmla="*/ 238988 w 668020"/>
                <a:gd name="T17" fmla="*/ 129146 h 647064"/>
                <a:gd name="T18" fmla="*/ 123672 w 668020"/>
                <a:gd name="T19" fmla="*/ 273621 h 647064"/>
                <a:gd name="T20" fmla="*/ 165442 w 668020"/>
                <a:gd name="T21" fmla="*/ 458007 h 647064"/>
                <a:gd name="T22" fmla="*/ 333844 w 668020"/>
                <a:gd name="T23" fmla="*/ 538956 h 647064"/>
                <a:gd name="T24" fmla="*/ 502246 w 668020"/>
                <a:gd name="T25" fmla="*/ 458007 h 647064"/>
                <a:gd name="T26" fmla="*/ 667689 w 668020"/>
                <a:gd name="T27" fmla="*/ 323062 h 647064"/>
                <a:gd name="T28" fmla="*/ 625868 w 668020"/>
                <a:gd name="T29" fmla="*/ 228180 h 647064"/>
                <a:gd name="T30" fmla="*/ 624789 w 668020"/>
                <a:gd name="T31" fmla="*/ 323062 h 647064"/>
                <a:gd name="T32" fmla="*/ 589102 w 668020"/>
                <a:gd name="T33" fmla="*/ 392691 h 647064"/>
                <a:gd name="T34" fmla="*/ 584530 w 668020"/>
                <a:gd name="T35" fmla="*/ 456914 h 647064"/>
                <a:gd name="T36" fmla="*/ 499732 w 668020"/>
                <a:gd name="T37" fmla="*/ 529419 h 647064"/>
                <a:gd name="T38" fmla="*/ 423748 w 668020"/>
                <a:gd name="T39" fmla="*/ 599777 h 647064"/>
                <a:gd name="T40" fmla="*/ 346506 w 668020"/>
                <a:gd name="T41" fmla="*/ 587343 h 647064"/>
                <a:gd name="T42" fmla="*/ 284022 w 668020"/>
                <a:gd name="T43" fmla="*/ 602837 h 647064"/>
                <a:gd name="T44" fmla="*/ 188760 w 668020"/>
                <a:gd name="T45" fmla="*/ 544316 h 647064"/>
                <a:gd name="T46" fmla="*/ 98463 w 668020"/>
                <a:gd name="T47" fmla="*/ 494087 h 647064"/>
                <a:gd name="T48" fmla="*/ 91325 w 668020"/>
                <a:gd name="T49" fmla="*/ 401873 h 647064"/>
                <a:gd name="T50" fmla="*/ 45339 w 668020"/>
                <a:gd name="T51" fmla="*/ 343262 h 647064"/>
                <a:gd name="T52" fmla="*/ 63576 w 668020"/>
                <a:gd name="T53" fmla="*/ 267246 h 647064"/>
                <a:gd name="T54" fmla="*/ 82397 w 668020"/>
                <a:gd name="T55" fmla="*/ 209346 h 647064"/>
                <a:gd name="T56" fmla="*/ 147789 w 668020"/>
                <a:gd name="T57" fmla="*/ 119113 h 647064"/>
                <a:gd name="T58" fmla="*/ 209702 w 668020"/>
                <a:gd name="T59" fmla="*/ 67424 h 647064"/>
                <a:gd name="T60" fmla="*/ 303403 w 668020"/>
                <a:gd name="T61" fmla="*/ 48780 h 647064"/>
                <a:gd name="T62" fmla="*/ 364274 w 668020"/>
                <a:gd name="T63" fmla="*/ 48780 h 647064"/>
                <a:gd name="T64" fmla="*/ 470433 w 668020"/>
                <a:gd name="T65" fmla="*/ 83273 h 647064"/>
                <a:gd name="T66" fmla="*/ 569226 w 668020"/>
                <a:gd name="T67" fmla="*/ 152044 h 647064"/>
                <a:gd name="T68" fmla="*/ 576364 w 668020"/>
                <a:gd name="T69" fmla="*/ 244259 h 647064"/>
                <a:gd name="T70" fmla="*/ 622350 w 668020"/>
                <a:gd name="T71" fmla="*/ 302856 h 647064"/>
                <a:gd name="T72" fmla="*/ 564502 w 668020"/>
                <a:gd name="T73" fmla="*/ 91287 h 647064"/>
                <a:gd name="T74" fmla="*/ 482993 w 668020"/>
                <a:gd name="T75" fmla="*/ 32067 h 647064"/>
                <a:gd name="T76" fmla="*/ 410756 w 668020"/>
                <a:gd name="T77" fmla="*/ 0 h 647064"/>
                <a:gd name="T78" fmla="*/ 309397 w 668020"/>
                <a:gd name="T79" fmla="*/ 5359 h 647064"/>
                <a:gd name="T80" fmla="*/ 166878 w 668020"/>
                <a:gd name="T81" fmla="*/ 51663 h 647064"/>
                <a:gd name="T82" fmla="*/ 50368 w 668020"/>
                <a:gd name="T83" fmla="*/ 150075 h 647064"/>
                <a:gd name="T84" fmla="*/ 11010 w 668020"/>
                <a:gd name="T85" fmla="*/ 271132 h 647064"/>
                <a:gd name="T86" fmla="*/ 11010 w 668020"/>
                <a:gd name="T87" fmla="*/ 374987 h 647064"/>
                <a:gd name="T88" fmla="*/ 50368 w 668020"/>
                <a:gd name="T89" fmla="*/ 496056 h 647064"/>
                <a:gd name="T90" fmla="*/ 166890 w 668020"/>
                <a:gd name="T91" fmla="*/ 594455 h 647064"/>
                <a:gd name="T92" fmla="*/ 286791 w 668020"/>
                <a:gd name="T93" fmla="*/ 645763 h 647064"/>
                <a:gd name="T94" fmla="*/ 358292 w 668020"/>
                <a:gd name="T95" fmla="*/ 640760 h 647064"/>
                <a:gd name="T96" fmla="*/ 492391 w 668020"/>
                <a:gd name="T97" fmla="*/ 603701 h 647064"/>
                <a:gd name="T98" fmla="*/ 564502 w 668020"/>
                <a:gd name="T99" fmla="*/ 554831 h 647064"/>
                <a:gd name="T100" fmla="*/ 625868 w 668020"/>
                <a:gd name="T101" fmla="*/ 417951 h 647064"/>
                <a:gd name="T102" fmla="*/ 667689 w 668020"/>
                <a:gd name="T103" fmla="*/ 323062 h 64706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68020" h="647064">
                  <a:moveTo>
                    <a:pt x="549732" y="323062"/>
                  </a:moveTo>
                  <a:lnTo>
                    <a:pt x="544017" y="273621"/>
                  </a:lnTo>
                  <a:lnTo>
                    <a:pt x="527748" y="228193"/>
                  </a:lnTo>
                  <a:lnTo>
                    <a:pt x="506844" y="195338"/>
                  </a:lnTo>
                  <a:lnTo>
                    <a:pt x="506844" y="323062"/>
                  </a:lnTo>
                  <a:lnTo>
                    <a:pt x="500646" y="368998"/>
                  </a:lnTo>
                  <a:lnTo>
                    <a:pt x="483184" y="410311"/>
                  </a:lnTo>
                  <a:lnTo>
                    <a:pt x="456120" y="445325"/>
                  </a:lnTo>
                  <a:lnTo>
                    <a:pt x="421093" y="472401"/>
                  </a:lnTo>
                  <a:lnTo>
                    <a:pt x="379780" y="489864"/>
                  </a:lnTo>
                  <a:lnTo>
                    <a:pt x="333844" y="496062"/>
                  </a:lnTo>
                  <a:lnTo>
                    <a:pt x="287909" y="489864"/>
                  </a:lnTo>
                  <a:lnTo>
                    <a:pt x="246595" y="472401"/>
                  </a:lnTo>
                  <a:lnTo>
                    <a:pt x="211569" y="445325"/>
                  </a:lnTo>
                  <a:lnTo>
                    <a:pt x="184492" y="410311"/>
                  </a:lnTo>
                  <a:lnTo>
                    <a:pt x="167030" y="368998"/>
                  </a:lnTo>
                  <a:lnTo>
                    <a:pt x="160845" y="323062"/>
                  </a:lnTo>
                  <a:lnTo>
                    <a:pt x="167030" y="277126"/>
                  </a:lnTo>
                  <a:lnTo>
                    <a:pt x="184492" y="235813"/>
                  </a:lnTo>
                  <a:lnTo>
                    <a:pt x="211569" y="200787"/>
                  </a:lnTo>
                  <a:lnTo>
                    <a:pt x="246595" y="173710"/>
                  </a:lnTo>
                  <a:lnTo>
                    <a:pt x="287909" y="156248"/>
                  </a:lnTo>
                  <a:lnTo>
                    <a:pt x="333844" y="150063"/>
                  </a:lnTo>
                  <a:lnTo>
                    <a:pt x="379780" y="156248"/>
                  </a:lnTo>
                  <a:lnTo>
                    <a:pt x="421093" y="173710"/>
                  </a:lnTo>
                  <a:lnTo>
                    <a:pt x="456120" y="200787"/>
                  </a:lnTo>
                  <a:lnTo>
                    <a:pt x="483184" y="235813"/>
                  </a:lnTo>
                  <a:lnTo>
                    <a:pt x="500646" y="277126"/>
                  </a:lnTo>
                  <a:lnTo>
                    <a:pt x="506844" y="323062"/>
                  </a:lnTo>
                  <a:lnTo>
                    <a:pt x="506844" y="195338"/>
                  </a:lnTo>
                  <a:lnTo>
                    <a:pt x="468782" y="154660"/>
                  </a:lnTo>
                  <a:lnTo>
                    <a:pt x="428701" y="129146"/>
                  </a:lnTo>
                  <a:lnTo>
                    <a:pt x="383286" y="112890"/>
                  </a:lnTo>
                  <a:lnTo>
                    <a:pt x="333844" y="107175"/>
                  </a:lnTo>
                  <a:lnTo>
                    <a:pt x="284403" y="112890"/>
                  </a:lnTo>
                  <a:lnTo>
                    <a:pt x="238988" y="129146"/>
                  </a:lnTo>
                  <a:lnTo>
                    <a:pt x="198894" y="154660"/>
                  </a:lnTo>
                  <a:lnTo>
                    <a:pt x="165442" y="188112"/>
                  </a:lnTo>
                  <a:lnTo>
                    <a:pt x="139928" y="228193"/>
                  </a:lnTo>
                  <a:lnTo>
                    <a:pt x="123672" y="273621"/>
                  </a:lnTo>
                  <a:lnTo>
                    <a:pt x="117957" y="323062"/>
                  </a:lnTo>
                  <a:lnTo>
                    <a:pt x="123672" y="372503"/>
                  </a:lnTo>
                  <a:lnTo>
                    <a:pt x="139928" y="417918"/>
                  </a:lnTo>
                  <a:lnTo>
                    <a:pt x="165442" y="458000"/>
                  </a:lnTo>
                  <a:lnTo>
                    <a:pt x="198894" y="491451"/>
                  </a:lnTo>
                  <a:lnTo>
                    <a:pt x="238988" y="516966"/>
                  </a:lnTo>
                  <a:lnTo>
                    <a:pt x="284403" y="533234"/>
                  </a:lnTo>
                  <a:lnTo>
                    <a:pt x="333844" y="538949"/>
                  </a:lnTo>
                  <a:lnTo>
                    <a:pt x="383286" y="533234"/>
                  </a:lnTo>
                  <a:lnTo>
                    <a:pt x="428701" y="516966"/>
                  </a:lnTo>
                  <a:lnTo>
                    <a:pt x="461556" y="496062"/>
                  </a:lnTo>
                  <a:lnTo>
                    <a:pt x="502246" y="458000"/>
                  </a:lnTo>
                  <a:lnTo>
                    <a:pt x="527748" y="417918"/>
                  </a:lnTo>
                  <a:lnTo>
                    <a:pt x="544017" y="372503"/>
                  </a:lnTo>
                  <a:lnTo>
                    <a:pt x="549732" y="323062"/>
                  </a:lnTo>
                  <a:close/>
                </a:path>
                <a:path w="668020" h="647064">
                  <a:moveTo>
                    <a:pt x="667689" y="323062"/>
                  </a:moveTo>
                  <a:lnTo>
                    <a:pt x="664870" y="296379"/>
                  </a:lnTo>
                  <a:lnTo>
                    <a:pt x="656691" y="271132"/>
                  </a:lnTo>
                  <a:lnTo>
                    <a:pt x="643547" y="248132"/>
                  </a:lnTo>
                  <a:lnTo>
                    <a:pt x="625868" y="228180"/>
                  </a:lnTo>
                  <a:lnTo>
                    <a:pt x="628434" y="201637"/>
                  </a:lnTo>
                  <a:lnTo>
                    <a:pt x="625538" y="175298"/>
                  </a:lnTo>
                  <a:lnTo>
                    <a:pt x="624789" y="172999"/>
                  </a:lnTo>
                  <a:lnTo>
                    <a:pt x="624789" y="323062"/>
                  </a:lnTo>
                  <a:lnTo>
                    <a:pt x="622350" y="343255"/>
                  </a:lnTo>
                  <a:lnTo>
                    <a:pt x="615327" y="362127"/>
                  </a:lnTo>
                  <a:lnTo>
                    <a:pt x="604113" y="378866"/>
                  </a:lnTo>
                  <a:lnTo>
                    <a:pt x="589102" y="392684"/>
                  </a:lnTo>
                  <a:lnTo>
                    <a:pt x="576364" y="401866"/>
                  </a:lnTo>
                  <a:lnTo>
                    <a:pt x="581266" y="416775"/>
                  </a:lnTo>
                  <a:lnTo>
                    <a:pt x="585292" y="436765"/>
                  </a:lnTo>
                  <a:lnTo>
                    <a:pt x="584530" y="456907"/>
                  </a:lnTo>
                  <a:lnTo>
                    <a:pt x="579132" y="476300"/>
                  </a:lnTo>
                  <a:lnTo>
                    <a:pt x="555434" y="508939"/>
                  </a:lnTo>
                  <a:lnTo>
                    <a:pt x="519912" y="526999"/>
                  </a:lnTo>
                  <a:lnTo>
                    <a:pt x="499732" y="529412"/>
                  </a:lnTo>
                  <a:lnTo>
                    <a:pt x="483717" y="529412"/>
                  </a:lnTo>
                  <a:lnTo>
                    <a:pt x="478929" y="544309"/>
                  </a:lnTo>
                  <a:lnTo>
                    <a:pt x="457987" y="578688"/>
                  </a:lnTo>
                  <a:lnTo>
                    <a:pt x="423748" y="599770"/>
                  </a:lnTo>
                  <a:lnTo>
                    <a:pt x="403783" y="603694"/>
                  </a:lnTo>
                  <a:lnTo>
                    <a:pt x="383781" y="602830"/>
                  </a:lnTo>
                  <a:lnTo>
                    <a:pt x="364286" y="597331"/>
                  </a:lnTo>
                  <a:lnTo>
                    <a:pt x="346506" y="587336"/>
                  </a:lnTo>
                  <a:lnTo>
                    <a:pt x="333844" y="578065"/>
                  </a:lnTo>
                  <a:lnTo>
                    <a:pt x="321183" y="587336"/>
                  </a:lnTo>
                  <a:lnTo>
                    <a:pt x="303403" y="597331"/>
                  </a:lnTo>
                  <a:lnTo>
                    <a:pt x="284022" y="602830"/>
                  </a:lnTo>
                  <a:lnTo>
                    <a:pt x="263906" y="603694"/>
                  </a:lnTo>
                  <a:lnTo>
                    <a:pt x="243941" y="599770"/>
                  </a:lnTo>
                  <a:lnTo>
                    <a:pt x="209702" y="578688"/>
                  </a:lnTo>
                  <a:lnTo>
                    <a:pt x="188760" y="544309"/>
                  </a:lnTo>
                  <a:lnTo>
                    <a:pt x="183972" y="529412"/>
                  </a:lnTo>
                  <a:lnTo>
                    <a:pt x="167957" y="529412"/>
                  </a:lnTo>
                  <a:lnTo>
                    <a:pt x="128968" y="520052"/>
                  </a:lnTo>
                  <a:lnTo>
                    <a:pt x="98463" y="494080"/>
                  </a:lnTo>
                  <a:lnTo>
                    <a:pt x="83159" y="456907"/>
                  </a:lnTo>
                  <a:lnTo>
                    <a:pt x="82397" y="436765"/>
                  </a:lnTo>
                  <a:lnTo>
                    <a:pt x="86423" y="416775"/>
                  </a:lnTo>
                  <a:lnTo>
                    <a:pt x="91325" y="401866"/>
                  </a:lnTo>
                  <a:lnTo>
                    <a:pt x="78587" y="392684"/>
                  </a:lnTo>
                  <a:lnTo>
                    <a:pt x="63576" y="378866"/>
                  </a:lnTo>
                  <a:lnTo>
                    <a:pt x="52362" y="362127"/>
                  </a:lnTo>
                  <a:lnTo>
                    <a:pt x="45339" y="343255"/>
                  </a:lnTo>
                  <a:lnTo>
                    <a:pt x="42900" y="323062"/>
                  </a:lnTo>
                  <a:lnTo>
                    <a:pt x="45339" y="302856"/>
                  </a:lnTo>
                  <a:lnTo>
                    <a:pt x="52362" y="283984"/>
                  </a:lnTo>
                  <a:lnTo>
                    <a:pt x="63576" y="267246"/>
                  </a:lnTo>
                  <a:lnTo>
                    <a:pt x="78587" y="253441"/>
                  </a:lnTo>
                  <a:lnTo>
                    <a:pt x="91325" y="244259"/>
                  </a:lnTo>
                  <a:lnTo>
                    <a:pt x="86423" y="229349"/>
                  </a:lnTo>
                  <a:lnTo>
                    <a:pt x="82397" y="209346"/>
                  </a:lnTo>
                  <a:lnTo>
                    <a:pt x="83159" y="189204"/>
                  </a:lnTo>
                  <a:lnTo>
                    <a:pt x="88557" y="169811"/>
                  </a:lnTo>
                  <a:lnTo>
                    <a:pt x="112255" y="137185"/>
                  </a:lnTo>
                  <a:lnTo>
                    <a:pt x="147789" y="119113"/>
                  </a:lnTo>
                  <a:lnTo>
                    <a:pt x="167627" y="116763"/>
                  </a:lnTo>
                  <a:lnTo>
                    <a:pt x="183959" y="116763"/>
                  </a:lnTo>
                  <a:lnTo>
                    <a:pt x="188760" y="101815"/>
                  </a:lnTo>
                  <a:lnTo>
                    <a:pt x="209702" y="67424"/>
                  </a:lnTo>
                  <a:lnTo>
                    <a:pt x="243941" y="46355"/>
                  </a:lnTo>
                  <a:lnTo>
                    <a:pt x="263906" y="42418"/>
                  </a:lnTo>
                  <a:lnTo>
                    <a:pt x="284022" y="43281"/>
                  </a:lnTo>
                  <a:lnTo>
                    <a:pt x="303403" y="48780"/>
                  </a:lnTo>
                  <a:lnTo>
                    <a:pt x="321183" y="58788"/>
                  </a:lnTo>
                  <a:lnTo>
                    <a:pt x="333844" y="68059"/>
                  </a:lnTo>
                  <a:lnTo>
                    <a:pt x="346506" y="58788"/>
                  </a:lnTo>
                  <a:lnTo>
                    <a:pt x="364274" y="48780"/>
                  </a:lnTo>
                  <a:lnTo>
                    <a:pt x="383654" y="43281"/>
                  </a:lnTo>
                  <a:lnTo>
                    <a:pt x="403745" y="42418"/>
                  </a:lnTo>
                  <a:lnTo>
                    <a:pt x="442214" y="54902"/>
                  </a:lnTo>
                  <a:lnTo>
                    <a:pt x="470433" y="83273"/>
                  </a:lnTo>
                  <a:lnTo>
                    <a:pt x="483730" y="116763"/>
                  </a:lnTo>
                  <a:lnTo>
                    <a:pt x="500164" y="116763"/>
                  </a:lnTo>
                  <a:lnTo>
                    <a:pt x="538734" y="126072"/>
                  </a:lnTo>
                  <a:lnTo>
                    <a:pt x="569226" y="152044"/>
                  </a:lnTo>
                  <a:lnTo>
                    <a:pt x="584530" y="189204"/>
                  </a:lnTo>
                  <a:lnTo>
                    <a:pt x="585292" y="209346"/>
                  </a:lnTo>
                  <a:lnTo>
                    <a:pt x="581266" y="229349"/>
                  </a:lnTo>
                  <a:lnTo>
                    <a:pt x="576364" y="244259"/>
                  </a:lnTo>
                  <a:lnTo>
                    <a:pt x="589102" y="253441"/>
                  </a:lnTo>
                  <a:lnTo>
                    <a:pt x="604113" y="267246"/>
                  </a:lnTo>
                  <a:lnTo>
                    <a:pt x="615327" y="283984"/>
                  </a:lnTo>
                  <a:lnTo>
                    <a:pt x="622350" y="302856"/>
                  </a:lnTo>
                  <a:lnTo>
                    <a:pt x="624789" y="323062"/>
                  </a:lnTo>
                  <a:lnTo>
                    <a:pt x="624789" y="172999"/>
                  </a:lnTo>
                  <a:lnTo>
                    <a:pt x="603923" y="126834"/>
                  </a:lnTo>
                  <a:lnTo>
                    <a:pt x="564502" y="91287"/>
                  </a:lnTo>
                  <a:lnTo>
                    <a:pt x="514324" y="74650"/>
                  </a:lnTo>
                  <a:lnTo>
                    <a:pt x="500811" y="51663"/>
                  </a:lnTo>
                  <a:lnTo>
                    <a:pt x="492404" y="42418"/>
                  </a:lnTo>
                  <a:lnTo>
                    <a:pt x="482993" y="32067"/>
                  </a:lnTo>
                  <a:lnTo>
                    <a:pt x="461505" y="16484"/>
                  </a:lnTo>
                  <a:lnTo>
                    <a:pt x="460425" y="16002"/>
                  </a:lnTo>
                  <a:lnTo>
                    <a:pt x="437007" y="5562"/>
                  </a:lnTo>
                  <a:lnTo>
                    <a:pt x="410756" y="0"/>
                  </a:lnTo>
                  <a:lnTo>
                    <a:pt x="384136" y="0"/>
                  </a:lnTo>
                  <a:lnTo>
                    <a:pt x="358292" y="5359"/>
                  </a:lnTo>
                  <a:lnTo>
                    <a:pt x="333844" y="16002"/>
                  </a:lnTo>
                  <a:lnTo>
                    <a:pt x="309397" y="5359"/>
                  </a:lnTo>
                  <a:lnTo>
                    <a:pt x="283552" y="0"/>
                  </a:lnTo>
                  <a:lnTo>
                    <a:pt x="256933" y="0"/>
                  </a:lnTo>
                  <a:lnTo>
                    <a:pt x="206184" y="16484"/>
                  </a:lnTo>
                  <a:lnTo>
                    <a:pt x="166878" y="51663"/>
                  </a:lnTo>
                  <a:lnTo>
                    <a:pt x="153365" y="74650"/>
                  </a:lnTo>
                  <a:lnTo>
                    <a:pt x="127330" y="80403"/>
                  </a:lnTo>
                  <a:lnTo>
                    <a:pt x="81724" y="106908"/>
                  </a:lnTo>
                  <a:lnTo>
                    <a:pt x="50368" y="150075"/>
                  </a:lnTo>
                  <a:lnTo>
                    <a:pt x="39255" y="201637"/>
                  </a:lnTo>
                  <a:lnTo>
                    <a:pt x="41821" y="228180"/>
                  </a:lnTo>
                  <a:lnTo>
                    <a:pt x="24142" y="248132"/>
                  </a:lnTo>
                  <a:lnTo>
                    <a:pt x="11010" y="271132"/>
                  </a:lnTo>
                  <a:lnTo>
                    <a:pt x="2819" y="296379"/>
                  </a:lnTo>
                  <a:lnTo>
                    <a:pt x="0" y="323062"/>
                  </a:lnTo>
                  <a:lnTo>
                    <a:pt x="2819" y="349732"/>
                  </a:lnTo>
                  <a:lnTo>
                    <a:pt x="11010" y="374980"/>
                  </a:lnTo>
                  <a:lnTo>
                    <a:pt x="24142" y="397979"/>
                  </a:lnTo>
                  <a:lnTo>
                    <a:pt x="41821" y="417944"/>
                  </a:lnTo>
                  <a:lnTo>
                    <a:pt x="39255" y="444474"/>
                  </a:lnTo>
                  <a:lnTo>
                    <a:pt x="50368" y="496049"/>
                  </a:lnTo>
                  <a:lnTo>
                    <a:pt x="81724" y="539203"/>
                  </a:lnTo>
                  <a:lnTo>
                    <a:pt x="127330" y="565708"/>
                  </a:lnTo>
                  <a:lnTo>
                    <a:pt x="153365" y="571474"/>
                  </a:lnTo>
                  <a:lnTo>
                    <a:pt x="166890" y="594448"/>
                  </a:lnTo>
                  <a:lnTo>
                    <a:pt x="206184" y="629627"/>
                  </a:lnTo>
                  <a:lnTo>
                    <a:pt x="250329" y="645261"/>
                  </a:lnTo>
                  <a:lnTo>
                    <a:pt x="270268" y="646823"/>
                  </a:lnTo>
                  <a:lnTo>
                    <a:pt x="286791" y="645756"/>
                  </a:lnTo>
                  <a:lnTo>
                    <a:pt x="303047" y="642594"/>
                  </a:lnTo>
                  <a:lnTo>
                    <a:pt x="318808" y="637362"/>
                  </a:lnTo>
                  <a:lnTo>
                    <a:pt x="333844" y="630123"/>
                  </a:lnTo>
                  <a:lnTo>
                    <a:pt x="358292" y="640753"/>
                  </a:lnTo>
                  <a:lnTo>
                    <a:pt x="384225" y="646137"/>
                  </a:lnTo>
                  <a:lnTo>
                    <a:pt x="410667" y="646137"/>
                  </a:lnTo>
                  <a:lnTo>
                    <a:pt x="460413" y="630123"/>
                  </a:lnTo>
                  <a:lnTo>
                    <a:pt x="492391" y="603694"/>
                  </a:lnTo>
                  <a:lnTo>
                    <a:pt x="500799" y="594448"/>
                  </a:lnTo>
                  <a:lnTo>
                    <a:pt x="514324" y="571474"/>
                  </a:lnTo>
                  <a:lnTo>
                    <a:pt x="540359" y="565708"/>
                  </a:lnTo>
                  <a:lnTo>
                    <a:pt x="564502" y="554824"/>
                  </a:lnTo>
                  <a:lnTo>
                    <a:pt x="603923" y="519290"/>
                  </a:lnTo>
                  <a:lnTo>
                    <a:pt x="625538" y="470814"/>
                  </a:lnTo>
                  <a:lnTo>
                    <a:pt x="628434" y="444474"/>
                  </a:lnTo>
                  <a:lnTo>
                    <a:pt x="625868" y="417944"/>
                  </a:lnTo>
                  <a:lnTo>
                    <a:pt x="643547" y="397979"/>
                  </a:lnTo>
                  <a:lnTo>
                    <a:pt x="656691" y="374980"/>
                  </a:lnTo>
                  <a:lnTo>
                    <a:pt x="664870" y="349732"/>
                  </a:lnTo>
                  <a:lnTo>
                    <a:pt x="667689" y="3230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19" name="object 49">
              <a:extLst>
                <a:ext uri="{FF2B5EF4-FFF2-40B4-BE49-F238E27FC236}">
                  <a16:creationId xmlns="" xmlns:a16="http://schemas.microsoft.com/office/drawing/2014/main" id="{EFA752F2-99CB-48C9-A9CD-413B0F0F5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292" y="2553119"/>
              <a:ext cx="212293" cy="166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0" name="object 50">
              <a:extLst>
                <a:ext uri="{FF2B5EF4-FFF2-40B4-BE49-F238E27FC236}">
                  <a16:creationId xmlns="" xmlns:a16="http://schemas.microsoft.com/office/drawing/2014/main" id="{39D4DD9A-55D6-4707-BC27-AF60121788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0736" y="2844247"/>
              <a:ext cx="238480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1" name="object 51">
              <a:extLst>
                <a:ext uri="{FF2B5EF4-FFF2-40B4-BE49-F238E27FC236}">
                  <a16:creationId xmlns="" xmlns:a16="http://schemas.microsoft.com/office/drawing/2014/main" id="{9755AD7E-5289-4448-A9B2-6BBC8DC238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5982" y="2844247"/>
              <a:ext cx="238467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311" name="object 52">
            <a:extLst>
              <a:ext uri="{FF2B5EF4-FFF2-40B4-BE49-F238E27FC236}">
                <a16:creationId xmlns="" xmlns:a16="http://schemas.microsoft.com/office/drawing/2014/main" id="{E9BA4DEB-2FA3-434A-A236-AD99E83C4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5013325"/>
            <a:ext cx="25320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Высокий уровень автоматизации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2" name="object 53">
            <a:extLst>
              <a:ext uri="{FF2B5EF4-FFF2-40B4-BE49-F238E27FC236}">
                <a16:creationId xmlns="" xmlns:a16="http://schemas.microsoft.com/office/drawing/2014/main" id="{F7FBBB5A-723D-4399-9B86-7E40BA7C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075" y="5038725"/>
            <a:ext cx="2571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Быстрое и гибкое производство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3" name="object 54">
            <a:extLst>
              <a:ext uri="{FF2B5EF4-FFF2-40B4-BE49-F238E27FC236}">
                <a16:creationId xmlns="" xmlns:a16="http://schemas.microsoft.com/office/drawing/2014/main" id="{63A6F718-F4CA-4440-8516-81B19149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1363" y="5053013"/>
            <a:ext cx="233521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Низкое влияние человеческого фактора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4" name="object 55">
            <a:extLst>
              <a:ext uri="{FF2B5EF4-FFF2-40B4-BE49-F238E27FC236}">
                <a16:creationId xmlns="" xmlns:a16="http://schemas.microsoft.com/office/drawing/2014/main" id="{A3AF6DA1-2ABB-405C-9FE0-E29C72693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7850" y="5051425"/>
            <a:ext cx="2035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Постоянная модернизация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5" name="object 56">
            <a:extLst>
              <a:ext uri="{FF2B5EF4-FFF2-40B4-BE49-F238E27FC236}">
                <a16:creationId xmlns="" xmlns:a16="http://schemas.microsoft.com/office/drawing/2014/main" id="{E9680118-9EB4-45BA-9800-8D551A914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8438" y="5051425"/>
            <a:ext cx="23987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Стабильное качество каждой партии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pic>
        <p:nvPicPr>
          <p:cNvPr id="12316" name="object 57">
            <a:extLst>
              <a:ext uri="{FF2B5EF4-FFF2-40B4-BE49-F238E27FC236}">
                <a16:creationId xmlns="" xmlns:a16="http://schemas.microsoft.com/office/drawing/2014/main" id="{E7C2956E-90FE-486F-B302-85615338A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7034213"/>
            <a:ext cx="2773362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Объект 90">
            <a:extLst>
              <a:ext uri="{FF2B5EF4-FFF2-40B4-BE49-F238E27FC236}">
                <a16:creationId xmlns="" xmlns:a16="http://schemas.microsoft.com/office/drawing/2014/main" id="{56088166-3D22-42AF-AC04-FC5210B99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02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object 25">
            <a:extLst>
              <a:ext uri="{FF2B5EF4-FFF2-40B4-BE49-F238E27FC236}">
                <a16:creationId xmlns="" xmlns:a16="http://schemas.microsoft.com/office/drawing/2014/main" id="{0D5D215E-B257-4D9F-8BA8-9DEB1D0E7FA7}"/>
              </a:ext>
            </a:extLst>
          </p:cNvPr>
          <p:cNvSpPr>
            <a:spLocks/>
          </p:cNvSpPr>
          <p:nvPr/>
        </p:nvSpPr>
        <p:spPr bwMode="auto">
          <a:xfrm>
            <a:off x="1514794" y="7647823"/>
            <a:ext cx="45719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4340" name="object 38">
            <a:extLst>
              <a:ext uri="{FF2B5EF4-FFF2-40B4-BE49-F238E27FC236}">
                <a16:creationId xmlns="" xmlns:a16="http://schemas.microsoft.com/office/drawing/2014/main" id="{DFF507BB-8538-4E21-906E-3CCF5FE74A8F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4376" name="object 39">
              <a:extLst>
                <a:ext uri="{FF2B5EF4-FFF2-40B4-BE49-F238E27FC236}">
                  <a16:creationId xmlns="" xmlns:a16="http://schemas.microsoft.com/office/drawing/2014/main" id="{C6CBC8E0-93E8-4C81-B5B9-CBA0DEC6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7" name="object 40">
              <a:extLst>
                <a:ext uri="{FF2B5EF4-FFF2-40B4-BE49-F238E27FC236}">
                  <a16:creationId xmlns="" xmlns:a16="http://schemas.microsoft.com/office/drawing/2014/main" id="{A9FFC7B2-B225-44C6-B7D3-08F5BCC83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8" name="object 41">
              <a:extLst>
                <a:ext uri="{FF2B5EF4-FFF2-40B4-BE49-F238E27FC236}">
                  <a16:creationId xmlns="" xmlns:a16="http://schemas.microsoft.com/office/drawing/2014/main" id="{4C965A25-205C-43E0-8859-8E74E520D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79" name="object 42">
              <a:extLst>
                <a:ext uri="{FF2B5EF4-FFF2-40B4-BE49-F238E27FC236}">
                  <a16:creationId xmlns="" xmlns:a16="http://schemas.microsoft.com/office/drawing/2014/main" id="{69942770-15E4-478A-AC4C-26FB25A45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0" name="object 43">
              <a:extLst>
                <a:ext uri="{FF2B5EF4-FFF2-40B4-BE49-F238E27FC236}">
                  <a16:creationId xmlns="" xmlns:a16="http://schemas.microsoft.com/office/drawing/2014/main" id="{DFDD95D6-CAA5-40F2-8A9D-F4785C829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1" name="object 44">
              <a:extLst>
                <a:ext uri="{FF2B5EF4-FFF2-40B4-BE49-F238E27FC236}">
                  <a16:creationId xmlns="" xmlns:a16="http://schemas.microsoft.com/office/drawing/2014/main" id="{EA0F2957-6A66-4E53-A0E8-D4A3C72871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2" name="object 45">
              <a:extLst>
                <a:ext uri="{FF2B5EF4-FFF2-40B4-BE49-F238E27FC236}">
                  <a16:creationId xmlns="" xmlns:a16="http://schemas.microsoft.com/office/drawing/2014/main" id="{F5C9CDAC-69F2-470B-965D-9DD0553A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3" name="object 46">
              <a:extLst>
                <a:ext uri="{FF2B5EF4-FFF2-40B4-BE49-F238E27FC236}">
                  <a16:creationId xmlns="" xmlns:a16="http://schemas.microsoft.com/office/drawing/2014/main" id="{075E48D7-039A-47B8-9E0A-DB0F78D67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4" name="object 47">
              <a:extLst>
                <a:ext uri="{FF2B5EF4-FFF2-40B4-BE49-F238E27FC236}">
                  <a16:creationId xmlns="" xmlns:a16="http://schemas.microsoft.com/office/drawing/2014/main" id="{1DA7B2C2-89B5-4F4C-A097-9BAD2B6C8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5" name="object 48">
              <a:extLst>
                <a:ext uri="{FF2B5EF4-FFF2-40B4-BE49-F238E27FC236}">
                  <a16:creationId xmlns="" xmlns:a16="http://schemas.microsoft.com/office/drawing/2014/main" id="{B89B7062-3EB8-4C22-9988-31A8DCC83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6" name="object 49">
              <a:extLst>
                <a:ext uri="{FF2B5EF4-FFF2-40B4-BE49-F238E27FC236}">
                  <a16:creationId xmlns="" xmlns:a16="http://schemas.microsoft.com/office/drawing/2014/main" id="{89E01BFB-2CE1-48AA-9FFB-0B8E32F1C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7" name="object 50">
              <a:extLst>
                <a:ext uri="{FF2B5EF4-FFF2-40B4-BE49-F238E27FC236}">
                  <a16:creationId xmlns="" xmlns:a16="http://schemas.microsoft.com/office/drawing/2014/main" id="{6DC49191-729F-4B85-9435-DFB0EB7A4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8" name="object 51">
              <a:extLst>
                <a:ext uri="{FF2B5EF4-FFF2-40B4-BE49-F238E27FC236}">
                  <a16:creationId xmlns="" xmlns:a16="http://schemas.microsoft.com/office/drawing/2014/main" id="{EB224B4C-A7A4-4545-A7D9-C17D20DEB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9" name="object 52">
              <a:extLst>
                <a:ext uri="{FF2B5EF4-FFF2-40B4-BE49-F238E27FC236}">
                  <a16:creationId xmlns="" xmlns:a16="http://schemas.microsoft.com/office/drawing/2014/main" id="{6526CB4D-AE22-4EBC-8A80-5C2F841E6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90" name="object 53">
              <a:extLst>
                <a:ext uri="{FF2B5EF4-FFF2-40B4-BE49-F238E27FC236}">
                  <a16:creationId xmlns="" xmlns:a16="http://schemas.microsoft.com/office/drawing/2014/main" id="{BECED571-22FD-4356-AE31-53CF7D2CC6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91" name="object 54">
              <a:extLst>
                <a:ext uri="{FF2B5EF4-FFF2-40B4-BE49-F238E27FC236}">
                  <a16:creationId xmlns="" xmlns:a16="http://schemas.microsoft.com/office/drawing/2014/main" id="{40953291-360C-4936-8BD5-38C26D536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1" name="object 2">
            <a:extLst>
              <a:ext uri="{FF2B5EF4-FFF2-40B4-BE49-F238E27FC236}">
                <a16:creationId xmlns="" xmlns:a16="http://schemas.microsoft.com/office/drawing/2014/main" id="{0735B4FD-8B6B-4856-A194-8697D7559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257550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4342" name="object 3">
            <a:extLst>
              <a:ext uri="{FF2B5EF4-FFF2-40B4-BE49-F238E27FC236}">
                <a16:creationId xmlns="" xmlns:a16="http://schemas.microsoft.com/office/drawing/2014/main" id="{7BE84223-3A5B-40EB-93D1-00599EBDA7DA}"/>
              </a:ext>
            </a:extLst>
          </p:cNvPr>
          <p:cNvSpPr txBox="1">
            <a:spLocks/>
          </p:cNvSpPr>
          <p:nvPr/>
        </p:nvSpPr>
        <p:spPr bwMode="auto">
          <a:xfrm>
            <a:off x="1287463" y="695325"/>
            <a:ext cx="4106862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ЦЕХ ЛАКОВ</a:t>
            </a:r>
          </a:p>
        </p:txBody>
      </p:sp>
      <p:sp>
        <p:nvSpPr>
          <p:cNvPr id="14343" name="object 4">
            <a:extLst>
              <a:ext uri="{FF2B5EF4-FFF2-40B4-BE49-F238E27FC236}">
                <a16:creationId xmlns="" xmlns:a16="http://schemas.microsoft.com/office/drawing/2014/main" id="{4A783DB6-1971-4B04-BEA3-27DFD0573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563" y="4165600"/>
            <a:ext cx="6284912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Цех выпускает полуфабрикатные лаки, применяющиеся при производстве эмалей, а также фасованные лаки для различных видов поверхностей. Производство полуфабрикатных лаков как для нужд ЗАО «ЭМПИЛС», так и для других предприятий.</a:t>
            </a:r>
          </a:p>
        </p:txBody>
      </p:sp>
      <p:sp>
        <p:nvSpPr>
          <p:cNvPr id="14344" name="object 5">
            <a:extLst>
              <a:ext uri="{FF2B5EF4-FFF2-40B4-BE49-F238E27FC236}">
                <a16:creationId xmlns="" xmlns:a16="http://schemas.microsoft.com/office/drawing/2014/main" id="{9507A7D2-E9E1-4A76-BCC1-F3FDF330B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90563"/>
            <a:ext cx="4718050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4345" name="object 6">
            <a:extLst>
              <a:ext uri="{FF2B5EF4-FFF2-40B4-BE49-F238E27FC236}">
                <a16:creationId xmlns="" xmlns:a16="http://schemas.microsoft.com/office/drawing/2014/main" id="{D18C5B44-A0C4-4243-881B-7C9489F96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074863"/>
            <a:ext cx="6224588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18 000</a:t>
            </a:r>
          </a:p>
        </p:txBody>
      </p:sp>
      <p:sp>
        <p:nvSpPr>
          <p:cNvPr id="14346" name="object 7">
            <a:extLst>
              <a:ext uri="{FF2B5EF4-FFF2-40B4-BE49-F238E27FC236}">
                <a16:creationId xmlns="" xmlns:a16="http://schemas.microsoft.com/office/drawing/2014/main" id="{40952F38-8D02-4EC7-A812-A4F88A4AA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4164013"/>
            <a:ext cx="7265987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Производство ведется c применением дежевой технологии, позволяющей гибко менять ассортимент и оперативно переходить с выпуска одного вида продукции на другой.</a:t>
            </a:r>
          </a:p>
          <a:p>
            <a:pPr algn="just"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может производить небольшие партии ЛКМ (от 700 кг), а также экспериментальные партии по специальным и индивидуальным заказам.</a:t>
            </a:r>
          </a:p>
        </p:txBody>
      </p:sp>
      <p:grpSp>
        <p:nvGrpSpPr>
          <p:cNvPr id="14347" name="object 8">
            <a:extLst>
              <a:ext uri="{FF2B5EF4-FFF2-40B4-BE49-F238E27FC236}">
                <a16:creationId xmlns="" xmlns:a16="http://schemas.microsoft.com/office/drawing/2014/main" id="{FA0B8E2D-D0E7-4FA4-BA40-6E1B7E3717E7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8581273"/>
            <a:ext cx="66675" cy="276225"/>
            <a:chOff x="1369388" y="6047378"/>
            <a:chExt cx="38735" cy="203835"/>
          </a:xfrm>
        </p:grpSpPr>
        <p:sp>
          <p:nvSpPr>
            <p:cNvPr id="14374" name="object 9">
              <a:extLst>
                <a:ext uri="{FF2B5EF4-FFF2-40B4-BE49-F238E27FC236}">
                  <a16:creationId xmlns="" xmlns:a16="http://schemas.microsoft.com/office/drawing/2014/main" id="{61805779-572C-448E-BD3D-D1F484E80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5" name="object 10">
              <a:extLst>
                <a:ext uri="{FF2B5EF4-FFF2-40B4-BE49-F238E27FC236}">
                  <a16:creationId xmlns="" xmlns:a16="http://schemas.microsoft.com/office/drawing/2014/main" id="{18E3F617-7192-4E3D-A316-CA9EEA23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8" name="object 22">
            <a:extLst>
              <a:ext uri="{FF2B5EF4-FFF2-40B4-BE49-F238E27FC236}">
                <a16:creationId xmlns="" xmlns:a16="http://schemas.microsoft.com/office/drawing/2014/main" id="{4B8AC021-2E03-4525-811D-9E62520A9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9035298"/>
            <a:ext cx="26352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Энергосберегающие технологии - низкая себестоимость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49" name="object 23">
            <a:extLst>
              <a:ext uri="{FF2B5EF4-FFF2-40B4-BE49-F238E27FC236}">
                <a16:creationId xmlns="" xmlns:a16="http://schemas.microsoft.com/office/drawing/2014/main" id="{37FE53B0-50D8-41DA-BE8A-D488E2C0E322}"/>
              </a:ext>
            </a:extLst>
          </p:cNvPr>
          <p:cNvGrpSpPr>
            <a:grpSpLocks/>
          </p:cNvGrpSpPr>
          <p:nvPr/>
        </p:nvGrpSpPr>
        <p:grpSpPr bwMode="auto">
          <a:xfrm>
            <a:off x="5937250" y="8581273"/>
            <a:ext cx="66675" cy="276225"/>
            <a:chOff x="3471834" y="6047378"/>
            <a:chExt cx="38735" cy="203835"/>
          </a:xfrm>
        </p:grpSpPr>
        <p:sp>
          <p:nvSpPr>
            <p:cNvPr id="14372" name="object 24">
              <a:extLst>
                <a:ext uri="{FF2B5EF4-FFF2-40B4-BE49-F238E27FC236}">
                  <a16:creationId xmlns="" xmlns:a16="http://schemas.microsoft.com/office/drawing/2014/main" id="{1B387B01-DB30-40F2-960D-DECFD9F8F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3" name="object 25">
              <a:extLst>
                <a:ext uri="{FF2B5EF4-FFF2-40B4-BE49-F238E27FC236}">
                  <a16:creationId xmlns="" xmlns:a16="http://schemas.microsoft.com/office/drawing/2014/main" id="{70D1E050-2C48-4CE8-832E-08861616D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0" name="object 26">
            <a:extLst>
              <a:ext uri="{FF2B5EF4-FFF2-40B4-BE49-F238E27FC236}">
                <a16:creationId xmlns="" xmlns:a16="http://schemas.microsoft.com/office/drawing/2014/main" id="{6759A4EF-C9B8-4855-A5D6-78AD26E1B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9001961"/>
            <a:ext cx="2725737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225"/>
              </a:lnSpc>
              <a:spcBef>
                <a:spcPts val="163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Широкий</a:t>
            </a:r>
            <a:r>
              <a:rPr lang="ru-RU" altLang="ru-RU" sz="1900" b="1">
                <a:latin typeface="Inter Regular" panose="02000503000000020004" pitchFamily="2" charset="0"/>
              </a:rPr>
              <a:t> </a:t>
            </a: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спектр современной продукции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1" name="object 31">
            <a:extLst>
              <a:ext uri="{FF2B5EF4-FFF2-40B4-BE49-F238E27FC236}">
                <a16:creationId xmlns="" xmlns:a16="http://schemas.microsoft.com/office/drawing/2014/main" id="{DC20103C-F3ED-4580-A3F2-5D65966DE435}"/>
              </a:ext>
            </a:extLst>
          </p:cNvPr>
          <p:cNvGrpSpPr>
            <a:grpSpLocks/>
          </p:cNvGrpSpPr>
          <p:nvPr/>
        </p:nvGrpSpPr>
        <p:grpSpPr bwMode="auto">
          <a:xfrm>
            <a:off x="10706100" y="8579686"/>
            <a:ext cx="66675" cy="279400"/>
            <a:chOff x="6260327" y="6046858"/>
            <a:chExt cx="38735" cy="205104"/>
          </a:xfrm>
        </p:grpSpPr>
        <p:sp>
          <p:nvSpPr>
            <p:cNvPr id="14370" name="object 32">
              <a:extLst>
                <a:ext uri="{FF2B5EF4-FFF2-40B4-BE49-F238E27FC236}">
                  <a16:creationId xmlns="" xmlns:a16="http://schemas.microsoft.com/office/drawing/2014/main" id="{B3A50F61-92CB-49EE-84BB-4C888D59B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1" name="object 33">
              <a:extLst>
                <a:ext uri="{FF2B5EF4-FFF2-40B4-BE49-F238E27FC236}">
                  <a16:creationId xmlns="" xmlns:a16="http://schemas.microsoft.com/office/drawing/2014/main" id="{EBE8FDC3-FFE1-44CE-8650-99341EAA9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2" name="object 34">
            <a:extLst>
              <a:ext uri="{FF2B5EF4-FFF2-40B4-BE49-F238E27FC236}">
                <a16:creationId xmlns="" xmlns:a16="http://schemas.microsoft.com/office/drawing/2014/main" id="{D67C3742-F157-43A3-85DA-7D2741D6D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6488" y="9014661"/>
            <a:ext cx="1781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Гибкое производство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3" name="object 35">
            <a:extLst>
              <a:ext uri="{FF2B5EF4-FFF2-40B4-BE49-F238E27FC236}">
                <a16:creationId xmlns="" xmlns:a16="http://schemas.microsoft.com/office/drawing/2014/main" id="{1A7865D3-EA4D-4DF5-B36C-D358360CDA70}"/>
              </a:ext>
            </a:extLst>
          </p:cNvPr>
          <p:cNvGrpSpPr>
            <a:grpSpLocks/>
          </p:cNvGrpSpPr>
          <p:nvPr/>
        </p:nvGrpSpPr>
        <p:grpSpPr bwMode="auto">
          <a:xfrm>
            <a:off x="14508163" y="8579686"/>
            <a:ext cx="65087" cy="279400"/>
            <a:chOff x="8358837" y="6046858"/>
            <a:chExt cx="38735" cy="205104"/>
          </a:xfrm>
        </p:grpSpPr>
        <p:sp>
          <p:nvSpPr>
            <p:cNvPr id="14368" name="object 36">
              <a:extLst>
                <a:ext uri="{FF2B5EF4-FFF2-40B4-BE49-F238E27FC236}">
                  <a16:creationId xmlns="" xmlns:a16="http://schemas.microsoft.com/office/drawing/2014/main" id="{B261BEA5-CD06-4AE5-9ECB-3302548B1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69" name="object 37">
              <a:extLst>
                <a:ext uri="{FF2B5EF4-FFF2-40B4-BE49-F238E27FC236}">
                  <a16:creationId xmlns="" xmlns:a16="http://schemas.microsoft.com/office/drawing/2014/main" id="{E10D5960-E67B-4D12-9C41-B12A3C3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4" name="object 38">
            <a:extLst>
              <a:ext uri="{FF2B5EF4-FFF2-40B4-BE49-F238E27FC236}">
                <a16:creationId xmlns="" xmlns:a16="http://schemas.microsoft.com/office/drawing/2014/main" id="{B990F7F4-5224-4711-B2D0-4AD242AC2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1063" y="9001961"/>
            <a:ext cx="3257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малотоннажных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4355" name="name_150">
            <a:extLst>
              <a:ext uri="{FF2B5EF4-FFF2-40B4-BE49-F238E27FC236}">
                <a16:creationId xmlns="" xmlns:a16="http://schemas.microsoft.com/office/drawing/2014/main" id="{0DE6110F-7291-4F6C-B33D-89904F05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51100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4356" name="object 2">
            <a:extLst>
              <a:ext uri="{FF2B5EF4-FFF2-40B4-BE49-F238E27FC236}">
                <a16:creationId xmlns="" xmlns:a16="http://schemas.microsoft.com/office/drawing/2014/main" id="{EB734325-6EA3-4113-AE0E-ED7EC8FA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26072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pSp>
        <p:nvGrpSpPr>
          <p:cNvPr id="14357" name="object 11">
            <a:extLst>
              <a:ext uri="{FF2B5EF4-FFF2-40B4-BE49-F238E27FC236}">
                <a16:creationId xmlns="" xmlns:a16="http://schemas.microsoft.com/office/drawing/2014/main" id="{B90661BB-77F5-4F79-9E64-BAA543043BFF}"/>
              </a:ext>
            </a:extLst>
          </p:cNvPr>
          <p:cNvGrpSpPr>
            <a:grpSpLocks/>
          </p:cNvGrpSpPr>
          <p:nvPr/>
        </p:nvGrpSpPr>
        <p:grpSpPr bwMode="auto">
          <a:xfrm>
            <a:off x="0" y="6774698"/>
            <a:ext cx="18288000" cy="1557338"/>
            <a:chOff x="144500" y="5067884"/>
            <a:chExt cx="10400030" cy="890905"/>
          </a:xfrm>
        </p:grpSpPr>
        <p:sp>
          <p:nvSpPr>
            <p:cNvPr id="14358" name="object 12">
              <a:extLst>
                <a:ext uri="{FF2B5EF4-FFF2-40B4-BE49-F238E27FC236}">
                  <a16:creationId xmlns="" xmlns:a16="http://schemas.microsoft.com/office/drawing/2014/main" id="{FFA5A61C-0633-4512-9D6B-4D56D0083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59" name="object 13">
              <a:extLst>
                <a:ext uri="{FF2B5EF4-FFF2-40B4-BE49-F238E27FC236}">
                  <a16:creationId xmlns="" xmlns:a16="http://schemas.microsoft.com/office/drawing/2014/main" id="{AFDFBCCC-9477-4BAF-8A20-9C5590A9C3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868" y="5070131"/>
              <a:ext cx="886002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0" name="object 14">
              <a:extLst>
                <a:ext uri="{FF2B5EF4-FFF2-40B4-BE49-F238E27FC236}">
                  <a16:creationId xmlns="" xmlns:a16="http://schemas.microsoft.com/office/drawing/2014/main" id="{997AF654-6FCE-4533-A5EE-58647B0C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93" y="5216981"/>
              <a:ext cx="592455" cy="592455"/>
            </a:xfrm>
            <a:custGeom>
              <a:avLst/>
              <a:gdLst>
                <a:gd name="T0" fmla="*/ 394627 w 592455"/>
                <a:gd name="T1" fmla="*/ 537839 h 592454"/>
                <a:gd name="T2" fmla="*/ 345871 w 592455"/>
                <a:gd name="T3" fmla="*/ 552647 h 592454"/>
                <a:gd name="T4" fmla="*/ 295008 w 592455"/>
                <a:gd name="T5" fmla="*/ 557613 h 592454"/>
                <a:gd name="T6" fmla="*/ 204279 w 592455"/>
                <a:gd name="T7" fmla="*/ 541306 h 592454"/>
                <a:gd name="T8" fmla="*/ 127393 w 592455"/>
                <a:gd name="T9" fmla="*/ 496323 h 592454"/>
                <a:gd name="T10" fmla="*/ 70294 w 592455"/>
                <a:gd name="T11" fmla="*/ 428593 h 592454"/>
                <a:gd name="T12" fmla="*/ 38912 w 592455"/>
                <a:gd name="T13" fmla="*/ 344050 h 592454"/>
                <a:gd name="T14" fmla="*/ 39712 w 592455"/>
                <a:gd name="T15" fmla="*/ 246126 h 592454"/>
                <a:gd name="T16" fmla="*/ 78295 w 592455"/>
                <a:gd name="T17" fmla="*/ 152971 h 592454"/>
                <a:gd name="T18" fmla="*/ 81318 w 592455"/>
                <a:gd name="T19" fmla="*/ 181965 h 592454"/>
                <a:gd name="T20" fmla="*/ 116027 w 592455"/>
                <a:gd name="T21" fmla="*/ 118465 h 592454"/>
                <a:gd name="T22" fmla="*/ 17691 w 592455"/>
                <a:gd name="T23" fmla="*/ 84175 h 592454"/>
                <a:gd name="T24" fmla="*/ 60960 w 592455"/>
                <a:gd name="T25" fmla="*/ 118465 h 592454"/>
                <a:gd name="T26" fmla="*/ 31927 w 592455"/>
                <a:gd name="T27" fmla="*/ 163512 h 592454"/>
                <a:gd name="T28" fmla="*/ 3644 w 592455"/>
                <a:gd name="T29" fmla="*/ 250710 h 592454"/>
                <a:gd name="T30" fmla="*/ 3644 w 592455"/>
                <a:gd name="T31" fmla="*/ 343923 h 592454"/>
                <a:gd name="T32" fmla="*/ 31927 w 592455"/>
                <a:gd name="T33" fmla="*/ 431121 h 592454"/>
                <a:gd name="T34" fmla="*/ 86410 w 592455"/>
                <a:gd name="T35" fmla="*/ 505911 h 592454"/>
                <a:gd name="T36" fmla="*/ 161213 w 592455"/>
                <a:gd name="T37" fmla="*/ 560407 h 592454"/>
                <a:gd name="T38" fmla="*/ 248399 w 592455"/>
                <a:gd name="T39" fmla="*/ 588690 h 592454"/>
                <a:gd name="T40" fmla="*/ 324078 w 592455"/>
                <a:gd name="T41" fmla="*/ 590912 h 592454"/>
                <a:gd name="T42" fmla="*/ 380631 w 592455"/>
                <a:gd name="T43" fmla="*/ 579685 h 592454"/>
                <a:gd name="T44" fmla="*/ 445350 w 592455"/>
                <a:gd name="T45" fmla="*/ 232537 h 592454"/>
                <a:gd name="T46" fmla="*/ 378371 w 592455"/>
                <a:gd name="T47" fmla="*/ 267233 h 592454"/>
                <a:gd name="T48" fmla="*/ 303987 w 592455"/>
                <a:gd name="T49" fmla="*/ 325088 h 592454"/>
                <a:gd name="T50" fmla="*/ 294614 w 592455"/>
                <a:gd name="T51" fmla="*/ 210832 h 592454"/>
                <a:gd name="T52" fmla="*/ 378371 w 592455"/>
                <a:gd name="T53" fmla="*/ 267233 h 592454"/>
                <a:gd name="T54" fmla="*/ 327126 w 592455"/>
                <a:gd name="T55" fmla="*/ 232537 h 592454"/>
                <a:gd name="T56" fmla="*/ 343992 w 592455"/>
                <a:gd name="T57" fmla="*/ 80695 h 592454"/>
                <a:gd name="T58" fmla="*/ 265214 w 592455"/>
                <a:gd name="T59" fmla="*/ 359798 h 592454"/>
                <a:gd name="T60" fmla="*/ 340207 w 592455"/>
                <a:gd name="T61" fmla="*/ 381489 h 592454"/>
                <a:gd name="T62" fmla="*/ 592340 w 592455"/>
                <a:gd name="T63" fmla="*/ 295008 h 592454"/>
                <a:gd name="T64" fmla="*/ 577964 w 592455"/>
                <a:gd name="T65" fmla="*/ 203581 h 592454"/>
                <a:gd name="T66" fmla="*/ 536308 w 592455"/>
                <a:gd name="T67" fmla="*/ 121920 h 592454"/>
                <a:gd name="T68" fmla="*/ 470395 w 592455"/>
                <a:gd name="T69" fmla="*/ 56007 h 592454"/>
                <a:gd name="T70" fmla="*/ 388747 w 592455"/>
                <a:gd name="T71" fmla="*/ 14363 h 592454"/>
                <a:gd name="T72" fmla="*/ 297332 w 592455"/>
                <a:gd name="T73" fmla="*/ 0 h 592454"/>
                <a:gd name="T74" fmla="*/ 239687 w 592455"/>
                <a:gd name="T75" fmla="*/ 5626 h 592454"/>
                <a:gd name="T76" fmla="*/ 184416 w 592455"/>
                <a:gd name="T77" fmla="*/ 22428 h 592454"/>
                <a:gd name="T78" fmla="*/ 221780 w 592455"/>
                <a:gd name="T79" fmla="*/ 45859 h 592454"/>
                <a:gd name="T80" fmla="*/ 271678 w 592455"/>
                <a:gd name="T81" fmla="*/ 35953 h 592454"/>
                <a:gd name="T82" fmla="*/ 344055 w 592455"/>
                <a:gd name="T83" fmla="*/ 38900 h 592454"/>
                <a:gd name="T84" fmla="*/ 428599 w 592455"/>
                <a:gd name="T85" fmla="*/ 70294 h 592454"/>
                <a:gd name="T86" fmla="*/ 496328 w 592455"/>
                <a:gd name="T87" fmla="*/ 127393 h 592454"/>
                <a:gd name="T88" fmla="*/ 541312 w 592455"/>
                <a:gd name="T89" fmla="*/ 204266 h 592454"/>
                <a:gd name="T90" fmla="*/ 557631 w 592455"/>
                <a:gd name="T91" fmla="*/ 295008 h 592454"/>
                <a:gd name="T92" fmla="*/ 537946 w 592455"/>
                <a:gd name="T93" fmla="*/ 394672 h 592454"/>
                <a:gd name="T94" fmla="*/ 511009 w 592455"/>
                <a:gd name="T95" fmla="*/ 443033 h 592454"/>
                <a:gd name="T96" fmla="*/ 476300 w 592455"/>
                <a:gd name="T97" fmla="*/ 410902 h 592454"/>
                <a:gd name="T98" fmla="*/ 476300 w 592455"/>
                <a:gd name="T99" fmla="*/ 508692 h 592454"/>
                <a:gd name="T100" fmla="*/ 574636 w 592455"/>
                <a:gd name="T101" fmla="*/ 474402 h 592454"/>
                <a:gd name="T102" fmla="*/ 536308 w 592455"/>
                <a:gd name="T103" fmla="*/ 468078 h 592454"/>
                <a:gd name="T104" fmla="*/ 577964 w 592455"/>
                <a:gd name="T105" fmla="*/ 386429 h 592454"/>
                <a:gd name="T106" fmla="*/ 592340 w 592455"/>
                <a:gd name="T107" fmla="*/ 295008 h 5924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92455" h="592454">
                  <a:moveTo>
                    <a:pt x="407924" y="569887"/>
                  </a:moveTo>
                  <a:lnTo>
                    <a:pt x="394627" y="537832"/>
                  </a:lnTo>
                  <a:lnTo>
                    <a:pt x="370560" y="546455"/>
                  </a:lnTo>
                  <a:lnTo>
                    <a:pt x="345871" y="552640"/>
                  </a:lnTo>
                  <a:lnTo>
                    <a:pt x="320662" y="556361"/>
                  </a:lnTo>
                  <a:lnTo>
                    <a:pt x="295008" y="557606"/>
                  </a:lnTo>
                  <a:lnTo>
                    <a:pt x="248285" y="553415"/>
                  </a:lnTo>
                  <a:lnTo>
                    <a:pt x="204279" y="541299"/>
                  </a:lnTo>
                  <a:lnTo>
                    <a:pt x="163728" y="522020"/>
                  </a:lnTo>
                  <a:lnTo>
                    <a:pt x="127393" y="496316"/>
                  </a:lnTo>
                  <a:lnTo>
                    <a:pt x="95999" y="464921"/>
                  </a:lnTo>
                  <a:lnTo>
                    <a:pt x="70294" y="428586"/>
                  </a:lnTo>
                  <a:lnTo>
                    <a:pt x="51028" y="388048"/>
                  </a:lnTo>
                  <a:lnTo>
                    <a:pt x="38912" y="344043"/>
                  </a:lnTo>
                  <a:lnTo>
                    <a:pt x="34709" y="297307"/>
                  </a:lnTo>
                  <a:lnTo>
                    <a:pt x="39712" y="246126"/>
                  </a:lnTo>
                  <a:lnTo>
                    <a:pt x="54394" y="197637"/>
                  </a:lnTo>
                  <a:lnTo>
                    <a:pt x="78295" y="152971"/>
                  </a:lnTo>
                  <a:lnTo>
                    <a:pt x="81318" y="149301"/>
                  </a:lnTo>
                  <a:lnTo>
                    <a:pt x="81318" y="181965"/>
                  </a:lnTo>
                  <a:lnTo>
                    <a:pt x="116027" y="181965"/>
                  </a:lnTo>
                  <a:lnTo>
                    <a:pt x="116027" y="118465"/>
                  </a:lnTo>
                  <a:lnTo>
                    <a:pt x="116027" y="84175"/>
                  </a:lnTo>
                  <a:lnTo>
                    <a:pt x="17691" y="84175"/>
                  </a:lnTo>
                  <a:lnTo>
                    <a:pt x="17691" y="118465"/>
                  </a:lnTo>
                  <a:lnTo>
                    <a:pt x="60960" y="118465"/>
                  </a:lnTo>
                  <a:lnTo>
                    <a:pt x="56032" y="124244"/>
                  </a:lnTo>
                  <a:lnTo>
                    <a:pt x="31927" y="163512"/>
                  </a:lnTo>
                  <a:lnTo>
                    <a:pt x="14363" y="205892"/>
                  </a:lnTo>
                  <a:lnTo>
                    <a:pt x="3644" y="250710"/>
                  </a:lnTo>
                  <a:lnTo>
                    <a:pt x="0" y="297307"/>
                  </a:lnTo>
                  <a:lnTo>
                    <a:pt x="3644" y="343916"/>
                  </a:lnTo>
                  <a:lnTo>
                    <a:pt x="14363" y="388734"/>
                  </a:lnTo>
                  <a:lnTo>
                    <a:pt x="31927" y="431114"/>
                  </a:lnTo>
                  <a:lnTo>
                    <a:pt x="56032" y="470382"/>
                  </a:lnTo>
                  <a:lnTo>
                    <a:pt x="86410" y="505904"/>
                  </a:lnTo>
                  <a:lnTo>
                    <a:pt x="121932" y="536295"/>
                  </a:lnTo>
                  <a:lnTo>
                    <a:pt x="161213" y="560400"/>
                  </a:lnTo>
                  <a:lnTo>
                    <a:pt x="203581" y="577951"/>
                  </a:lnTo>
                  <a:lnTo>
                    <a:pt x="248399" y="588683"/>
                  </a:lnTo>
                  <a:lnTo>
                    <a:pt x="295008" y="592315"/>
                  </a:lnTo>
                  <a:lnTo>
                    <a:pt x="324078" y="590905"/>
                  </a:lnTo>
                  <a:lnTo>
                    <a:pt x="352653" y="586689"/>
                  </a:lnTo>
                  <a:lnTo>
                    <a:pt x="380631" y="579678"/>
                  </a:lnTo>
                  <a:lnTo>
                    <a:pt x="407924" y="569887"/>
                  </a:lnTo>
                  <a:close/>
                </a:path>
                <a:path w="592455" h="592454">
                  <a:moveTo>
                    <a:pt x="445350" y="232537"/>
                  </a:moveTo>
                  <a:lnTo>
                    <a:pt x="378371" y="232537"/>
                  </a:lnTo>
                  <a:lnTo>
                    <a:pt x="378371" y="267233"/>
                  </a:lnTo>
                  <a:lnTo>
                    <a:pt x="297726" y="381482"/>
                  </a:lnTo>
                  <a:lnTo>
                    <a:pt x="303987" y="325081"/>
                  </a:lnTo>
                  <a:lnTo>
                    <a:pt x="213969" y="325081"/>
                  </a:lnTo>
                  <a:lnTo>
                    <a:pt x="294614" y="210832"/>
                  </a:lnTo>
                  <a:lnTo>
                    <a:pt x="288353" y="267233"/>
                  </a:lnTo>
                  <a:lnTo>
                    <a:pt x="378371" y="267233"/>
                  </a:lnTo>
                  <a:lnTo>
                    <a:pt x="378371" y="232537"/>
                  </a:lnTo>
                  <a:lnTo>
                    <a:pt x="327126" y="232537"/>
                  </a:lnTo>
                  <a:lnTo>
                    <a:pt x="329539" y="210832"/>
                  </a:lnTo>
                  <a:lnTo>
                    <a:pt x="343992" y="80695"/>
                  </a:lnTo>
                  <a:lnTo>
                    <a:pt x="146989" y="359791"/>
                  </a:lnTo>
                  <a:lnTo>
                    <a:pt x="265214" y="359791"/>
                  </a:lnTo>
                  <a:lnTo>
                    <a:pt x="248335" y="511619"/>
                  </a:lnTo>
                  <a:lnTo>
                    <a:pt x="340207" y="381482"/>
                  </a:lnTo>
                  <a:lnTo>
                    <a:pt x="445350" y="232537"/>
                  </a:lnTo>
                  <a:close/>
                </a:path>
                <a:path w="592455" h="592454">
                  <a:moveTo>
                    <a:pt x="592340" y="295008"/>
                  </a:moveTo>
                  <a:lnTo>
                    <a:pt x="588695" y="248399"/>
                  </a:lnTo>
                  <a:lnTo>
                    <a:pt x="577964" y="203581"/>
                  </a:lnTo>
                  <a:lnTo>
                    <a:pt x="560412" y="161201"/>
                  </a:lnTo>
                  <a:lnTo>
                    <a:pt x="536308" y="121920"/>
                  </a:lnTo>
                  <a:lnTo>
                    <a:pt x="505929" y="86398"/>
                  </a:lnTo>
                  <a:lnTo>
                    <a:pt x="470395" y="56007"/>
                  </a:lnTo>
                  <a:lnTo>
                    <a:pt x="431126" y="31915"/>
                  </a:lnTo>
                  <a:lnTo>
                    <a:pt x="388747" y="14363"/>
                  </a:lnTo>
                  <a:lnTo>
                    <a:pt x="343928" y="3632"/>
                  </a:lnTo>
                  <a:lnTo>
                    <a:pt x="297332" y="0"/>
                  </a:lnTo>
                  <a:lnTo>
                    <a:pt x="268262" y="1409"/>
                  </a:lnTo>
                  <a:lnTo>
                    <a:pt x="239687" y="5626"/>
                  </a:lnTo>
                  <a:lnTo>
                    <a:pt x="211709" y="12636"/>
                  </a:lnTo>
                  <a:lnTo>
                    <a:pt x="184416" y="22428"/>
                  </a:lnTo>
                  <a:lnTo>
                    <a:pt x="197713" y="54483"/>
                  </a:lnTo>
                  <a:lnTo>
                    <a:pt x="221780" y="45859"/>
                  </a:lnTo>
                  <a:lnTo>
                    <a:pt x="246468" y="39674"/>
                  </a:lnTo>
                  <a:lnTo>
                    <a:pt x="271678" y="35953"/>
                  </a:lnTo>
                  <a:lnTo>
                    <a:pt x="297332" y="34709"/>
                  </a:lnTo>
                  <a:lnTo>
                    <a:pt x="344055" y="38900"/>
                  </a:lnTo>
                  <a:lnTo>
                    <a:pt x="388061" y="51015"/>
                  </a:lnTo>
                  <a:lnTo>
                    <a:pt x="428599" y="70294"/>
                  </a:lnTo>
                  <a:lnTo>
                    <a:pt x="464934" y="95999"/>
                  </a:lnTo>
                  <a:lnTo>
                    <a:pt x="496328" y="127393"/>
                  </a:lnTo>
                  <a:lnTo>
                    <a:pt x="522033" y="163728"/>
                  </a:lnTo>
                  <a:lnTo>
                    <a:pt x="541312" y="204266"/>
                  </a:lnTo>
                  <a:lnTo>
                    <a:pt x="553427" y="248272"/>
                  </a:lnTo>
                  <a:lnTo>
                    <a:pt x="557631" y="295008"/>
                  </a:lnTo>
                  <a:lnTo>
                    <a:pt x="552627" y="346176"/>
                  </a:lnTo>
                  <a:lnTo>
                    <a:pt x="537946" y="394665"/>
                  </a:lnTo>
                  <a:lnTo>
                    <a:pt x="514045" y="439331"/>
                  </a:lnTo>
                  <a:lnTo>
                    <a:pt x="511009" y="443026"/>
                  </a:lnTo>
                  <a:lnTo>
                    <a:pt x="511009" y="410895"/>
                  </a:lnTo>
                  <a:lnTo>
                    <a:pt x="476300" y="410895"/>
                  </a:lnTo>
                  <a:lnTo>
                    <a:pt x="476300" y="474395"/>
                  </a:lnTo>
                  <a:lnTo>
                    <a:pt x="476300" y="508685"/>
                  </a:lnTo>
                  <a:lnTo>
                    <a:pt x="574636" y="508685"/>
                  </a:lnTo>
                  <a:lnTo>
                    <a:pt x="574636" y="474395"/>
                  </a:lnTo>
                  <a:lnTo>
                    <a:pt x="530898" y="474395"/>
                  </a:lnTo>
                  <a:lnTo>
                    <a:pt x="536308" y="468071"/>
                  </a:lnTo>
                  <a:lnTo>
                    <a:pt x="560412" y="428802"/>
                  </a:lnTo>
                  <a:lnTo>
                    <a:pt x="577964" y="386422"/>
                  </a:lnTo>
                  <a:lnTo>
                    <a:pt x="588695" y="341604"/>
                  </a:lnTo>
                  <a:lnTo>
                    <a:pt x="592340" y="2950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1" name="object 15">
              <a:extLst>
                <a:ext uri="{FF2B5EF4-FFF2-40B4-BE49-F238E27FC236}">
                  <a16:creationId xmlns="" xmlns:a16="http://schemas.microsoft.com/office/drawing/2014/main" id="{2B511EBD-1422-4302-AFB8-B1744226F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9031" y="5070131"/>
              <a:ext cx="886015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2" name="object 16">
              <a:extLst>
                <a:ext uri="{FF2B5EF4-FFF2-40B4-BE49-F238E27FC236}">
                  <a16:creationId xmlns="" xmlns:a16="http://schemas.microsoft.com/office/drawing/2014/main" id="{3BE370D0-112B-49AD-9201-ABA1EFF18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406" y="5253684"/>
              <a:ext cx="519430" cy="519430"/>
            </a:xfrm>
            <a:custGeom>
              <a:avLst/>
              <a:gdLst>
                <a:gd name="T0" fmla="*/ 213995 w 519429"/>
                <a:gd name="T1" fmla="*/ 442525 h 519429"/>
                <a:gd name="T2" fmla="*/ 244424 w 519429"/>
                <a:gd name="T3" fmla="*/ 488664 h 519429"/>
                <a:gd name="T4" fmla="*/ 244424 w 519429"/>
                <a:gd name="T5" fmla="*/ 411487 h 519429"/>
                <a:gd name="T6" fmla="*/ 0 w 519429"/>
                <a:gd name="T7" fmla="*/ 441967 h 519429"/>
                <a:gd name="T8" fmla="*/ 0 w 519429"/>
                <a:gd name="T9" fmla="*/ 519437 h 519429"/>
                <a:gd name="T10" fmla="*/ 244424 w 519429"/>
                <a:gd name="T11" fmla="*/ 488957 h 519429"/>
                <a:gd name="T12" fmla="*/ 30416 w 519429"/>
                <a:gd name="T13" fmla="*/ 441967 h 519429"/>
                <a:gd name="T14" fmla="*/ 244424 w 519429"/>
                <a:gd name="T15" fmla="*/ 411487 h 519429"/>
                <a:gd name="T16" fmla="*/ 213995 w 519429"/>
                <a:gd name="T17" fmla="*/ 167652 h 519429"/>
                <a:gd name="T18" fmla="*/ 244424 w 519429"/>
                <a:gd name="T19" fmla="*/ 351238 h 519429"/>
                <a:gd name="T20" fmla="*/ 244424 w 519429"/>
                <a:gd name="T21" fmla="*/ 137160 h 519429"/>
                <a:gd name="T22" fmla="*/ 137414 w 519429"/>
                <a:gd name="T23" fmla="*/ 167640 h 519429"/>
                <a:gd name="T24" fmla="*/ 106984 w 519429"/>
                <a:gd name="T25" fmla="*/ 228460 h 519429"/>
                <a:gd name="T26" fmla="*/ 137414 w 519429"/>
                <a:gd name="T27" fmla="*/ 167640 h 519429"/>
                <a:gd name="T28" fmla="*/ 0 w 519429"/>
                <a:gd name="T29" fmla="*/ 137160 h 519429"/>
                <a:gd name="T30" fmla="*/ 0 w 519429"/>
                <a:gd name="T31" fmla="*/ 351797 h 519429"/>
                <a:gd name="T32" fmla="*/ 244424 w 519429"/>
                <a:gd name="T33" fmla="*/ 382277 h 519429"/>
                <a:gd name="T34" fmla="*/ 30416 w 519429"/>
                <a:gd name="T35" fmla="*/ 351797 h 519429"/>
                <a:gd name="T36" fmla="*/ 76568 w 519429"/>
                <a:gd name="T37" fmla="*/ 167640 h 519429"/>
                <a:gd name="T38" fmla="*/ 76568 w 519429"/>
                <a:gd name="T39" fmla="*/ 258940 h 519429"/>
                <a:gd name="T40" fmla="*/ 167843 w 519429"/>
                <a:gd name="T41" fmla="*/ 228460 h 519429"/>
                <a:gd name="T42" fmla="*/ 244424 w 519429"/>
                <a:gd name="T43" fmla="*/ 167640 h 519429"/>
                <a:gd name="T44" fmla="*/ 519284 w 519429"/>
                <a:gd name="T45" fmla="*/ 305086 h 519429"/>
                <a:gd name="T46" fmla="*/ 488855 w 519429"/>
                <a:gd name="T47" fmla="*/ 488664 h 519429"/>
                <a:gd name="T48" fmla="*/ 519284 w 519429"/>
                <a:gd name="T49" fmla="*/ 305086 h 519429"/>
                <a:gd name="T50" fmla="*/ 274860 w 519429"/>
                <a:gd name="T51" fmla="*/ 274327 h 519429"/>
                <a:gd name="T52" fmla="*/ 274860 w 519429"/>
                <a:gd name="T53" fmla="*/ 488957 h 519429"/>
                <a:gd name="T54" fmla="*/ 519284 w 519429"/>
                <a:gd name="T55" fmla="*/ 519437 h 519429"/>
                <a:gd name="T56" fmla="*/ 305276 w 519429"/>
                <a:gd name="T57" fmla="*/ 488957 h 519429"/>
                <a:gd name="T58" fmla="*/ 519284 w 519429"/>
                <a:gd name="T59" fmla="*/ 304807 h 519429"/>
                <a:gd name="T60" fmla="*/ 519284 w 519429"/>
                <a:gd name="T61" fmla="*/ 0 h 519429"/>
                <a:gd name="T62" fmla="*/ 488855 w 519429"/>
                <a:gd name="T63" fmla="*/ 30480 h 519429"/>
                <a:gd name="T64" fmla="*/ 305276 w 519429"/>
                <a:gd name="T65" fmla="*/ 213360 h 519429"/>
                <a:gd name="T66" fmla="*/ 351428 w 519429"/>
                <a:gd name="T67" fmla="*/ 30480 h 519429"/>
                <a:gd name="T68" fmla="*/ 351428 w 519429"/>
                <a:gd name="T69" fmla="*/ 121513 h 519429"/>
                <a:gd name="T70" fmla="*/ 442703 w 519429"/>
                <a:gd name="T71" fmla="*/ 91033 h 519429"/>
                <a:gd name="T72" fmla="*/ 488855 w 519429"/>
                <a:gd name="T73" fmla="*/ 30480 h 519429"/>
                <a:gd name="T74" fmla="*/ 412274 w 519429"/>
                <a:gd name="T75" fmla="*/ 0 h 519429"/>
                <a:gd name="T76" fmla="*/ 412274 w 519429"/>
                <a:gd name="T77" fmla="*/ 91033 h 519429"/>
                <a:gd name="T78" fmla="*/ 381845 w 519429"/>
                <a:gd name="T79" fmla="*/ 30480 h 519429"/>
                <a:gd name="T80" fmla="*/ 412274 w 519429"/>
                <a:gd name="T81" fmla="*/ 0 h 519429"/>
                <a:gd name="T82" fmla="*/ 274860 w 519429"/>
                <a:gd name="T83" fmla="*/ 30480 h 519429"/>
                <a:gd name="T84" fmla="*/ 274860 w 519429"/>
                <a:gd name="T85" fmla="*/ 243840 h 519429"/>
                <a:gd name="T86" fmla="*/ 519284 w 519429"/>
                <a:gd name="T87" fmla="*/ 213804 h 519429"/>
                <a:gd name="T88" fmla="*/ 519284 w 519429"/>
                <a:gd name="T89" fmla="*/ 30480 h 519429"/>
                <a:gd name="T90" fmla="*/ 519284 w 519429"/>
                <a:gd name="T91" fmla="*/ 0 h 5194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519429" h="519429">
                  <a:moveTo>
                    <a:pt x="244424" y="442518"/>
                  </a:moveTo>
                  <a:lnTo>
                    <a:pt x="213995" y="442518"/>
                  </a:lnTo>
                  <a:lnTo>
                    <a:pt x="213995" y="488657"/>
                  </a:lnTo>
                  <a:lnTo>
                    <a:pt x="244424" y="488657"/>
                  </a:lnTo>
                  <a:lnTo>
                    <a:pt x="244424" y="442518"/>
                  </a:lnTo>
                  <a:close/>
                </a:path>
                <a:path w="519429" h="519429">
                  <a:moveTo>
                    <a:pt x="244424" y="411480"/>
                  </a:moveTo>
                  <a:lnTo>
                    <a:pt x="0" y="411480"/>
                  </a:lnTo>
                  <a:lnTo>
                    <a:pt x="0" y="441960"/>
                  </a:lnTo>
                  <a:lnTo>
                    <a:pt x="0" y="488950"/>
                  </a:lnTo>
                  <a:lnTo>
                    <a:pt x="0" y="519430"/>
                  </a:lnTo>
                  <a:lnTo>
                    <a:pt x="244424" y="519430"/>
                  </a:lnTo>
                  <a:lnTo>
                    <a:pt x="244424" y="488950"/>
                  </a:lnTo>
                  <a:lnTo>
                    <a:pt x="30416" y="488950"/>
                  </a:lnTo>
                  <a:lnTo>
                    <a:pt x="30416" y="441960"/>
                  </a:lnTo>
                  <a:lnTo>
                    <a:pt x="244424" y="441960"/>
                  </a:lnTo>
                  <a:lnTo>
                    <a:pt x="244424" y="411480"/>
                  </a:lnTo>
                  <a:close/>
                </a:path>
                <a:path w="519429" h="519429">
                  <a:moveTo>
                    <a:pt x="244424" y="167652"/>
                  </a:moveTo>
                  <a:lnTo>
                    <a:pt x="213995" y="167652"/>
                  </a:lnTo>
                  <a:lnTo>
                    <a:pt x="213995" y="351231"/>
                  </a:lnTo>
                  <a:lnTo>
                    <a:pt x="244424" y="351231"/>
                  </a:lnTo>
                  <a:lnTo>
                    <a:pt x="244424" y="167652"/>
                  </a:lnTo>
                  <a:close/>
                </a:path>
                <a:path w="519429" h="519429">
                  <a:moveTo>
                    <a:pt x="244424" y="137160"/>
                  </a:moveTo>
                  <a:lnTo>
                    <a:pt x="137414" y="137160"/>
                  </a:lnTo>
                  <a:lnTo>
                    <a:pt x="137414" y="167640"/>
                  </a:lnTo>
                  <a:lnTo>
                    <a:pt x="137414" y="228460"/>
                  </a:lnTo>
                  <a:lnTo>
                    <a:pt x="106984" y="228460"/>
                  </a:lnTo>
                  <a:lnTo>
                    <a:pt x="106984" y="167640"/>
                  </a:lnTo>
                  <a:lnTo>
                    <a:pt x="137414" y="167640"/>
                  </a:lnTo>
                  <a:lnTo>
                    <a:pt x="137414" y="137160"/>
                  </a:lnTo>
                  <a:lnTo>
                    <a:pt x="0" y="137160"/>
                  </a:lnTo>
                  <a:lnTo>
                    <a:pt x="0" y="167640"/>
                  </a:lnTo>
                  <a:lnTo>
                    <a:pt x="0" y="351790"/>
                  </a:lnTo>
                  <a:lnTo>
                    <a:pt x="0" y="382270"/>
                  </a:lnTo>
                  <a:lnTo>
                    <a:pt x="244424" y="382270"/>
                  </a:lnTo>
                  <a:lnTo>
                    <a:pt x="244424" y="351790"/>
                  </a:lnTo>
                  <a:lnTo>
                    <a:pt x="30416" y="351790"/>
                  </a:lnTo>
                  <a:lnTo>
                    <a:pt x="30416" y="167640"/>
                  </a:lnTo>
                  <a:lnTo>
                    <a:pt x="76568" y="167640"/>
                  </a:lnTo>
                  <a:lnTo>
                    <a:pt x="76568" y="228460"/>
                  </a:lnTo>
                  <a:lnTo>
                    <a:pt x="76568" y="258940"/>
                  </a:lnTo>
                  <a:lnTo>
                    <a:pt x="167843" y="258940"/>
                  </a:lnTo>
                  <a:lnTo>
                    <a:pt x="167843" y="228460"/>
                  </a:lnTo>
                  <a:lnTo>
                    <a:pt x="167843" y="167640"/>
                  </a:lnTo>
                  <a:lnTo>
                    <a:pt x="244424" y="167640"/>
                  </a:lnTo>
                  <a:lnTo>
                    <a:pt x="244424" y="137160"/>
                  </a:lnTo>
                  <a:close/>
                </a:path>
                <a:path w="519429" h="519429">
                  <a:moveTo>
                    <a:pt x="519277" y="305079"/>
                  </a:moveTo>
                  <a:lnTo>
                    <a:pt x="488848" y="305079"/>
                  </a:lnTo>
                  <a:lnTo>
                    <a:pt x="488848" y="488657"/>
                  </a:lnTo>
                  <a:lnTo>
                    <a:pt x="519277" y="488657"/>
                  </a:lnTo>
                  <a:lnTo>
                    <a:pt x="519277" y="305079"/>
                  </a:lnTo>
                  <a:close/>
                </a:path>
                <a:path w="519429" h="519429">
                  <a:moveTo>
                    <a:pt x="519277" y="274320"/>
                  </a:moveTo>
                  <a:lnTo>
                    <a:pt x="274853" y="274320"/>
                  </a:lnTo>
                  <a:lnTo>
                    <a:pt x="274853" y="304800"/>
                  </a:lnTo>
                  <a:lnTo>
                    <a:pt x="274853" y="488950"/>
                  </a:lnTo>
                  <a:lnTo>
                    <a:pt x="274853" y="519430"/>
                  </a:lnTo>
                  <a:lnTo>
                    <a:pt x="519277" y="519430"/>
                  </a:lnTo>
                  <a:lnTo>
                    <a:pt x="519277" y="488950"/>
                  </a:lnTo>
                  <a:lnTo>
                    <a:pt x="305269" y="488950"/>
                  </a:lnTo>
                  <a:lnTo>
                    <a:pt x="305269" y="304800"/>
                  </a:lnTo>
                  <a:lnTo>
                    <a:pt x="519277" y="304800"/>
                  </a:lnTo>
                  <a:lnTo>
                    <a:pt x="519277" y="274320"/>
                  </a:lnTo>
                  <a:close/>
                </a:path>
                <a:path w="519429" h="519429">
                  <a:moveTo>
                    <a:pt x="519277" y="0"/>
                  </a:moveTo>
                  <a:lnTo>
                    <a:pt x="488848" y="0"/>
                  </a:lnTo>
                  <a:lnTo>
                    <a:pt x="488848" y="30480"/>
                  </a:lnTo>
                  <a:lnTo>
                    <a:pt x="488848" y="213360"/>
                  </a:lnTo>
                  <a:lnTo>
                    <a:pt x="305269" y="213360"/>
                  </a:lnTo>
                  <a:lnTo>
                    <a:pt x="305269" y="30480"/>
                  </a:lnTo>
                  <a:lnTo>
                    <a:pt x="351421" y="30480"/>
                  </a:lnTo>
                  <a:lnTo>
                    <a:pt x="351421" y="91033"/>
                  </a:lnTo>
                  <a:lnTo>
                    <a:pt x="351421" y="121513"/>
                  </a:lnTo>
                  <a:lnTo>
                    <a:pt x="442696" y="121513"/>
                  </a:lnTo>
                  <a:lnTo>
                    <a:pt x="442696" y="91033"/>
                  </a:lnTo>
                  <a:lnTo>
                    <a:pt x="442696" y="30480"/>
                  </a:lnTo>
                  <a:lnTo>
                    <a:pt x="488848" y="30480"/>
                  </a:lnTo>
                  <a:lnTo>
                    <a:pt x="488848" y="0"/>
                  </a:lnTo>
                  <a:lnTo>
                    <a:pt x="412267" y="0"/>
                  </a:lnTo>
                  <a:lnTo>
                    <a:pt x="412267" y="30480"/>
                  </a:lnTo>
                  <a:lnTo>
                    <a:pt x="412267" y="91033"/>
                  </a:lnTo>
                  <a:lnTo>
                    <a:pt x="381838" y="91033"/>
                  </a:lnTo>
                  <a:lnTo>
                    <a:pt x="381838" y="30480"/>
                  </a:lnTo>
                  <a:lnTo>
                    <a:pt x="412267" y="30480"/>
                  </a:lnTo>
                  <a:lnTo>
                    <a:pt x="412267" y="0"/>
                  </a:lnTo>
                  <a:lnTo>
                    <a:pt x="274853" y="0"/>
                  </a:lnTo>
                  <a:lnTo>
                    <a:pt x="274853" y="30480"/>
                  </a:lnTo>
                  <a:lnTo>
                    <a:pt x="274853" y="213360"/>
                  </a:lnTo>
                  <a:lnTo>
                    <a:pt x="274853" y="243840"/>
                  </a:lnTo>
                  <a:lnTo>
                    <a:pt x="519277" y="243840"/>
                  </a:lnTo>
                  <a:lnTo>
                    <a:pt x="519277" y="213804"/>
                  </a:lnTo>
                  <a:lnTo>
                    <a:pt x="519277" y="213360"/>
                  </a:lnTo>
                  <a:lnTo>
                    <a:pt x="519277" y="30480"/>
                  </a:lnTo>
                  <a:lnTo>
                    <a:pt x="519277" y="30226"/>
                  </a:lnTo>
                  <a:lnTo>
                    <a:pt x="519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3" name="object 17">
              <a:extLst>
                <a:ext uri="{FF2B5EF4-FFF2-40B4-BE49-F238E27FC236}">
                  <a16:creationId xmlns="" xmlns:a16="http://schemas.microsoft.com/office/drawing/2014/main" id="{2A142408-DF79-461C-8104-C6660AAF7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3997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4" name="object 18">
              <a:extLst>
                <a:ext uri="{FF2B5EF4-FFF2-40B4-BE49-F238E27FC236}">
                  <a16:creationId xmlns="" xmlns:a16="http://schemas.microsoft.com/office/drawing/2014/main" id="{C98D5C6B-F92D-4D98-89F9-96F0F81545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1695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5" name="object 19">
              <a:extLst>
                <a:ext uri="{FF2B5EF4-FFF2-40B4-BE49-F238E27FC236}">
                  <a16:creationId xmlns="" xmlns:a16="http://schemas.microsoft.com/office/drawing/2014/main" id="{23106E36-F50A-4047-94AE-4A54EBA3F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429" y="5240718"/>
              <a:ext cx="2581910" cy="546735"/>
            </a:xfrm>
            <a:custGeom>
              <a:avLst/>
              <a:gdLst>
                <a:gd name="T0" fmla="*/ 528205 w 2581909"/>
                <a:gd name="T1" fmla="*/ 417131 h 546735"/>
                <a:gd name="T2" fmla="*/ 512914 w 2581909"/>
                <a:gd name="T3" fmla="*/ 465010 h 546735"/>
                <a:gd name="T4" fmla="*/ 483641 w 2581909"/>
                <a:gd name="T5" fmla="*/ 509143 h 546735"/>
                <a:gd name="T6" fmla="*/ 431177 w 2581909"/>
                <a:gd name="T7" fmla="*/ 498868 h 546735"/>
                <a:gd name="T8" fmla="*/ 420903 w 2581909"/>
                <a:gd name="T9" fmla="*/ 446392 h 546735"/>
                <a:gd name="T10" fmla="*/ 465023 w 2581909"/>
                <a:gd name="T11" fmla="*/ 417131 h 546735"/>
                <a:gd name="T12" fmla="*/ 509143 w 2581909"/>
                <a:gd name="T13" fmla="*/ 446392 h 546735"/>
                <a:gd name="T14" fmla="*/ 506310 w 2581909"/>
                <a:gd name="T15" fmla="*/ 396748 h 546735"/>
                <a:gd name="T16" fmla="*/ 480987 w 2581909"/>
                <a:gd name="T17" fmla="*/ 289433 h 546735"/>
                <a:gd name="T18" fmla="*/ 359752 w 2581909"/>
                <a:gd name="T19" fmla="*/ 199758 h 546735"/>
                <a:gd name="T20" fmla="*/ 384149 w 2581909"/>
                <a:gd name="T21" fmla="*/ 56121 h 546735"/>
                <a:gd name="T22" fmla="*/ 352221 w 2581909"/>
                <a:gd name="T23" fmla="*/ 167830 h 546735"/>
                <a:gd name="T24" fmla="*/ 343814 w 2581909"/>
                <a:gd name="T25" fmla="*/ 95999 h 546735"/>
                <a:gd name="T26" fmla="*/ 343535 w 2581909"/>
                <a:gd name="T27" fmla="*/ 35725 h 546735"/>
                <a:gd name="T28" fmla="*/ 272415 w 2581909"/>
                <a:gd name="T29" fmla="*/ 95999 h 546735"/>
                <a:gd name="T30" fmla="*/ 256451 w 2581909"/>
                <a:gd name="T31" fmla="*/ 123710 h 546735"/>
                <a:gd name="T32" fmla="*/ 192608 w 2581909"/>
                <a:gd name="T33" fmla="*/ 91795 h 546735"/>
                <a:gd name="T34" fmla="*/ 212267 w 2581909"/>
                <a:gd name="T35" fmla="*/ 65938 h 546735"/>
                <a:gd name="T36" fmla="*/ 332562 w 2581909"/>
                <a:gd name="T37" fmla="*/ 30213 h 546735"/>
                <a:gd name="T38" fmla="*/ 160680 w 2581909"/>
                <a:gd name="T39" fmla="*/ 187566 h 546735"/>
                <a:gd name="T40" fmla="*/ 63842 w 2581909"/>
                <a:gd name="T41" fmla="*/ 289433 h 546735"/>
                <a:gd name="T42" fmla="*/ 18275 w 2581909"/>
                <a:gd name="T43" fmla="*/ 414248 h 546735"/>
                <a:gd name="T44" fmla="*/ 6273 w 2581909"/>
                <a:gd name="T45" fmla="*/ 496062 h 546735"/>
                <a:gd name="T46" fmla="*/ 79806 w 2581909"/>
                <a:gd name="T47" fmla="*/ 544830 h 546735"/>
                <a:gd name="T48" fmla="*/ 141960 w 2581909"/>
                <a:gd name="T49" fmla="*/ 512902 h 546735"/>
                <a:gd name="T50" fmla="*/ 154749 w 2581909"/>
                <a:gd name="T51" fmla="*/ 437578 h 546735"/>
                <a:gd name="T52" fmla="*/ 127698 w 2581909"/>
                <a:gd name="T53" fmla="*/ 402463 h 546735"/>
                <a:gd name="T54" fmla="*/ 113652 w 2581909"/>
                <a:gd name="T55" fmla="*/ 498868 h 546735"/>
                <a:gd name="T56" fmla="*/ 61175 w 2581909"/>
                <a:gd name="T57" fmla="*/ 509143 h 546735"/>
                <a:gd name="T58" fmla="*/ 31915 w 2581909"/>
                <a:gd name="T59" fmla="*/ 465010 h 546735"/>
                <a:gd name="T60" fmla="*/ 61175 w 2581909"/>
                <a:gd name="T61" fmla="*/ 420903 h 546735"/>
                <a:gd name="T62" fmla="*/ 113652 w 2581909"/>
                <a:gd name="T63" fmla="*/ 431177 h 546735"/>
                <a:gd name="T64" fmla="*/ 127698 w 2581909"/>
                <a:gd name="T65" fmla="*/ 402463 h 546735"/>
                <a:gd name="T66" fmla="*/ 95770 w 2581909"/>
                <a:gd name="T67" fmla="*/ 321360 h 546735"/>
                <a:gd name="T68" fmla="*/ 231114 w 2581909"/>
                <a:gd name="T69" fmla="*/ 396748 h 546735"/>
                <a:gd name="T70" fmla="*/ 192608 w 2581909"/>
                <a:gd name="T71" fmla="*/ 465010 h 546735"/>
                <a:gd name="T72" fmla="*/ 241376 w 2581909"/>
                <a:gd name="T73" fmla="*/ 538556 h 546735"/>
                <a:gd name="T74" fmla="*/ 328815 w 2581909"/>
                <a:gd name="T75" fmla="*/ 521436 h 546735"/>
                <a:gd name="T76" fmla="*/ 352221 w 2581909"/>
                <a:gd name="T77" fmla="*/ 465010 h 546735"/>
                <a:gd name="T78" fmla="*/ 333946 w 2581909"/>
                <a:gd name="T79" fmla="*/ 414248 h 546735"/>
                <a:gd name="T80" fmla="*/ 316534 w 2581909"/>
                <a:gd name="T81" fmla="*/ 483641 h 546735"/>
                <a:gd name="T82" fmla="*/ 272415 w 2581909"/>
                <a:gd name="T83" fmla="*/ 512902 h 546735"/>
                <a:gd name="T84" fmla="*/ 228295 w 2581909"/>
                <a:gd name="T85" fmla="*/ 483641 h 546735"/>
                <a:gd name="T86" fmla="*/ 238569 w 2581909"/>
                <a:gd name="T87" fmla="*/ 431177 h 546735"/>
                <a:gd name="T88" fmla="*/ 291033 w 2581909"/>
                <a:gd name="T89" fmla="*/ 420903 h 546735"/>
                <a:gd name="T90" fmla="*/ 320306 w 2581909"/>
                <a:gd name="T91" fmla="*/ 465010 h 546735"/>
                <a:gd name="T92" fmla="*/ 288378 w 2581909"/>
                <a:gd name="T93" fmla="*/ 386816 h 546735"/>
                <a:gd name="T94" fmla="*/ 449059 w 2581909"/>
                <a:gd name="T95" fmla="*/ 386816 h 546735"/>
                <a:gd name="T96" fmla="*/ 390067 w 2581909"/>
                <a:gd name="T97" fmla="*/ 437578 h 546735"/>
                <a:gd name="T98" fmla="*/ 408609 w 2581909"/>
                <a:gd name="T99" fmla="*/ 521436 h 546735"/>
                <a:gd name="T100" fmla="*/ 496049 w 2581909"/>
                <a:gd name="T101" fmla="*/ 538556 h 546735"/>
                <a:gd name="T102" fmla="*/ 538543 w 2581909"/>
                <a:gd name="T103" fmla="*/ 496062 h 546735"/>
                <a:gd name="T104" fmla="*/ 2164087 w 2581909"/>
                <a:gd name="T105" fmla="*/ 127266 h 546735"/>
                <a:gd name="T106" fmla="*/ 2164087 w 2581909"/>
                <a:gd name="T107" fmla="*/ 546366 h 546735"/>
                <a:gd name="T108" fmla="*/ 2196205 w 2581909"/>
                <a:gd name="T109" fmla="*/ 514616 h 546735"/>
                <a:gd name="T110" fmla="*/ 2549443 w 2581909"/>
                <a:gd name="T111" fmla="*/ 513981 h 546735"/>
                <a:gd name="T112" fmla="*/ 2581548 w 2581909"/>
                <a:gd name="T113" fmla="*/ 159677 h 5467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81909" h="546735">
                  <a:moveTo>
                    <a:pt x="544830" y="465010"/>
                  </a:moveTo>
                  <a:lnTo>
                    <a:pt x="539965" y="437578"/>
                  </a:lnTo>
                  <a:lnTo>
                    <a:pt x="528205" y="417131"/>
                  </a:lnTo>
                  <a:lnTo>
                    <a:pt x="526554" y="414248"/>
                  </a:lnTo>
                  <a:lnTo>
                    <a:pt x="512914" y="402463"/>
                  </a:lnTo>
                  <a:lnTo>
                    <a:pt x="512914" y="465010"/>
                  </a:lnTo>
                  <a:lnTo>
                    <a:pt x="509143" y="483641"/>
                  </a:lnTo>
                  <a:lnTo>
                    <a:pt x="498868" y="498868"/>
                  </a:lnTo>
                  <a:lnTo>
                    <a:pt x="483641" y="509143"/>
                  </a:lnTo>
                  <a:lnTo>
                    <a:pt x="465023" y="512902"/>
                  </a:lnTo>
                  <a:lnTo>
                    <a:pt x="446392" y="509143"/>
                  </a:lnTo>
                  <a:lnTo>
                    <a:pt x="431177" y="498868"/>
                  </a:lnTo>
                  <a:lnTo>
                    <a:pt x="420903" y="483641"/>
                  </a:lnTo>
                  <a:lnTo>
                    <a:pt x="417131" y="465010"/>
                  </a:lnTo>
                  <a:lnTo>
                    <a:pt x="420903" y="446392"/>
                  </a:lnTo>
                  <a:lnTo>
                    <a:pt x="431177" y="431177"/>
                  </a:lnTo>
                  <a:lnTo>
                    <a:pt x="446392" y="420903"/>
                  </a:lnTo>
                  <a:lnTo>
                    <a:pt x="465023" y="417131"/>
                  </a:lnTo>
                  <a:lnTo>
                    <a:pt x="483641" y="420903"/>
                  </a:lnTo>
                  <a:lnTo>
                    <a:pt x="498868" y="431177"/>
                  </a:lnTo>
                  <a:lnTo>
                    <a:pt x="509143" y="446392"/>
                  </a:lnTo>
                  <a:lnTo>
                    <a:pt x="512914" y="465010"/>
                  </a:lnTo>
                  <a:lnTo>
                    <a:pt x="512914" y="402463"/>
                  </a:lnTo>
                  <a:lnTo>
                    <a:pt x="506310" y="396748"/>
                  </a:lnTo>
                  <a:lnTo>
                    <a:pt x="480987" y="386816"/>
                  </a:lnTo>
                  <a:lnTo>
                    <a:pt x="480987" y="321360"/>
                  </a:lnTo>
                  <a:lnTo>
                    <a:pt x="480987" y="289433"/>
                  </a:lnTo>
                  <a:lnTo>
                    <a:pt x="288378" y="289433"/>
                  </a:lnTo>
                  <a:lnTo>
                    <a:pt x="288378" y="235445"/>
                  </a:lnTo>
                  <a:lnTo>
                    <a:pt x="359752" y="199758"/>
                  </a:lnTo>
                  <a:lnTo>
                    <a:pt x="384149" y="187566"/>
                  </a:lnTo>
                  <a:lnTo>
                    <a:pt x="384149" y="91795"/>
                  </a:lnTo>
                  <a:lnTo>
                    <a:pt x="384149" y="56121"/>
                  </a:lnTo>
                  <a:lnTo>
                    <a:pt x="352221" y="40093"/>
                  </a:lnTo>
                  <a:lnTo>
                    <a:pt x="352221" y="91795"/>
                  </a:lnTo>
                  <a:lnTo>
                    <a:pt x="352221" y="167830"/>
                  </a:lnTo>
                  <a:lnTo>
                    <a:pt x="288378" y="199758"/>
                  </a:lnTo>
                  <a:lnTo>
                    <a:pt x="288378" y="123710"/>
                  </a:lnTo>
                  <a:lnTo>
                    <a:pt x="343814" y="95999"/>
                  </a:lnTo>
                  <a:lnTo>
                    <a:pt x="352221" y="91795"/>
                  </a:lnTo>
                  <a:lnTo>
                    <a:pt x="352221" y="40093"/>
                  </a:lnTo>
                  <a:lnTo>
                    <a:pt x="343535" y="35725"/>
                  </a:lnTo>
                  <a:lnTo>
                    <a:pt x="332562" y="30213"/>
                  </a:lnTo>
                  <a:lnTo>
                    <a:pt x="332562" y="65938"/>
                  </a:lnTo>
                  <a:lnTo>
                    <a:pt x="272415" y="95999"/>
                  </a:lnTo>
                  <a:lnTo>
                    <a:pt x="263994" y="91795"/>
                  </a:lnTo>
                  <a:lnTo>
                    <a:pt x="256451" y="88036"/>
                  </a:lnTo>
                  <a:lnTo>
                    <a:pt x="256451" y="123710"/>
                  </a:lnTo>
                  <a:lnTo>
                    <a:pt x="256451" y="199758"/>
                  </a:lnTo>
                  <a:lnTo>
                    <a:pt x="192608" y="167830"/>
                  </a:lnTo>
                  <a:lnTo>
                    <a:pt x="192608" y="91795"/>
                  </a:lnTo>
                  <a:lnTo>
                    <a:pt x="256451" y="123710"/>
                  </a:lnTo>
                  <a:lnTo>
                    <a:pt x="256451" y="88036"/>
                  </a:lnTo>
                  <a:lnTo>
                    <a:pt x="212267" y="65938"/>
                  </a:lnTo>
                  <a:lnTo>
                    <a:pt x="272415" y="35725"/>
                  </a:lnTo>
                  <a:lnTo>
                    <a:pt x="332562" y="65938"/>
                  </a:lnTo>
                  <a:lnTo>
                    <a:pt x="332562" y="30213"/>
                  </a:lnTo>
                  <a:lnTo>
                    <a:pt x="272415" y="0"/>
                  </a:lnTo>
                  <a:lnTo>
                    <a:pt x="160680" y="56121"/>
                  </a:lnTo>
                  <a:lnTo>
                    <a:pt x="160680" y="187566"/>
                  </a:lnTo>
                  <a:lnTo>
                    <a:pt x="256451" y="235445"/>
                  </a:lnTo>
                  <a:lnTo>
                    <a:pt x="256451" y="289433"/>
                  </a:lnTo>
                  <a:lnTo>
                    <a:pt x="63842" y="289433"/>
                  </a:lnTo>
                  <a:lnTo>
                    <a:pt x="63842" y="386816"/>
                  </a:lnTo>
                  <a:lnTo>
                    <a:pt x="38506" y="396748"/>
                  </a:lnTo>
                  <a:lnTo>
                    <a:pt x="18275" y="414248"/>
                  </a:lnTo>
                  <a:lnTo>
                    <a:pt x="4851" y="437578"/>
                  </a:lnTo>
                  <a:lnTo>
                    <a:pt x="0" y="465010"/>
                  </a:lnTo>
                  <a:lnTo>
                    <a:pt x="6273" y="496062"/>
                  </a:lnTo>
                  <a:lnTo>
                    <a:pt x="23393" y="521436"/>
                  </a:lnTo>
                  <a:lnTo>
                    <a:pt x="48768" y="538556"/>
                  </a:lnTo>
                  <a:lnTo>
                    <a:pt x="79806" y="544830"/>
                  </a:lnTo>
                  <a:lnTo>
                    <a:pt x="110832" y="538556"/>
                  </a:lnTo>
                  <a:lnTo>
                    <a:pt x="136207" y="521436"/>
                  </a:lnTo>
                  <a:lnTo>
                    <a:pt x="141960" y="512902"/>
                  </a:lnTo>
                  <a:lnTo>
                    <a:pt x="153327" y="496062"/>
                  </a:lnTo>
                  <a:lnTo>
                    <a:pt x="159613" y="465010"/>
                  </a:lnTo>
                  <a:lnTo>
                    <a:pt x="154749" y="437578"/>
                  </a:lnTo>
                  <a:lnTo>
                    <a:pt x="142989" y="417131"/>
                  </a:lnTo>
                  <a:lnTo>
                    <a:pt x="141338" y="414248"/>
                  </a:lnTo>
                  <a:lnTo>
                    <a:pt x="127698" y="402463"/>
                  </a:lnTo>
                  <a:lnTo>
                    <a:pt x="127698" y="465010"/>
                  </a:lnTo>
                  <a:lnTo>
                    <a:pt x="123926" y="483641"/>
                  </a:lnTo>
                  <a:lnTo>
                    <a:pt x="113652" y="498868"/>
                  </a:lnTo>
                  <a:lnTo>
                    <a:pt x="98425" y="509143"/>
                  </a:lnTo>
                  <a:lnTo>
                    <a:pt x="79806" y="512902"/>
                  </a:lnTo>
                  <a:lnTo>
                    <a:pt x="61175" y="509143"/>
                  </a:lnTo>
                  <a:lnTo>
                    <a:pt x="45961" y="498868"/>
                  </a:lnTo>
                  <a:lnTo>
                    <a:pt x="35687" y="483641"/>
                  </a:lnTo>
                  <a:lnTo>
                    <a:pt x="31915" y="465010"/>
                  </a:lnTo>
                  <a:lnTo>
                    <a:pt x="35687" y="446392"/>
                  </a:lnTo>
                  <a:lnTo>
                    <a:pt x="45961" y="431177"/>
                  </a:lnTo>
                  <a:lnTo>
                    <a:pt x="61175" y="420903"/>
                  </a:lnTo>
                  <a:lnTo>
                    <a:pt x="79806" y="417131"/>
                  </a:lnTo>
                  <a:lnTo>
                    <a:pt x="98425" y="420903"/>
                  </a:lnTo>
                  <a:lnTo>
                    <a:pt x="113652" y="431177"/>
                  </a:lnTo>
                  <a:lnTo>
                    <a:pt x="123926" y="446392"/>
                  </a:lnTo>
                  <a:lnTo>
                    <a:pt x="127698" y="465010"/>
                  </a:lnTo>
                  <a:lnTo>
                    <a:pt x="127698" y="402463"/>
                  </a:lnTo>
                  <a:lnTo>
                    <a:pt x="121094" y="396748"/>
                  </a:lnTo>
                  <a:lnTo>
                    <a:pt x="95770" y="386816"/>
                  </a:lnTo>
                  <a:lnTo>
                    <a:pt x="95770" y="321360"/>
                  </a:lnTo>
                  <a:lnTo>
                    <a:pt x="256451" y="321360"/>
                  </a:lnTo>
                  <a:lnTo>
                    <a:pt x="256451" y="386816"/>
                  </a:lnTo>
                  <a:lnTo>
                    <a:pt x="231114" y="396748"/>
                  </a:lnTo>
                  <a:lnTo>
                    <a:pt x="210883" y="414248"/>
                  </a:lnTo>
                  <a:lnTo>
                    <a:pt x="197459" y="437578"/>
                  </a:lnTo>
                  <a:lnTo>
                    <a:pt x="192608" y="465010"/>
                  </a:lnTo>
                  <a:lnTo>
                    <a:pt x="198882" y="496062"/>
                  </a:lnTo>
                  <a:lnTo>
                    <a:pt x="216001" y="521436"/>
                  </a:lnTo>
                  <a:lnTo>
                    <a:pt x="241376" y="538556"/>
                  </a:lnTo>
                  <a:lnTo>
                    <a:pt x="272415" y="544830"/>
                  </a:lnTo>
                  <a:lnTo>
                    <a:pt x="303441" y="538556"/>
                  </a:lnTo>
                  <a:lnTo>
                    <a:pt x="328815" y="521436"/>
                  </a:lnTo>
                  <a:lnTo>
                    <a:pt x="334568" y="512902"/>
                  </a:lnTo>
                  <a:lnTo>
                    <a:pt x="345935" y="496062"/>
                  </a:lnTo>
                  <a:lnTo>
                    <a:pt x="352221" y="465010"/>
                  </a:lnTo>
                  <a:lnTo>
                    <a:pt x="347357" y="437578"/>
                  </a:lnTo>
                  <a:lnTo>
                    <a:pt x="335597" y="417131"/>
                  </a:lnTo>
                  <a:lnTo>
                    <a:pt x="333946" y="414248"/>
                  </a:lnTo>
                  <a:lnTo>
                    <a:pt x="320306" y="402463"/>
                  </a:lnTo>
                  <a:lnTo>
                    <a:pt x="320306" y="465010"/>
                  </a:lnTo>
                  <a:lnTo>
                    <a:pt x="316534" y="483641"/>
                  </a:lnTo>
                  <a:lnTo>
                    <a:pt x="306260" y="498868"/>
                  </a:lnTo>
                  <a:lnTo>
                    <a:pt x="291033" y="509143"/>
                  </a:lnTo>
                  <a:lnTo>
                    <a:pt x="272415" y="512902"/>
                  </a:lnTo>
                  <a:lnTo>
                    <a:pt x="253784" y="509143"/>
                  </a:lnTo>
                  <a:lnTo>
                    <a:pt x="238569" y="498868"/>
                  </a:lnTo>
                  <a:lnTo>
                    <a:pt x="228295" y="483641"/>
                  </a:lnTo>
                  <a:lnTo>
                    <a:pt x="224523" y="465010"/>
                  </a:lnTo>
                  <a:lnTo>
                    <a:pt x="228295" y="446392"/>
                  </a:lnTo>
                  <a:lnTo>
                    <a:pt x="238569" y="431177"/>
                  </a:lnTo>
                  <a:lnTo>
                    <a:pt x="253784" y="420903"/>
                  </a:lnTo>
                  <a:lnTo>
                    <a:pt x="272415" y="417131"/>
                  </a:lnTo>
                  <a:lnTo>
                    <a:pt x="291033" y="420903"/>
                  </a:lnTo>
                  <a:lnTo>
                    <a:pt x="306260" y="431177"/>
                  </a:lnTo>
                  <a:lnTo>
                    <a:pt x="316534" y="446392"/>
                  </a:lnTo>
                  <a:lnTo>
                    <a:pt x="320306" y="465010"/>
                  </a:lnTo>
                  <a:lnTo>
                    <a:pt x="320306" y="402463"/>
                  </a:lnTo>
                  <a:lnTo>
                    <a:pt x="313702" y="396748"/>
                  </a:lnTo>
                  <a:lnTo>
                    <a:pt x="288378" y="386816"/>
                  </a:lnTo>
                  <a:lnTo>
                    <a:pt x="288378" y="321360"/>
                  </a:lnTo>
                  <a:lnTo>
                    <a:pt x="449059" y="321360"/>
                  </a:lnTo>
                  <a:lnTo>
                    <a:pt x="449059" y="386816"/>
                  </a:lnTo>
                  <a:lnTo>
                    <a:pt x="423722" y="396748"/>
                  </a:lnTo>
                  <a:lnTo>
                    <a:pt x="403491" y="414248"/>
                  </a:lnTo>
                  <a:lnTo>
                    <a:pt x="390067" y="437578"/>
                  </a:lnTo>
                  <a:lnTo>
                    <a:pt x="385216" y="465010"/>
                  </a:lnTo>
                  <a:lnTo>
                    <a:pt x="391490" y="496062"/>
                  </a:lnTo>
                  <a:lnTo>
                    <a:pt x="408609" y="521436"/>
                  </a:lnTo>
                  <a:lnTo>
                    <a:pt x="433984" y="538556"/>
                  </a:lnTo>
                  <a:lnTo>
                    <a:pt x="465023" y="544830"/>
                  </a:lnTo>
                  <a:lnTo>
                    <a:pt x="496049" y="538556"/>
                  </a:lnTo>
                  <a:lnTo>
                    <a:pt x="521423" y="521436"/>
                  </a:lnTo>
                  <a:lnTo>
                    <a:pt x="527177" y="512902"/>
                  </a:lnTo>
                  <a:lnTo>
                    <a:pt x="538543" y="496062"/>
                  </a:lnTo>
                  <a:lnTo>
                    <a:pt x="544830" y="465010"/>
                  </a:lnTo>
                  <a:close/>
                </a:path>
                <a:path w="2581909" h="546735">
                  <a:moveTo>
                    <a:pt x="2581541" y="127266"/>
                  </a:moveTo>
                  <a:lnTo>
                    <a:pt x="2164080" y="127266"/>
                  </a:lnTo>
                  <a:lnTo>
                    <a:pt x="2164080" y="160286"/>
                  </a:lnTo>
                  <a:lnTo>
                    <a:pt x="2164080" y="514616"/>
                  </a:lnTo>
                  <a:lnTo>
                    <a:pt x="2164080" y="546366"/>
                  </a:lnTo>
                  <a:lnTo>
                    <a:pt x="2581541" y="546366"/>
                  </a:lnTo>
                  <a:lnTo>
                    <a:pt x="2581541" y="514616"/>
                  </a:lnTo>
                  <a:lnTo>
                    <a:pt x="2196198" y="514616"/>
                  </a:lnTo>
                  <a:lnTo>
                    <a:pt x="2196198" y="160286"/>
                  </a:lnTo>
                  <a:lnTo>
                    <a:pt x="2549436" y="160286"/>
                  </a:lnTo>
                  <a:lnTo>
                    <a:pt x="2549436" y="513981"/>
                  </a:lnTo>
                  <a:lnTo>
                    <a:pt x="2581541" y="513981"/>
                  </a:lnTo>
                  <a:lnTo>
                    <a:pt x="2581541" y="160286"/>
                  </a:lnTo>
                  <a:lnTo>
                    <a:pt x="2581541" y="159677"/>
                  </a:lnTo>
                  <a:lnTo>
                    <a:pt x="2581541" y="1272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6" name="object 20">
              <a:extLst>
                <a:ext uri="{FF2B5EF4-FFF2-40B4-BE49-F238E27FC236}">
                  <a16:creationId xmlns="" xmlns:a16="http://schemas.microsoft.com/office/drawing/2014/main" id="{FD6B4C49-D165-42C8-A06A-1A9CD05CD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847" y="5496724"/>
              <a:ext cx="224790" cy="224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7" name="object 21">
              <a:extLst>
                <a:ext uri="{FF2B5EF4-FFF2-40B4-BE49-F238E27FC236}">
                  <a16:creationId xmlns="" xmlns:a16="http://schemas.microsoft.com/office/drawing/2014/main" id="{28EF2A0A-674B-4E75-9875-5A166A2843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0367" y="5239444"/>
              <a:ext cx="117741" cy="22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object 38">
            <a:extLst>
              <a:ext uri="{FF2B5EF4-FFF2-40B4-BE49-F238E27FC236}">
                <a16:creationId xmlns="" xmlns:a16="http://schemas.microsoft.com/office/drawing/2014/main" id="{3B58E1B7-CA9A-4582-A9A6-C6FDBAE8982A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6432" name="object 39">
              <a:extLst>
                <a:ext uri="{FF2B5EF4-FFF2-40B4-BE49-F238E27FC236}">
                  <a16:creationId xmlns="" xmlns:a16="http://schemas.microsoft.com/office/drawing/2014/main" id="{1C907E8F-4028-41AF-8221-48E639925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3" name="object 40">
              <a:extLst>
                <a:ext uri="{FF2B5EF4-FFF2-40B4-BE49-F238E27FC236}">
                  <a16:creationId xmlns="" xmlns:a16="http://schemas.microsoft.com/office/drawing/2014/main" id="{FD6BB8B4-F090-49D8-9986-21C558C9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4" name="object 41">
              <a:extLst>
                <a:ext uri="{FF2B5EF4-FFF2-40B4-BE49-F238E27FC236}">
                  <a16:creationId xmlns="" xmlns:a16="http://schemas.microsoft.com/office/drawing/2014/main" id="{CD474B92-B5BD-4C09-876C-1435CAC7D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5" name="object 42">
              <a:extLst>
                <a:ext uri="{FF2B5EF4-FFF2-40B4-BE49-F238E27FC236}">
                  <a16:creationId xmlns="" xmlns:a16="http://schemas.microsoft.com/office/drawing/2014/main" id="{33A3B2BB-1CE9-4942-B0C3-7C0F04ADF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6" name="object 43">
              <a:extLst>
                <a:ext uri="{FF2B5EF4-FFF2-40B4-BE49-F238E27FC236}">
                  <a16:creationId xmlns="" xmlns:a16="http://schemas.microsoft.com/office/drawing/2014/main" id="{BB11AA7B-4C12-43C1-BF22-3E37A5545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7" name="object 44">
              <a:extLst>
                <a:ext uri="{FF2B5EF4-FFF2-40B4-BE49-F238E27FC236}">
                  <a16:creationId xmlns="" xmlns:a16="http://schemas.microsoft.com/office/drawing/2014/main" id="{B185264A-CB59-41F7-8776-6D18D833B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8" name="object 45">
              <a:extLst>
                <a:ext uri="{FF2B5EF4-FFF2-40B4-BE49-F238E27FC236}">
                  <a16:creationId xmlns="" xmlns:a16="http://schemas.microsoft.com/office/drawing/2014/main" id="{EFDE0147-719C-4099-834B-3F6CD38BB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9" name="object 46">
              <a:extLst>
                <a:ext uri="{FF2B5EF4-FFF2-40B4-BE49-F238E27FC236}">
                  <a16:creationId xmlns="" xmlns:a16="http://schemas.microsoft.com/office/drawing/2014/main" id="{93B791F1-4F8E-44A3-A589-50B47B5C0C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0" name="object 47">
              <a:extLst>
                <a:ext uri="{FF2B5EF4-FFF2-40B4-BE49-F238E27FC236}">
                  <a16:creationId xmlns="" xmlns:a16="http://schemas.microsoft.com/office/drawing/2014/main" id="{37789E74-49A8-493C-98E7-0CBE766F8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1" name="object 48">
              <a:extLst>
                <a:ext uri="{FF2B5EF4-FFF2-40B4-BE49-F238E27FC236}">
                  <a16:creationId xmlns="" xmlns:a16="http://schemas.microsoft.com/office/drawing/2014/main" id="{93119C0E-705D-4FB5-B713-5D9731730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2" name="object 49">
              <a:extLst>
                <a:ext uri="{FF2B5EF4-FFF2-40B4-BE49-F238E27FC236}">
                  <a16:creationId xmlns="" xmlns:a16="http://schemas.microsoft.com/office/drawing/2014/main" id="{5B92882F-D542-4EED-A89B-96F361890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3" name="object 50">
              <a:extLst>
                <a:ext uri="{FF2B5EF4-FFF2-40B4-BE49-F238E27FC236}">
                  <a16:creationId xmlns="" xmlns:a16="http://schemas.microsoft.com/office/drawing/2014/main" id="{BD62A166-670D-47AA-94E1-BF874E0CD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4" name="object 51">
              <a:extLst>
                <a:ext uri="{FF2B5EF4-FFF2-40B4-BE49-F238E27FC236}">
                  <a16:creationId xmlns="" xmlns:a16="http://schemas.microsoft.com/office/drawing/2014/main" id="{3E48E9B6-980E-4AC4-85CD-5AB90AEA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5" name="object 52">
              <a:extLst>
                <a:ext uri="{FF2B5EF4-FFF2-40B4-BE49-F238E27FC236}">
                  <a16:creationId xmlns="" xmlns:a16="http://schemas.microsoft.com/office/drawing/2014/main" id="{480A7FE7-8A8F-4117-981B-B79D667C5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6" name="object 53">
              <a:extLst>
                <a:ext uri="{FF2B5EF4-FFF2-40B4-BE49-F238E27FC236}">
                  <a16:creationId xmlns="" xmlns:a16="http://schemas.microsoft.com/office/drawing/2014/main" id="{F72C443B-6F6D-4359-9AFB-10BAE73E4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7" name="object 54">
              <a:extLst>
                <a:ext uri="{FF2B5EF4-FFF2-40B4-BE49-F238E27FC236}">
                  <a16:creationId xmlns="" xmlns:a16="http://schemas.microsoft.com/office/drawing/2014/main" id="{75A34AD8-E8BF-4D92-A351-6839B091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87" name="object 2">
            <a:extLst>
              <a:ext uri="{FF2B5EF4-FFF2-40B4-BE49-F238E27FC236}">
                <a16:creationId xmlns="" xmlns:a16="http://schemas.microsoft.com/office/drawing/2014/main" id="{403E8B6D-DF08-454C-ACF4-FED4560CF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367088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6388" name="object 3">
            <a:extLst>
              <a:ext uri="{FF2B5EF4-FFF2-40B4-BE49-F238E27FC236}">
                <a16:creationId xmlns="" xmlns:a16="http://schemas.microsoft.com/office/drawing/2014/main" id="{C4B56DA8-B85E-4F7D-B775-8DB0655C27A2}"/>
              </a:ext>
            </a:extLst>
          </p:cNvPr>
          <p:cNvSpPr txBox="1">
            <a:spLocks/>
          </p:cNvSpPr>
          <p:nvPr/>
        </p:nvSpPr>
        <p:spPr bwMode="auto">
          <a:xfrm>
            <a:off x="1287463" y="682625"/>
            <a:ext cx="6396037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ЦЕХ ВОДНЫХ ПОКРЫТИЙ</a:t>
            </a:r>
          </a:p>
        </p:txBody>
      </p:sp>
      <p:sp>
        <p:nvSpPr>
          <p:cNvPr id="16389" name="object 5">
            <a:extLst>
              <a:ext uri="{FF2B5EF4-FFF2-40B4-BE49-F238E27FC236}">
                <a16:creationId xmlns="" xmlns:a16="http://schemas.microsoft.com/office/drawing/2014/main" id="{EC13D5D0-EB64-4961-B000-55688522C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77863"/>
            <a:ext cx="52736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крупнотоннажные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6390" name="object 6">
            <a:extLst>
              <a:ext uri="{FF2B5EF4-FFF2-40B4-BE49-F238E27FC236}">
                <a16:creationId xmlns="" xmlns:a16="http://schemas.microsoft.com/office/drawing/2014/main" id="{39983741-5DE5-4E37-B4BF-B46163E55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114550"/>
            <a:ext cx="6224588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90 000</a:t>
            </a:r>
          </a:p>
        </p:txBody>
      </p:sp>
      <p:sp>
        <p:nvSpPr>
          <p:cNvPr id="16391" name="name_150">
            <a:extLst>
              <a:ext uri="{FF2B5EF4-FFF2-40B4-BE49-F238E27FC236}">
                <a16:creationId xmlns="" xmlns:a16="http://schemas.microsoft.com/office/drawing/2014/main" id="{ADECBC66-92C5-4681-9F47-E767E740B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65388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6392" name="object 2">
            <a:extLst>
              <a:ext uri="{FF2B5EF4-FFF2-40B4-BE49-F238E27FC236}">
                <a16:creationId xmlns="" xmlns:a16="http://schemas.microsoft.com/office/drawing/2014/main" id="{F86E1E5A-C046-4B8D-A211-46EE91CC3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35597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aphicFrame>
        <p:nvGraphicFramePr>
          <p:cNvPr id="16393" name="Объект 1">
            <a:extLst>
              <a:ext uri="{FF2B5EF4-FFF2-40B4-BE49-F238E27FC236}">
                <a16:creationId xmlns="" xmlns:a16="http://schemas.microsoft.com/office/drawing/2014/main" id="{4E5C05C1-6889-40C6-A941-7CD7AFD29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8" name="CorelDRAW" r:id="rId12" imgW="3876120" imgH="797040" progId="CorelDraw.Graphic.23">
                  <p:embed/>
                </p:oleObj>
              </mc:Choice>
              <mc:Fallback>
                <p:oleObj name="CorelDRAW" r:id="rId12" imgW="3876120" imgH="797040" progId="CorelDraw.Graphic.23">
                  <p:embed/>
                  <p:pic>
                    <p:nvPicPr>
                      <p:cNvPr id="0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object 4">
            <a:extLst>
              <a:ext uri="{FF2B5EF4-FFF2-40B4-BE49-F238E27FC236}">
                <a16:creationId xmlns="" xmlns:a16="http://schemas.microsoft.com/office/drawing/2014/main" id="{61603AB9-866F-4216-A3AE-570383F6D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4319588"/>
            <a:ext cx="6729413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75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Высокий уровень автоматизации обеспечивает оперативность и гибкость производства в сочетании со стабильным качеством выпускаемой продукции. Этот современный цех построен в рамках программы по модернизации предприятия.</a:t>
            </a:r>
          </a:p>
        </p:txBody>
      </p:sp>
      <p:grpSp>
        <p:nvGrpSpPr>
          <p:cNvPr id="16395" name="object 8">
            <a:extLst>
              <a:ext uri="{FF2B5EF4-FFF2-40B4-BE49-F238E27FC236}">
                <a16:creationId xmlns="" xmlns:a16="http://schemas.microsoft.com/office/drawing/2014/main" id="{989CCB23-3A05-49B5-BBB0-094C2E788190}"/>
              </a:ext>
            </a:extLst>
          </p:cNvPr>
          <p:cNvGrpSpPr>
            <a:grpSpLocks/>
          </p:cNvGrpSpPr>
          <p:nvPr/>
        </p:nvGrpSpPr>
        <p:grpSpPr bwMode="auto">
          <a:xfrm>
            <a:off x="0" y="6742113"/>
            <a:ext cx="18288000" cy="1555750"/>
            <a:chOff x="144500" y="5076520"/>
            <a:chExt cx="10400030" cy="885825"/>
          </a:xfrm>
        </p:grpSpPr>
        <p:sp>
          <p:nvSpPr>
            <p:cNvPr id="16413" name="object 9">
              <a:extLst>
                <a:ext uri="{FF2B5EF4-FFF2-40B4-BE49-F238E27FC236}">
                  <a16:creationId xmlns="" xmlns:a16="http://schemas.microsoft.com/office/drawing/2014/main" id="{054EE187-178F-4960-9A47-01AB9E05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4" name="object 10">
              <a:extLst>
                <a:ext uri="{FF2B5EF4-FFF2-40B4-BE49-F238E27FC236}">
                  <a16:creationId xmlns="" xmlns:a16="http://schemas.microsoft.com/office/drawing/2014/main" id="{92354A53-E8F6-41C1-BF69-BD8A4CA4C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1306" y="5080279"/>
              <a:ext cx="881938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5" name="object 11">
              <a:extLst>
                <a:ext uri="{FF2B5EF4-FFF2-40B4-BE49-F238E27FC236}">
                  <a16:creationId xmlns="" xmlns:a16="http://schemas.microsoft.com/office/drawing/2014/main" id="{A3A91FFA-5F17-4BF3-8D34-27734F70F9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0611" y="5080279"/>
              <a:ext cx="881951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6" name="object 12">
              <a:extLst>
                <a:ext uri="{FF2B5EF4-FFF2-40B4-BE49-F238E27FC236}">
                  <a16:creationId xmlns="" xmlns:a16="http://schemas.microsoft.com/office/drawing/2014/main" id="{94C67822-3BF3-465F-8CF2-EF66EB25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4850" y="5362905"/>
              <a:ext cx="414020" cy="414020"/>
            </a:xfrm>
            <a:custGeom>
              <a:avLst/>
              <a:gdLst>
                <a:gd name="T0" fmla="*/ 413461 w 414020"/>
                <a:gd name="T1" fmla="*/ 0 h 414020"/>
                <a:gd name="T2" fmla="*/ 381660 w 414020"/>
                <a:gd name="T3" fmla="*/ 0 h 414020"/>
                <a:gd name="T4" fmla="*/ 381660 w 414020"/>
                <a:gd name="T5" fmla="*/ 31750 h 414020"/>
                <a:gd name="T6" fmla="*/ 381660 w 414020"/>
                <a:gd name="T7" fmla="*/ 382270 h 414020"/>
                <a:gd name="T8" fmla="*/ 31813 w 414020"/>
                <a:gd name="T9" fmla="*/ 382270 h 414020"/>
                <a:gd name="T10" fmla="*/ 31813 w 414020"/>
                <a:gd name="T11" fmla="*/ 31750 h 414020"/>
                <a:gd name="T12" fmla="*/ 381660 w 414020"/>
                <a:gd name="T13" fmla="*/ 31750 h 414020"/>
                <a:gd name="T14" fmla="*/ 381660 w 414020"/>
                <a:gd name="T15" fmla="*/ 0 h 414020"/>
                <a:gd name="T16" fmla="*/ 0 w 414020"/>
                <a:gd name="T17" fmla="*/ 0 h 414020"/>
                <a:gd name="T18" fmla="*/ 0 w 414020"/>
                <a:gd name="T19" fmla="*/ 31750 h 414020"/>
                <a:gd name="T20" fmla="*/ 0 w 414020"/>
                <a:gd name="T21" fmla="*/ 382270 h 414020"/>
                <a:gd name="T22" fmla="*/ 0 w 414020"/>
                <a:gd name="T23" fmla="*/ 414020 h 414020"/>
                <a:gd name="T24" fmla="*/ 413461 w 414020"/>
                <a:gd name="T25" fmla="*/ 414020 h 414020"/>
                <a:gd name="T26" fmla="*/ 413461 w 414020"/>
                <a:gd name="T27" fmla="*/ 382460 h 414020"/>
                <a:gd name="T28" fmla="*/ 413461 w 414020"/>
                <a:gd name="T29" fmla="*/ 382270 h 414020"/>
                <a:gd name="T30" fmla="*/ 413461 w 414020"/>
                <a:gd name="T31" fmla="*/ 31750 h 414020"/>
                <a:gd name="T32" fmla="*/ 413461 w 414020"/>
                <a:gd name="T33" fmla="*/ 31546 h 414020"/>
                <a:gd name="T34" fmla="*/ 413461 w 414020"/>
                <a:gd name="T35" fmla="*/ 0 h 4140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14020" h="414020">
                  <a:moveTo>
                    <a:pt x="413461" y="0"/>
                  </a:moveTo>
                  <a:lnTo>
                    <a:pt x="381660" y="0"/>
                  </a:lnTo>
                  <a:lnTo>
                    <a:pt x="381660" y="31750"/>
                  </a:lnTo>
                  <a:lnTo>
                    <a:pt x="381660" y="382270"/>
                  </a:lnTo>
                  <a:lnTo>
                    <a:pt x="31813" y="382270"/>
                  </a:lnTo>
                  <a:lnTo>
                    <a:pt x="31813" y="31750"/>
                  </a:lnTo>
                  <a:lnTo>
                    <a:pt x="381660" y="31750"/>
                  </a:lnTo>
                  <a:lnTo>
                    <a:pt x="38166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382270"/>
                  </a:lnTo>
                  <a:lnTo>
                    <a:pt x="0" y="414020"/>
                  </a:lnTo>
                  <a:lnTo>
                    <a:pt x="413461" y="414020"/>
                  </a:lnTo>
                  <a:lnTo>
                    <a:pt x="413461" y="382460"/>
                  </a:lnTo>
                  <a:lnTo>
                    <a:pt x="413461" y="382270"/>
                  </a:lnTo>
                  <a:lnTo>
                    <a:pt x="413461" y="31750"/>
                  </a:lnTo>
                  <a:lnTo>
                    <a:pt x="413461" y="31546"/>
                  </a:lnTo>
                  <a:lnTo>
                    <a:pt x="413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7" name="object 13">
              <a:extLst>
                <a:ext uri="{FF2B5EF4-FFF2-40B4-BE49-F238E27FC236}">
                  <a16:creationId xmlns="" xmlns:a16="http://schemas.microsoft.com/office/drawing/2014/main" id="{56C3D339-B471-49C2-BB1A-F27A4581D5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0272" y="5489867"/>
              <a:ext cx="222630" cy="222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8" name="object 14">
              <a:extLst>
                <a:ext uri="{FF2B5EF4-FFF2-40B4-BE49-F238E27FC236}">
                  <a16:creationId xmlns="" xmlns:a16="http://schemas.microsoft.com/office/drawing/2014/main" id="{A9762098-F4FC-46EF-89BF-6B44BB223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6063" y="5235048"/>
              <a:ext cx="371045" cy="223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9" name="object 15">
              <a:extLst>
                <a:ext uri="{FF2B5EF4-FFF2-40B4-BE49-F238E27FC236}">
                  <a16:creationId xmlns="" xmlns:a16="http://schemas.microsoft.com/office/drawing/2014/main" id="{6D02A621-C2ED-4575-A283-3B2FBB05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070" y="5675033"/>
              <a:ext cx="393065" cy="29209"/>
            </a:xfrm>
            <a:custGeom>
              <a:avLst/>
              <a:gdLst>
                <a:gd name="T0" fmla="*/ 392564 w 393064"/>
                <a:gd name="T1" fmla="*/ 0 h 29210"/>
                <a:gd name="T2" fmla="*/ 0 w 393064"/>
                <a:gd name="T3" fmla="*/ 0 h 29210"/>
                <a:gd name="T4" fmla="*/ 0 w 393064"/>
                <a:gd name="T5" fmla="*/ 29063 h 29210"/>
                <a:gd name="T6" fmla="*/ 392564 w 393064"/>
                <a:gd name="T7" fmla="*/ 29063 h 29210"/>
                <a:gd name="T8" fmla="*/ 392564 w 393064"/>
                <a:gd name="T9" fmla="*/ 0 h 29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3064" h="29210">
                  <a:moveTo>
                    <a:pt x="392557" y="0"/>
                  </a:moveTo>
                  <a:lnTo>
                    <a:pt x="0" y="0"/>
                  </a:lnTo>
                  <a:lnTo>
                    <a:pt x="0" y="29070"/>
                  </a:lnTo>
                  <a:lnTo>
                    <a:pt x="392557" y="29070"/>
                  </a:lnTo>
                  <a:lnTo>
                    <a:pt x="392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0" name="object 16">
              <a:extLst>
                <a:ext uri="{FF2B5EF4-FFF2-40B4-BE49-F238E27FC236}">
                  <a16:creationId xmlns="" xmlns:a16="http://schemas.microsoft.com/office/drawing/2014/main" id="{E886EE2F-FDC1-4FC6-9777-7BD72DDFD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248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1" name="object 17">
              <a:extLst>
                <a:ext uri="{FF2B5EF4-FFF2-40B4-BE49-F238E27FC236}">
                  <a16:creationId xmlns="" xmlns:a16="http://schemas.microsoft.com/office/drawing/2014/main" id="{4C5796FC-F04C-47FF-9DFE-CF840ACFF3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671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2" name="object 18">
              <a:extLst>
                <a:ext uri="{FF2B5EF4-FFF2-40B4-BE49-F238E27FC236}">
                  <a16:creationId xmlns="" xmlns:a16="http://schemas.microsoft.com/office/drawing/2014/main" id="{C6B9F31C-8A4D-41E9-BCA5-A2E8D031A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9272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3" name="object 19">
              <a:extLst>
                <a:ext uri="{FF2B5EF4-FFF2-40B4-BE49-F238E27FC236}">
                  <a16:creationId xmlns="" xmlns:a16="http://schemas.microsoft.com/office/drawing/2014/main" id="{10CB1E1F-945C-469B-BF62-9F5A710A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772" y="5282691"/>
              <a:ext cx="496570" cy="497205"/>
            </a:xfrm>
            <a:custGeom>
              <a:avLst/>
              <a:gdLst>
                <a:gd name="T0" fmla="*/ 444855 w 496570"/>
                <a:gd name="T1" fmla="*/ 467976 h 497204"/>
                <a:gd name="T2" fmla="*/ 52298 w 496570"/>
                <a:gd name="T3" fmla="*/ 467976 h 497204"/>
                <a:gd name="T4" fmla="*/ 52298 w 496570"/>
                <a:gd name="T5" fmla="*/ 497046 h 497204"/>
                <a:gd name="T6" fmla="*/ 444855 w 496570"/>
                <a:gd name="T7" fmla="*/ 497046 h 497204"/>
                <a:gd name="T8" fmla="*/ 444855 w 496570"/>
                <a:gd name="T9" fmla="*/ 467976 h 497204"/>
                <a:gd name="T10" fmla="*/ 496087 w 496570"/>
                <a:gd name="T11" fmla="*/ 0 h 497204"/>
                <a:gd name="T12" fmla="*/ 0 w 496570"/>
                <a:gd name="T13" fmla="*/ 0 h 497204"/>
                <a:gd name="T14" fmla="*/ 0 w 496570"/>
                <a:gd name="T15" fmla="*/ 29057 h 497204"/>
                <a:gd name="T16" fmla="*/ 180936 w 496570"/>
                <a:gd name="T17" fmla="*/ 29057 h 497204"/>
                <a:gd name="T18" fmla="*/ 180936 w 496570"/>
                <a:gd name="T19" fmla="*/ 29413 h 497204"/>
                <a:gd name="T20" fmla="*/ 180936 w 496570"/>
                <a:gd name="T21" fmla="*/ 58623 h 497204"/>
                <a:gd name="T22" fmla="*/ 180936 w 496570"/>
                <a:gd name="T23" fmla="*/ 86563 h 497204"/>
                <a:gd name="T24" fmla="*/ 233514 w 496570"/>
                <a:gd name="T25" fmla="*/ 86563 h 497204"/>
                <a:gd name="T26" fmla="*/ 233514 w 496570"/>
                <a:gd name="T27" fmla="*/ 119583 h 497204"/>
                <a:gd name="T28" fmla="*/ 98666 w 496570"/>
                <a:gd name="T29" fmla="*/ 119583 h 497204"/>
                <a:gd name="T30" fmla="*/ 98666 w 496570"/>
                <a:gd name="T31" fmla="*/ 148793 h 497204"/>
                <a:gd name="T32" fmla="*/ 98666 w 496570"/>
                <a:gd name="T33" fmla="*/ 191973 h 497204"/>
                <a:gd name="T34" fmla="*/ 127736 w 496570"/>
                <a:gd name="T35" fmla="*/ 191973 h 497204"/>
                <a:gd name="T36" fmla="*/ 127736 w 496570"/>
                <a:gd name="T37" fmla="*/ 148793 h 497204"/>
                <a:gd name="T38" fmla="*/ 368376 w 496570"/>
                <a:gd name="T39" fmla="*/ 148793 h 497204"/>
                <a:gd name="T40" fmla="*/ 368376 w 496570"/>
                <a:gd name="T41" fmla="*/ 191973 h 497204"/>
                <a:gd name="T42" fmla="*/ 397446 w 496570"/>
                <a:gd name="T43" fmla="*/ 191973 h 497204"/>
                <a:gd name="T44" fmla="*/ 397446 w 496570"/>
                <a:gd name="T45" fmla="*/ 148793 h 497204"/>
                <a:gd name="T46" fmla="*/ 397446 w 496570"/>
                <a:gd name="T47" fmla="*/ 119583 h 497204"/>
                <a:gd name="T48" fmla="*/ 262585 w 496570"/>
                <a:gd name="T49" fmla="*/ 119583 h 497204"/>
                <a:gd name="T50" fmla="*/ 262585 w 496570"/>
                <a:gd name="T51" fmla="*/ 86563 h 497204"/>
                <a:gd name="T52" fmla="*/ 315175 w 496570"/>
                <a:gd name="T53" fmla="*/ 86563 h 497204"/>
                <a:gd name="T54" fmla="*/ 315175 w 496570"/>
                <a:gd name="T55" fmla="*/ 58623 h 497204"/>
                <a:gd name="T56" fmla="*/ 210007 w 496570"/>
                <a:gd name="T57" fmla="*/ 58623 h 497204"/>
                <a:gd name="T58" fmla="*/ 210007 w 496570"/>
                <a:gd name="T59" fmla="*/ 29413 h 497204"/>
                <a:gd name="T60" fmla="*/ 286080 w 496570"/>
                <a:gd name="T61" fmla="*/ 29413 h 497204"/>
                <a:gd name="T62" fmla="*/ 286080 w 496570"/>
                <a:gd name="T63" fmla="*/ 58115 h 497204"/>
                <a:gd name="T64" fmla="*/ 315175 w 496570"/>
                <a:gd name="T65" fmla="*/ 58115 h 497204"/>
                <a:gd name="T66" fmla="*/ 315175 w 496570"/>
                <a:gd name="T67" fmla="*/ 29413 h 497204"/>
                <a:gd name="T68" fmla="*/ 315175 w 496570"/>
                <a:gd name="T69" fmla="*/ 29057 h 497204"/>
                <a:gd name="T70" fmla="*/ 496087 w 496570"/>
                <a:gd name="T71" fmla="*/ 29057 h 497204"/>
                <a:gd name="T72" fmla="*/ 496087 w 496570"/>
                <a:gd name="T73" fmla="*/ 0 h 49720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96570" h="497204">
                  <a:moveTo>
                    <a:pt x="444855" y="467969"/>
                  </a:moveTo>
                  <a:lnTo>
                    <a:pt x="52298" y="467969"/>
                  </a:lnTo>
                  <a:lnTo>
                    <a:pt x="52298" y="497039"/>
                  </a:lnTo>
                  <a:lnTo>
                    <a:pt x="444855" y="497039"/>
                  </a:lnTo>
                  <a:lnTo>
                    <a:pt x="444855" y="467969"/>
                  </a:lnTo>
                  <a:close/>
                </a:path>
                <a:path w="496570" h="497204">
                  <a:moveTo>
                    <a:pt x="496087" y="0"/>
                  </a:moveTo>
                  <a:lnTo>
                    <a:pt x="0" y="0"/>
                  </a:lnTo>
                  <a:lnTo>
                    <a:pt x="0" y="29057"/>
                  </a:lnTo>
                  <a:lnTo>
                    <a:pt x="180936" y="29057"/>
                  </a:lnTo>
                  <a:lnTo>
                    <a:pt x="180936" y="29413"/>
                  </a:lnTo>
                  <a:lnTo>
                    <a:pt x="180936" y="58623"/>
                  </a:lnTo>
                  <a:lnTo>
                    <a:pt x="180936" y="86563"/>
                  </a:lnTo>
                  <a:lnTo>
                    <a:pt x="233514" y="86563"/>
                  </a:lnTo>
                  <a:lnTo>
                    <a:pt x="233514" y="119583"/>
                  </a:lnTo>
                  <a:lnTo>
                    <a:pt x="98666" y="119583"/>
                  </a:lnTo>
                  <a:lnTo>
                    <a:pt x="98666" y="148793"/>
                  </a:lnTo>
                  <a:lnTo>
                    <a:pt x="98666" y="191973"/>
                  </a:lnTo>
                  <a:lnTo>
                    <a:pt x="127736" y="191973"/>
                  </a:lnTo>
                  <a:lnTo>
                    <a:pt x="127736" y="148793"/>
                  </a:lnTo>
                  <a:lnTo>
                    <a:pt x="368376" y="148793"/>
                  </a:lnTo>
                  <a:lnTo>
                    <a:pt x="368376" y="191973"/>
                  </a:lnTo>
                  <a:lnTo>
                    <a:pt x="397446" y="191973"/>
                  </a:lnTo>
                  <a:lnTo>
                    <a:pt x="397446" y="148793"/>
                  </a:lnTo>
                  <a:lnTo>
                    <a:pt x="397446" y="119583"/>
                  </a:lnTo>
                  <a:lnTo>
                    <a:pt x="262585" y="119583"/>
                  </a:lnTo>
                  <a:lnTo>
                    <a:pt x="262585" y="86563"/>
                  </a:lnTo>
                  <a:lnTo>
                    <a:pt x="315175" y="86563"/>
                  </a:lnTo>
                  <a:lnTo>
                    <a:pt x="315175" y="58623"/>
                  </a:lnTo>
                  <a:lnTo>
                    <a:pt x="210007" y="58623"/>
                  </a:lnTo>
                  <a:lnTo>
                    <a:pt x="210007" y="29413"/>
                  </a:lnTo>
                  <a:lnTo>
                    <a:pt x="286080" y="29413"/>
                  </a:lnTo>
                  <a:lnTo>
                    <a:pt x="286080" y="58115"/>
                  </a:lnTo>
                  <a:lnTo>
                    <a:pt x="315175" y="58115"/>
                  </a:lnTo>
                  <a:lnTo>
                    <a:pt x="315175" y="29413"/>
                  </a:lnTo>
                  <a:lnTo>
                    <a:pt x="315175" y="29057"/>
                  </a:lnTo>
                  <a:lnTo>
                    <a:pt x="496087" y="29057"/>
                  </a:lnTo>
                  <a:lnTo>
                    <a:pt x="4960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4" name="object 20">
              <a:extLst>
                <a:ext uri="{FF2B5EF4-FFF2-40B4-BE49-F238E27FC236}">
                  <a16:creationId xmlns="" xmlns:a16="http://schemas.microsoft.com/office/drawing/2014/main" id="{5836CFA5-8C24-4E3E-ACA8-20E1AF3BC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3228" y="5501335"/>
              <a:ext cx="203212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5" name="object 21">
              <a:extLst>
                <a:ext uri="{FF2B5EF4-FFF2-40B4-BE49-F238E27FC236}">
                  <a16:creationId xmlns="" xmlns:a16="http://schemas.microsoft.com/office/drawing/2014/main" id="{4AC8EF7D-9128-43F8-A743-CEE70E45E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433" y="5076520"/>
              <a:ext cx="876312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6" name="object 22">
              <a:extLst>
                <a:ext uri="{FF2B5EF4-FFF2-40B4-BE49-F238E27FC236}">
                  <a16:creationId xmlns="" xmlns:a16="http://schemas.microsoft.com/office/drawing/2014/main" id="{5393DB70-12D3-4746-86F3-B4649E44F1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550" y="5076520"/>
              <a:ext cx="876325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7" name="object 23">
              <a:extLst>
                <a:ext uri="{FF2B5EF4-FFF2-40B4-BE49-F238E27FC236}">
                  <a16:creationId xmlns="" xmlns:a16="http://schemas.microsoft.com/office/drawing/2014/main" id="{BCC6A12D-1FC7-44C3-9292-2BF8DBF1A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646" y="5216401"/>
              <a:ext cx="582295" cy="582295"/>
            </a:xfrm>
            <a:custGeom>
              <a:avLst/>
              <a:gdLst>
                <a:gd name="T0" fmla="*/ 233119 w 582295"/>
                <a:gd name="T1" fmla="*/ 5745 h 582295"/>
                <a:gd name="T2" fmla="*/ 128519 w 582295"/>
                <a:gd name="T3" fmla="*/ 49526 h 582295"/>
                <a:gd name="T4" fmla="*/ 49539 w 582295"/>
                <a:gd name="T5" fmla="*/ 128511 h 582295"/>
                <a:gd name="T6" fmla="*/ 5746 w 582295"/>
                <a:gd name="T7" fmla="*/ 233106 h 582295"/>
                <a:gd name="T8" fmla="*/ 1439 w 582295"/>
                <a:gd name="T9" fmla="*/ 320247 h 582295"/>
                <a:gd name="T10" fmla="*/ 35053 w 582295"/>
                <a:gd name="T11" fmla="*/ 429633 h 582295"/>
                <a:gd name="T12" fmla="*/ 106095 w 582295"/>
                <a:gd name="T13" fmla="*/ 515773 h 582295"/>
                <a:gd name="T14" fmla="*/ 205067 w 582295"/>
                <a:gd name="T15" fmla="*/ 569157 h 582295"/>
                <a:gd name="T16" fmla="*/ 291033 w 582295"/>
                <a:gd name="T17" fmla="*/ 582053 h 582295"/>
                <a:gd name="T18" fmla="*/ 348946 w 582295"/>
                <a:gd name="T19" fmla="*/ 576308 h 582295"/>
                <a:gd name="T20" fmla="*/ 404317 w 582295"/>
                <a:gd name="T21" fmla="*/ 559181 h 582295"/>
                <a:gd name="T22" fmla="*/ 291033 w 582295"/>
                <a:gd name="T23" fmla="*/ 547954 h 582295"/>
                <a:gd name="T24" fmla="*/ 201475 w 582295"/>
                <a:gd name="T25" fmla="*/ 531853 h 582295"/>
                <a:gd name="T26" fmla="*/ 125594 w 582295"/>
                <a:gd name="T27" fmla="*/ 487450 h 582295"/>
                <a:gd name="T28" fmla="*/ 69239 w 582295"/>
                <a:gd name="T29" fmla="*/ 420596 h 582295"/>
                <a:gd name="T30" fmla="*/ 38258 w 582295"/>
                <a:gd name="T31" fmla="*/ 337143 h 582295"/>
                <a:gd name="T32" fmla="*/ 38258 w 582295"/>
                <a:gd name="T33" fmla="*/ 244897 h 582295"/>
                <a:gd name="T34" fmla="*/ 69239 w 582295"/>
                <a:gd name="T35" fmla="*/ 161447 h 582295"/>
                <a:gd name="T36" fmla="*/ 125594 w 582295"/>
                <a:gd name="T37" fmla="*/ 94598 h 582295"/>
                <a:gd name="T38" fmla="*/ 201475 w 582295"/>
                <a:gd name="T39" fmla="*/ 50199 h 582295"/>
                <a:gd name="T40" fmla="*/ 291033 w 582295"/>
                <a:gd name="T41" fmla="*/ 34099 h 582295"/>
                <a:gd name="T42" fmla="*/ 404317 w 582295"/>
                <a:gd name="T43" fmla="*/ 22872 h 582295"/>
                <a:gd name="T44" fmla="*/ 348946 w 582295"/>
                <a:gd name="T45" fmla="*/ 5745 h 582295"/>
                <a:gd name="T46" fmla="*/ 291033 w 582295"/>
                <a:gd name="T47" fmla="*/ 0 h 582295"/>
                <a:gd name="T48" fmla="*/ 291033 w 582295"/>
                <a:gd name="T49" fmla="*/ 34099 h 582295"/>
                <a:gd name="T50" fmla="*/ 380590 w 582295"/>
                <a:gd name="T51" fmla="*/ 50199 h 582295"/>
                <a:gd name="T52" fmla="*/ 456471 w 582295"/>
                <a:gd name="T53" fmla="*/ 94598 h 582295"/>
                <a:gd name="T54" fmla="*/ 512826 w 582295"/>
                <a:gd name="T55" fmla="*/ 161447 h 582295"/>
                <a:gd name="T56" fmla="*/ 543807 w 582295"/>
                <a:gd name="T57" fmla="*/ 244897 h 582295"/>
                <a:gd name="T58" fmla="*/ 543807 w 582295"/>
                <a:gd name="T59" fmla="*/ 337143 h 582295"/>
                <a:gd name="T60" fmla="*/ 512826 w 582295"/>
                <a:gd name="T61" fmla="*/ 420596 h 582295"/>
                <a:gd name="T62" fmla="*/ 456471 w 582295"/>
                <a:gd name="T63" fmla="*/ 487450 h 582295"/>
                <a:gd name="T64" fmla="*/ 380590 w 582295"/>
                <a:gd name="T65" fmla="*/ 531853 h 582295"/>
                <a:gd name="T66" fmla="*/ 291033 w 582295"/>
                <a:gd name="T67" fmla="*/ 547954 h 582295"/>
                <a:gd name="T68" fmla="*/ 475970 w 582295"/>
                <a:gd name="T69" fmla="*/ 515773 h 582295"/>
                <a:gd name="T70" fmla="*/ 547012 w 582295"/>
                <a:gd name="T71" fmla="*/ 429633 h 582295"/>
                <a:gd name="T72" fmla="*/ 580626 w 582295"/>
                <a:gd name="T73" fmla="*/ 320247 h 582295"/>
                <a:gd name="T74" fmla="*/ 580626 w 582295"/>
                <a:gd name="T75" fmla="*/ 261795 h 582295"/>
                <a:gd name="T76" fmla="*/ 547012 w 582295"/>
                <a:gd name="T77" fmla="*/ 152420 h 582295"/>
                <a:gd name="T78" fmla="*/ 475970 w 582295"/>
                <a:gd name="T79" fmla="*/ 66274 h 582295"/>
                <a:gd name="T80" fmla="*/ 427675 w 582295"/>
                <a:gd name="T81" fmla="*/ 34099 h 58229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582295" h="582295">
                  <a:moveTo>
                    <a:pt x="291033" y="0"/>
                  </a:moveTo>
                  <a:lnTo>
                    <a:pt x="233119" y="5745"/>
                  </a:lnTo>
                  <a:lnTo>
                    <a:pt x="177749" y="22872"/>
                  </a:lnTo>
                  <a:lnTo>
                    <a:pt x="128519" y="49526"/>
                  </a:lnTo>
                  <a:lnTo>
                    <a:pt x="85242" y="85229"/>
                  </a:lnTo>
                  <a:lnTo>
                    <a:pt x="49539" y="128511"/>
                  </a:lnTo>
                  <a:lnTo>
                    <a:pt x="22885" y="177736"/>
                  </a:lnTo>
                  <a:lnTo>
                    <a:pt x="5746" y="233106"/>
                  </a:lnTo>
                  <a:lnTo>
                    <a:pt x="0" y="291020"/>
                  </a:lnTo>
                  <a:lnTo>
                    <a:pt x="1439" y="320247"/>
                  </a:lnTo>
                  <a:lnTo>
                    <a:pt x="12901" y="376997"/>
                  </a:lnTo>
                  <a:lnTo>
                    <a:pt x="35053" y="429633"/>
                  </a:lnTo>
                  <a:lnTo>
                    <a:pt x="66287" y="475960"/>
                  </a:lnTo>
                  <a:lnTo>
                    <a:pt x="106095" y="515773"/>
                  </a:lnTo>
                  <a:lnTo>
                    <a:pt x="152431" y="547012"/>
                  </a:lnTo>
                  <a:lnTo>
                    <a:pt x="205067" y="569157"/>
                  </a:lnTo>
                  <a:lnTo>
                    <a:pt x="261807" y="580614"/>
                  </a:lnTo>
                  <a:lnTo>
                    <a:pt x="291033" y="582053"/>
                  </a:lnTo>
                  <a:lnTo>
                    <a:pt x="320258" y="580614"/>
                  </a:lnTo>
                  <a:lnTo>
                    <a:pt x="348946" y="576308"/>
                  </a:lnTo>
                  <a:lnTo>
                    <a:pt x="376999" y="569157"/>
                  </a:lnTo>
                  <a:lnTo>
                    <a:pt x="404317" y="559181"/>
                  </a:lnTo>
                  <a:lnTo>
                    <a:pt x="427675" y="547954"/>
                  </a:lnTo>
                  <a:lnTo>
                    <a:pt x="291033" y="547954"/>
                  </a:lnTo>
                  <a:lnTo>
                    <a:pt x="244910" y="543807"/>
                  </a:lnTo>
                  <a:lnTo>
                    <a:pt x="201475" y="531853"/>
                  </a:lnTo>
                  <a:lnTo>
                    <a:pt x="161460" y="512823"/>
                  </a:lnTo>
                  <a:lnTo>
                    <a:pt x="125594" y="487450"/>
                  </a:lnTo>
                  <a:lnTo>
                    <a:pt x="94610" y="456464"/>
                  </a:lnTo>
                  <a:lnTo>
                    <a:pt x="69239" y="420596"/>
                  </a:lnTo>
                  <a:lnTo>
                    <a:pt x="50211" y="380579"/>
                  </a:lnTo>
                  <a:lnTo>
                    <a:pt x="38258" y="337143"/>
                  </a:lnTo>
                  <a:lnTo>
                    <a:pt x="34112" y="291020"/>
                  </a:lnTo>
                  <a:lnTo>
                    <a:pt x="38258" y="244897"/>
                  </a:lnTo>
                  <a:lnTo>
                    <a:pt x="50211" y="201463"/>
                  </a:lnTo>
                  <a:lnTo>
                    <a:pt x="69239" y="161447"/>
                  </a:lnTo>
                  <a:lnTo>
                    <a:pt x="94610" y="125582"/>
                  </a:lnTo>
                  <a:lnTo>
                    <a:pt x="125594" y="94598"/>
                  </a:lnTo>
                  <a:lnTo>
                    <a:pt x="161460" y="69226"/>
                  </a:lnTo>
                  <a:lnTo>
                    <a:pt x="201475" y="50199"/>
                  </a:lnTo>
                  <a:lnTo>
                    <a:pt x="244910" y="38246"/>
                  </a:lnTo>
                  <a:lnTo>
                    <a:pt x="291033" y="34099"/>
                  </a:lnTo>
                  <a:lnTo>
                    <a:pt x="427675" y="34099"/>
                  </a:lnTo>
                  <a:lnTo>
                    <a:pt x="404317" y="22872"/>
                  </a:lnTo>
                  <a:lnTo>
                    <a:pt x="376999" y="12896"/>
                  </a:lnTo>
                  <a:lnTo>
                    <a:pt x="348946" y="5745"/>
                  </a:lnTo>
                  <a:lnTo>
                    <a:pt x="320258" y="1439"/>
                  </a:lnTo>
                  <a:lnTo>
                    <a:pt x="291033" y="0"/>
                  </a:lnTo>
                  <a:close/>
                </a:path>
                <a:path w="582295" h="582295">
                  <a:moveTo>
                    <a:pt x="427675" y="34099"/>
                  </a:moveTo>
                  <a:lnTo>
                    <a:pt x="291033" y="34099"/>
                  </a:lnTo>
                  <a:lnTo>
                    <a:pt x="337155" y="38246"/>
                  </a:lnTo>
                  <a:lnTo>
                    <a:pt x="380590" y="50199"/>
                  </a:lnTo>
                  <a:lnTo>
                    <a:pt x="420606" y="69226"/>
                  </a:lnTo>
                  <a:lnTo>
                    <a:pt x="456471" y="94598"/>
                  </a:lnTo>
                  <a:lnTo>
                    <a:pt x="487455" y="125582"/>
                  </a:lnTo>
                  <a:lnTo>
                    <a:pt x="512826" y="161447"/>
                  </a:lnTo>
                  <a:lnTo>
                    <a:pt x="531854" y="201463"/>
                  </a:lnTo>
                  <a:lnTo>
                    <a:pt x="543807" y="244897"/>
                  </a:lnTo>
                  <a:lnTo>
                    <a:pt x="547954" y="291020"/>
                  </a:lnTo>
                  <a:lnTo>
                    <a:pt x="543807" y="337143"/>
                  </a:lnTo>
                  <a:lnTo>
                    <a:pt x="531854" y="380579"/>
                  </a:lnTo>
                  <a:lnTo>
                    <a:pt x="512826" y="420596"/>
                  </a:lnTo>
                  <a:lnTo>
                    <a:pt x="487455" y="456464"/>
                  </a:lnTo>
                  <a:lnTo>
                    <a:pt x="456471" y="487450"/>
                  </a:lnTo>
                  <a:lnTo>
                    <a:pt x="420606" y="512823"/>
                  </a:lnTo>
                  <a:lnTo>
                    <a:pt x="380590" y="531853"/>
                  </a:lnTo>
                  <a:lnTo>
                    <a:pt x="337155" y="543807"/>
                  </a:lnTo>
                  <a:lnTo>
                    <a:pt x="291033" y="547954"/>
                  </a:lnTo>
                  <a:lnTo>
                    <a:pt x="427675" y="547954"/>
                  </a:lnTo>
                  <a:lnTo>
                    <a:pt x="475970" y="515773"/>
                  </a:lnTo>
                  <a:lnTo>
                    <a:pt x="515779" y="475960"/>
                  </a:lnTo>
                  <a:lnTo>
                    <a:pt x="547012" y="429633"/>
                  </a:lnTo>
                  <a:lnTo>
                    <a:pt x="569164" y="376997"/>
                  </a:lnTo>
                  <a:lnTo>
                    <a:pt x="580626" y="320247"/>
                  </a:lnTo>
                  <a:lnTo>
                    <a:pt x="582066" y="291020"/>
                  </a:lnTo>
                  <a:lnTo>
                    <a:pt x="580626" y="261795"/>
                  </a:lnTo>
                  <a:lnTo>
                    <a:pt x="569164" y="205054"/>
                  </a:lnTo>
                  <a:lnTo>
                    <a:pt x="547012" y="152420"/>
                  </a:lnTo>
                  <a:lnTo>
                    <a:pt x="515779" y="106088"/>
                  </a:lnTo>
                  <a:lnTo>
                    <a:pt x="475970" y="66274"/>
                  </a:lnTo>
                  <a:lnTo>
                    <a:pt x="429635" y="35041"/>
                  </a:lnTo>
                  <a:lnTo>
                    <a:pt x="427675" y="340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8" name="object 24">
              <a:extLst>
                <a:ext uri="{FF2B5EF4-FFF2-40B4-BE49-F238E27FC236}">
                  <a16:creationId xmlns="" xmlns:a16="http://schemas.microsoft.com/office/drawing/2014/main" id="{593EF168-4FD6-4738-BD43-3A1BF98CC6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0987" y="5388199"/>
              <a:ext cx="219837" cy="218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9" name="object 25">
              <a:extLst>
                <a:ext uri="{FF2B5EF4-FFF2-40B4-BE49-F238E27FC236}">
                  <a16:creationId xmlns="" xmlns:a16="http://schemas.microsoft.com/office/drawing/2014/main" id="{38D06285-DCC4-4416-9810-A18AFF3DF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733" y="5295930"/>
              <a:ext cx="314325" cy="416559"/>
            </a:xfrm>
            <a:custGeom>
              <a:avLst/>
              <a:gdLst>
                <a:gd name="T0" fmla="*/ 156946 w 314325"/>
                <a:gd name="T1" fmla="*/ 0 h 416560"/>
                <a:gd name="T2" fmla="*/ 121878 w 314325"/>
                <a:gd name="T3" fmla="*/ 36098 h 416560"/>
                <a:gd name="T4" fmla="*/ 73367 w 314325"/>
                <a:gd name="T5" fmla="*/ 94678 h 416560"/>
                <a:gd name="T6" fmla="*/ 41367 w 314325"/>
                <a:gd name="T7" fmla="*/ 141515 h 416560"/>
                <a:gd name="T8" fmla="*/ 18429 w 314325"/>
                <a:gd name="T9" fmla="*/ 184640 h 416560"/>
                <a:gd name="T10" fmla="*/ 4618 w 314325"/>
                <a:gd name="T11" fmla="*/ 223903 h 416560"/>
                <a:gd name="T12" fmla="*/ 0 w 314325"/>
                <a:gd name="T13" fmla="*/ 259174 h 416560"/>
                <a:gd name="T14" fmla="*/ 8014 w 314325"/>
                <a:gd name="T15" fmla="*/ 308727 h 416560"/>
                <a:gd name="T16" fmla="*/ 30322 w 314325"/>
                <a:gd name="T17" fmla="*/ 351804 h 416560"/>
                <a:gd name="T18" fmla="*/ 64317 w 314325"/>
                <a:gd name="T19" fmla="*/ 385798 h 416560"/>
                <a:gd name="T20" fmla="*/ 107393 w 314325"/>
                <a:gd name="T21" fmla="*/ 408106 h 416560"/>
                <a:gd name="T22" fmla="*/ 156946 w 314325"/>
                <a:gd name="T23" fmla="*/ 416121 h 416560"/>
                <a:gd name="T24" fmla="*/ 206499 w 314325"/>
                <a:gd name="T25" fmla="*/ 408106 h 416560"/>
                <a:gd name="T26" fmla="*/ 249576 w 314325"/>
                <a:gd name="T27" fmla="*/ 385798 h 416560"/>
                <a:gd name="T28" fmla="*/ 253353 w 314325"/>
                <a:gd name="T29" fmla="*/ 382021 h 416560"/>
                <a:gd name="T30" fmla="*/ 156946 w 314325"/>
                <a:gd name="T31" fmla="*/ 382021 h 416560"/>
                <a:gd name="T32" fmla="*/ 109180 w 314325"/>
                <a:gd name="T33" fmla="*/ 372353 h 416560"/>
                <a:gd name="T34" fmla="*/ 70130 w 314325"/>
                <a:gd name="T35" fmla="*/ 346001 h 416560"/>
                <a:gd name="T36" fmla="*/ 43780 w 314325"/>
                <a:gd name="T37" fmla="*/ 306948 h 416560"/>
                <a:gd name="T38" fmla="*/ 34112 w 314325"/>
                <a:gd name="T39" fmla="*/ 259174 h 416560"/>
                <a:gd name="T40" fmla="*/ 43719 w 314325"/>
                <a:gd name="T41" fmla="*/ 212458 h 416560"/>
                <a:gd name="T42" fmla="*/ 67847 w 314325"/>
                <a:gd name="T43" fmla="*/ 163420 h 416560"/>
                <a:gd name="T44" fmla="*/ 99455 w 314325"/>
                <a:gd name="T45" fmla="*/ 116660 h 416560"/>
                <a:gd name="T46" fmla="*/ 131501 w 314325"/>
                <a:gd name="T47" fmla="*/ 76799 h 416560"/>
                <a:gd name="T48" fmla="*/ 156946 w 314325"/>
                <a:gd name="T49" fmla="*/ 48450 h 416560"/>
                <a:gd name="T50" fmla="*/ 202778 w 314325"/>
                <a:gd name="T51" fmla="*/ 48450 h 416560"/>
                <a:gd name="T52" fmla="*/ 192014 w 314325"/>
                <a:gd name="T53" fmla="*/ 36098 h 416560"/>
                <a:gd name="T54" fmla="*/ 175742 w 314325"/>
                <a:gd name="T55" fmla="*/ 18699 h 416560"/>
                <a:gd name="T56" fmla="*/ 168897 w 314325"/>
                <a:gd name="T57" fmla="*/ 11760 h 416560"/>
                <a:gd name="T58" fmla="*/ 156946 w 314325"/>
                <a:gd name="T59" fmla="*/ 0 h 416560"/>
                <a:gd name="T60" fmla="*/ 202778 w 314325"/>
                <a:gd name="T61" fmla="*/ 48450 h 416560"/>
                <a:gd name="T62" fmla="*/ 156946 w 314325"/>
                <a:gd name="T63" fmla="*/ 48450 h 416560"/>
                <a:gd name="T64" fmla="*/ 182391 w 314325"/>
                <a:gd name="T65" fmla="*/ 76799 h 416560"/>
                <a:gd name="T66" fmla="*/ 214437 w 314325"/>
                <a:gd name="T67" fmla="*/ 116660 h 416560"/>
                <a:gd name="T68" fmla="*/ 246045 w 314325"/>
                <a:gd name="T69" fmla="*/ 163420 h 416560"/>
                <a:gd name="T70" fmla="*/ 270173 w 314325"/>
                <a:gd name="T71" fmla="*/ 212458 h 416560"/>
                <a:gd name="T72" fmla="*/ 279781 w 314325"/>
                <a:gd name="T73" fmla="*/ 259174 h 416560"/>
                <a:gd name="T74" fmla="*/ 270112 w 314325"/>
                <a:gd name="T75" fmla="*/ 306948 h 416560"/>
                <a:gd name="T76" fmla="*/ 243762 w 314325"/>
                <a:gd name="T77" fmla="*/ 346001 h 416560"/>
                <a:gd name="T78" fmla="*/ 204712 w 314325"/>
                <a:gd name="T79" fmla="*/ 372353 h 416560"/>
                <a:gd name="T80" fmla="*/ 156946 w 314325"/>
                <a:gd name="T81" fmla="*/ 382021 h 416560"/>
                <a:gd name="T82" fmla="*/ 253353 w 314325"/>
                <a:gd name="T83" fmla="*/ 382021 h 416560"/>
                <a:gd name="T84" fmla="*/ 283570 w 314325"/>
                <a:gd name="T85" fmla="*/ 351804 h 416560"/>
                <a:gd name="T86" fmla="*/ 305878 w 314325"/>
                <a:gd name="T87" fmla="*/ 308727 h 416560"/>
                <a:gd name="T88" fmla="*/ 313893 w 314325"/>
                <a:gd name="T89" fmla="*/ 259174 h 416560"/>
                <a:gd name="T90" fmla="*/ 309274 w 314325"/>
                <a:gd name="T91" fmla="*/ 223903 h 416560"/>
                <a:gd name="T92" fmla="*/ 295463 w 314325"/>
                <a:gd name="T93" fmla="*/ 184640 h 416560"/>
                <a:gd name="T94" fmla="*/ 272525 w 314325"/>
                <a:gd name="T95" fmla="*/ 141515 h 416560"/>
                <a:gd name="T96" fmla="*/ 240525 w 314325"/>
                <a:gd name="T97" fmla="*/ 94678 h 416560"/>
                <a:gd name="T98" fmla="*/ 214635 w 314325"/>
                <a:gd name="T99" fmla="*/ 62057 h 416560"/>
                <a:gd name="T100" fmla="*/ 202778 w 314325"/>
                <a:gd name="T101" fmla="*/ 48450 h 4165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14325" h="416560">
                  <a:moveTo>
                    <a:pt x="156946" y="0"/>
                  </a:moveTo>
                  <a:lnTo>
                    <a:pt x="121878" y="36098"/>
                  </a:lnTo>
                  <a:lnTo>
                    <a:pt x="73367" y="94678"/>
                  </a:lnTo>
                  <a:lnTo>
                    <a:pt x="41367" y="141515"/>
                  </a:lnTo>
                  <a:lnTo>
                    <a:pt x="18429" y="184640"/>
                  </a:lnTo>
                  <a:lnTo>
                    <a:pt x="4618" y="223910"/>
                  </a:lnTo>
                  <a:lnTo>
                    <a:pt x="0" y="259181"/>
                  </a:lnTo>
                  <a:lnTo>
                    <a:pt x="8014" y="308734"/>
                  </a:lnTo>
                  <a:lnTo>
                    <a:pt x="30322" y="351811"/>
                  </a:lnTo>
                  <a:lnTo>
                    <a:pt x="64317" y="385805"/>
                  </a:lnTo>
                  <a:lnTo>
                    <a:pt x="107393" y="408113"/>
                  </a:lnTo>
                  <a:lnTo>
                    <a:pt x="156946" y="416128"/>
                  </a:lnTo>
                  <a:lnTo>
                    <a:pt x="206499" y="408113"/>
                  </a:lnTo>
                  <a:lnTo>
                    <a:pt x="249576" y="385805"/>
                  </a:lnTo>
                  <a:lnTo>
                    <a:pt x="253353" y="382028"/>
                  </a:lnTo>
                  <a:lnTo>
                    <a:pt x="156946" y="382028"/>
                  </a:lnTo>
                  <a:lnTo>
                    <a:pt x="109180" y="372360"/>
                  </a:lnTo>
                  <a:lnTo>
                    <a:pt x="70130" y="346008"/>
                  </a:lnTo>
                  <a:lnTo>
                    <a:pt x="43780" y="306955"/>
                  </a:lnTo>
                  <a:lnTo>
                    <a:pt x="34112" y="259181"/>
                  </a:lnTo>
                  <a:lnTo>
                    <a:pt x="43719" y="212465"/>
                  </a:lnTo>
                  <a:lnTo>
                    <a:pt x="67847" y="163420"/>
                  </a:lnTo>
                  <a:lnTo>
                    <a:pt x="99455" y="116660"/>
                  </a:lnTo>
                  <a:lnTo>
                    <a:pt x="131501" y="76799"/>
                  </a:lnTo>
                  <a:lnTo>
                    <a:pt x="156946" y="48450"/>
                  </a:lnTo>
                  <a:lnTo>
                    <a:pt x="202778" y="48450"/>
                  </a:lnTo>
                  <a:lnTo>
                    <a:pt x="192014" y="36098"/>
                  </a:lnTo>
                  <a:lnTo>
                    <a:pt x="175742" y="18699"/>
                  </a:lnTo>
                  <a:lnTo>
                    <a:pt x="168897" y="11760"/>
                  </a:lnTo>
                  <a:lnTo>
                    <a:pt x="156946" y="0"/>
                  </a:lnTo>
                  <a:close/>
                </a:path>
                <a:path w="314325" h="416560">
                  <a:moveTo>
                    <a:pt x="202778" y="48450"/>
                  </a:moveTo>
                  <a:lnTo>
                    <a:pt x="156946" y="48450"/>
                  </a:lnTo>
                  <a:lnTo>
                    <a:pt x="182391" y="76799"/>
                  </a:lnTo>
                  <a:lnTo>
                    <a:pt x="214437" y="116660"/>
                  </a:lnTo>
                  <a:lnTo>
                    <a:pt x="246045" y="163420"/>
                  </a:lnTo>
                  <a:lnTo>
                    <a:pt x="270173" y="212465"/>
                  </a:lnTo>
                  <a:lnTo>
                    <a:pt x="279781" y="259181"/>
                  </a:lnTo>
                  <a:lnTo>
                    <a:pt x="270112" y="306955"/>
                  </a:lnTo>
                  <a:lnTo>
                    <a:pt x="243762" y="346008"/>
                  </a:lnTo>
                  <a:lnTo>
                    <a:pt x="204712" y="372360"/>
                  </a:lnTo>
                  <a:lnTo>
                    <a:pt x="156946" y="382028"/>
                  </a:lnTo>
                  <a:lnTo>
                    <a:pt x="253353" y="382028"/>
                  </a:lnTo>
                  <a:lnTo>
                    <a:pt x="283570" y="351811"/>
                  </a:lnTo>
                  <a:lnTo>
                    <a:pt x="305878" y="308734"/>
                  </a:lnTo>
                  <a:lnTo>
                    <a:pt x="313893" y="259181"/>
                  </a:lnTo>
                  <a:lnTo>
                    <a:pt x="309274" y="223910"/>
                  </a:lnTo>
                  <a:lnTo>
                    <a:pt x="295463" y="184640"/>
                  </a:lnTo>
                  <a:lnTo>
                    <a:pt x="272525" y="141515"/>
                  </a:lnTo>
                  <a:lnTo>
                    <a:pt x="240525" y="94678"/>
                  </a:lnTo>
                  <a:lnTo>
                    <a:pt x="214635" y="62057"/>
                  </a:lnTo>
                  <a:lnTo>
                    <a:pt x="202778" y="48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0" name="object 26">
              <a:extLst>
                <a:ext uri="{FF2B5EF4-FFF2-40B4-BE49-F238E27FC236}">
                  <a16:creationId xmlns="" xmlns:a16="http://schemas.microsoft.com/office/drawing/2014/main" id="{AC50AAF7-4F1C-4E39-8766-ECEE353B7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1795" y="5588311"/>
              <a:ext cx="113284" cy="9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1" name="object 27">
              <a:extLst>
                <a:ext uri="{FF2B5EF4-FFF2-40B4-BE49-F238E27FC236}">
                  <a16:creationId xmlns="" xmlns:a16="http://schemas.microsoft.com/office/drawing/2014/main" id="{B4D23302-2B73-43A4-8016-0C28B120C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89" y="5242619"/>
              <a:ext cx="514350" cy="509270"/>
            </a:xfrm>
            <a:custGeom>
              <a:avLst/>
              <a:gdLst>
                <a:gd name="T0" fmla="*/ 295299 w 514350"/>
                <a:gd name="T1" fmla="*/ 460728 h 509270"/>
                <a:gd name="T2" fmla="*/ 392747 w 514350"/>
                <a:gd name="T3" fmla="*/ 509269 h 509270"/>
                <a:gd name="T4" fmla="*/ 472483 w 514350"/>
                <a:gd name="T5" fmla="*/ 478713 h 509270"/>
                <a:gd name="T6" fmla="*/ 327958 w 514350"/>
                <a:gd name="T7" fmla="*/ 451834 h 509270"/>
                <a:gd name="T8" fmla="*/ 240042 w 514350"/>
                <a:gd name="T9" fmla="*/ 61086 h 509270"/>
                <a:gd name="T10" fmla="*/ 119327 w 514350"/>
                <a:gd name="T11" fmla="*/ 137612 h 509270"/>
                <a:gd name="T12" fmla="*/ 71907 w 514350"/>
                <a:gd name="T13" fmla="*/ 272440 h 509270"/>
                <a:gd name="T14" fmla="*/ 21602 w 514350"/>
                <a:gd name="T15" fmla="*/ 504799 h 509270"/>
                <a:gd name="T16" fmla="*/ 243773 w 514350"/>
                <a:gd name="T17" fmla="*/ 432580 h 509270"/>
                <a:gd name="T18" fmla="*/ 277281 w 514350"/>
                <a:gd name="T19" fmla="*/ 428182 h 509270"/>
                <a:gd name="T20" fmla="*/ 304171 w 514350"/>
                <a:gd name="T21" fmla="*/ 402323 h 509270"/>
                <a:gd name="T22" fmla="*/ 102463 w 514350"/>
                <a:gd name="T23" fmla="*/ 380720 h 509270"/>
                <a:gd name="T24" fmla="*/ 123028 w 514350"/>
                <a:gd name="T25" fmla="*/ 186893 h 509270"/>
                <a:gd name="T26" fmla="*/ 209410 w 514350"/>
                <a:gd name="T27" fmla="*/ 121767 h 509270"/>
                <a:gd name="T28" fmla="*/ 270522 w 514350"/>
                <a:gd name="T29" fmla="*/ 85420 h 509270"/>
                <a:gd name="T30" fmla="*/ 362191 w 514350"/>
                <a:gd name="T31" fmla="*/ 64261 h 509270"/>
                <a:gd name="T32" fmla="*/ 464032 w 514350"/>
                <a:gd name="T33" fmla="*/ 40766 h 509270"/>
                <a:gd name="T34" fmla="*/ 474135 w 514350"/>
                <a:gd name="T35" fmla="*/ 295976 h 509270"/>
                <a:gd name="T36" fmla="*/ 454478 w 514350"/>
                <a:gd name="T37" fmla="*/ 318747 h 509270"/>
                <a:gd name="T38" fmla="*/ 477200 w 514350"/>
                <a:gd name="T39" fmla="*/ 422692 h 509270"/>
                <a:gd name="T40" fmla="*/ 392747 w 514350"/>
                <a:gd name="T41" fmla="*/ 478713 h 509270"/>
                <a:gd name="T42" fmla="*/ 507280 w 514350"/>
                <a:gd name="T43" fmla="*/ 428182 h 509270"/>
                <a:gd name="T44" fmla="*/ 498885 w 514350"/>
                <a:gd name="T45" fmla="*/ 325932 h 509270"/>
                <a:gd name="T46" fmla="*/ 474135 w 514350"/>
                <a:gd name="T47" fmla="*/ 295976 h 509270"/>
                <a:gd name="T48" fmla="*/ 278785 w 514350"/>
                <a:gd name="T49" fmla="*/ 342859 h 509270"/>
                <a:gd name="T50" fmla="*/ 270879 w 514350"/>
                <a:gd name="T51" fmla="*/ 387045 h 509270"/>
                <a:gd name="T52" fmla="*/ 261478 w 514350"/>
                <a:gd name="T53" fmla="*/ 400040 h 509270"/>
                <a:gd name="T54" fmla="*/ 232346 w 514350"/>
                <a:gd name="T55" fmla="*/ 402323 h 509270"/>
                <a:gd name="T56" fmla="*/ 310090 w 514350"/>
                <a:gd name="T57" fmla="*/ 347205 h 509270"/>
                <a:gd name="T58" fmla="*/ 178854 w 514350"/>
                <a:gd name="T59" fmla="*/ 121767 h 509270"/>
                <a:gd name="T60" fmla="*/ 145678 w 514350"/>
                <a:gd name="T61" fmla="*/ 380720 h 509270"/>
                <a:gd name="T62" fmla="*/ 331018 w 514350"/>
                <a:gd name="T63" fmla="*/ 318747 h 509270"/>
                <a:gd name="T64" fmla="*/ 474135 w 514350"/>
                <a:gd name="T65" fmla="*/ 295976 h 509270"/>
                <a:gd name="T66" fmla="*/ 252615 w 514350"/>
                <a:gd name="T67" fmla="*/ 273773 h 509270"/>
                <a:gd name="T68" fmla="*/ 385149 w 514350"/>
                <a:gd name="T69" fmla="*/ 265054 h 509270"/>
                <a:gd name="T70" fmla="*/ 312000 w 514350"/>
                <a:gd name="T71" fmla="*/ 295376 h 509270"/>
                <a:gd name="T72" fmla="*/ 442378 w 514350"/>
                <a:gd name="T73" fmla="*/ 270116 h 509270"/>
                <a:gd name="T74" fmla="*/ 385149 w 514350"/>
                <a:gd name="T75" fmla="*/ 265054 h 509270"/>
                <a:gd name="T76" fmla="*/ 270522 w 514350"/>
                <a:gd name="T77" fmla="*/ 212661 h 509270"/>
                <a:gd name="T78" fmla="*/ 292125 w 514350"/>
                <a:gd name="T79" fmla="*/ 234264 h 509270"/>
                <a:gd name="T80" fmla="*/ 322681 w 514350"/>
                <a:gd name="T81" fmla="*/ 203707 h 509270"/>
                <a:gd name="T82" fmla="*/ 301078 w 514350"/>
                <a:gd name="T83" fmla="*/ 85420 h 509270"/>
                <a:gd name="T84" fmla="*/ 416299 w 514350"/>
                <a:gd name="T85" fmla="*/ 247552 h 509270"/>
                <a:gd name="T86" fmla="*/ 411746 w 514350"/>
                <a:gd name="T87" fmla="*/ 266306 h 509270"/>
                <a:gd name="T88" fmla="*/ 450753 w 514350"/>
                <a:gd name="T89" fmla="*/ 234264 h 509270"/>
                <a:gd name="T90" fmla="*/ 426427 w 514350"/>
                <a:gd name="T91" fmla="*/ 203707 h 509270"/>
                <a:gd name="T92" fmla="*/ 392747 w 514350"/>
                <a:gd name="T93" fmla="*/ 64261 h 509270"/>
                <a:gd name="T94" fmla="*/ 301078 w 514350"/>
                <a:gd name="T95" fmla="*/ 182105 h 509270"/>
                <a:gd name="T96" fmla="*/ 471878 w 514350"/>
                <a:gd name="T97" fmla="*/ 142595 h 509270"/>
                <a:gd name="T98" fmla="*/ 392747 w 514350"/>
                <a:gd name="T99" fmla="*/ 64261 h 509270"/>
                <a:gd name="T100" fmla="*/ 447586 w 514350"/>
                <a:gd name="T101" fmla="*/ 112039 h 50927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14350" h="509270">
                  <a:moveTo>
                    <a:pt x="311998" y="428182"/>
                  </a:moveTo>
                  <a:lnTo>
                    <a:pt x="277670" y="428182"/>
                  </a:lnTo>
                  <a:lnTo>
                    <a:pt x="295299" y="460728"/>
                  </a:lnTo>
                  <a:lnTo>
                    <a:pt x="321656" y="486409"/>
                  </a:lnTo>
                  <a:lnTo>
                    <a:pt x="354780" y="503233"/>
                  </a:lnTo>
                  <a:lnTo>
                    <a:pt x="392747" y="509269"/>
                  </a:lnTo>
                  <a:lnTo>
                    <a:pt x="433453" y="502426"/>
                  </a:lnTo>
                  <a:lnTo>
                    <a:pt x="466424" y="484970"/>
                  </a:lnTo>
                  <a:lnTo>
                    <a:pt x="472483" y="478713"/>
                  </a:lnTo>
                  <a:lnTo>
                    <a:pt x="392747" y="478713"/>
                  </a:lnTo>
                  <a:lnTo>
                    <a:pt x="357100" y="471498"/>
                  </a:lnTo>
                  <a:lnTo>
                    <a:pt x="327958" y="451834"/>
                  </a:lnTo>
                  <a:lnTo>
                    <a:pt x="311998" y="428182"/>
                  </a:lnTo>
                  <a:close/>
                </a:path>
                <a:path w="514350" h="509270">
                  <a:moveTo>
                    <a:pt x="504799" y="0"/>
                  </a:moveTo>
                  <a:lnTo>
                    <a:pt x="240042" y="61086"/>
                  </a:lnTo>
                  <a:lnTo>
                    <a:pt x="194029" y="77140"/>
                  </a:lnTo>
                  <a:lnTo>
                    <a:pt x="153317" y="103244"/>
                  </a:lnTo>
                  <a:lnTo>
                    <a:pt x="119327" y="137612"/>
                  </a:lnTo>
                  <a:lnTo>
                    <a:pt x="93481" y="178458"/>
                  </a:lnTo>
                  <a:lnTo>
                    <a:pt x="77201" y="223996"/>
                  </a:lnTo>
                  <a:lnTo>
                    <a:pt x="71907" y="272440"/>
                  </a:lnTo>
                  <a:lnTo>
                    <a:pt x="71907" y="411276"/>
                  </a:lnTo>
                  <a:lnTo>
                    <a:pt x="0" y="483184"/>
                  </a:lnTo>
                  <a:lnTo>
                    <a:pt x="21602" y="504799"/>
                  </a:lnTo>
                  <a:lnTo>
                    <a:pt x="93522" y="432879"/>
                  </a:lnTo>
                  <a:lnTo>
                    <a:pt x="232346" y="432879"/>
                  </a:lnTo>
                  <a:lnTo>
                    <a:pt x="243773" y="432580"/>
                  </a:lnTo>
                  <a:lnTo>
                    <a:pt x="255142" y="431684"/>
                  </a:lnTo>
                  <a:lnTo>
                    <a:pt x="266436" y="430195"/>
                  </a:lnTo>
                  <a:lnTo>
                    <a:pt x="277281" y="428182"/>
                  </a:lnTo>
                  <a:lnTo>
                    <a:pt x="311998" y="428182"/>
                  </a:lnTo>
                  <a:lnTo>
                    <a:pt x="308294" y="422692"/>
                  </a:lnTo>
                  <a:lnTo>
                    <a:pt x="304171" y="402323"/>
                  </a:lnTo>
                  <a:lnTo>
                    <a:pt x="124078" y="402323"/>
                  </a:lnTo>
                  <a:lnTo>
                    <a:pt x="145678" y="380720"/>
                  </a:lnTo>
                  <a:lnTo>
                    <a:pt x="102463" y="380720"/>
                  </a:lnTo>
                  <a:lnTo>
                    <a:pt x="102463" y="272440"/>
                  </a:lnTo>
                  <a:lnTo>
                    <a:pt x="107788" y="227805"/>
                  </a:lnTo>
                  <a:lnTo>
                    <a:pt x="123028" y="186893"/>
                  </a:lnTo>
                  <a:lnTo>
                    <a:pt x="147083" y="151085"/>
                  </a:lnTo>
                  <a:lnTo>
                    <a:pt x="178854" y="121767"/>
                  </a:lnTo>
                  <a:lnTo>
                    <a:pt x="209410" y="121767"/>
                  </a:lnTo>
                  <a:lnTo>
                    <a:pt x="209410" y="103771"/>
                  </a:lnTo>
                  <a:lnTo>
                    <a:pt x="246913" y="90868"/>
                  </a:lnTo>
                  <a:lnTo>
                    <a:pt x="270522" y="85420"/>
                  </a:lnTo>
                  <a:lnTo>
                    <a:pt x="301078" y="85420"/>
                  </a:lnTo>
                  <a:lnTo>
                    <a:pt x="301078" y="78358"/>
                  </a:lnTo>
                  <a:lnTo>
                    <a:pt x="362191" y="64261"/>
                  </a:lnTo>
                  <a:lnTo>
                    <a:pt x="392747" y="64261"/>
                  </a:lnTo>
                  <a:lnTo>
                    <a:pt x="392747" y="57213"/>
                  </a:lnTo>
                  <a:lnTo>
                    <a:pt x="464032" y="40766"/>
                  </a:lnTo>
                  <a:lnTo>
                    <a:pt x="495383" y="40766"/>
                  </a:lnTo>
                  <a:lnTo>
                    <a:pt x="504799" y="0"/>
                  </a:lnTo>
                  <a:close/>
                </a:path>
                <a:path w="514350" h="509270">
                  <a:moveTo>
                    <a:pt x="474135" y="295976"/>
                  </a:moveTo>
                  <a:lnTo>
                    <a:pt x="392752" y="295976"/>
                  </a:lnTo>
                  <a:lnTo>
                    <a:pt x="425602" y="301670"/>
                  </a:lnTo>
                  <a:lnTo>
                    <a:pt x="454478" y="318747"/>
                  </a:lnTo>
                  <a:lnTo>
                    <a:pt x="475407" y="347205"/>
                  </a:lnTo>
                  <a:lnTo>
                    <a:pt x="484416" y="387045"/>
                  </a:lnTo>
                  <a:lnTo>
                    <a:pt x="477200" y="422692"/>
                  </a:lnTo>
                  <a:lnTo>
                    <a:pt x="457536" y="451834"/>
                  </a:lnTo>
                  <a:lnTo>
                    <a:pt x="428394" y="471498"/>
                  </a:lnTo>
                  <a:lnTo>
                    <a:pt x="392747" y="478713"/>
                  </a:lnTo>
                  <a:lnTo>
                    <a:pt x="472483" y="478713"/>
                  </a:lnTo>
                  <a:lnTo>
                    <a:pt x="491190" y="459392"/>
                  </a:lnTo>
                  <a:lnTo>
                    <a:pt x="507280" y="428182"/>
                  </a:lnTo>
                  <a:lnTo>
                    <a:pt x="514222" y="393830"/>
                  </a:lnTo>
                  <a:lnTo>
                    <a:pt x="511546" y="358825"/>
                  </a:lnTo>
                  <a:lnTo>
                    <a:pt x="498885" y="325932"/>
                  </a:lnTo>
                  <a:lnTo>
                    <a:pt x="498780" y="325659"/>
                  </a:lnTo>
                  <a:lnTo>
                    <a:pt x="475454" y="296821"/>
                  </a:lnTo>
                  <a:lnTo>
                    <a:pt x="474135" y="295976"/>
                  </a:lnTo>
                  <a:close/>
                </a:path>
                <a:path w="514350" h="509270">
                  <a:moveTo>
                    <a:pt x="325733" y="325932"/>
                  </a:moveTo>
                  <a:lnTo>
                    <a:pt x="286931" y="325932"/>
                  </a:lnTo>
                  <a:lnTo>
                    <a:pt x="278785" y="342859"/>
                  </a:lnTo>
                  <a:lnTo>
                    <a:pt x="273372" y="360745"/>
                  </a:lnTo>
                  <a:lnTo>
                    <a:pt x="270766" y="379309"/>
                  </a:lnTo>
                  <a:lnTo>
                    <a:pt x="270879" y="387045"/>
                  </a:lnTo>
                  <a:lnTo>
                    <a:pt x="270978" y="393830"/>
                  </a:lnTo>
                  <a:lnTo>
                    <a:pt x="271043" y="398271"/>
                  </a:lnTo>
                  <a:lnTo>
                    <a:pt x="261478" y="400040"/>
                  </a:lnTo>
                  <a:lnTo>
                    <a:pt x="251828" y="401307"/>
                  </a:lnTo>
                  <a:lnTo>
                    <a:pt x="242111" y="402068"/>
                  </a:lnTo>
                  <a:lnTo>
                    <a:pt x="232346" y="402323"/>
                  </a:lnTo>
                  <a:lnTo>
                    <a:pt x="304171" y="402323"/>
                  </a:lnTo>
                  <a:lnTo>
                    <a:pt x="301078" y="387045"/>
                  </a:lnTo>
                  <a:lnTo>
                    <a:pt x="310090" y="347205"/>
                  </a:lnTo>
                  <a:lnTo>
                    <a:pt x="325733" y="325932"/>
                  </a:lnTo>
                  <a:close/>
                </a:path>
                <a:path w="514350" h="509270">
                  <a:moveTo>
                    <a:pt x="209410" y="121767"/>
                  </a:moveTo>
                  <a:lnTo>
                    <a:pt x="178854" y="121767"/>
                  </a:lnTo>
                  <a:lnTo>
                    <a:pt x="178854" y="304330"/>
                  </a:lnTo>
                  <a:lnTo>
                    <a:pt x="102463" y="380720"/>
                  </a:lnTo>
                  <a:lnTo>
                    <a:pt x="145678" y="380720"/>
                  </a:lnTo>
                  <a:lnTo>
                    <a:pt x="200456" y="325932"/>
                  </a:lnTo>
                  <a:lnTo>
                    <a:pt x="325733" y="325932"/>
                  </a:lnTo>
                  <a:lnTo>
                    <a:pt x="331018" y="318747"/>
                  </a:lnTo>
                  <a:lnTo>
                    <a:pt x="359894" y="301670"/>
                  </a:lnTo>
                  <a:lnTo>
                    <a:pt x="392752" y="295976"/>
                  </a:lnTo>
                  <a:lnTo>
                    <a:pt x="474135" y="295976"/>
                  </a:lnTo>
                  <a:lnTo>
                    <a:pt x="473198" y="295376"/>
                  </a:lnTo>
                  <a:lnTo>
                    <a:pt x="231012" y="295376"/>
                  </a:lnTo>
                  <a:lnTo>
                    <a:pt x="252615" y="273773"/>
                  </a:lnTo>
                  <a:lnTo>
                    <a:pt x="209410" y="273773"/>
                  </a:lnTo>
                  <a:lnTo>
                    <a:pt x="209410" y="121767"/>
                  </a:lnTo>
                  <a:close/>
                </a:path>
                <a:path w="514350" h="509270">
                  <a:moveTo>
                    <a:pt x="385149" y="265054"/>
                  </a:moveTo>
                  <a:lnTo>
                    <a:pt x="359044" y="269554"/>
                  </a:lnTo>
                  <a:lnTo>
                    <a:pt x="334354" y="279697"/>
                  </a:lnTo>
                  <a:lnTo>
                    <a:pt x="312000" y="295376"/>
                  </a:lnTo>
                  <a:lnTo>
                    <a:pt x="473198" y="295376"/>
                  </a:lnTo>
                  <a:lnTo>
                    <a:pt x="441096" y="274802"/>
                  </a:lnTo>
                  <a:lnTo>
                    <a:pt x="442378" y="270116"/>
                  </a:lnTo>
                  <a:lnTo>
                    <a:pt x="443293" y="266306"/>
                  </a:lnTo>
                  <a:lnTo>
                    <a:pt x="411746" y="266306"/>
                  </a:lnTo>
                  <a:lnTo>
                    <a:pt x="385149" y="265054"/>
                  </a:lnTo>
                  <a:close/>
                </a:path>
                <a:path w="514350" h="509270">
                  <a:moveTo>
                    <a:pt x="301078" y="85420"/>
                  </a:moveTo>
                  <a:lnTo>
                    <a:pt x="270522" y="85420"/>
                  </a:lnTo>
                  <a:lnTo>
                    <a:pt x="270522" y="212661"/>
                  </a:lnTo>
                  <a:lnTo>
                    <a:pt x="209410" y="273773"/>
                  </a:lnTo>
                  <a:lnTo>
                    <a:pt x="252615" y="273773"/>
                  </a:lnTo>
                  <a:lnTo>
                    <a:pt x="292125" y="234264"/>
                  </a:lnTo>
                  <a:lnTo>
                    <a:pt x="450753" y="234264"/>
                  </a:lnTo>
                  <a:lnTo>
                    <a:pt x="457795" y="203707"/>
                  </a:lnTo>
                  <a:lnTo>
                    <a:pt x="322681" y="203707"/>
                  </a:lnTo>
                  <a:lnTo>
                    <a:pt x="344284" y="182105"/>
                  </a:lnTo>
                  <a:lnTo>
                    <a:pt x="301078" y="182105"/>
                  </a:lnTo>
                  <a:lnTo>
                    <a:pt x="301078" y="85420"/>
                  </a:lnTo>
                  <a:close/>
                </a:path>
                <a:path w="514350" h="509270">
                  <a:moveTo>
                    <a:pt x="450753" y="234264"/>
                  </a:moveTo>
                  <a:lnTo>
                    <a:pt x="419379" y="234264"/>
                  </a:lnTo>
                  <a:lnTo>
                    <a:pt x="416299" y="247552"/>
                  </a:lnTo>
                  <a:lnTo>
                    <a:pt x="414434" y="255690"/>
                  </a:lnTo>
                  <a:lnTo>
                    <a:pt x="413237" y="260693"/>
                  </a:lnTo>
                  <a:lnTo>
                    <a:pt x="411746" y="266306"/>
                  </a:lnTo>
                  <a:lnTo>
                    <a:pt x="443293" y="266306"/>
                  </a:lnTo>
                  <a:lnTo>
                    <a:pt x="444537" y="261126"/>
                  </a:lnTo>
                  <a:lnTo>
                    <a:pt x="450753" y="234264"/>
                  </a:lnTo>
                  <a:close/>
                </a:path>
                <a:path w="514350" h="509270">
                  <a:moveTo>
                    <a:pt x="471878" y="142595"/>
                  </a:moveTo>
                  <a:lnTo>
                    <a:pt x="440524" y="142595"/>
                  </a:lnTo>
                  <a:lnTo>
                    <a:pt x="426427" y="203707"/>
                  </a:lnTo>
                  <a:lnTo>
                    <a:pt x="457795" y="203707"/>
                  </a:lnTo>
                  <a:lnTo>
                    <a:pt x="471878" y="142595"/>
                  </a:lnTo>
                  <a:close/>
                </a:path>
                <a:path w="514350" h="509270">
                  <a:moveTo>
                    <a:pt x="392747" y="64261"/>
                  </a:moveTo>
                  <a:lnTo>
                    <a:pt x="362191" y="64261"/>
                  </a:lnTo>
                  <a:lnTo>
                    <a:pt x="362191" y="120992"/>
                  </a:lnTo>
                  <a:lnTo>
                    <a:pt x="301078" y="182105"/>
                  </a:lnTo>
                  <a:lnTo>
                    <a:pt x="344284" y="182105"/>
                  </a:lnTo>
                  <a:lnTo>
                    <a:pt x="383794" y="142595"/>
                  </a:lnTo>
                  <a:lnTo>
                    <a:pt x="471878" y="142595"/>
                  </a:lnTo>
                  <a:lnTo>
                    <a:pt x="478922" y="112039"/>
                  </a:lnTo>
                  <a:lnTo>
                    <a:pt x="392747" y="112039"/>
                  </a:lnTo>
                  <a:lnTo>
                    <a:pt x="392747" y="64261"/>
                  </a:lnTo>
                  <a:close/>
                </a:path>
                <a:path w="514350" h="509270">
                  <a:moveTo>
                    <a:pt x="495383" y="40766"/>
                  </a:moveTo>
                  <a:lnTo>
                    <a:pt x="464032" y="40766"/>
                  </a:lnTo>
                  <a:lnTo>
                    <a:pt x="447586" y="112039"/>
                  </a:lnTo>
                  <a:lnTo>
                    <a:pt x="478922" y="112039"/>
                  </a:lnTo>
                  <a:lnTo>
                    <a:pt x="495383" y="407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96" name="object 28">
            <a:extLst>
              <a:ext uri="{FF2B5EF4-FFF2-40B4-BE49-F238E27FC236}">
                <a16:creationId xmlns="" xmlns:a16="http://schemas.microsoft.com/office/drawing/2014/main" id="{D2ED5DD9-AF76-4E61-A622-9CBA30CB9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838" y="8697913"/>
            <a:ext cx="1662112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Экологичная продукция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7" name="object 29">
            <a:extLst>
              <a:ext uri="{FF2B5EF4-FFF2-40B4-BE49-F238E27FC236}">
                <a16:creationId xmlns="" xmlns:a16="http://schemas.microsoft.com/office/drawing/2014/main" id="{BC59ECF2-C743-4469-BC64-11B86BE1A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8707438"/>
            <a:ext cx="266382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Полный ассортимент продуктов на водной основе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8" name="object 40">
            <a:extLst>
              <a:ext uri="{FF2B5EF4-FFF2-40B4-BE49-F238E27FC236}">
                <a16:creationId xmlns="" xmlns:a16="http://schemas.microsoft.com/office/drawing/2014/main" id="{65AB0BC0-A028-426F-BA11-B40654F8A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0" y="8716963"/>
            <a:ext cx="2690813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Автоматизированные фасовочные линии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9" name="object 41">
            <a:extLst>
              <a:ext uri="{FF2B5EF4-FFF2-40B4-BE49-F238E27FC236}">
                <a16:creationId xmlns="" xmlns:a16="http://schemas.microsoft.com/office/drawing/2014/main" id="{D804A1DA-F1A7-4EC4-9EB5-52424DE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8938" y="8716963"/>
            <a:ext cx="3692525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крупнотоннажных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6400" name="object 8">
            <a:extLst>
              <a:ext uri="{FF2B5EF4-FFF2-40B4-BE49-F238E27FC236}">
                <a16:creationId xmlns="" xmlns:a16="http://schemas.microsoft.com/office/drawing/2014/main" id="{DE5CFE6B-1E90-4AD6-882F-D7815DF43DF9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8334375"/>
            <a:ext cx="66675" cy="277813"/>
            <a:chOff x="1369388" y="6047378"/>
            <a:chExt cx="38735" cy="203835"/>
          </a:xfrm>
        </p:grpSpPr>
        <p:sp>
          <p:nvSpPr>
            <p:cNvPr id="16411" name="object 9">
              <a:extLst>
                <a:ext uri="{FF2B5EF4-FFF2-40B4-BE49-F238E27FC236}">
                  <a16:creationId xmlns="" xmlns:a16="http://schemas.microsoft.com/office/drawing/2014/main" id="{6BE79051-15EC-4F7F-BAD2-13A7BAC38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2" name="object 10">
              <a:extLst>
                <a:ext uri="{FF2B5EF4-FFF2-40B4-BE49-F238E27FC236}">
                  <a16:creationId xmlns="" xmlns:a16="http://schemas.microsoft.com/office/drawing/2014/main" id="{54595268-F5EC-413E-B0B5-E533E327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1" name="object 23">
            <a:extLst>
              <a:ext uri="{FF2B5EF4-FFF2-40B4-BE49-F238E27FC236}">
                <a16:creationId xmlns="" xmlns:a16="http://schemas.microsoft.com/office/drawing/2014/main" id="{17DC7E30-8B15-4636-AC05-78363F135D6A}"/>
              </a:ext>
            </a:extLst>
          </p:cNvPr>
          <p:cNvGrpSpPr>
            <a:grpSpLocks/>
          </p:cNvGrpSpPr>
          <p:nvPr/>
        </p:nvGrpSpPr>
        <p:grpSpPr bwMode="auto">
          <a:xfrm>
            <a:off x="4913313" y="8334375"/>
            <a:ext cx="66675" cy="277813"/>
            <a:chOff x="3471834" y="6047378"/>
            <a:chExt cx="38735" cy="203835"/>
          </a:xfrm>
        </p:grpSpPr>
        <p:sp>
          <p:nvSpPr>
            <p:cNvPr id="16409" name="object 24">
              <a:extLst>
                <a:ext uri="{FF2B5EF4-FFF2-40B4-BE49-F238E27FC236}">
                  <a16:creationId xmlns="" xmlns:a16="http://schemas.microsoft.com/office/drawing/2014/main" id="{628EF135-EB64-4515-BA4D-8873D66D2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0" name="object 25">
              <a:extLst>
                <a:ext uri="{FF2B5EF4-FFF2-40B4-BE49-F238E27FC236}">
                  <a16:creationId xmlns="" xmlns:a16="http://schemas.microsoft.com/office/drawing/2014/main" id="{245A95D5-E50D-48C5-AD4D-9A8EFFC18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2" name="object 31">
            <a:extLst>
              <a:ext uri="{FF2B5EF4-FFF2-40B4-BE49-F238E27FC236}">
                <a16:creationId xmlns="" xmlns:a16="http://schemas.microsoft.com/office/drawing/2014/main" id="{45F2C204-992E-4AFC-BB76-280CDD4EA824}"/>
              </a:ext>
            </a:extLst>
          </p:cNvPr>
          <p:cNvGrpSpPr>
            <a:grpSpLocks/>
          </p:cNvGrpSpPr>
          <p:nvPr/>
        </p:nvGrpSpPr>
        <p:grpSpPr bwMode="auto">
          <a:xfrm>
            <a:off x="10774363" y="8334375"/>
            <a:ext cx="66675" cy="279400"/>
            <a:chOff x="6260327" y="6046858"/>
            <a:chExt cx="38735" cy="205104"/>
          </a:xfrm>
        </p:grpSpPr>
        <p:sp>
          <p:nvSpPr>
            <p:cNvPr id="16407" name="object 32">
              <a:extLst>
                <a:ext uri="{FF2B5EF4-FFF2-40B4-BE49-F238E27FC236}">
                  <a16:creationId xmlns="" xmlns:a16="http://schemas.microsoft.com/office/drawing/2014/main" id="{A17EF62C-7F7A-48E5-AECF-C5407733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8" name="object 33">
              <a:extLst>
                <a:ext uri="{FF2B5EF4-FFF2-40B4-BE49-F238E27FC236}">
                  <a16:creationId xmlns="" xmlns:a16="http://schemas.microsoft.com/office/drawing/2014/main" id="{3FD76D86-C495-47F0-B630-D58FF5ECA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3" name="object 35">
            <a:extLst>
              <a:ext uri="{FF2B5EF4-FFF2-40B4-BE49-F238E27FC236}">
                <a16:creationId xmlns="" xmlns:a16="http://schemas.microsoft.com/office/drawing/2014/main" id="{C4BB003D-1AEE-46D5-980F-3B4DE9CDE833}"/>
              </a:ext>
            </a:extLst>
          </p:cNvPr>
          <p:cNvGrpSpPr>
            <a:grpSpLocks/>
          </p:cNvGrpSpPr>
          <p:nvPr/>
        </p:nvGrpSpPr>
        <p:grpSpPr bwMode="auto">
          <a:xfrm>
            <a:off x="14485938" y="8334375"/>
            <a:ext cx="66675" cy="279400"/>
            <a:chOff x="8358837" y="6046858"/>
            <a:chExt cx="38735" cy="205104"/>
          </a:xfrm>
        </p:grpSpPr>
        <p:sp>
          <p:nvSpPr>
            <p:cNvPr id="16405" name="object 36">
              <a:extLst>
                <a:ext uri="{FF2B5EF4-FFF2-40B4-BE49-F238E27FC236}">
                  <a16:creationId xmlns="" xmlns:a16="http://schemas.microsoft.com/office/drawing/2014/main" id="{149FCA26-8E8B-4991-9591-FEFE8E531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6" name="object 37">
              <a:extLst>
                <a:ext uri="{FF2B5EF4-FFF2-40B4-BE49-F238E27FC236}">
                  <a16:creationId xmlns="" xmlns:a16="http://schemas.microsoft.com/office/drawing/2014/main" id="{F78384FD-45AF-4F6E-B9ED-FD8B674C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404" name="object 7">
            <a:extLst>
              <a:ext uri="{FF2B5EF4-FFF2-40B4-BE49-F238E27FC236}">
                <a16:creationId xmlns="" xmlns:a16="http://schemas.microsoft.com/office/drawing/2014/main" id="{31981AE5-7DA4-4D58-8DFB-622A05893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9663" y="4327525"/>
            <a:ext cx="725170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00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сутки цех может выпустить до 280 т лакокрасочных материалов. Здесь производится до 60% от годового объема готовой продукции компании. Цех оснащен современным оборудованием для производства крупных партий покрытий на органической основе (от 4 т).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Рисунок 4">
            <a:extLst>
              <a:ext uri="{FF2B5EF4-FFF2-40B4-BE49-F238E27FC236}">
                <a16:creationId xmlns="" xmlns:a16="http://schemas.microsoft.com/office/drawing/2014/main" id="{1F48E081-DF18-4901-896A-3303AF626A10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5" name="Полилиния: фигура 17">
              <a:extLst>
                <a:ext uri="{FF2B5EF4-FFF2-40B4-BE49-F238E27FC236}">
                  <a16:creationId xmlns="" xmlns:a16="http://schemas.microsoft.com/office/drawing/2014/main" id="{A4027B60-FAC4-4D35-808C-B284D4D05BAF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: фигура 18">
              <a:extLst>
                <a:ext uri="{FF2B5EF4-FFF2-40B4-BE49-F238E27FC236}">
                  <a16:creationId xmlns="" xmlns:a16="http://schemas.microsoft.com/office/drawing/2014/main" id="{DEC85F07-0AB5-4594-ADA4-40C3AFAA2664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: фигура 19">
              <a:extLst>
                <a:ext uri="{FF2B5EF4-FFF2-40B4-BE49-F238E27FC236}">
                  <a16:creationId xmlns="" xmlns:a16="http://schemas.microsoft.com/office/drawing/2014/main" id="{14963F55-EF2A-4B55-BF6B-BC0E12427A87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: фигура 20">
              <a:extLst>
                <a:ext uri="{FF2B5EF4-FFF2-40B4-BE49-F238E27FC236}">
                  <a16:creationId xmlns="" xmlns:a16="http://schemas.microsoft.com/office/drawing/2014/main" id="{68F6BF51-4CDA-4BED-AE11-02B726B31B49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: фигура 21">
              <a:extLst>
                <a:ext uri="{FF2B5EF4-FFF2-40B4-BE49-F238E27FC236}">
                  <a16:creationId xmlns="" xmlns:a16="http://schemas.microsoft.com/office/drawing/2014/main" id="{6DD7BF4B-D64D-4A35-9494-5FC95CA77FDF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: фигура 22">
              <a:extLst>
                <a:ext uri="{FF2B5EF4-FFF2-40B4-BE49-F238E27FC236}">
                  <a16:creationId xmlns="" xmlns:a16="http://schemas.microsoft.com/office/drawing/2014/main" id="{F8DA7F8A-457C-4EE8-BB34-3082DC88D4D2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1" name="Полилиния: фигура 67">
            <a:extLst>
              <a:ext uri="{FF2B5EF4-FFF2-40B4-BE49-F238E27FC236}">
                <a16:creationId xmlns="" xmlns:a16="http://schemas.microsoft.com/office/drawing/2014/main" id="{0A26C659-6E44-4931-8759-D70A54D4174C}"/>
              </a:ext>
            </a:extLst>
          </p:cNvPr>
          <p:cNvSpPr/>
          <p:nvPr/>
        </p:nvSpPr>
        <p:spPr>
          <a:xfrm>
            <a:off x="106984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598300" y="546387"/>
            <a:ext cx="5131533" cy="634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ПРОИЗВОДСТВО</a:t>
            </a:r>
            <a:endParaRPr lang="en-US" sz="4400" b="1" dirty="0">
              <a:solidFill>
                <a:srgbClr val="656565"/>
              </a:solidFill>
              <a:latin typeface="Inter Extra Bold" panose="02000903000000020004" pitchFamily="2" charset="0"/>
            </a:endParaRPr>
          </a:p>
        </p:txBody>
      </p:sp>
      <p:sp>
        <p:nvSpPr>
          <p:cNvPr id="17" name="object 18"/>
          <p:cNvSpPr txBox="1"/>
          <p:nvPr/>
        </p:nvSpPr>
        <p:spPr>
          <a:xfrm>
            <a:off x="10966825" y="4270886"/>
            <a:ext cx="6650583" cy="1895391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algn="ctr">
              <a:spcBef>
                <a:spcPts val="380"/>
              </a:spcBef>
            </a:pPr>
            <a:r>
              <a:rPr lang="ru-RU" sz="4000" b="1" dirty="0" smtClean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Производство </a:t>
            </a:r>
            <a:r>
              <a:rPr lang="ru-RU" sz="4000" b="1" dirty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органических связующих для лаков</a:t>
            </a:r>
            <a:endParaRPr lang="ru-RU" sz="4000" b="1" spc="-10" dirty="0" smtClean="0">
              <a:solidFill>
                <a:schemeClr val="bg1">
                  <a:lumMod val="50000"/>
                </a:schemeClr>
              </a:solidFill>
              <a:latin typeface="Inter Bold" charset="0"/>
              <a:ea typeface="Inter Bold" charset="0"/>
              <a:cs typeface="Inter Bold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1169806" y="7632827"/>
            <a:ext cx="7002558" cy="1251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 algn="ctr">
              <a:spcBef>
                <a:spcPts val="380"/>
              </a:spcBef>
            </a:pPr>
            <a:r>
              <a:rPr lang="ru-RU" sz="3600" b="1" dirty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Востребованы у российских </a:t>
            </a:r>
          </a:p>
          <a:p>
            <a:pPr marL="12700" marR="5080" algn="ctr">
              <a:spcBef>
                <a:spcPts val="380"/>
              </a:spcBef>
            </a:pPr>
            <a:r>
              <a:rPr lang="ru-RU" sz="3600" b="1" dirty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производителей ЛКМ</a:t>
            </a:r>
          </a:p>
        </p:txBody>
      </p:sp>
      <p:grpSp>
        <p:nvGrpSpPr>
          <p:cNvPr id="22" name="object 12"/>
          <p:cNvGrpSpPr/>
          <p:nvPr/>
        </p:nvGrpSpPr>
        <p:grpSpPr>
          <a:xfrm>
            <a:off x="14300049" y="6535578"/>
            <a:ext cx="99447" cy="539962"/>
            <a:chOff x="5099900" y="5831371"/>
            <a:chExt cx="52705" cy="278130"/>
          </a:xfrm>
        </p:grpSpPr>
        <p:sp>
          <p:nvSpPr>
            <p:cNvPr id="23" name="object 13"/>
            <p:cNvSpPr/>
            <p:nvPr/>
          </p:nvSpPr>
          <p:spPr>
            <a:xfrm>
              <a:off x="5126067" y="5857647"/>
              <a:ext cx="0" cy="226060"/>
            </a:xfrm>
            <a:custGeom>
              <a:avLst/>
              <a:gdLst/>
              <a:ahLst/>
              <a:cxnLst/>
              <a:rect l="l" t="t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4"/>
            <p:cNvSpPr/>
            <p:nvPr/>
          </p:nvSpPr>
          <p:spPr>
            <a:xfrm>
              <a:off x="5099900" y="5831382"/>
              <a:ext cx="52705" cy="278130"/>
            </a:xfrm>
            <a:custGeom>
              <a:avLst/>
              <a:gdLst/>
              <a:ahLst/>
              <a:cxnLst/>
              <a:rect l="l" t="t" r="r" b="b"/>
              <a:pathLst>
                <a:path w="52704" h="278129">
                  <a:moveTo>
                    <a:pt x="52336" y="251815"/>
                  </a:moveTo>
                  <a:lnTo>
                    <a:pt x="50279" y="241579"/>
                  </a:lnTo>
                  <a:lnTo>
                    <a:pt x="44665" y="233235"/>
                  </a:lnTo>
                  <a:lnTo>
                    <a:pt x="36347" y="227596"/>
                  </a:lnTo>
                  <a:lnTo>
                    <a:pt x="26162" y="225539"/>
                  </a:lnTo>
                  <a:lnTo>
                    <a:pt x="15976" y="227596"/>
                  </a:lnTo>
                  <a:lnTo>
                    <a:pt x="7658" y="233235"/>
                  </a:lnTo>
                  <a:lnTo>
                    <a:pt x="2044" y="241579"/>
                  </a:lnTo>
                  <a:lnTo>
                    <a:pt x="0" y="251815"/>
                  </a:lnTo>
                  <a:lnTo>
                    <a:pt x="2044" y="262039"/>
                  </a:lnTo>
                  <a:lnTo>
                    <a:pt x="7658" y="270395"/>
                  </a:lnTo>
                  <a:lnTo>
                    <a:pt x="15976" y="276021"/>
                  </a:lnTo>
                  <a:lnTo>
                    <a:pt x="26162" y="278091"/>
                  </a:lnTo>
                  <a:lnTo>
                    <a:pt x="36347" y="276021"/>
                  </a:lnTo>
                  <a:lnTo>
                    <a:pt x="44665" y="270395"/>
                  </a:lnTo>
                  <a:lnTo>
                    <a:pt x="50279" y="262039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40"/>
                  </a:lnTo>
                  <a:lnTo>
                    <a:pt x="44665" y="7683"/>
                  </a:lnTo>
                  <a:lnTo>
                    <a:pt x="36347" y="2057"/>
                  </a:lnTo>
                  <a:lnTo>
                    <a:pt x="26162" y="0"/>
                  </a:lnTo>
                  <a:lnTo>
                    <a:pt x="15976" y="2057"/>
                  </a:lnTo>
                  <a:lnTo>
                    <a:pt x="7658" y="7683"/>
                  </a:lnTo>
                  <a:lnTo>
                    <a:pt x="2044" y="16040"/>
                  </a:lnTo>
                  <a:lnTo>
                    <a:pt x="0" y="26276"/>
                  </a:lnTo>
                  <a:lnTo>
                    <a:pt x="2044" y="36499"/>
                  </a:lnTo>
                  <a:lnTo>
                    <a:pt x="7658" y="44856"/>
                  </a:lnTo>
                  <a:lnTo>
                    <a:pt x="15976" y="50482"/>
                  </a:lnTo>
                  <a:lnTo>
                    <a:pt x="26162" y="52552"/>
                  </a:lnTo>
                  <a:lnTo>
                    <a:pt x="36347" y="50482"/>
                  </a:lnTo>
                  <a:lnTo>
                    <a:pt x="44665" y="44856"/>
                  </a:lnTo>
                  <a:lnTo>
                    <a:pt x="50279" y="36499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3305" y="2419186"/>
            <a:ext cx="9953056" cy="6638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Прямоугольник 26"/>
          <p:cNvSpPr/>
          <p:nvPr/>
        </p:nvSpPr>
        <p:spPr>
          <a:xfrm>
            <a:off x="11037457" y="2414348"/>
            <a:ext cx="64655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>
              <a:spcBef>
                <a:spcPts val="380"/>
              </a:spcBef>
            </a:pPr>
            <a:r>
              <a:rPr lang="ru-RU" sz="4000" b="1" dirty="0" smtClean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Собственная </a:t>
            </a:r>
            <a:r>
              <a:rPr lang="ru-RU" sz="4000" b="1" dirty="0" err="1" smtClean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лаковарка</a:t>
            </a:r>
            <a:endParaRPr lang="ru-RU" sz="4000" b="1" dirty="0">
              <a:solidFill>
                <a:schemeClr val="bg1">
                  <a:lumMod val="50000"/>
                </a:schemeClr>
              </a:solidFill>
              <a:latin typeface="Inter Bold" charset="0"/>
              <a:ea typeface="Inter Bold" charset="0"/>
              <a:cs typeface="Inter Bold" charset="0"/>
            </a:endParaRPr>
          </a:p>
        </p:txBody>
      </p:sp>
      <p:grpSp>
        <p:nvGrpSpPr>
          <p:cNvPr id="28" name="object 12"/>
          <p:cNvGrpSpPr/>
          <p:nvPr/>
        </p:nvGrpSpPr>
        <p:grpSpPr>
          <a:xfrm>
            <a:off x="14280492" y="3449478"/>
            <a:ext cx="99447" cy="539962"/>
            <a:chOff x="5099900" y="5831371"/>
            <a:chExt cx="52705" cy="278130"/>
          </a:xfrm>
        </p:grpSpPr>
        <p:sp>
          <p:nvSpPr>
            <p:cNvPr id="29" name="object 13"/>
            <p:cNvSpPr/>
            <p:nvPr/>
          </p:nvSpPr>
          <p:spPr>
            <a:xfrm>
              <a:off x="5126067" y="5857647"/>
              <a:ext cx="0" cy="226060"/>
            </a:xfrm>
            <a:custGeom>
              <a:avLst/>
              <a:gdLst/>
              <a:ahLst/>
              <a:cxnLst/>
              <a:rect l="l" t="t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4"/>
            <p:cNvSpPr/>
            <p:nvPr/>
          </p:nvSpPr>
          <p:spPr>
            <a:xfrm>
              <a:off x="5099900" y="5831382"/>
              <a:ext cx="52705" cy="278130"/>
            </a:xfrm>
            <a:custGeom>
              <a:avLst/>
              <a:gdLst/>
              <a:ahLst/>
              <a:cxnLst/>
              <a:rect l="l" t="t" r="r" b="b"/>
              <a:pathLst>
                <a:path w="52704" h="278129">
                  <a:moveTo>
                    <a:pt x="52336" y="251815"/>
                  </a:moveTo>
                  <a:lnTo>
                    <a:pt x="50279" y="241579"/>
                  </a:lnTo>
                  <a:lnTo>
                    <a:pt x="44665" y="233235"/>
                  </a:lnTo>
                  <a:lnTo>
                    <a:pt x="36347" y="227596"/>
                  </a:lnTo>
                  <a:lnTo>
                    <a:pt x="26162" y="225539"/>
                  </a:lnTo>
                  <a:lnTo>
                    <a:pt x="15976" y="227596"/>
                  </a:lnTo>
                  <a:lnTo>
                    <a:pt x="7658" y="233235"/>
                  </a:lnTo>
                  <a:lnTo>
                    <a:pt x="2044" y="241579"/>
                  </a:lnTo>
                  <a:lnTo>
                    <a:pt x="0" y="251815"/>
                  </a:lnTo>
                  <a:lnTo>
                    <a:pt x="2044" y="262039"/>
                  </a:lnTo>
                  <a:lnTo>
                    <a:pt x="7658" y="270395"/>
                  </a:lnTo>
                  <a:lnTo>
                    <a:pt x="15976" y="276021"/>
                  </a:lnTo>
                  <a:lnTo>
                    <a:pt x="26162" y="278091"/>
                  </a:lnTo>
                  <a:lnTo>
                    <a:pt x="36347" y="276021"/>
                  </a:lnTo>
                  <a:lnTo>
                    <a:pt x="44665" y="270395"/>
                  </a:lnTo>
                  <a:lnTo>
                    <a:pt x="50279" y="262039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40"/>
                  </a:lnTo>
                  <a:lnTo>
                    <a:pt x="44665" y="7683"/>
                  </a:lnTo>
                  <a:lnTo>
                    <a:pt x="36347" y="2057"/>
                  </a:lnTo>
                  <a:lnTo>
                    <a:pt x="26162" y="0"/>
                  </a:lnTo>
                  <a:lnTo>
                    <a:pt x="15976" y="2057"/>
                  </a:lnTo>
                  <a:lnTo>
                    <a:pt x="7658" y="7683"/>
                  </a:lnTo>
                  <a:lnTo>
                    <a:pt x="2044" y="16040"/>
                  </a:lnTo>
                  <a:lnTo>
                    <a:pt x="0" y="26276"/>
                  </a:lnTo>
                  <a:lnTo>
                    <a:pt x="2044" y="36499"/>
                  </a:lnTo>
                  <a:lnTo>
                    <a:pt x="7658" y="44856"/>
                  </a:lnTo>
                  <a:lnTo>
                    <a:pt x="15976" y="50482"/>
                  </a:lnTo>
                  <a:lnTo>
                    <a:pt x="26162" y="52552"/>
                  </a:lnTo>
                  <a:lnTo>
                    <a:pt x="36347" y="50482"/>
                  </a:lnTo>
                  <a:lnTo>
                    <a:pt x="44665" y="44856"/>
                  </a:lnTo>
                  <a:lnTo>
                    <a:pt x="50279" y="36499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9046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bject 2">
            <a:extLst>
              <a:ext uri="{FF2B5EF4-FFF2-40B4-BE49-F238E27FC236}">
                <a16:creationId xmlns="" xmlns:a16="http://schemas.microsoft.com/office/drawing/2014/main" id="{47B3BCFE-9585-4167-BAF7-3EC20D7E92FC}"/>
              </a:ext>
            </a:extLst>
          </p:cNvPr>
          <p:cNvSpPr>
            <a:spLocks/>
          </p:cNvSpPr>
          <p:nvPr/>
        </p:nvSpPr>
        <p:spPr bwMode="auto">
          <a:xfrm>
            <a:off x="1454150" y="4522788"/>
            <a:ext cx="16135350" cy="3827462"/>
          </a:xfrm>
          <a:custGeom>
            <a:avLst/>
            <a:gdLst>
              <a:gd name="T0" fmla="*/ 394015205 w 9434830"/>
              <a:gd name="T1" fmla="*/ 0 h 2813050"/>
              <a:gd name="T2" fmla="*/ 9653330 w 9434830"/>
              <a:gd name="T3" fmla="*/ 0 h 2813050"/>
              <a:gd name="T4" fmla="*/ 7714283 w 9434830"/>
              <a:gd name="T5" fmla="*/ 39743 h 2813050"/>
              <a:gd name="T6" fmla="*/ 5905311 w 9434830"/>
              <a:gd name="T7" fmla="*/ 153678 h 2813050"/>
              <a:gd name="T8" fmla="*/ 4265925 w 9434830"/>
              <a:gd name="T9" fmla="*/ 333777 h 2813050"/>
              <a:gd name="T10" fmla="*/ 2835833 w 9434830"/>
              <a:gd name="T11" fmla="*/ 572102 h 2813050"/>
              <a:gd name="T12" fmla="*/ 1654559 w 9434830"/>
              <a:gd name="T13" fmla="*/ 860618 h 2813050"/>
              <a:gd name="T14" fmla="*/ 761746 w 9434830"/>
              <a:gd name="T15" fmla="*/ 1191375 h 2813050"/>
              <a:gd name="T16" fmla="*/ 197029 w 9434830"/>
              <a:gd name="T17" fmla="*/ 1556367 h 2813050"/>
              <a:gd name="T18" fmla="*/ 0 w 9434830"/>
              <a:gd name="T19" fmla="*/ 1947612 h 2813050"/>
              <a:gd name="T20" fmla="*/ 0 w 9434830"/>
              <a:gd name="T21" fmla="*/ 22333486 h 2813050"/>
              <a:gd name="T22" fmla="*/ 197029 w 9434830"/>
              <a:gd name="T23" fmla="*/ 22724728 h 2813050"/>
              <a:gd name="T24" fmla="*/ 761746 w 9434830"/>
              <a:gd name="T25" fmla="*/ 23089715 h 2813050"/>
              <a:gd name="T26" fmla="*/ 1654559 w 9434830"/>
              <a:gd name="T27" fmla="*/ 23420465 h 2813050"/>
              <a:gd name="T28" fmla="*/ 2835833 w 9434830"/>
              <a:gd name="T29" fmla="*/ 23708993 h 2813050"/>
              <a:gd name="T30" fmla="*/ 4265925 w 9434830"/>
              <a:gd name="T31" fmla="*/ 23947305 h 2813050"/>
              <a:gd name="T32" fmla="*/ 5905311 w 9434830"/>
              <a:gd name="T33" fmla="*/ 24127414 h 2813050"/>
              <a:gd name="T34" fmla="*/ 7714283 w 9434830"/>
              <a:gd name="T35" fmla="*/ 24241338 h 2813050"/>
              <a:gd name="T36" fmla="*/ 9653330 w 9434830"/>
              <a:gd name="T37" fmla="*/ 24281096 h 2813050"/>
              <a:gd name="T38" fmla="*/ 394015205 w 9434830"/>
              <a:gd name="T39" fmla="*/ 24281096 h 2813050"/>
              <a:gd name="T40" fmla="*/ 395954381 w 9434830"/>
              <a:gd name="T41" fmla="*/ 24241338 h 2813050"/>
              <a:gd name="T42" fmla="*/ 397763500 w 9434830"/>
              <a:gd name="T43" fmla="*/ 24127414 h 2813050"/>
              <a:gd name="T44" fmla="*/ 399402886 w 9434830"/>
              <a:gd name="T45" fmla="*/ 23947305 h 2813050"/>
              <a:gd name="T46" fmla="*/ 400832935 w 9434830"/>
              <a:gd name="T47" fmla="*/ 23708993 h 2813050"/>
              <a:gd name="T48" fmla="*/ 402014175 w 9434830"/>
              <a:gd name="T49" fmla="*/ 23420465 h 2813050"/>
              <a:gd name="T50" fmla="*/ 402906870 w 9434830"/>
              <a:gd name="T51" fmla="*/ 23089715 h 2813050"/>
              <a:gd name="T52" fmla="*/ 403471572 w 9434830"/>
              <a:gd name="T53" fmla="*/ 22724728 h 2813050"/>
              <a:gd name="T54" fmla="*/ 403668565 w 9434830"/>
              <a:gd name="T55" fmla="*/ 22333486 h 2813050"/>
              <a:gd name="T56" fmla="*/ 403668565 w 9434830"/>
              <a:gd name="T57" fmla="*/ 1947612 h 2813050"/>
              <a:gd name="T58" fmla="*/ 403471572 w 9434830"/>
              <a:gd name="T59" fmla="*/ 1556367 h 2813050"/>
              <a:gd name="T60" fmla="*/ 402906870 w 9434830"/>
              <a:gd name="T61" fmla="*/ 1191375 h 2813050"/>
              <a:gd name="T62" fmla="*/ 402014175 w 9434830"/>
              <a:gd name="T63" fmla="*/ 860618 h 2813050"/>
              <a:gd name="T64" fmla="*/ 400832935 w 9434830"/>
              <a:gd name="T65" fmla="*/ 572102 h 2813050"/>
              <a:gd name="T66" fmla="*/ 399402886 w 9434830"/>
              <a:gd name="T67" fmla="*/ 333777 h 2813050"/>
              <a:gd name="T68" fmla="*/ 397763500 w 9434830"/>
              <a:gd name="T69" fmla="*/ 153678 h 2813050"/>
              <a:gd name="T70" fmla="*/ 395954381 w 9434830"/>
              <a:gd name="T71" fmla="*/ 39743 h 2813050"/>
              <a:gd name="T72" fmla="*/ 394015205 w 9434830"/>
              <a:gd name="T73" fmla="*/ 0 h 281305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813050">
                <a:moveTo>
                  <a:pt x="9208795" y="0"/>
                </a:moveTo>
                <a:lnTo>
                  <a:pt x="225615" y="0"/>
                </a:lnTo>
                <a:lnTo>
                  <a:pt x="180296" y="4604"/>
                </a:lnTo>
                <a:lnTo>
                  <a:pt x="138017" y="17802"/>
                </a:lnTo>
                <a:lnTo>
                  <a:pt x="99702" y="38666"/>
                </a:lnTo>
                <a:lnTo>
                  <a:pt x="66278" y="66273"/>
                </a:lnTo>
                <a:lnTo>
                  <a:pt x="38670" y="99696"/>
                </a:lnTo>
                <a:lnTo>
                  <a:pt x="17803" y="138011"/>
                </a:lnTo>
                <a:lnTo>
                  <a:pt x="4605" y="180293"/>
                </a:lnTo>
                <a:lnTo>
                  <a:pt x="0" y="225615"/>
                </a:lnTo>
                <a:lnTo>
                  <a:pt x="0" y="2587155"/>
                </a:lnTo>
                <a:lnTo>
                  <a:pt x="4605" y="2632477"/>
                </a:lnTo>
                <a:lnTo>
                  <a:pt x="17803" y="2674758"/>
                </a:lnTo>
                <a:lnTo>
                  <a:pt x="38670" y="2713073"/>
                </a:lnTo>
                <a:lnTo>
                  <a:pt x="66278" y="2746497"/>
                </a:lnTo>
                <a:lnTo>
                  <a:pt x="99702" y="2774103"/>
                </a:lnTo>
                <a:lnTo>
                  <a:pt x="138017" y="2794968"/>
                </a:lnTo>
                <a:lnTo>
                  <a:pt x="180296" y="2808165"/>
                </a:lnTo>
                <a:lnTo>
                  <a:pt x="225615" y="2812770"/>
                </a:lnTo>
                <a:lnTo>
                  <a:pt x="9208795" y="2812770"/>
                </a:lnTo>
                <a:lnTo>
                  <a:pt x="9254117" y="2808165"/>
                </a:lnTo>
                <a:lnTo>
                  <a:pt x="9296399" y="2794968"/>
                </a:lnTo>
                <a:lnTo>
                  <a:pt x="9334714" y="2774103"/>
                </a:lnTo>
                <a:lnTo>
                  <a:pt x="9368137" y="2746497"/>
                </a:lnTo>
                <a:lnTo>
                  <a:pt x="9395744" y="2713073"/>
                </a:lnTo>
                <a:lnTo>
                  <a:pt x="9416608" y="2674758"/>
                </a:lnTo>
                <a:lnTo>
                  <a:pt x="9429806" y="2632477"/>
                </a:lnTo>
                <a:lnTo>
                  <a:pt x="9434410" y="2587155"/>
                </a:lnTo>
                <a:lnTo>
                  <a:pt x="9434410" y="225615"/>
                </a:lnTo>
                <a:lnTo>
                  <a:pt x="9429806" y="180293"/>
                </a:lnTo>
                <a:lnTo>
                  <a:pt x="9416608" y="138011"/>
                </a:lnTo>
                <a:lnTo>
                  <a:pt x="9395744" y="99696"/>
                </a:lnTo>
                <a:lnTo>
                  <a:pt x="9368137" y="66273"/>
                </a:lnTo>
                <a:lnTo>
                  <a:pt x="9334714" y="38666"/>
                </a:lnTo>
                <a:lnTo>
                  <a:pt x="9296399" y="17802"/>
                </a:lnTo>
                <a:lnTo>
                  <a:pt x="9254117" y="4604"/>
                </a:lnTo>
                <a:lnTo>
                  <a:pt x="920879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8435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6196013"/>
            <a:ext cx="38195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пересортицы при отгрузке клиентам.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36" name="object 4">
            <a:extLst>
              <a:ext uri="{FF2B5EF4-FFF2-40B4-BE49-F238E27FC236}">
                <a16:creationId xmlns="" xmlns:a16="http://schemas.microsoft.com/office/drawing/2014/main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68850"/>
            <a:ext cx="670877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Система</a:t>
            </a:r>
            <a:endParaRPr lang="ru-RU" altLang="ru-RU" sz="3800" dirty="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4213"/>
              </a:lnSpc>
            </a:pPr>
            <a:r>
              <a:rPr lang="ru-RU" altLang="ru-RU" sz="38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управления складом WMS</a:t>
            </a:r>
            <a:endParaRPr lang="ru-RU" altLang="ru-RU" sz="3800" dirty="0">
              <a:latin typeface="Inter Extra Bold" panose="02000903000000020004" pitchFamily="2" charset="0"/>
            </a:endParaRPr>
          </a:p>
        </p:txBody>
      </p:sp>
      <p:sp>
        <p:nvSpPr>
          <p:cNvPr id="18437" name="object 5">
            <a:extLst>
              <a:ext uri="{FF2B5EF4-FFF2-40B4-BE49-F238E27FC236}">
                <a16:creationId xmlns="" xmlns:a16="http://schemas.microsoft.com/office/drawing/2014/main" id="{6BFAEAB2-3C19-4CDB-919A-3BDFC379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221" y="8824296"/>
            <a:ext cx="16092488" cy="787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789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ts val="0"/>
              </a:spcBef>
            </a:pP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«</a:t>
            </a:r>
            <a:r>
              <a:rPr lang="ru-RU" altLang="ru-RU" sz="2500" b="1" dirty="0" err="1">
                <a:solidFill>
                  <a:srgbClr val="656565"/>
                </a:solidFill>
                <a:latin typeface="Inter Regular" panose="02000503000000020004" pitchFamily="2" charset="0"/>
              </a:rPr>
              <a:t>Эмпилс</a:t>
            </a: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» обеспечивает </a:t>
            </a:r>
            <a:r>
              <a:rPr lang="ru-RU" altLang="ru-RU" sz="2500" b="1" dirty="0">
                <a:solidFill>
                  <a:srgbClr val="F18324"/>
                </a:solidFill>
                <a:latin typeface="Inter Regular" panose="02000503000000020004" pitchFamily="2" charset="0"/>
              </a:rPr>
              <a:t>гибкий подход к объему партий</a:t>
            </a: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, доставляя грузы автомобильным и железнодорожным транспортом </a:t>
            </a:r>
            <a:r>
              <a:rPr lang="ru-RU" altLang="ru-RU" sz="2500" b="1" dirty="0">
                <a:solidFill>
                  <a:srgbClr val="F18324"/>
                </a:solidFill>
                <a:latin typeface="Inter Regular" panose="02000503000000020004" pitchFamily="2" charset="0"/>
              </a:rPr>
              <a:t>во все регионы страны и за рубеж </a:t>
            </a: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в оптимальные сроки.</a:t>
            </a:r>
            <a:endParaRPr lang="ru-RU" altLang="ru-RU" sz="2500" b="1" dirty="0">
              <a:latin typeface="Inter Regular" panose="02000503000000020004" pitchFamily="2" charset="0"/>
            </a:endParaRPr>
          </a:p>
        </p:txBody>
      </p:sp>
      <p:sp>
        <p:nvSpPr>
          <p:cNvPr id="18438" name="object 6">
            <a:extLst>
              <a:ext uri="{FF2B5EF4-FFF2-40B4-BE49-F238E27FC236}">
                <a16:creationId xmlns="" xmlns:a16="http://schemas.microsoft.com/office/drawing/2014/main" id="{4B2F3912-4C10-4938-A870-D842A772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5013" y="2163763"/>
            <a:ext cx="3840162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5873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 dirty="0">
                <a:solidFill>
                  <a:srgbClr val="F47629"/>
                </a:solidFill>
                <a:latin typeface="Roboto" panose="02000000000000000000" pitchFamily="2" charset="0"/>
              </a:rPr>
              <a:t>36 000</a:t>
            </a:r>
            <a:r>
              <a:rPr lang="ru-RU" altLang="ru-RU" sz="6700" b="1" dirty="0">
                <a:solidFill>
                  <a:srgbClr val="F08327"/>
                </a:solidFill>
                <a:latin typeface="Roboto" panose="02000000000000000000" pitchFamily="2" charset="0"/>
              </a:rPr>
              <a:t> </a:t>
            </a:r>
            <a:r>
              <a:rPr lang="ru-RU" altLang="ru-RU" sz="3600" b="1" dirty="0">
                <a:solidFill>
                  <a:srgbClr val="F47629"/>
                </a:solidFill>
                <a:latin typeface="Roboto" panose="02000000000000000000" pitchFamily="2" charset="0"/>
              </a:rPr>
              <a:t>м</a:t>
            </a:r>
            <a:r>
              <a:rPr lang="ru-RU" altLang="ru-RU" sz="3100" b="1" baseline="32000" dirty="0">
                <a:solidFill>
                  <a:srgbClr val="F47629"/>
                </a:solidFill>
                <a:latin typeface="Roboto" panose="02000000000000000000" pitchFamily="2" charset="0"/>
              </a:rPr>
              <a:t>2</a:t>
            </a:r>
            <a:endParaRPr lang="ru-RU" altLang="ru-RU" sz="3100" baseline="32000" dirty="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 dirty="0">
                <a:solidFill>
                  <a:srgbClr val="4A4949"/>
                </a:solidFill>
                <a:latin typeface="Inter Bold" panose="02000803000000020004" pitchFamily="2" charset="0"/>
              </a:rPr>
              <a:t>площадь складов компании</a:t>
            </a:r>
            <a:endParaRPr lang="ru-RU" altLang="ru-RU" sz="1900" dirty="0">
              <a:latin typeface="Inter Bold" panose="02000803000000020004" pitchFamily="2" charset="0"/>
            </a:endParaRPr>
          </a:p>
        </p:txBody>
      </p:sp>
      <p:sp>
        <p:nvSpPr>
          <p:cNvPr id="18439" name="object 7">
            <a:extLst>
              <a:ext uri="{FF2B5EF4-FFF2-40B4-BE49-F238E27FC236}">
                <a16:creationId xmlns="" xmlns:a16="http://schemas.microsoft.com/office/drawing/2014/main" id="{57863A7C-0AB6-4E54-BEEE-0096AA63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9175" y="2151063"/>
            <a:ext cx="3813175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 dirty="0">
                <a:solidFill>
                  <a:srgbClr val="F47629"/>
                </a:solidFill>
                <a:latin typeface="Roboto" panose="02000000000000000000" pitchFamily="2" charset="0"/>
              </a:rPr>
              <a:t>&gt;6 000 </a:t>
            </a:r>
            <a:r>
              <a:rPr lang="ru-RU" altLang="ru-RU" sz="3600" b="1" dirty="0">
                <a:solidFill>
                  <a:srgbClr val="F47629"/>
                </a:solidFill>
                <a:latin typeface="Roboto" panose="02000000000000000000" pitchFamily="2" charset="0"/>
              </a:rPr>
              <a:t>км</a:t>
            </a:r>
            <a:endParaRPr lang="ru-RU" altLang="ru-RU" sz="3600" dirty="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 dirty="0">
                <a:solidFill>
                  <a:srgbClr val="4A4949"/>
                </a:solidFill>
                <a:latin typeface="Inter Regular" panose="02000503000000020004" pitchFamily="2" charset="0"/>
              </a:rPr>
              <a:t>максимальное расстояние транспортировки</a:t>
            </a:r>
            <a:endParaRPr lang="ru-RU" altLang="ru-RU" sz="1900" dirty="0">
              <a:latin typeface="Inter Regular" panose="02000503000000020004" pitchFamily="2" charset="0"/>
            </a:endParaRPr>
          </a:p>
        </p:txBody>
      </p:sp>
      <p:grpSp>
        <p:nvGrpSpPr>
          <p:cNvPr id="18441" name="object 9">
            <a:extLst>
              <a:ext uri="{FF2B5EF4-FFF2-40B4-BE49-F238E27FC236}">
                <a16:creationId xmlns="" xmlns:a16="http://schemas.microsoft.com/office/drawing/2014/main" id="{5744B19F-DF2B-4F29-B55C-F368B0FBE316}"/>
              </a:ext>
            </a:extLst>
          </p:cNvPr>
          <p:cNvGrpSpPr>
            <a:grpSpLocks/>
          </p:cNvGrpSpPr>
          <p:nvPr/>
        </p:nvGrpSpPr>
        <p:grpSpPr bwMode="auto">
          <a:xfrm>
            <a:off x="4084638" y="2794000"/>
            <a:ext cx="90487" cy="1296988"/>
            <a:chOff x="861432" y="1611623"/>
            <a:chExt cx="52705" cy="953769"/>
          </a:xfrm>
        </p:grpSpPr>
        <p:sp>
          <p:nvSpPr>
            <p:cNvPr id="18461" name="object 10">
              <a:extLst>
                <a:ext uri="{FF2B5EF4-FFF2-40B4-BE49-F238E27FC236}">
                  <a16:creationId xmlns="" xmlns:a16="http://schemas.microsoft.com/office/drawing/2014/main" id="{ABB84DE7-AF56-4512-84B6-1DD676147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717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2" name="object 11">
              <a:extLst>
                <a:ext uri="{FF2B5EF4-FFF2-40B4-BE49-F238E27FC236}">
                  <a16:creationId xmlns="" xmlns:a16="http://schemas.microsoft.com/office/drawing/2014/main" id="{30E9207F-7293-49FE-87E2-4E7850DE5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428" y="1611629"/>
              <a:ext cx="52705" cy="953769"/>
            </a:xfrm>
            <a:custGeom>
              <a:avLst/>
              <a:gdLst>
                <a:gd name="T0" fmla="*/ 52565 w 52705"/>
                <a:gd name="T1" fmla="*/ 927265 h 953769"/>
                <a:gd name="T2" fmla="*/ 50495 w 52705"/>
                <a:gd name="T3" fmla="*/ 917041 h 953769"/>
                <a:gd name="T4" fmla="*/ 44869 w 52705"/>
                <a:gd name="T5" fmla="*/ 908685 h 953769"/>
                <a:gd name="T6" fmla="*/ 36512 w 52705"/>
                <a:gd name="T7" fmla="*/ 903058 h 953769"/>
                <a:gd name="T8" fmla="*/ 26289 w 52705"/>
                <a:gd name="T9" fmla="*/ 900988 h 953769"/>
                <a:gd name="T10" fmla="*/ 16052 w 52705"/>
                <a:gd name="T11" fmla="*/ 903058 h 953769"/>
                <a:gd name="T12" fmla="*/ 7696 w 52705"/>
                <a:gd name="T13" fmla="*/ 908685 h 953769"/>
                <a:gd name="T14" fmla="*/ 2070 w 52705"/>
                <a:gd name="T15" fmla="*/ 917041 h 953769"/>
                <a:gd name="T16" fmla="*/ 0 w 52705"/>
                <a:gd name="T17" fmla="*/ 927265 h 953769"/>
                <a:gd name="T18" fmla="*/ 2070 w 52705"/>
                <a:gd name="T19" fmla="*/ 937501 h 953769"/>
                <a:gd name="T20" fmla="*/ 7696 w 52705"/>
                <a:gd name="T21" fmla="*/ 945857 h 953769"/>
                <a:gd name="T22" fmla="*/ 16052 w 52705"/>
                <a:gd name="T23" fmla="*/ 951484 h 953769"/>
                <a:gd name="T24" fmla="*/ 26289 w 52705"/>
                <a:gd name="T25" fmla="*/ 953541 h 953769"/>
                <a:gd name="T26" fmla="*/ 36512 w 52705"/>
                <a:gd name="T27" fmla="*/ 951484 h 953769"/>
                <a:gd name="T28" fmla="*/ 44869 w 52705"/>
                <a:gd name="T29" fmla="*/ 945857 h 953769"/>
                <a:gd name="T30" fmla="*/ 50495 w 52705"/>
                <a:gd name="T31" fmla="*/ 937501 h 953769"/>
                <a:gd name="T32" fmla="*/ 52565 w 52705"/>
                <a:gd name="T33" fmla="*/ 927265 h 953769"/>
                <a:gd name="T34" fmla="*/ 52565 w 52705"/>
                <a:gd name="T35" fmla="*/ 26276 h 953769"/>
                <a:gd name="T36" fmla="*/ 50495 w 52705"/>
                <a:gd name="T37" fmla="*/ 16052 h 953769"/>
                <a:gd name="T38" fmla="*/ 44869 w 52705"/>
                <a:gd name="T39" fmla="*/ 7696 h 953769"/>
                <a:gd name="T40" fmla="*/ 36512 w 52705"/>
                <a:gd name="T41" fmla="*/ 2070 h 953769"/>
                <a:gd name="T42" fmla="*/ 26289 w 52705"/>
                <a:gd name="T43" fmla="*/ 0 h 953769"/>
                <a:gd name="T44" fmla="*/ 16052 w 52705"/>
                <a:gd name="T45" fmla="*/ 2070 h 953769"/>
                <a:gd name="T46" fmla="*/ 7696 w 52705"/>
                <a:gd name="T47" fmla="*/ 7696 h 953769"/>
                <a:gd name="T48" fmla="*/ 2070 w 52705"/>
                <a:gd name="T49" fmla="*/ 16052 h 953769"/>
                <a:gd name="T50" fmla="*/ 0 w 52705"/>
                <a:gd name="T51" fmla="*/ 26276 h 953769"/>
                <a:gd name="T52" fmla="*/ 2070 w 52705"/>
                <a:gd name="T53" fmla="*/ 36499 h 953769"/>
                <a:gd name="T54" fmla="*/ 7696 w 52705"/>
                <a:gd name="T55" fmla="*/ 44856 h 953769"/>
                <a:gd name="T56" fmla="*/ 16052 w 52705"/>
                <a:gd name="T57" fmla="*/ 50482 h 953769"/>
                <a:gd name="T58" fmla="*/ 26289 w 52705"/>
                <a:gd name="T59" fmla="*/ 52552 h 953769"/>
                <a:gd name="T60" fmla="*/ 36512 w 52705"/>
                <a:gd name="T61" fmla="*/ 50482 h 953769"/>
                <a:gd name="T62" fmla="*/ 44869 w 52705"/>
                <a:gd name="T63" fmla="*/ 44856 h 953769"/>
                <a:gd name="T64" fmla="*/ 50495 w 52705"/>
                <a:gd name="T65" fmla="*/ 36499 h 953769"/>
                <a:gd name="T66" fmla="*/ 52565 w 52705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5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2" name="object 12">
            <a:extLst>
              <a:ext uri="{FF2B5EF4-FFF2-40B4-BE49-F238E27FC236}">
                <a16:creationId xmlns="" xmlns:a16="http://schemas.microsoft.com/office/drawing/2014/main" id="{20075E67-9B97-40FA-B55B-B3FFC5E5E4CF}"/>
              </a:ext>
            </a:extLst>
          </p:cNvPr>
          <p:cNvGrpSpPr>
            <a:grpSpLocks/>
          </p:cNvGrpSpPr>
          <p:nvPr/>
        </p:nvGrpSpPr>
        <p:grpSpPr bwMode="auto">
          <a:xfrm>
            <a:off x="9458325" y="2781300"/>
            <a:ext cx="88900" cy="1296988"/>
            <a:chOff x="3924923" y="1611623"/>
            <a:chExt cx="52705" cy="953769"/>
          </a:xfrm>
        </p:grpSpPr>
        <p:sp>
          <p:nvSpPr>
            <p:cNvPr id="18459" name="object 13">
              <a:extLst>
                <a:ext uri="{FF2B5EF4-FFF2-40B4-BE49-F238E27FC236}">
                  <a16:creationId xmlns="" xmlns:a16="http://schemas.microsoft.com/office/drawing/2014/main" id="{17528BDB-B9BE-46E4-B173-66778E5E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208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0" name="object 14">
              <a:extLst>
                <a:ext uri="{FF2B5EF4-FFF2-40B4-BE49-F238E27FC236}">
                  <a16:creationId xmlns="" xmlns:a16="http://schemas.microsoft.com/office/drawing/2014/main" id="{634053E7-8A88-4B67-BE74-7B49C7FDE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922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02 w 52704"/>
                <a:gd name="T3" fmla="*/ 917041 h 953769"/>
                <a:gd name="T4" fmla="*/ 44876 w 52704"/>
                <a:gd name="T5" fmla="*/ 908685 h 953769"/>
                <a:gd name="T6" fmla="*/ 36519 w 52704"/>
                <a:gd name="T7" fmla="*/ 903058 h 953769"/>
                <a:gd name="T8" fmla="*/ 26289 w 52704"/>
                <a:gd name="T9" fmla="*/ 900988 h 953769"/>
                <a:gd name="T10" fmla="*/ 16052 w 52704"/>
                <a:gd name="T11" fmla="*/ 903058 h 953769"/>
                <a:gd name="T12" fmla="*/ 7696 w 52704"/>
                <a:gd name="T13" fmla="*/ 908685 h 953769"/>
                <a:gd name="T14" fmla="*/ 2057 w 52704"/>
                <a:gd name="T15" fmla="*/ 917041 h 953769"/>
                <a:gd name="T16" fmla="*/ 0 w 52704"/>
                <a:gd name="T17" fmla="*/ 927265 h 953769"/>
                <a:gd name="T18" fmla="*/ 2057 w 52704"/>
                <a:gd name="T19" fmla="*/ 937501 h 953769"/>
                <a:gd name="T20" fmla="*/ 7696 w 52704"/>
                <a:gd name="T21" fmla="*/ 945857 h 953769"/>
                <a:gd name="T22" fmla="*/ 16052 w 52704"/>
                <a:gd name="T23" fmla="*/ 951484 h 953769"/>
                <a:gd name="T24" fmla="*/ 26289 w 52704"/>
                <a:gd name="T25" fmla="*/ 953541 h 953769"/>
                <a:gd name="T26" fmla="*/ 36519 w 52704"/>
                <a:gd name="T27" fmla="*/ 951484 h 953769"/>
                <a:gd name="T28" fmla="*/ 44876 w 52704"/>
                <a:gd name="T29" fmla="*/ 945857 h 953769"/>
                <a:gd name="T30" fmla="*/ 50502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02 w 52704"/>
                <a:gd name="T37" fmla="*/ 16052 h 953769"/>
                <a:gd name="T38" fmla="*/ 44876 w 52704"/>
                <a:gd name="T39" fmla="*/ 7696 h 953769"/>
                <a:gd name="T40" fmla="*/ 36519 w 52704"/>
                <a:gd name="T41" fmla="*/ 2070 h 953769"/>
                <a:gd name="T42" fmla="*/ 26289 w 52704"/>
                <a:gd name="T43" fmla="*/ 0 h 953769"/>
                <a:gd name="T44" fmla="*/ 16052 w 52704"/>
                <a:gd name="T45" fmla="*/ 2070 h 953769"/>
                <a:gd name="T46" fmla="*/ 7696 w 52704"/>
                <a:gd name="T47" fmla="*/ 7696 h 953769"/>
                <a:gd name="T48" fmla="*/ 2057 w 52704"/>
                <a:gd name="T49" fmla="*/ 16052 h 953769"/>
                <a:gd name="T50" fmla="*/ 0 w 52704"/>
                <a:gd name="T51" fmla="*/ 26276 h 953769"/>
                <a:gd name="T52" fmla="*/ 2057 w 52704"/>
                <a:gd name="T53" fmla="*/ 36499 h 953769"/>
                <a:gd name="T54" fmla="*/ 7696 w 52704"/>
                <a:gd name="T55" fmla="*/ 44856 h 953769"/>
                <a:gd name="T56" fmla="*/ 16052 w 52704"/>
                <a:gd name="T57" fmla="*/ 50482 h 953769"/>
                <a:gd name="T58" fmla="*/ 26289 w 52704"/>
                <a:gd name="T59" fmla="*/ 52552 h 953769"/>
                <a:gd name="T60" fmla="*/ 36519 w 52704"/>
                <a:gd name="T61" fmla="*/ 50482 h 953769"/>
                <a:gd name="T62" fmla="*/ 44876 w 52704"/>
                <a:gd name="T63" fmla="*/ 44856 h 953769"/>
                <a:gd name="T64" fmla="*/ 50502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57" y="917041"/>
                  </a:lnTo>
                  <a:lnTo>
                    <a:pt x="0" y="927265"/>
                  </a:lnTo>
                  <a:lnTo>
                    <a:pt x="2057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8444" name="object 24">
            <a:extLst>
              <a:ext uri="{FF2B5EF4-FFF2-40B4-BE49-F238E27FC236}">
                <a16:creationId xmlns="" xmlns:a16="http://schemas.microsoft.com/office/drawing/2014/main" id="{EAA88C5F-6616-42DE-8833-0B4578414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6196013"/>
            <a:ext cx="41148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Соблюдение обязательств в части гарантийного срока.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5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8963" y="6196013"/>
            <a:ext cx="35925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Качественная и быстрая отработка претензий.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6" name="object 26">
            <a:extLst>
              <a:ext uri="{FF2B5EF4-FFF2-40B4-BE49-F238E27FC236}">
                <a16:creationId xmlns="" xmlns:a16="http://schemas.microsoft.com/office/drawing/2014/main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7351713"/>
            <a:ext cx="35417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нарушений в очередности отгрузок.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7" name="object 27">
            <a:extLst>
              <a:ext uri="{FF2B5EF4-FFF2-40B4-BE49-F238E27FC236}">
                <a16:creationId xmlns="" xmlns:a16="http://schemas.microsoft.com/office/drawing/2014/main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7351713"/>
            <a:ext cx="429577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Строгое соблюдение условий хранения продукции.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="" xmlns:a16="http://schemas.microsoft.com/office/drawing/2014/main" id="{916ECEFD-C687-40D6-A0B0-42E218FC7A1E}"/>
              </a:ext>
            </a:extLst>
          </p:cNvPr>
          <p:cNvSpPr txBox="1">
            <a:spLocks/>
          </p:cNvSpPr>
          <p:nvPr/>
        </p:nvSpPr>
        <p:spPr>
          <a:xfrm>
            <a:off x="1282700" y="579438"/>
            <a:ext cx="9925050" cy="1377298"/>
          </a:xfrm>
          <a:prstGeom prst="rect">
            <a:avLst/>
          </a:prstGeom>
        </p:spPr>
        <p:txBody>
          <a:bodyPr lIns="0" tIns="22858" rIns="0" b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878" algn="l" fontAlgn="auto">
              <a:spcBef>
                <a:spcPts val="178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ЛОГИСТИКА И СКЛАДСКОЙ КОМПЛЕКС</a:t>
            </a:r>
          </a:p>
        </p:txBody>
      </p:sp>
      <p:grpSp>
        <p:nvGrpSpPr>
          <p:cNvPr id="18449" name="object 18">
            <a:extLst>
              <a:ext uri="{FF2B5EF4-FFF2-40B4-BE49-F238E27FC236}">
                <a16:creationId xmlns="" xmlns:a16="http://schemas.microsoft.com/office/drawing/2014/main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6318250"/>
            <a:ext cx="11106150" cy="1296988"/>
            <a:chOff x="1190838" y="4644674"/>
            <a:chExt cx="6468110" cy="791845"/>
          </a:xfrm>
        </p:grpSpPr>
        <p:pic>
          <p:nvPicPr>
            <p:cNvPr id="18452" name="object 19">
              <a:extLst>
                <a:ext uri="{FF2B5EF4-FFF2-40B4-BE49-F238E27FC236}">
                  <a16:creationId xmlns="" xmlns:a16="http://schemas.microsoft.com/office/drawing/2014/main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3" name="object 20">
              <a:extLst>
                <a:ext uri="{FF2B5EF4-FFF2-40B4-BE49-F238E27FC236}">
                  <a16:creationId xmlns="" xmlns:a16="http://schemas.microsoft.com/office/drawing/2014/main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4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5772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5" name="object 22">
              <a:extLst>
                <a:ext uri="{FF2B5EF4-FFF2-40B4-BE49-F238E27FC236}">
                  <a16:creationId xmlns="" xmlns:a16="http://schemas.microsoft.com/office/drawing/2014/main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6" name="object 23">
              <a:extLst>
                <a:ext uri="{FF2B5EF4-FFF2-40B4-BE49-F238E27FC236}">
                  <a16:creationId xmlns="" xmlns:a16="http://schemas.microsoft.com/office/drawing/2014/main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8450" name="Объект 65">
            <a:extLst>
              <a:ext uri="{FF2B5EF4-FFF2-40B4-BE49-F238E27FC236}">
                <a16:creationId xmlns="" xmlns:a16="http://schemas.microsoft.com/office/drawing/2014/main" id="{2A8203E1-9457-47D8-A6F9-EE4F763986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920044"/>
              </p:ext>
            </p:extLst>
          </p:nvPr>
        </p:nvGraphicFramePr>
        <p:xfrm>
          <a:off x="14295438" y="635752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4" name="CorelDRAW" r:id="rId6" imgW="3876120" imgH="797040" progId="CorelDraw.Graphic.23">
                  <p:embed/>
                </p:oleObj>
              </mc:Choice>
              <mc:Fallback>
                <p:oleObj name="CorelDRAW" r:id="rId6" imgW="3876120" imgH="797040" progId="CorelDraw.Graphic.23">
                  <p:embed/>
                  <p:pic>
                    <p:nvPicPr>
                      <p:cNvPr id="0" name="Объект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752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Line 1" descr="preencoded.png">
            <a:extLst>
              <a:ext uri="{FF2B5EF4-FFF2-40B4-BE49-F238E27FC236}">
                <a16:creationId xmlns="" xmlns:a16="http://schemas.microsoft.com/office/drawing/2014/main" id="{8B642401-B320-47B4-8445-1676200EDC5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9776174" y="833926"/>
            <a:ext cx="4114827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219D98CA-1D33-4644-A3D8-D415ECF15CE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0" y="1570507"/>
            <a:ext cx="8051800" cy="8160969"/>
          </a:xfrm>
          <a:custGeom>
            <a:avLst/>
            <a:gdLst>
              <a:gd name="connsiteX0" fmla="*/ -983 w 6720839"/>
              <a:gd name="connsiteY0" fmla="*/ -996 h 6811962"/>
              <a:gd name="connsiteX1" fmla="*/ 6719857 w 6720839"/>
              <a:gd name="connsiteY1" fmla="*/ -996 h 6811962"/>
              <a:gd name="connsiteX2" fmla="*/ 6719857 w 6720839"/>
              <a:gd name="connsiteY2" fmla="*/ 6810967 h 6811962"/>
              <a:gd name="connsiteX3" fmla="*/ -983 w 6720839"/>
              <a:gd name="connsiteY3" fmla="*/ 6810967 h 6811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20839" h="6811962">
                <a:moveTo>
                  <a:pt x="-983" y="-996"/>
                </a:moveTo>
                <a:lnTo>
                  <a:pt x="6719857" y="-996"/>
                </a:lnTo>
                <a:lnTo>
                  <a:pt x="6719857" y="6810967"/>
                </a:lnTo>
                <a:lnTo>
                  <a:pt x="-983" y="6810967"/>
                </a:lnTo>
                <a:close/>
              </a:path>
            </a:pathLst>
          </a:cu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1034A54D-104B-45D1-B1C3-D67C999EEE7D}"/>
              </a:ext>
            </a:extLst>
          </p:cNvPr>
          <p:cNvSpPr txBox="1"/>
          <p:nvPr/>
        </p:nvSpPr>
        <p:spPr>
          <a:xfrm>
            <a:off x="9521243" y="5290470"/>
            <a:ext cx="3551934" cy="1508105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89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2 900 т</a:t>
            </a:r>
          </a:p>
        </p:txBody>
      </p:sp>
      <p:grpSp>
        <p:nvGrpSpPr>
          <p:cNvPr id="17" name="Рисунок 4">
            <a:extLst>
              <a:ext uri="{FF2B5EF4-FFF2-40B4-BE49-F238E27FC236}">
                <a16:creationId xmlns="" xmlns:a16="http://schemas.microsoft.com/office/drawing/2014/main" id="{1F48E081-DF18-4901-896A-3303AF626A10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18" name="Полилиния: фигура 17">
              <a:extLst>
                <a:ext uri="{FF2B5EF4-FFF2-40B4-BE49-F238E27FC236}">
                  <a16:creationId xmlns="" xmlns:a16="http://schemas.microsoft.com/office/drawing/2014/main" id="{A4027B60-FAC4-4D35-808C-B284D4D05BAF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="" xmlns:a16="http://schemas.microsoft.com/office/drawing/2014/main" id="{DEC85F07-0AB5-4594-ADA4-40C3AFAA2664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="" xmlns:a16="http://schemas.microsoft.com/office/drawing/2014/main" id="{14963F55-EF2A-4B55-BF6B-BC0E12427A87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="" xmlns:a16="http://schemas.microsoft.com/office/drawing/2014/main" id="{68F6BF51-4CDA-4BED-AE11-02B726B31B49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="" xmlns:a16="http://schemas.microsoft.com/office/drawing/2014/main" id="{6DD7BF4B-D64D-4A35-9494-5FC95CA77FDF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="" xmlns:a16="http://schemas.microsoft.com/office/drawing/2014/main" id="{F8DA7F8A-457C-4EE8-BB34-3082DC88D4D2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9429295" y="3840163"/>
            <a:ext cx="7261580" cy="1239798"/>
            <a:chOff x="9746073" y="6253036"/>
            <a:chExt cx="7261580" cy="1239798"/>
          </a:xfrm>
        </p:grpSpPr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3C76D195-ABB2-4B96-99F3-F67F972F2C23}"/>
                </a:ext>
              </a:extLst>
            </p:cNvPr>
            <p:cNvSpPr txBox="1"/>
            <p:nvPr/>
          </p:nvSpPr>
          <p:spPr>
            <a:xfrm>
              <a:off x="9746073" y="6253036"/>
              <a:ext cx="2232662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Собственный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5BD4F65F-3521-4486-B508-914E83E4BAB9}"/>
                </a:ext>
              </a:extLst>
            </p:cNvPr>
            <p:cNvSpPr txBox="1"/>
            <p:nvPr/>
          </p:nvSpPr>
          <p:spPr>
            <a:xfrm>
              <a:off x="11685459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DD361E8C-6696-4672-8653-CCBFAB694452}"/>
                </a:ext>
              </a:extLst>
            </p:cNvPr>
            <p:cNvSpPr txBox="1"/>
            <p:nvPr/>
          </p:nvSpPr>
          <p:spPr>
            <a:xfrm>
              <a:off x="12113513" y="6253036"/>
              <a:ext cx="1122044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резер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5E17A4AE-CBE5-40DE-A07C-95F1B68F2885}"/>
                </a:ext>
              </a:extLst>
            </p:cNvPr>
            <p:cNvSpPr txBox="1"/>
            <p:nvPr/>
          </p:nvSpPr>
          <p:spPr>
            <a:xfrm>
              <a:off x="12959999" y="6253036"/>
              <a:ext cx="44210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60A8699-AB64-47EF-86CB-28306E484F6B}"/>
                </a:ext>
              </a:extLst>
            </p:cNvPr>
            <p:cNvSpPr txBox="1"/>
            <p:nvPr/>
          </p:nvSpPr>
          <p:spPr>
            <a:xfrm>
              <a:off x="13122782" y="6253036"/>
              <a:ext cx="138307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уарный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893E15C4-6EE6-4E1C-B0B9-2093B0EF1AC2}"/>
                </a:ext>
              </a:extLst>
            </p:cNvPr>
            <p:cNvSpPr txBox="1"/>
            <p:nvPr/>
          </p:nvSpPr>
          <p:spPr>
            <a:xfrm>
              <a:off x="14219394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5C27A0D9-664A-4199-8F51-C9FE39676626}"/>
                </a:ext>
              </a:extLst>
            </p:cNvPr>
            <p:cNvSpPr txBox="1"/>
            <p:nvPr/>
          </p:nvSpPr>
          <p:spPr>
            <a:xfrm>
              <a:off x="14647448" y="6253036"/>
              <a:ext cx="9601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парк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41249ECE-1EBB-41E3-A533-F38AF5124797}"/>
                </a:ext>
              </a:extLst>
            </p:cNvPr>
            <p:cNvSpPr txBox="1"/>
            <p:nvPr/>
          </p:nvSpPr>
          <p:spPr>
            <a:xfrm>
              <a:off x="15329438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EAE640D6-8618-4A91-B2E3-8C3F3C9DEE59}"/>
                </a:ext>
              </a:extLst>
            </p:cNvPr>
            <p:cNvSpPr txBox="1"/>
            <p:nvPr/>
          </p:nvSpPr>
          <p:spPr>
            <a:xfrm>
              <a:off x="15757491" y="6253036"/>
              <a:ext cx="12268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сырья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7C2382E2-6093-43DC-9218-5A621B487E7D}"/>
                </a:ext>
              </a:extLst>
            </p:cNvPr>
            <p:cNvSpPr txBox="1"/>
            <p:nvPr/>
          </p:nvSpPr>
          <p:spPr>
            <a:xfrm>
              <a:off x="9746073" y="6595936"/>
              <a:ext cx="397225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C8FDBF8-AE29-4E2A-86F3-42B58052019D}"/>
                </a:ext>
              </a:extLst>
            </p:cNvPr>
            <p:cNvSpPr txBox="1"/>
            <p:nvPr/>
          </p:nvSpPr>
          <p:spPr>
            <a:xfrm>
              <a:off x="9863421" y="6595936"/>
              <a:ext cx="1294906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аранти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A5DAD387-D2AD-45F7-8F68-5C9403D977E1}"/>
                </a:ext>
              </a:extLst>
            </p:cNvPr>
            <p:cNvSpPr txBox="1"/>
            <p:nvPr/>
          </p:nvSpPr>
          <p:spPr>
            <a:xfrm>
              <a:off x="10873549" y="6595936"/>
              <a:ext cx="455294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6AAF8E6B-8F68-4E6A-902E-BD9291D04539}"/>
                </a:ext>
              </a:extLst>
            </p:cNvPr>
            <p:cNvSpPr txBox="1"/>
            <p:nvPr/>
          </p:nvSpPr>
          <p:spPr>
            <a:xfrm>
              <a:off x="11051189" y="6595936"/>
              <a:ext cx="4267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-2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051C54D7-CEB5-4329-B7F2-39B50C325941}"/>
                </a:ext>
              </a:extLst>
            </p:cNvPr>
            <p:cNvSpPr txBox="1"/>
            <p:nvPr/>
          </p:nvSpPr>
          <p:spPr>
            <a:xfrm>
              <a:off x="11202921" y="6595936"/>
              <a:ext cx="4457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E9C470C2-D3A0-49F1-A919-5ABA1BA1F917}"/>
                </a:ext>
              </a:extLst>
            </p:cNvPr>
            <p:cNvSpPr txBox="1"/>
            <p:nvPr/>
          </p:nvSpPr>
          <p:spPr>
            <a:xfrm>
              <a:off x="11372181" y="6595936"/>
              <a:ext cx="4076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23AACE46-FAFA-4A2E-B1AB-0C0BE2903A3D}"/>
                </a:ext>
              </a:extLst>
            </p:cNvPr>
            <p:cNvSpPr txBox="1"/>
            <p:nvPr/>
          </p:nvSpPr>
          <p:spPr>
            <a:xfrm>
              <a:off x="11504960" y="6595936"/>
              <a:ext cx="43172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5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E0F0AA0A-BCD9-4FBF-BFD2-D71DA7B8F576}"/>
                </a:ext>
              </a:extLst>
            </p:cNvPr>
            <p:cNvSpPr txBox="1"/>
            <p:nvPr/>
          </p:nvSpPr>
          <p:spPr>
            <a:xfrm>
              <a:off x="11657741" y="6595936"/>
              <a:ext cx="165397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дистрибь</a:t>
              </a:r>
              <a:endParaRPr lang="ru-RU" sz="27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E8D7ED65-713B-42DC-82D9-64DD29E3F661}"/>
                </a:ext>
              </a:extLst>
            </p:cNvPr>
            <p:cNvSpPr txBox="1"/>
            <p:nvPr/>
          </p:nvSpPr>
          <p:spPr>
            <a:xfrm>
              <a:off x="13021530" y="6595936"/>
              <a:ext cx="5219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ю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FD4027CE-9A18-416C-BB5E-3A08004107D2}"/>
                </a:ext>
              </a:extLst>
            </p:cNvPr>
            <p:cNvSpPr txBox="1"/>
            <p:nvPr/>
          </p:nvSpPr>
          <p:spPr>
            <a:xfrm>
              <a:off x="13266417" y="6595936"/>
              <a:ext cx="4076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-2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F692C182-21AC-474D-BD00-CCDAB40A9CD3}"/>
                </a:ext>
              </a:extLst>
            </p:cNvPr>
            <p:cNvSpPr txBox="1"/>
            <p:nvPr/>
          </p:nvSpPr>
          <p:spPr>
            <a:xfrm>
              <a:off x="13395387" y="6595936"/>
              <a:ext cx="1040028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орам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1FB33362-01C7-4FF5-807F-12A073D4DAFE}"/>
                </a:ext>
              </a:extLst>
            </p:cNvPr>
            <p:cNvSpPr txBox="1"/>
            <p:nvPr/>
          </p:nvSpPr>
          <p:spPr>
            <a:xfrm>
              <a:off x="14152529" y="6595936"/>
              <a:ext cx="43172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5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412B1069-2584-4657-80FC-128A6913F422}"/>
                </a:ext>
              </a:extLst>
            </p:cNvPr>
            <p:cNvSpPr txBox="1"/>
            <p:nvPr/>
          </p:nvSpPr>
          <p:spPr>
            <a:xfrm>
              <a:off x="14305310" y="6595936"/>
              <a:ext cx="2702343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бесперебойные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="" xmlns:a16="http://schemas.microsoft.com/office/drawing/2014/main" id="{AEE4CFF9-E755-4CCD-B073-4E2B9EBF8207}"/>
                </a:ext>
              </a:extLst>
            </p:cNvPr>
            <p:cNvSpPr txBox="1"/>
            <p:nvPr/>
          </p:nvSpPr>
          <p:spPr>
            <a:xfrm>
              <a:off x="9746073" y="6938836"/>
              <a:ext cx="168603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</a:t>
              </a:r>
              <a:r>
                <a:rPr lang="ru-RU" sz="27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оставки.</a:t>
              </a:r>
              <a:endParaRPr lang="ru-RU" sz="27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sp>
        <p:nvSpPr>
          <p:cNvPr id="68" name="Полилиния: фигура 67">
            <a:extLst>
              <a:ext uri="{FF2B5EF4-FFF2-40B4-BE49-F238E27FC236}">
                <a16:creationId xmlns="" xmlns:a16="http://schemas.microsoft.com/office/drawing/2014/main" id="{0A26C659-6E44-4931-8759-D70A54D4174C}"/>
              </a:ext>
            </a:extLst>
          </p:cNvPr>
          <p:cNvSpPr/>
          <p:nvPr/>
        </p:nvSpPr>
        <p:spPr>
          <a:xfrm>
            <a:off x="106984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98301" y="407339"/>
            <a:ext cx="758637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878" eaLnBrk="1" fontAlgn="auto" hangingPunct="1">
              <a:spcBef>
                <a:spcPts val="178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СКЛАДСКОЙ КОМПЛЕКС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6643" y="7103375"/>
            <a:ext cx="73332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МЫ </a:t>
            </a:r>
            <a:r>
              <a:rPr lang="ru-RU" sz="3200" b="1" dirty="0" smtClean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ВЫПОЛНЯЕМ ОБЯЗАТЕЛЬСТВА </a:t>
            </a:r>
          </a:p>
          <a:p>
            <a:r>
              <a:rPr lang="ru-RU" sz="3200" b="1" dirty="0" smtClean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НЕЗАВИСИМО </a:t>
            </a:r>
            <a:r>
              <a:rPr lang="ru-RU" sz="3200" b="1" dirty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ОТ ВНЕШНИХ ФАКТОРОВ.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9858" y="1760561"/>
            <a:ext cx="705956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600" b="1" dirty="0" smtClean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rtl val="0"/>
              </a:rPr>
              <a:t>Автоматизированный</a:t>
            </a:r>
          </a:p>
          <a:p>
            <a:r>
              <a:rPr lang="ru-RU" sz="5600" b="1" dirty="0" smtClean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rtl val="0"/>
              </a:rPr>
              <a:t>резервуарный </a:t>
            </a:r>
            <a:r>
              <a:rPr lang="ru-RU" sz="56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rtl val="0"/>
              </a:rPr>
              <a:t>парк</a:t>
            </a:r>
          </a:p>
        </p:txBody>
      </p:sp>
    </p:spTree>
    <p:extLst>
      <p:ext uri="{BB962C8B-B14F-4D97-AF65-F5344CB8AC3E}">
        <p14:creationId xmlns:p14="http://schemas.microsoft.com/office/powerpoint/2010/main" val="1665377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8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20000" y="3596725"/>
            <a:ext cx="1684800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0" b="1" dirty="0">
                <a:solidFill>
                  <a:srgbClr val="F47629"/>
                </a:solidFill>
                <a:latin typeface="Proxima Nova Regular"/>
              </a:rPr>
              <a:t>ГЕОГРАФИЯ БИЗНЕСА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4983008"/>
            <a:ext cx="1684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 err="1">
                <a:latin typeface="+mn-lt"/>
              </a:rPr>
              <a:t>Дистрибуция</a:t>
            </a:r>
            <a:r>
              <a:rPr sz="3200" b="1" dirty="0">
                <a:latin typeface="+mn-lt"/>
              </a:rPr>
              <a:t> в </a:t>
            </a:r>
            <a:r>
              <a:rPr sz="3200" b="1" dirty="0" err="1">
                <a:latin typeface="+mn-lt"/>
              </a:rPr>
              <a:t>России</a:t>
            </a:r>
            <a:r>
              <a:rPr sz="3200" b="1" dirty="0">
                <a:latin typeface="+mn-lt"/>
              </a:rPr>
              <a:t> и </a:t>
            </a:r>
            <a:r>
              <a:rPr sz="3200" b="1" dirty="0" err="1">
                <a:latin typeface="+mn-lt"/>
              </a:rPr>
              <a:t>экспорт</a:t>
            </a:r>
            <a:r>
              <a:rPr sz="3200" b="1" dirty="0">
                <a:latin typeface="+mn-lt"/>
              </a:rPr>
              <a:t> в </a:t>
            </a:r>
            <a:r>
              <a:rPr sz="3200" b="1" dirty="0" err="1">
                <a:latin typeface="+mn-lt"/>
              </a:rPr>
              <a:t>страны</a:t>
            </a:r>
            <a:r>
              <a:rPr sz="3200" b="1" dirty="0">
                <a:latin typeface="+mn-lt"/>
              </a:rPr>
              <a:t> СНГ</a:t>
            </a:r>
          </a:p>
        </p:txBody>
      </p:sp>
    </p:spTree>
    <p:extLst>
      <p:ext uri="{BB962C8B-B14F-4D97-AF65-F5344CB8AC3E}">
        <p14:creationId xmlns:p14="http://schemas.microsoft.com/office/powerpoint/2010/main" val="80214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Maps" descr="preencoded.png">
            <a:extLst>
              <a:ext uri="{FF2B5EF4-FFF2-40B4-BE49-F238E27FC236}">
                <a16:creationId xmlns="" xmlns:a16="http://schemas.microsoft.com/office/drawing/2014/main" id="{DCE7BE84-F94C-4017-B644-C9C77E3FE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0225"/>
            <a:ext cx="17849850" cy="848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Ellipse 2">
            <a:extLst>
              <a:ext uri="{FF2B5EF4-FFF2-40B4-BE49-F238E27FC236}">
                <a16:creationId xmlns="" xmlns:a16="http://schemas.microsoft.com/office/drawing/2014/main" id="{36A5D5DB-64EE-43D9-A1D5-F1BB999D4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4171950"/>
            <a:ext cx="4171950" cy="4171950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8" name="Ellipse 3">
            <a:extLst>
              <a:ext uri="{FF2B5EF4-FFF2-40B4-BE49-F238E27FC236}">
                <a16:creationId xmlns="" xmlns:a16="http://schemas.microsoft.com/office/drawing/2014/main" id="{F2AB8CBF-5B0D-41C9-974F-D6173A5D7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855913"/>
            <a:ext cx="3762375" cy="3762375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9" name="name_100">
            <a:extLst>
              <a:ext uri="{FF2B5EF4-FFF2-40B4-BE49-F238E27FC236}">
                <a16:creationId xmlns="" xmlns:a16="http://schemas.microsoft.com/office/drawing/2014/main" id="{6F47B57C-C32E-4FC6-834C-C8929BC29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3998913"/>
            <a:ext cx="37814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 dirty="0">
                <a:solidFill>
                  <a:srgbClr val="FFFFFF"/>
                </a:solidFill>
                <a:latin typeface="Inter Extra Bold" panose="02000903000000020004" pitchFamily="2" charset="0"/>
              </a:rPr>
              <a:t>&gt;100</a:t>
            </a:r>
            <a:endParaRPr lang="en-US" altLang="ru-RU" sz="9600" dirty="0"/>
          </a:p>
        </p:txBody>
      </p:sp>
      <p:sp>
        <p:nvSpPr>
          <p:cNvPr id="6150" name="name_150">
            <a:extLst>
              <a:ext uri="{FF2B5EF4-FFF2-40B4-BE49-F238E27FC236}">
                <a16:creationId xmlns="" xmlns:a16="http://schemas.microsoft.com/office/drawing/2014/main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5758833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&gt;150</a:t>
            </a:r>
            <a:endParaRPr lang="en-US" altLang="ru-RU" sz="9600" dirty="0"/>
          </a:p>
        </p:txBody>
      </p:sp>
      <p:sp>
        <p:nvSpPr>
          <p:cNvPr id="8" name="default_name">
            <a:extLst>
              <a:ext uri="{FF2B5EF4-FFF2-40B4-BE49-F238E27FC236}">
                <a16:creationId xmlns="" xmlns:a16="http://schemas.microsoft.com/office/drawing/2014/main" id="{C1C1A752-0261-4DE9-AA13-4155AE692524}"/>
              </a:ext>
            </a:extLst>
          </p:cNvPr>
          <p:cNvSpPr/>
          <p:nvPr/>
        </p:nvSpPr>
        <p:spPr>
          <a:xfrm>
            <a:off x="1543050" y="6645275"/>
            <a:ext cx="3781425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дистрибьюторов</a:t>
            </a:r>
            <a:endParaRPr lang="en-US" sz="3200" b="1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="" xmlns:a16="http://schemas.microsoft.com/office/drawing/2014/main" id="{F3C6BC28-83AE-4A46-9BBC-FFEF86CF4601}"/>
              </a:ext>
            </a:extLst>
          </p:cNvPr>
          <p:cNvSpPr/>
          <p:nvPr/>
        </p:nvSpPr>
        <p:spPr>
          <a:xfrm>
            <a:off x="6784975" y="8405813"/>
            <a:ext cx="3441700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городах России</a:t>
            </a:r>
            <a:endParaRPr lang="en-US" sz="3200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6153" name="Text 6">
            <a:extLst>
              <a:ext uri="{FF2B5EF4-FFF2-40B4-BE49-F238E27FC236}">
                <a16:creationId xmlns="" xmlns:a16="http://schemas.microsoft.com/office/drawing/2014/main" id="{48A7FD74-F93F-4835-8EF5-F7A46BA41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717550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в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России</a:t>
            </a: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 и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за</a:t>
            </a: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рубежом</a:t>
            </a:r>
            <a:endParaRPr lang="en-US" altLang="ru-RU" sz="3200" b="1" spc="100" dirty="0">
              <a:latin typeface="Proxima Nova Regular" panose="02000506030000020004" pitchFamily="2" charset="0"/>
              <a:ea typeface="Proxima Nova Bold" pitchFamily="34" charset="-122"/>
              <a:cs typeface="Proxima Nova Bold" pitchFamily="34" charset="-120"/>
            </a:endParaRPr>
          </a:p>
        </p:txBody>
      </p:sp>
      <p:sp>
        <p:nvSpPr>
          <p:cNvPr id="6154" name="Text 7">
            <a:extLst>
              <a:ext uri="{FF2B5EF4-FFF2-40B4-BE49-F238E27FC236}">
                <a16:creationId xmlns="" xmlns:a16="http://schemas.microsoft.com/office/drawing/2014/main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675" y="5265669"/>
            <a:ext cx="3314700" cy="56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П</a:t>
            </a:r>
            <a:r>
              <a:rPr lang="ru-RU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РОДАЖИ</a:t>
            </a:r>
            <a:endParaRPr lang="en-US" altLang="ru-RU" sz="2800" dirty="0">
              <a:solidFill>
                <a:srgbClr val="FFFFFF"/>
              </a:solidFill>
              <a:latin typeface="Inter Extra Bold" panose="02000903000000020004" pitchFamily="2" charset="0"/>
            </a:endParaRPr>
          </a:p>
        </p:txBody>
      </p:sp>
      <p:sp>
        <p:nvSpPr>
          <p:cNvPr id="6155" name="Text 8">
            <a:extLst>
              <a:ext uri="{FF2B5EF4-FFF2-40B4-BE49-F238E27FC236}">
                <a16:creationId xmlns="" xmlns:a16="http://schemas.microsoft.com/office/drawing/2014/main" id="{A9FB96BA-B522-4F95-9860-97161724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100" y="9874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ГЕОГРАФИЯ БИЗНЕСА</a:t>
            </a:r>
          </a:p>
        </p:txBody>
      </p:sp>
      <p:sp>
        <p:nvSpPr>
          <p:cNvPr id="6156" name="Ellipse 2">
            <a:extLst>
              <a:ext uri="{FF2B5EF4-FFF2-40B4-BE49-F238E27FC236}">
                <a16:creationId xmlns="" xmlns:a16="http://schemas.microsoft.com/office/drawing/2014/main" id="{C8AEDC6F-6858-42CE-84C1-BBE540C5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2408238"/>
            <a:ext cx="4824413" cy="4824412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9" name="Text 6">
            <a:extLst>
              <a:ext uri="{FF2B5EF4-FFF2-40B4-BE49-F238E27FC236}">
                <a16:creationId xmlns="" xmlns:a16="http://schemas.microsoft.com/office/drawing/2014/main" id="{7AA6EE4A-E65F-47F7-8CE7-E2ABA5944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7324725"/>
            <a:ext cx="4824413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ru-RU" altLang="ru-RU" sz="3200" b="1" spc="100" dirty="0" smtClean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федеральных </a:t>
            </a:r>
            <a:r>
              <a:rPr lang="ru-RU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и региональных торговых сетях DIY</a:t>
            </a:r>
          </a:p>
        </p:txBody>
      </p:sp>
      <p:pic>
        <p:nvPicPr>
          <p:cNvPr id="21" name="Line 1" descr="preencoded.png">
            <a:extLst>
              <a:ext uri="{FF2B5EF4-FFF2-40B4-BE49-F238E27FC236}">
                <a16:creationId xmlns="" xmlns:a16="http://schemas.microsoft.com/office/drawing/2014/main" id="{A5E3E89E-D1BE-4767-A7CB-038B6ADAA58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962895" y="1251927"/>
            <a:ext cx="8972555" cy="3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1" name="H1">
            <a:extLst>
              <a:ext uri="{FF2B5EF4-FFF2-40B4-BE49-F238E27FC236}">
                <a16:creationId xmlns="" xmlns:a16="http://schemas.microsoft.com/office/drawing/2014/main" id="{ECA2789F-5FE2-4E9C-B5F7-2C432F551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32497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  <p:sp>
        <p:nvSpPr>
          <p:cNvPr id="19" name="name_150">
            <a:extLst>
              <a:ext uri="{FF2B5EF4-FFF2-40B4-BE49-F238E27FC236}">
                <a16:creationId xmlns="" xmlns:a16="http://schemas.microsoft.com/office/drawing/2014/main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3406" y="4335580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&gt;</a:t>
            </a:r>
            <a:r>
              <a:rPr lang="ru-RU" altLang="ru-RU" sz="96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40</a:t>
            </a:r>
            <a:endParaRPr lang="en-US" altLang="ru-RU" sz="9600" dirty="0"/>
          </a:p>
        </p:txBody>
      </p:sp>
      <p:sp>
        <p:nvSpPr>
          <p:cNvPr id="20" name="Text 7">
            <a:extLst>
              <a:ext uri="{FF2B5EF4-FFF2-40B4-BE49-F238E27FC236}">
                <a16:creationId xmlns="" xmlns:a16="http://schemas.microsoft.com/office/drawing/2014/main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2736" y="3924305"/>
            <a:ext cx="4358149" cy="47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П</a:t>
            </a:r>
            <a:r>
              <a:rPr lang="ru-RU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РЕДСТАВЛЕННОСТЬ</a:t>
            </a:r>
            <a:endParaRPr lang="en-US" altLang="ru-RU" sz="4400" dirty="0">
              <a:solidFill>
                <a:srgbClr val="FFFFFF"/>
              </a:solidFill>
              <a:latin typeface="Inter Extra Bold" panose="020009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Maps" descr="preencoded.png">
            <a:extLst>
              <a:ext uri="{FF2B5EF4-FFF2-40B4-BE49-F238E27FC236}">
                <a16:creationId xmlns="" xmlns:a16="http://schemas.microsoft.com/office/drawing/2014/main" id="{47B890F9-BBC6-49C8-B431-76870BBC5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Line 1" descr="preencoded.png">
            <a:extLst>
              <a:ext uri="{FF2B5EF4-FFF2-40B4-BE49-F238E27FC236}">
                <a16:creationId xmlns="" xmlns:a16="http://schemas.microsoft.com/office/drawing/2014/main" id="{018E6273-523F-4831-9F61-D4D6A1C64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5" y="1244600"/>
            <a:ext cx="5791200" cy="3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Rectangle 3" descr="preencoded.png">
            <a:extLst>
              <a:ext uri="{FF2B5EF4-FFF2-40B4-BE49-F238E27FC236}">
                <a16:creationId xmlns="" xmlns:a16="http://schemas.microsoft.com/office/drawing/2014/main" id="{D6C5E4AE-73CF-4A15-BCE6-FBFDCB1D4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3" y="2606675"/>
            <a:ext cx="266382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Rectangle 15" descr="preencoded.png">
            <a:extLst>
              <a:ext uri="{FF2B5EF4-FFF2-40B4-BE49-F238E27FC236}">
                <a16:creationId xmlns="" xmlns:a16="http://schemas.microsoft.com/office/drawing/2014/main" id="{8F277593-835D-4F09-9CBA-FAF6CF9878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5056188"/>
            <a:ext cx="220662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Rectangle 16" descr="preencoded.png">
            <a:extLst>
              <a:ext uri="{FF2B5EF4-FFF2-40B4-BE49-F238E27FC236}">
                <a16:creationId xmlns="" xmlns:a16="http://schemas.microsoft.com/office/drawing/2014/main" id="{08F6670C-2AB5-4A4C-9536-2906160B78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7053263"/>
            <a:ext cx="249237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Rectangle 18" descr="preencoded.png">
            <a:extLst>
              <a:ext uri="{FF2B5EF4-FFF2-40B4-BE49-F238E27FC236}">
                <a16:creationId xmlns="" xmlns:a16="http://schemas.microsoft.com/office/drawing/2014/main" id="{D0AAE141-0B6A-4E0B-B1C8-3B694D174F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113" y="7053263"/>
            <a:ext cx="365442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Rectangle 17" descr="preencoded.png">
            <a:extLst>
              <a:ext uri="{FF2B5EF4-FFF2-40B4-BE49-F238E27FC236}">
                <a16:creationId xmlns="" xmlns:a16="http://schemas.microsoft.com/office/drawing/2014/main" id="{95635CA4-F5DA-47DA-91BA-68C353BF10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7966075"/>
            <a:ext cx="3816350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Rectangle 19" descr="preencoded.png">
            <a:extLst>
              <a:ext uri="{FF2B5EF4-FFF2-40B4-BE49-F238E27FC236}">
                <a16:creationId xmlns="" xmlns:a16="http://schemas.microsoft.com/office/drawing/2014/main" id="{00BF8761-8B8E-4E98-9E70-7CE0472433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013" y="3551238"/>
            <a:ext cx="29860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Rectangle 12" descr="preencoded.png">
            <a:extLst>
              <a:ext uri="{FF2B5EF4-FFF2-40B4-BE49-F238E27FC236}">
                <a16:creationId xmlns="" xmlns:a16="http://schemas.microsoft.com/office/drawing/2014/main" id="{668F723A-1046-45A6-A396-E468B594D1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63" y="2606675"/>
            <a:ext cx="2986087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Rectangle 13" descr="preencoded.png">
            <a:extLst>
              <a:ext uri="{FF2B5EF4-FFF2-40B4-BE49-F238E27FC236}">
                <a16:creationId xmlns="" xmlns:a16="http://schemas.microsoft.com/office/drawing/2014/main" id="{426419BA-84D6-4E28-9A53-173A6E3096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0" y="3560763"/>
            <a:ext cx="3167063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Rectangle 14" descr="preencoded.png">
            <a:extLst>
              <a:ext uri="{FF2B5EF4-FFF2-40B4-BE49-F238E27FC236}">
                <a16:creationId xmlns="" xmlns:a16="http://schemas.microsoft.com/office/drawing/2014/main" id="{9FA030D4-411D-410D-9D20-6C873A4CF2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238" y="3560763"/>
            <a:ext cx="33289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Line 2" descr="preencoded.png">
            <a:extLst>
              <a:ext uri="{FF2B5EF4-FFF2-40B4-BE49-F238E27FC236}">
                <a16:creationId xmlns="" xmlns:a16="http://schemas.microsoft.com/office/drawing/2014/main" id="{03DB8922-5427-49B8-BF78-35E850276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50" y="3121025"/>
            <a:ext cx="5159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6" name="Line 6" descr="preencoded.png">
            <a:extLst>
              <a:ext uri="{FF2B5EF4-FFF2-40B4-BE49-F238E27FC236}">
                <a16:creationId xmlns="" xmlns:a16="http://schemas.microsoft.com/office/drawing/2014/main" id="{01CAB3AE-6F32-4264-ADD7-9CD949E8D66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038" y="3306763"/>
            <a:ext cx="3968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7" name="Line 12" descr="preencoded.png">
            <a:extLst>
              <a:ext uri="{FF2B5EF4-FFF2-40B4-BE49-F238E27FC236}">
                <a16:creationId xmlns="" xmlns:a16="http://schemas.microsoft.com/office/drawing/2014/main" id="{07757C34-A1D6-46F2-B8AB-143C60E664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938" y="4224338"/>
            <a:ext cx="1100137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8" name="Line 10" descr="preencoded.png">
            <a:extLst>
              <a:ext uri="{FF2B5EF4-FFF2-40B4-BE49-F238E27FC236}">
                <a16:creationId xmlns="" xmlns:a16="http://schemas.microsoft.com/office/drawing/2014/main" id="{AC919B9E-1019-4035-8D2D-81C7BB64D3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6677025"/>
            <a:ext cx="852487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9" name="Line 7" descr="preencoded.png">
            <a:extLst>
              <a:ext uri="{FF2B5EF4-FFF2-40B4-BE49-F238E27FC236}">
                <a16:creationId xmlns="" xmlns:a16="http://schemas.microsoft.com/office/drawing/2014/main" id="{1397C5BA-FD7E-4CD6-8800-0D992ACADB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13" y="4243388"/>
            <a:ext cx="44608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0" name="Line 8" descr="preencoded.png">
            <a:extLst>
              <a:ext uri="{FF2B5EF4-FFF2-40B4-BE49-F238E27FC236}">
                <a16:creationId xmlns="" xmlns:a16="http://schemas.microsoft.com/office/drawing/2014/main" id="{90964F4C-7CF4-47A6-B3E6-5BD474DDED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5475288"/>
            <a:ext cx="7572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1" name="Line 9" descr="preencoded.png">
            <a:extLst>
              <a:ext uri="{FF2B5EF4-FFF2-40B4-BE49-F238E27FC236}">
                <a16:creationId xmlns="" xmlns:a16="http://schemas.microsoft.com/office/drawing/2014/main" id="{0462EA72-A88C-42C4-A59D-4CBA0E28AC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6389688"/>
            <a:ext cx="660400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2" name="Line 13" descr="preencoded.png">
            <a:extLst>
              <a:ext uri="{FF2B5EF4-FFF2-40B4-BE49-F238E27FC236}">
                <a16:creationId xmlns="" xmlns:a16="http://schemas.microsoft.com/office/drawing/2014/main" id="{C2A61419-8F65-4F27-B468-FC9462FDCDA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363" y="4192588"/>
            <a:ext cx="6524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3" name="Line 11" descr="preencoded.png">
            <a:extLst>
              <a:ext uri="{FF2B5EF4-FFF2-40B4-BE49-F238E27FC236}">
                <a16:creationId xmlns="" xmlns:a16="http://schemas.microsoft.com/office/drawing/2014/main" id="{416A8FA4-10F8-495C-BD9C-25713D93614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8" y="6545263"/>
            <a:ext cx="8413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4" name="Vector" descr="preencoded.png">
            <a:extLst>
              <a:ext uri="{FF2B5EF4-FFF2-40B4-BE49-F238E27FC236}">
                <a16:creationId xmlns="" xmlns:a16="http://schemas.microsoft.com/office/drawing/2014/main" id="{7BC4BACD-3B32-47FD-B88D-0B2052AB5E2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3370263"/>
            <a:ext cx="48736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5" name="Vector" descr="preencoded.png">
            <a:extLst>
              <a:ext uri="{FF2B5EF4-FFF2-40B4-BE49-F238E27FC236}">
                <a16:creationId xmlns="" xmlns:a16="http://schemas.microsoft.com/office/drawing/2014/main" id="{C4DB3C9D-3ED8-43C7-97D8-7E6E9B78CF3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4094163"/>
            <a:ext cx="48736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6" name="Vector" descr="preencoded.png">
            <a:extLst>
              <a:ext uri="{FF2B5EF4-FFF2-40B4-BE49-F238E27FC236}">
                <a16:creationId xmlns="" xmlns:a16="http://schemas.microsoft.com/office/drawing/2014/main" id="{ABB72E7A-6853-414B-8E6A-CC1842EFA5A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025" y="5689600"/>
            <a:ext cx="496888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7" name="Vector" descr="preencoded.png">
            <a:extLst>
              <a:ext uri="{FF2B5EF4-FFF2-40B4-BE49-F238E27FC236}">
                <a16:creationId xmlns="" xmlns:a16="http://schemas.microsoft.com/office/drawing/2014/main" id="{AF62E507-3065-4480-BD08-343BED6837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38" y="6251575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8" name="Vector" descr="preencoded.png">
            <a:extLst>
              <a:ext uri="{FF2B5EF4-FFF2-40B4-BE49-F238E27FC236}">
                <a16:creationId xmlns="" xmlns:a16="http://schemas.microsoft.com/office/drawing/2014/main" id="{D0FFFA45-1FA1-4ACD-AE25-8A9CE7C5263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3" y="5418138"/>
            <a:ext cx="487362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9" name="Vector" descr="preencoded.png">
            <a:extLst>
              <a:ext uri="{FF2B5EF4-FFF2-40B4-BE49-F238E27FC236}">
                <a16:creationId xmlns="" xmlns:a16="http://schemas.microsoft.com/office/drawing/2014/main" id="{BA0DBE88-AE9E-428B-B747-2FB86D75FAD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8" y="5568950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0" name="Vector" descr="preencoded.png">
            <a:extLst>
              <a:ext uri="{FF2B5EF4-FFF2-40B4-BE49-F238E27FC236}">
                <a16:creationId xmlns="" xmlns:a16="http://schemas.microsoft.com/office/drawing/2014/main" id="{A83ABB8D-4E25-409C-9ACD-B13A86BC7AE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959475"/>
            <a:ext cx="48895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1" name="Vector" descr="preencoded.png">
            <a:extLst>
              <a:ext uri="{FF2B5EF4-FFF2-40B4-BE49-F238E27FC236}">
                <a16:creationId xmlns="" xmlns:a16="http://schemas.microsoft.com/office/drawing/2014/main" id="{DE980B75-9F3C-4D53-AFD9-872A6F8AD85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4863" y="4926013"/>
            <a:ext cx="496887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2" name="Vector" descr="preencoded.png">
            <a:extLst>
              <a:ext uri="{FF2B5EF4-FFF2-40B4-BE49-F238E27FC236}">
                <a16:creationId xmlns="" xmlns:a16="http://schemas.microsoft.com/office/drawing/2014/main" id="{1E216101-5FD7-4465-9840-33F2C71B277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363" y="6191250"/>
            <a:ext cx="487362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3" name="Text 0">
            <a:extLst>
              <a:ext uri="{FF2B5EF4-FFF2-40B4-BE49-F238E27FC236}">
                <a16:creationId xmlns="" xmlns:a16="http://schemas.microsoft.com/office/drawing/2014/main" id="{F5EF2E14-87B3-46B5-9145-DED4BC53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49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ГЕОГРАФИЯ БИЗНЕСА</a:t>
            </a:r>
          </a:p>
        </p:txBody>
      </p:sp>
      <p:sp>
        <p:nvSpPr>
          <p:cNvPr id="8224" name="default_name">
            <a:extLst>
              <a:ext uri="{FF2B5EF4-FFF2-40B4-BE49-F238E27FC236}">
                <a16:creationId xmlns="" xmlns:a16="http://schemas.microsoft.com/office/drawing/2014/main" id="{70B898A2-36AC-484E-9812-1032D010A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200" y="967141"/>
            <a:ext cx="2867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 b="1" dirty="0">
                <a:solidFill>
                  <a:srgbClr val="EA5900"/>
                </a:solidFill>
                <a:latin typeface="Proxima Nova Regular" panose="02000506030000020004" pitchFamily="2" charset="0"/>
              </a:rPr>
              <a:t>ЭКСПОРТ</a:t>
            </a:r>
            <a:endParaRPr lang="en-US" altLang="ru-RU" sz="4800" b="1" dirty="0"/>
          </a:p>
        </p:txBody>
      </p:sp>
      <p:sp>
        <p:nvSpPr>
          <p:cNvPr id="33" name="default_name">
            <a:extLst>
              <a:ext uri="{FF2B5EF4-FFF2-40B4-BE49-F238E27FC236}">
                <a16:creationId xmlns="" xmlns:a16="http://schemas.microsoft.com/office/drawing/2014/main" id="{6CE77E83-0A7B-41CD-8EBC-EBB7B12D1147}"/>
              </a:ext>
            </a:extLst>
          </p:cNvPr>
          <p:cNvSpPr/>
          <p:nvPr/>
        </p:nvSpPr>
        <p:spPr>
          <a:xfrm>
            <a:off x="3419475" y="2747963"/>
            <a:ext cx="2116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БЕЛАРУСЬ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4" name="default_name">
            <a:extLst>
              <a:ext uri="{FF2B5EF4-FFF2-40B4-BE49-F238E27FC236}">
                <a16:creationId xmlns="" xmlns:a16="http://schemas.microsoft.com/office/drawing/2014/main" id="{E0758CB9-CD59-48AA-A35E-ECCC6C5E5F30}"/>
              </a:ext>
            </a:extLst>
          </p:cNvPr>
          <p:cNvSpPr/>
          <p:nvPr/>
        </p:nvSpPr>
        <p:spPr>
          <a:xfrm>
            <a:off x="7258050" y="2752725"/>
            <a:ext cx="239871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КАЗАХСТАН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6" name="default_name">
            <a:extLst>
              <a:ext uri="{FF2B5EF4-FFF2-40B4-BE49-F238E27FC236}">
                <a16:creationId xmlns="" xmlns:a16="http://schemas.microsoft.com/office/drawing/2014/main" id="{BC96B2C6-F5B8-4BA1-976C-DED5E8048471}"/>
              </a:ext>
            </a:extLst>
          </p:cNvPr>
          <p:cNvSpPr/>
          <p:nvPr/>
        </p:nvSpPr>
        <p:spPr>
          <a:xfrm>
            <a:off x="10058400" y="3706813"/>
            <a:ext cx="276542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КЫРГЫЗСТАН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7" name="default_name">
            <a:extLst>
              <a:ext uri="{FF2B5EF4-FFF2-40B4-BE49-F238E27FC236}">
                <a16:creationId xmlns="" xmlns:a16="http://schemas.microsoft.com/office/drawing/2014/main" id="{4A1FF161-FACB-4D2F-B0D7-469AEA5ACCBC}"/>
              </a:ext>
            </a:extLst>
          </p:cNvPr>
          <p:cNvSpPr/>
          <p:nvPr/>
        </p:nvSpPr>
        <p:spPr>
          <a:xfrm>
            <a:off x="14135100" y="3711575"/>
            <a:ext cx="2325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МОНГОЛИЯ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8" name="default_name">
            <a:extLst>
              <a:ext uri="{FF2B5EF4-FFF2-40B4-BE49-F238E27FC236}">
                <a16:creationId xmlns="" xmlns:a16="http://schemas.microsoft.com/office/drawing/2014/main" id="{ECA6142B-660D-43CB-B787-475025DEDA19}"/>
              </a:ext>
            </a:extLst>
          </p:cNvPr>
          <p:cNvSpPr/>
          <p:nvPr/>
        </p:nvSpPr>
        <p:spPr>
          <a:xfrm>
            <a:off x="9296400" y="7213600"/>
            <a:ext cx="308927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ТАДЖИКИСТАН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9" name="default_name">
            <a:extLst>
              <a:ext uri="{FF2B5EF4-FFF2-40B4-BE49-F238E27FC236}">
                <a16:creationId xmlns="" xmlns:a16="http://schemas.microsoft.com/office/drawing/2014/main" id="{8AF5CA2E-BA77-4332-8F95-B87F6A0097D1}"/>
              </a:ext>
            </a:extLst>
          </p:cNvPr>
          <p:cNvSpPr/>
          <p:nvPr/>
        </p:nvSpPr>
        <p:spPr>
          <a:xfrm>
            <a:off x="5267325" y="8107363"/>
            <a:ext cx="3259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ТУРКМЕНИСТАН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0" name="default_name">
            <a:extLst>
              <a:ext uri="{FF2B5EF4-FFF2-40B4-BE49-F238E27FC236}">
                <a16:creationId xmlns="" xmlns:a16="http://schemas.microsoft.com/office/drawing/2014/main" id="{42D2FAB0-9CB6-4B63-AB75-F776CBE74DA1}"/>
              </a:ext>
            </a:extLst>
          </p:cNvPr>
          <p:cNvSpPr/>
          <p:nvPr/>
        </p:nvSpPr>
        <p:spPr>
          <a:xfrm>
            <a:off x="2552700" y="7204075"/>
            <a:ext cx="198596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АРМЕНИЯ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1" name="default_name">
            <a:extLst>
              <a:ext uri="{FF2B5EF4-FFF2-40B4-BE49-F238E27FC236}">
                <a16:creationId xmlns="" xmlns:a16="http://schemas.microsoft.com/office/drawing/2014/main" id="{399A30B2-EBDB-4051-B0DC-BB86831C8688}"/>
              </a:ext>
            </a:extLst>
          </p:cNvPr>
          <p:cNvSpPr/>
          <p:nvPr/>
        </p:nvSpPr>
        <p:spPr>
          <a:xfrm>
            <a:off x="1847850" y="5207000"/>
            <a:ext cx="1563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ГРУЗИЯ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8234" name="H1">
            <a:extLst>
              <a:ext uri="{FF2B5EF4-FFF2-40B4-BE49-F238E27FC236}">
                <a16:creationId xmlns="" xmlns:a16="http://schemas.microsoft.com/office/drawing/2014/main" id="{AB580976-CF22-4793-ABEA-2F963FC8D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9324975"/>
            <a:ext cx="109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  <p:sp>
        <p:nvSpPr>
          <p:cNvPr id="43" name="default_name">
            <a:extLst>
              <a:ext uri="{FF2B5EF4-FFF2-40B4-BE49-F238E27FC236}">
                <a16:creationId xmlns="" xmlns:a16="http://schemas.microsoft.com/office/drawing/2014/main" id="{E0758CB9-CD59-48AA-A35E-ECCC6C5E5F30}"/>
              </a:ext>
            </a:extLst>
          </p:cNvPr>
          <p:cNvSpPr/>
          <p:nvPr/>
        </p:nvSpPr>
        <p:spPr>
          <a:xfrm>
            <a:off x="4192433" y="3706648"/>
            <a:ext cx="2642394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700" b="1" kern="0" spc="300" dirty="0" smtClean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УЗБЕКИСТАН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96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693921"/>
            <a:ext cx="16848000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9600" b="1" dirty="0" smtClean="0">
                <a:solidFill>
                  <a:srgbClr val="F47629"/>
                </a:solidFill>
                <a:latin typeface="+mn-lt"/>
              </a:rPr>
              <a:t>ПОРТФОЛИО</a:t>
            </a:r>
            <a:endParaRPr lang="en-US" sz="9600" b="1" dirty="0">
              <a:solidFill>
                <a:srgbClr val="F47629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4750" y="5227976"/>
            <a:ext cx="1684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 err="1">
                <a:latin typeface="+mn-lt"/>
              </a:rPr>
              <a:t>Реальные</a:t>
            </a:r>
            <a:r>
              <a:rPr sz="4000" b="1" dirty="0">
                <a:latin typeface="+mn-lt"/>
              </a:rPr>
              <a:t> </a:t>
            </a:r>
            <a:r>
              <a:rPr sz="4000" b="1" dirty="0" err="1">
                <a:latin typeface="+mn-lt"/>
              </a:rPr>
              <a:t>кейсы</a:t>
            </a:r>
            <a:r>
              <a:rPr sz="4000" b="1" dirty="0">
                <a:latin typeface="+mn-lt"/>
              </a:rPr>
              <a:t> и </a:t>
            </a:r>
            <a:r>
              <a:rPr sz="4000" b="1" dirty="0" err="1">
                <a:latin typeface="+mn-lt"/>
              </a:rPr>
              <a:t>промышленные</a:t>
            </a:r>
            <a:r>
              <a:rPr sz="4000" b="1" dirty="0">
                <a:latin typeface="+mn-lt"/>
              </a:rPr>
              <a:t> </a:t>
            </a:r>
            <a:r>
              <a:rPr sz="4000" b="1" dirty="0" err="1">
                <a:latin typeface="+mn-lt"/>
              </a:rPr>
              <a:t>партнёры</a:t>
            </a:r>
            <a:endParaRPr sz="4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893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96850" y="679602"/>
            <a:ext cx="4945063" cy="6951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eaLnBrk="1" hangingPunct="1">
              <a:spcBef>
                <a:spcPts val="138"/>
              </a:spcBef>
            </a:pPr>
            <a:r>
              <a:rPr lang="ru-RU" alt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ПРОДУКЦИЯ</a:t>
            </a:r>
          </a:p>
        </p:txBody>
      </p:sp>
      <p:graphicFrame>
        <p:nvGraphicFramePr>
          <p:cNvPr id="20509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482121"/>
              </p:ext>
            </p:extLst>
          </p:nvPr>
        </p:nvGraphicFramePr>
        <p:xfrm>
          <a:off x="14295438" y="79630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5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79630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609" name="Picture 12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864410"/>
            <a:ext cx="16298863" cy="8128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047750"/>
            <a:ext cx="4931683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548329"/>
              </p:ext>
            </p:extLst>
          </p:nvPr>
        </p:nvGraphicFramePr>
        <p:xfrm>
          <a:off x="14295438" y="93506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0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3506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" y="3492501"/>
            <a:ext cx="8254855" cy="530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8899" y="3492500"/>
            <a:ext cx="8671001" cy="532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38150" y="550863"/>
            <a:ext cx="5492750" cy="137228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algn="l" eaLnBrk="1" hangingPunct="1">
              <a:spcBef>
                <a:spcPts val="138"/>
              </a:spcBef>
            </a:pPr>
            <a:r>
              <a:rPr lang="ru-RU" alt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КЕЙСЫ 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266130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152436"/>
              </p:ext>
            </p:extLst>
          </p:nvPr>
        </p:nvGraphicFramePr>
        <p:xfrm>
          <a:off x="14295438" y="10033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3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10033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95678" y="563563"/>
            <a:ext cx="7046521" cy="137228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ПРОМЫШЛЕННЫЕ ПАРТНЕРЫ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0199" y="3902023"/>
            <a:ext cx="8582810" cy="5207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82100" y="3914723"/>
            <a:ext cx="8674100" cy="5207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3305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72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137859"/>
            <a:ext cx="16848000" cy="415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АССОРТИМЕНТ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И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ЦЕНОВОЕ ПОЗИЦИОНИРОВАНИЕ</a:t>
            </a:r>
            <a:endParaRPr lang="ru-RU" sz="8800" b="1" dirty="0">
              <a:solidFill>
                <a:srgbClr val="F4762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948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>
            <a:extLst>
              <a:ext uri="{FF2B5EF4-FFF2-40B4-BE49-F238E27FC236}">
                <a16:creationId xmlns="" xmlns:a16="http://schemas.microsoft.com/office/drawing/2014/main" id="{54EF1EDD-D60C-4558-9CFA-F95AB1FBBDB6}"/>
              </a:ext>
            </a:extLst>
          </p:cNvPr>
          <p:cNvSpPr/>
          <p:nvPr/>
        </p:nvSpPr>
        <p:spPr>
          <a:xfrm>
            <a:off x="3100388" y="1131888"/>
            <a:ext cx="11787187" cy="7756525"/>
          </a:xfrm>
          <a:prstGeom prst="rect">
            <a:avLst/>
          </a:prstGeom>
          <a:solidFill>
            <a:schemeClr val="bg1">
              <a:lumMod val="9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59" name="Google Shape;371;p42">
            <a:extLst>
              <a:ext uri="{FF2B5EF4-FFF2-40B4-BE49-F238E27FC236}">
                <a16:creationId xmlns="" xmlns:a16="http://schemas.microsoft.com/office/drawing/2014/main" id="{98CCC257-2226-406B-A3A4-33E820629EC6}"/>
              </a:ext>
            </a:extLst>
          </p:cNvPr>
          <p:cNvSpPr/>
          <p:nvPr/>
        </p:nvSpPr>
        <p:spPr>
          <a:xfrm>
            <a:off x="5543550" y="1131888"/>
            <a:ext cx="9344025" cy="7756525"/>
          </a:xfrm>
          <a:prstGeom prst="rect">
            <a:avLst/>
          </a:prstGeom>
          <a:solidFill>
            <a:schemeClr val="tx2">
              <a:lumMod val="90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0" name="Google Shape;371;p42">
            <a:extLst>
              <a:ext uri="{FF2B5EF4-FFF2-40B4-BE49-F238E27FC236}">
                <a16:creationId xmlns="" xmlns:a16="http://schemas.microsoft.com/office/drawing/2014/main" id="{88BD6EA8-6B6C-48B3-805F-CC929AF9BAB4}"/>
              </a:ext>
            </a:extLst>
          </p:cNvPr>
          <p:cNvSpPr/>
          <p:nvPr/>
        </p:nvSpPr>
        <p:spPr>
          <a:xfrm>
            <a:off x="7848600" y="1131888"/>
            <a:ext cx="7038975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1" name="Google Shape;371;p42">
            <a:extLst>
              <a:ext uri="{FF2B5EF4-FFF2-40B4-BE49-F238E27FC236}">
                <a16:creationId xmlns="" xmlns:a16="http://schemas.microsoft.com/office/drawing/2014/main" id="{4447E3B2-32FC-4537-861C-052B83ADEFE3}"/>
              </a:ext>
            </a:extLst>
          </p:cNvPr>
          <p:cNvSpPr/>
          <p:nvPr/>
        </p:nvSpPr>
        <p:spPr>
          <a:xfrm>
            <a:off x="10152063" y="1131888"/>
            <a:ext cx="4735512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2" name="Google Shape;371;p42">
            <a:extLst>
              <a:ext uri="{FF2B5EF4-FFF2-40B4-BE49-F238E27FC236}">
                <a16:creationId xmlns="" xmlns:a16="http://schemas.microsoft.com/office/drawing/2014/main" id="{C9570150-55DF-4617-8A56-0E529CEE02E8}"/>
              </a:ext>
            </a:extLst>
          </p:cNvPr>
          <p:cNvSpPr/>
          <p:nvPr/>
        </p:nvSpPr>
        <p:spPr>
          <a:xfrm>
            <a:off x="12457113" y="1131888"/>
            <a:ext cx="2430462" cy="7756525"/>
          </a:xfrm>
          <a:prstGeom prst="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pic>
        <p:nvPicPr>
          <p:cNvPr id="21511" name="Picture 7" descr="E:\Реклама\LOGOS\RASCVET\с черной плашкой\RASCVET_logo_1.png">
            <a:extLst>
              <a:ext uri="{FF2B5EF4-FFF2-40B4-BE49-F238E27FC236}">
                <a16:creationId xmlns="" xmlns:a16="http://schemas.microsoft.com/office/drawing/2014/main" id="{847E94F2-1161-4B9D-8CF1-22BE71AB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424113"/>
            <a:ext cx="2303463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Google Shape;375;p42">
            <a:extLst>
              <a:ext uri="{FF2B5EF4-FFF2-40B4-BE49-F238E27FC236}">
                <a16:creationId xmlns="" xmlns:a16="http://schemas.microsoft.com/office/drawing/2014/main" id="{4CEC067B-174B-4C64-8312-0DB647EEA5DD}"/>
              </a:ext>
            </a:extLst>
          </p:cNvPr>
          <p:cNvSpPr txBox="1">
            <a:spLocks noGrp="1"/>
          </p:cNvSpPr>
          <p:nvPr>
            <p:ph type="ctrTitle"/>
          </p:nvPr>
        </p:nvSpPr>
        <p:spPr bwMode="auto">
          <a:xfrm rot="5400000">
            <a:off x="12158663" y="4894262"/>
            <a:ext cx="9029700" cy="974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ru-RU" altLang="ru-RU">
                <a:latin typeface="Proxima Nova Semibold"/>
              </a:rPr>
              <a:t>ЦЕНОВОЕ ПОЗИЦИОНИРОВАНИЕ</a:t>
            </a:r>
          </a:p>
        </p:txBody>
      </p:sp>
      <p:graphicFrame>
        <p:nvGraphicFramePr>
          <p:cNvPr id="376" name="Google Shape;376;p42">
            <a:extLst>
              <a:ext uri="{FF2B5EF4-FFF2-40B4-BE49-F238E27FC236}">
                <a16:creationId xmlns="" xmlns:a16="http://schemas.microsoft.com/office/drawing/2014/main" id="{9148211B-853C-413A-86D9-D64F5EB8A1E8}"/>
              </a:ext>
            </a:extLst>
          </p:cNvPr>
          <p:cNvGraphicFramePr/>
          <p:nvPr/>
        </p:nvGraphicFramePr>
        <p:xfrm>
          <a:off x="3240088" y="1131888"/>
          <a:ext cx="11520485" cy="7756526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3040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499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СУБЭКОНОМ</a:t>
                      </a:r>
                      <a:endParaRPr sz="22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ЭКОНОМ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 </a:t>
                      </a:r>
                      <a:r>
                        <a:rPr lang="ru-RU" sz="2100" dirty="0">
                          <a:sym typeface="Livvic"/>
                        </a:rPr>
                        <a:t>+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ПРЕМИУМ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68844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68844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6884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98320D1E-6A08-451C-8E27-8FB773BE6B5F}"/>
              </a:ext>
            </a:extLst>
          </p:cNvPr>
          <p:cNvCxnSpPr/>
          <p:nvPr/>
        </p:nvCxnSpPr>
        <p:spPr>
          <a:xfrm flipH="1">
            <a:off x="501650" y="2078369"/>
            <a:ext cx="2305050" cy="0"/>
          </a:xfrm>
          <a:prstGeom prst="line">
            <a:avLst/>
          </a:prstGeom>
          <a:ln w="2159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38006BB0-FE3C-4803-94B8-2D88FA25462A}"/>
              </a:ext>
            </a:extLst>
          </p:cNvPr>
          <p:cNvCxnSpPr/>
          <p:nvPr/>
        </p:nvCxnSpPr>
        <p:spPr>
          <a:xfrm flipH="1">
            <a:off x="501650" y="4309754"/>
            <a:ext cx="2305050" cy="0"/>
          </a:xfrm>
          <a:prstGeom prst="line">
            <a:avLst/>
          </a:prstGeom>
          <a:ln w="2159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="" xmlns:a16="http://schemas.microsoft.com/office/drawing/2014/main" id="{666A9C7D-26BB-4FEF-BC46-A58A7A7E4B62}"/>
              </a:ext>
            </a:extLst>
          </p:cNvPr>
          <p:cNvCxnSpPr/>
          <p:nvPr/>
        </p:nvCxnSpPr>
        <p:spPr>
          <a:xfrm flipH="1">
            <a:off x="501650" y="6624307"/>
            <a:ext cx="2305050" cy="38100"/>
          </a:xfrm>
          <a:prstGeom prst="line">
            <a:avLst/>
          </a:prstGeom>
          <a:ln w="2159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41" name="Прямоугольник 6">
            <a:extLst>
              <a:ext uri="{FF2B5EF4-FFF2-40B4-BE49-F238E27FC236}">
                <a16:creationId xmlns="" xmlns:a16="http://schemas.microsoft.com/office/drawing/2014/main" id="{96C9725E-ACFE-4475-9E1C-3289AA08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2843936"/>
            <a:ext cx="25622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 dirty="0">
                <a:solidFill>
                  <a:schemeClr val="bg1">
                    <a:lumMod val="50000"/>
                  </a:schemeClr>
                </a:solidFill>
                <a:latin typeface="Livvic"/>
                <a:ea typeface="Livvic"/>
                <a:cs typeface="Livvic"/>
                <a:sym typeface="Livvic"/>
              </a:rPr>
              <a:t>ОРГАНИЧЕСКИЕ</a:t>
            </a:r>
            <a:endParaRPr lang="ru-RU" alt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542" name="Прямоугольник 15">
            <a:extLst>
              <a:ext uri="{FF2B5EF4-FFF2-40B4-BE49-F238E27FC236}">
                <a16:creationId xmlns="" xmlns:a16="http://schemas.microsoft.com/office/drawing/2014/main" id="{A03222DE-B255-4511-B66A-B67AB665B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5164507"/>
            <a:ext cx="25622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 dirty="0">
                <a:solidFill>
                  <a:schemeClr val="bg1">
                    <a:lumMod val="50000"/>
                  </a:schemeClr>
                </a:solidFill>
                <a:latin typeface="Livvic"/>
                <a:sym typeface="Livvic"/>
              </a:rPr>
              <a:t>ВОДНЫЕ</a:t>
            </a:r>
            <a:endParaRPr lang="ru-RU" alt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543" name="Прямоугольник 16">
            <a:extLst>
              <a:ext uri="{FF2B5EF4-FFF2-40B4-BE49-F238E27FC236}">
                <a16:creationId xmlns="" xmlns:a16="http://schemas.microsoft.com/office/drawing/2014/main" id="{ED8EC4BF-92E7-425D-9165-C1996CE89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7335282"/>
            <a:ext cx="25590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 dirty="0">
                <a:solidFill>
                  <a:schemeClr val="bg1">
                    <a:lumMod val="50000"/>
                  </a:schemeClr>
                </a:solidFill>
                <a:latin typeface="Livvic"/>
                <a:ea typeface="Livvic"/>
                <a:cs typeface="Livvic"/>
                <a:sym typeface="Livvic"/>
              </a:rPr>
              <a:t>СПЕЦПРОДУКТЫ</a:t>
            </a:r>
            <a:endParaRPr lang="ru-RU" alt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1544" name="Группа 22">
            <a:extLst>
              <a:ext uri="{FF2B5EF4-FFF2-40B4-BE49-F238E27FC236}">
                <a16:creationId xmlns="" xmlns:a16="http://schemas.microsoft.com/office/drawing/2014/main" id="{EB3293EB-C25D-4D87-BC02-24686DEA1ECF}"/>
              </a:ext>
            </a:extLst>
          </p:cNvPr>
          <p:cNvGrpSpPr>
            <a:grpSpLocks/>
          </p:cNvGrpSpPr>
          <p:nvPr/>
        </p:nvGrpSpPr>
        <p:grpSpPr bwMode="auto">
          <a:xfrm>
            <a:off x="3265488" y="3773488"/>
            <a:ext cx="2133600" cy="1127125"/>
            <a:chOff x="2695140" y="3445895"/>
            <a:chExt cx="1436370" cy="758825"/>
          </a:xfrm>
        </p:grpSpPr>
        <p:sp>
          <p:nvSpPr>
            <p:cNvPr id="21554" name="object 22">
              <a:extLst>
                <a:ext uri="{FF2B5EF4-FFF2-40B4-BE49-F238E27FC236}">
                  <a16:creationId xmlns="" xmlns:a16="http://schemas.microsoft.com/office/drawing/2014/main" id="{1E3E6846-335C-41F0-810F-38A26175A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140" y="3445895"/>
              <a:ext cx="1436370" cy="758825"/>
            </a:xfrm>
            <a:custGeom>
              <a:avLst/>
              <a:gdLst>
                <a:gd name="T0" fmla="*/ 218452 w 1436370"/>
                <a:gd name="T1" fmla="*/ 739368 h 758825"/>
                <a:gd name="T2" fmla="*/ 19392 w 1436370"/>
                <a:gd name="T3" fmla="*/ 739368 h 758825"/>
                <a:gd name="T4" fmla="*/ 19392 w 1436370"/>
                <a:gd name="T5" fmla="*/ 555218 h 758825"/>
                <a:gd name="T6" fmla="*/ 0 w 1436370"/>
                <a:gd name="T7" fmla="*/ 555218 h 758825"/>
                <a:gd name="T8" fmla="*/ 0 w 1436370"/>
                <a:gd name="T9" fmla="*/ 739368 h 758825"/>
                <a:gd name="T10" fmla="*/ 0 w 1436370"/>
                <a:gd name="T11" fmla="*/ 758418 h 758825"/>
                <a:gd name="T12" fmla="*/ 218452 w 1436370"/>
                <a:gd name="T13" fmla="*/ 758418 h 758825"/>
                <a:gd name="T14" fmla="*/ 218452 w 1436370"/>
                <a:gd name="T15" fmla="*/ 739368 h 758825"/>
                <a:gd name="T16" fmla="*/ 218452 w 1436370"/>
                <a:gd name="T17" fmla="*/ 0 h 758825"/>
                <a:gd name="T18" fmla="*/ 0 w 1436370"/>
                <a:gd name="T19" fmla="*/ 0 h 758825"/>
                <a:gd name="T20" fmla="*/ 0 w 1436370"/>
                <a:gd name="T21" fmla="*/ 19050 h 758825"/>
                <a:gd name="T22" fmla="*/ 0 w 1436370"/>
                <a:gd name="T23" fmla="*/ 203200 h 758825"/>
                <a:gd name="T24" fmla="*/ 19392 w 1436370"/>
                <a:gd name="T25" fmla="*/ 203200 h 758825"/>
                <a:gd name="T26" fmla="*/ 19392 w 1436370"/>
                <a:gd name="T27" fmla="*/ 19050 h 758825"/>
                <a:gd name="T28" fmla="*/ 218452 w 1436370"/>
                <a:gd name="T29" fmla="*/ 19050 h 758825"/>
                <a:gd name="T30" fmla="*/ 218452 w 1436370"/>
                <a:gd name="T31" fmla="*/ 0 h 758825"/>
                <a:gd name="T32" fmla="*/ 1436293 w 1436370"/>
                <a:gd name="T33" fmla="*/ 555218 h 758825"/>
                <a:gd name="T34" fmla="*/ 1416900 w 1436370"/>
                <a:gd name="T35" fmla="*/ 555218 h 758825"/>
                <a:gd name="T36" fmla="*/ 1416900 w 1436370"/>
                <a:gd name="T37" fmla="*/ 739368 h 758825"/>
                <a:gd name="T38" fmla="*/ 1217853 w 1436370"/>
                <a:gd name="T39" fmla="*/ 739368 h 758825"/>
                <a:gd name="T40" fmla="*/ 1217853 w 1436370"/>
                <a:gd name="T41" fmla="*/ 758418 h 758825"/>
                <a:gd name="T42" fmla="*/ 1436293 w 1436370"/>
                <a:gd name="T43" fmla="*/ 758418 h 758825"/>
                <a:gd name="T44" fmla="*/ 1436293 w 1436370"/>
                <a:gd name="T45" fmla="*/ 739368 h 758825"/>
                <a:gd name="T46" fmla="*/ 1436293 w 1436370"/>
                <a:gd name="T47" fmla="*/ 555218 h 758825"/>
                <a:gd name="T48" fmla="*/ 1436293 w 1436370"/>
                <a:gd name="T49" fmla="*/ 0 h 758825"/>
                <a:gd name="T50" fmla="*/ 1217853 w 1436370"/>
                <a:gd name="T51" fmla="*/ 0 h 758825"/>
                <a:gd name="T52" fmla="*/ 1217853 w 1436370"/>
                <a:gd name="T53" fmla="*/ 19050 h 758825"/>
                <a:gd name="T54" fmla="*/ 1416900 w 1436370"/>
                <a:gd name="T55" fmla="*/ 19050 h 758825"/>
                <a:gd name="T56" fmla="*/ 1416900 w 1436370"/>
                <a:gd name="T57" fmla="*/ 203200 h 758825"/>
                <a:gd name="T58" fmla="*/ 1436293 w 1436370"/>
                <a:gd name="T59" fmla="*/ 203200 h 758825"/>
                <a:gd name="T60" fmla="*/ 1436293 w 1436370"/>
                <a:gd name="T61" fmla="*/ 19050 h 758825"/>
                <a:gd name="T62" fmla="*/ 1436293 w 1436370"/>
                <a:gd name="T63" fmla="*/ 0 h 7588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36370" h="758825">
                  <a:moveTo>
                    <a:pt x="218452" y="739368"/>
                  </a:moveTo>
                  <a:lnTo>
                    <a:pt x="19392" y="739368"/>
                  </a:lnTo>
                  <a:lnTo>
                    <a:pt x="19392" y="555218"/>
                  </a:lnTo>
                  <a:lnTo>
                    <a:pt x="0" y="555218"/>
                  </a:lnTo>
                  <a:lnTo>
                    <a:pt x="0" y="739368"/>
                  </a:lnTo>
                  <a:lnTo>
                    <a:pt x="0" y="758418"/>
                  </a:lnTo>
                  <a:lnTo>
                    <a:pt x="218452" y="758418"/>
                  </a:lnTo>
                  <a:lnTo>
                    <a:pt x="218452" y="739368"/>
                  </a:lnTo>
                  <a:close/>
                </a:path>
                <a:path w="1436370" h="758825">
                  <a:moveTo>
                    <a:pt x="218452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203200"/>
                  </a:lnTo>
                  <a:lnTo>
                    <a:pt x="19392" y="203200"/>
                  </a:lnTo>
                  <a:lnTo>
                    <a:pt x="19392" y="19050"/>
                  </a:lnTo>
                  <a:lnTo>
                    <a:pt x="218452" y="19050"/>
                  </a:lnTo>
                  <a:lnTo>
                    <a:pt x="218452" y="0"/>
                  </a:lnTo>
                  <a:close/>
                </a:path>
                <a:path w="1436370" h="758825">
                  <a:moveTo>
                    <a:pt x="1436293" y="555218"/>
                  </a:moveTo>
                  <a:lnTo>
                    <a:pt x="1416900" y="555218"/>
                  </a:lnTo>
                  <a:lnTo>
                    <a:pt x="1416900" y="739368"/>
                  </a:lnTo>
                  <a:lnTo>
                    <a:pt x="1217853" y="739368"/>
                  </a:lnTo>
                  <a:lnTo>
                    <a:pt x="1217853" y="758418"/>
                  </a:lnTo>
                  <a:lnTo>
                    <a:pt x="1436293" y="758418"/>
                  </a:lnTo>
                  <a:lnTo>
                    <a:pt x="1436293" y="739368"/>
                  </a:lnTo>
                  <a:lnTo>
                    <a:pt x="1436293" y="555218"/>
                  </a:lnTo>
                  <a:close/>
                </a:path>
                <a:path w="1436370" h="758825">
                  <a:moveTo>
                    <a:pt x="1436293" y="0"/>
                  </a:moveTo>
                  <a:lnTo>
                    <a:pt x="1217853" y="0"/>
                  </a:lnTo>
                  <a:lnTo>
                    <a:pt x="1217853" y="19050"/>
                  </a:lnTo>
                  <a:lnTo>
                    <a:pt x="1416900" y="19050"/>
                  </a:lnTo>
                  <a:lnTo>
                    <a:pt x="1416900" y="203200"/>
                  </a:lnTo>
                  <a:lnTo>
                    <a:pt x="1436293" y="203200"/>
                  </a:lnTo>
                  <a:lnTo>
                    <a:pt x="1436293" y="19050"/>
                  </a:lnTo>
                  <a:lnTo>
                    <a:pt x="1436293" y="0"/>
                  </a:lnTo>
                  <a:close/>
                </a:path>
              </a:pathLst>
            </a:custGeom>
            <a:solidFill>
              <a:srgbClr val="E11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1555" name="object 23">
              <a:extLst>
                <a:ext uri="{FF2B5EF4-FFF2-40B4-BE49-F238E27FC236}">
                  <a16:creationId xmlns="" xmlns:a16="http://schemas.microsoft.com/office/drawing/2014/main" id="{7BBA22EC-C19B-4045-9282-0A18BECFE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979" y="3506728"/>
              <a:ext cx="1267460" cy="357505"/>
            </a:xfrm>
            <a:custGeom>
              <a:avLst/>
              <a:gdLst>
                <a:gd name="T0" fmla="*/ 204685 w 1267460"/>
                <a:gd name="T1" fmla="*/ 101854 h 357504"/>
                <a:gd name="T2" fmla="*/ 0 w 1267460"/>
                <a:gd name="T3" fmla="*/ 127774 h 357504"/>
                <a:gd name="T4" fmla="*/ 25260 w 1267460"/>
                <a:gd name="T5" fmla="*/ 357435 h 357504"/>
                <a:gd name="T6" fmla="*/ 229958 w 1267460"/>
                <a:gd name="T7" fmla="*/ 332239 h 357504"/>
                <a:gd name="T8" fmla="*/ 179057 w 1267460"/>
                <a:gd name="T9" fmla="*/ 281121 h 357504"/>
                <a:gd name="T10" fmla="*/ 51257 w 1267460"/>
                <a:gd name="T11" fmla="*/ 306318 h 357504"/>
                <a:gd name="T12" fmla="*/ 179057 w 1267460"/>
                <a:gd name="T13" fmla="*/ 152971 h 357504"/>
                <a:gd name="T14" fmla="*/ 229958 w 1267460"/>
                <a:gd name="T15" fmla="*/ 178523 h 357504"/>
                <a:gd name="T16" fmla="*/ 481850 w 1267460"/>
                <a:gd name="T17" fmla="*/ 102158 h 357504"/>
                <a:gd name="T18" fmla="*/ 251891 w 1267460"/>
                <a:gd name="T19" fmla="*/ 152958 h 357504"/>
                <a:gd name="T20" fmla="*/ 341604 w 1267460"/>
                <a:gd name="T21" fmla="*/ 357435 h 357504"/>
                <a:gd name="T22" fmla="*/ 392874 w 1267460"/>
                <a:gd name="T23" fmla="*/ 152958 h 357504"/>
                <a:gd name="T24" fmla="*/ 481850 w 1267460"/>
                <a:gd name="T25" fmla="*/ 102158 h 357504"/>
                <a:gd name="T26" fmla="*/ 712165 w 1267460"/>
                <a:gd name="T27" fmla="*/ 101854 h 357504"/>
                <a:gd name="T28" fmla="*/ 686523 w 1267460"/>
                <a:gd name="T29" fmla="*/ 152971 h 357504"/>
                <a:gd name="T30" fmla="*/ 558723 w 1267460"/>
                <a:gd name="T31" fmla="*/ 230016 h 357504"/>
                <a:gd name="T32" fmla="*/ 686523 w 1267460"/>
                <a:gd name="T33" fmla="*/ 152971 h 357504"/>
                <a:gd name="T34" fmla="*/ 507453 w 1267460"/>
                <a:gd name="T35" fmla="*/ 101854 h 357504"/>
                <a:gd name="T36" fmla="*/ 558736 w 1267460"/>
                <a:gd name="T37" fmla="*/ 357435 h 357504"/>
                <a:gd name="T38" fmla="*/ 712165 w 1267460"/>
                <a:gd name="T39" fmla="*/ 281121 h 357504"/>
                <a:gd name="T40" fmla="*/ 737425 w 1267460"/>
                <a:gd name="T41" fmla="*/ 230016 h 357504"/>
                <a:gd name="T42" fmla="*/ 737425 w 1267460"/>
                <a:gd name="T43" fmla="*/ 127774 h 357504"/>
                <a:gd name="T44" fmla="*/ 975042 w 1267460"/>
                <a:gd name="T45" fmla="*/ 101854 h 357504"/>
                <a:gd name="T46" fmla="*/ 949413 w 1267460"/>
                <a:gd name="T47" fmla="*/ 152971 h 357504"/>
                <a:gd name="T48" fmla="*/ 821613 w 1267460"/>
                <a:gd name="T49" fmla="*/ 306318 h 357504"/>
                <a:gd name="T50" fmla="*/ 949413 w 1267460"/>
                <a:gd name="T51" fmla="*/ 152971 h 357504"/>
                <a:gd name="T52" fmla="*/ 795616 w 1267460"/>
                <a:gd name="T53" fmla="*/ 101854 h 357504"/>
                <a:gd name="T54" fmla="*/ 770343 w 1267460"/>
                <a:gd name="T55" fmla="*/ 332239 h 357504"/>
                <a:gd name="T56" fmla="*/ 975042 w 1267460"/>
                <a:gd name="T57" fmla="*/ 357435 h 357504"/>
                <a:gd name="T58" fmla="*/ 1000302 w 1267460"/>
                <a:gd name="T59" fmla="*/ 306318 h 357504"/>
                <a:gd name="T60" fmla="*/ 1000302 w 1267460"/>
                <a:gd name="T61" fmla="*/ 127774 h 357504"/>
                <a:gd name="T62" fmla="*/ 1190332 w 1267460"/>
                <a:gd name="T63" fmla="*/ 0 h 357504"/>
                <a:gd name="T64" fmla="*/ 1113421 w 1267460"/>
                <a:gd name="T65" fmla="*/ 33223 h 357504"/>
                <a:gd name="T66" fmla="*/ 1062151 w 1267460"/>
                <a:gd name="T67" fmla="*/ 0 h 357504"/>
                <a:gd name="T68" fmla="*/ 1088161 w 1267460"/>
                <a:gd name="T69" fmla="*/ 76669 h 357504"/>
                <a:gd name="T70" fmla="*/ 1241590 w 1267460"/>
                <a:gd name="T71" fmla="*/ 51117 h 357504"/>
                <a:gd name="T72" fmla="*/ 1241590 w 1267460"/>
                <a:gd name="T73" fmla="*/ 0 h 357504"/>
                <a:gd name="T74" fmla="*/ 1215961 w 1267460"/>
                <a:gd name="T75" fmla="*/ 101866 h 357504"/>
                <a:gd name="T76" fmla="*/ 1088161 w 1267460"/>
                <a:gd name="T77" fmla="*/ 101866 h 357504"/>
                <a:gd name="T78" fmla="*/ 1036891 w 1267460"/>
                <a:gd name="T79" fmla="*/ 357448 h 357504"/>
                <a:gd name="T80" fmla="*/ 1152194 w 1267460"/>
                <a:gd name="T81" fmla="*/ 272002 h 357504"/>
                <a:gd name="T82" fmla="*/ 1215961 w 1267460"/>
                <a:gd name="T83" fmla="*/ 357448 h 357504"/>
                <a:gd name="T84" fmla="*/ 1266850 w 1267460"/>
                <a:gd name="T85" fmla="*/ 186938 h 35750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67460" h="357504">
                  <a:moveTo>
                    <a:pt x="229958" y="127774"/>
                  </a:moveTo>
                  <a:lnTo>
                    <a:pt x="204685" y="101854"/>
                  </a:lnTo>
                  <a:lnTo>
                    <a:pt x="25260" y="101854"/>
                  </a:lnTo>
                  <a:lnTo>
                    <a:pt x="0" y="127774"/>
                  </a:lnTo>
                  <a:lnTo>
                    <a:pt x="0" y="332232"/>
                  </a:lnTo>
                  <a:lnTo>
                    <a:pt x="25260" y="357428"/>
                  </a:lnTo>
                  <a:lnTo>
                    <a:pt x="204685" y="357428"/>
                  </a:lnTo>
                  <a:lnTo>
                    <a:pt x="229958" y="332232"/>
                  </a:lnTo>
                  <a:lnTo>
                    <a:pt x="229958" y="281114"/>
                  </a:lnTo>
                  <a:lnTo>
                    <a:pt x="179057" y="281114"/>
                  </a:lnTo>
                  <a:lnTo>
                    <a:pt x="179057" y="306311"/>
                  </a:lnTo>
                  <a:lnTo>
                    <a:pt x="51257" y="306311"/>
                  </a:lnTo>
                  <a:lnTo>
                    <a:pt x="51257" y="152971"/>
                  </a:lnTo>
                  <a:lnTo>
                    <a:pt x="179057" y="152971"/>
                  </a:lnTo>
                  <a:lnTo>
                    <a:pt x="179057" y="178523"/>
                  </a:lnTo>
                  <a:lnTo>
                    <a:pt x="229958" y="178523"/>
                  </a:lnTo>
                  <a:lnTo>
                    <a:pt x="229958" y="127774"/>
                  </a:lnTo>
                  <a:close/>
                </a:path>
                <a:path w="1267460" h="357504">
                  <a:moveTo>
                    <a:pt x="481850" y="102158"/>
                  </a:moveTo>
                  <a:lnTo>
                    <a:pt x="251891" y="102158"/>
                  </a:lnTo>
                  <a:lnTo>
                    <a:pt x="251891" y="152958"/>
                  </a:lnTo>
                  <a:lnTo>
                    <a:pt x="341604" y="152958"/>
                  </a:lnTo>
                  <a:lnTo>
                    <a:pt x="341604" y="357428"/>
                  </a:lnTo>
                  <a:lnTo>
                    <a:pt x="392874" y="357428"/>
                  </a:lnTo>
                  <a:lnTo>
                    <a:pt x="392874" y="152958"/>
                  </a:lnTo>
                  <a:lnTo>
                    <a:pt x="481850" y="152958"/>
                  </a:lnTo>
                  <a:lnTo>
                    <a:pt x="481850" y="102158"/>
                  </a:lnTo>
                  <a:close/>
                </a:path>
                <a:path w="1267460" h="357504">
                  <a:moveTo>
                    <a:pt x="737425" y="127774"/>
                  </a:moveTo>
                  <a:lnTo>
                    <a:pt x="712165" y="101854"/>
                  </a:lnTo>
                  <a:lnTo>
                    <a:pt x="686523" y="101854"/>
                  </a:lnTo>
                  <a:lnTo>
                    <a:pt x="686523" y="152971"/>
                  </a:lnTo>
                  <a:lnTo>
                    <a:pt x="686523" y="230009"/>
                  </a:lnTo>
                  <a:lnTo>
                    <a:pt x="558723" y="230009"/>
                  </a:lnTo>
                  <a:lnTo>
                    <a:pt x="558723" y="152971"/>
                  </a:lnTo>
                  <a:lnTo>
                    <a:pt x="686523" y="152971"/>
                  </a:lnTo>
                  <a:lnTo>
                    <a:pt x="686523" y="101854"/>
                  </a:lnTo>
                  <a:lnTo>
                    <a:pt x="507453" y="101854"/>
                  </a:lnTo>
                  <a:lnTo>
                    <a:pt x="507453" y="357428"/>
                  </a:lnTo>
                  <a:lnTo>
                    <a:pt x="558736" y="357428"/>
                  </a:lnTo>
                  <a:lnTo>
                    <a:pt x="558736" y="281114"/>
                  </a:lnTo>
                  <a:lnTo>
                    <a:pt x="712165" y="281114"/>
                  </a:lnTo>
                  <a:lnTo>
                    <a:pt x="737425" y="255562"/>
                  </a:lnTo>
                  <a:lnTo>
                    <a:pt x="737425" y="230009"/>
                  </a:lnTo>
                  <a:lnTo>
                    <a:pt x="737425" y="152971"/>
                  </a:lnTo>
                  <a:lnTo>
                    <a:pt x="737425" y="127774"/>
                  </a:lnTo>
                  <a:close/>
                </a:path>
                <a:path w="1267460" h="357504">
                  <a:moveTo>
                    <a:pt x="1000302" y="127774"/>
                  </a:moveTo>
                  <a:lnTo>
                    <a:pt x="975042" y="101854"/>
                  </a:lnTo>
                  <a:lnTo>
                    <a:pt x="949413" y="101854"/>
                  </a:lnTo>
                  <a:lnTo>
                    <a:pt x="949413" y="152971"/>
                  </a:lnTo>
                  <a:lnTo>
                    <a:pt x="949413" y="306311"/>
                  </a:lnTo>
                  <a:lnTo>
                    <a:pt x="821613" y="306311"/>
                  </a:lnTo>
                  <a:lnTo>
                    <a:pt x="821613" y="152971"/>
                  </a:lnTo>
                  <a:lnTo>
                    <a:pt x="949413" y="152971"/>
                  </a:lnTo>
                  <a:lnTo>
                    <a:pt x="949413" y="101854"/>
                  </a:lnTo>
                  <a:lnTo>
                    <a:pt x="795616" y="101854"/>
                  </a:lnTo>
                  <a:lnTo>
                    <a:pt x="770343" y="127774"/>
                  </a:lnTo>
                  <a:lnTo>
                    <a:pt x="770343" y="332232"/>
                  </a:lnTo>
                  <a:lnTo>
                    <a:pt x="795616" y="357428"/>
                  </a:lnTo>
                  <a:lnTo>
                    <a:pt x="975042" y="357428"/>
                  </a:lnTo>
                  <a:lnTo>
                    <a:pt x="1000302" y="332232"/>
                  </a:lnTo>
                  <a:lnTo>
                    <a:pt x="1000302" y="306311"/>
                  </a:lnTo>
                  <a:lnTo>
                    <a:pt x="1000302" y="152971"/>
                  </a:lnTo>
                  <a:lnTo>
                    <a:pt x="1000302" y="127774"/>
                  </a:lnTo>
                  <a:close/>
                </a:path>
                <a:path w="1267460" h="357504">
                  <a:moveTo>
                    <a:pt x="1241590" y="0"/>
                  </a:moveTo>
                  <a:lnTo>
                    <a:pt x="1190332" y="0"/>
                  </a:lnTo>
                  <a:lnTo>
                    <a:pt x="1190332" y="33223"/>
                  </a:lnTo>
                  <a:lnTo>
                    <a:pt x="1113421" y="33223"/>
                  </a:lnTo>
                  <a:lnTo>
                    <a:pt x="1113421" y="0"/>
                  </a:lnTo>
                  <a:lnTo>
                    <a:pt x="1062151" y="0"/>
                  </a:lnTo>
                  <a:lnTo>
                    <a:pt x="1062151" y="51117"/>
                  </a:lnTo>
                  <a:lnTo>
                    <a:pt x="1088161" y="76669"/>
                  </a:lnTo>
                  <a:lnTo>
                    <a:pt x="1215961" y="76669"/>
                  </a:lnTo>
                  <a:lnTo>
                    <a:pt x="1241590" y="51117"/>
                  </a:lnTo>
                  <a:lnTo>
                    <a:pt x="1241590" y="33223"/>
                  </a:lnTo>
                  <a:lnTo>
                    <a:pt x="1241590" y="0"/>
                  </a:lnTo>
                  <a:close/>
                </a:path>
                <a:path w="1267460" h="357504">
                  <a:moveTo>
                    <a:pt x="1266850" y="101866"/>
                  </a:moveTo>
                  <a:lnTo>
                    <a:pt x="1215961" y="101866"/>
                  </a:lnTo>
                  <a:lnTo>
                    <a:pt x="1088161" y="271995"/>
                  </a:lnTo>
                  <a:lnTo>
                    <a:pt x="1088161" y="101866"/>
                  </a:lnTo>
                  <a:lnTo>
                    <a:pt x="1036891" y="101866"/>
                  </a:lnTo>
                  <a:lnTo>
                    <a:pt x="1036891" y="357441"/>
                  </a:lnTo>
                  <a:lnTo>
                    <a:pt x="1088161" y="357441"/>
                  </a:lnTo>
                  <a:lnTo>
                    <a:pt x="1152194" y="271995"/>
                  </a:lnTo>
                  <a:lnTo>
                    <a:pt x="1215961" y="186931"/>
                  </a:lnTo>
                  <a:lnTo>
                    <a:pt x="1215961" y="357441"/>
                  </a:lnTo>
                  <a:lnTo>
                    <a:pt x="1266850" y="357441"/>
                  </a:lnTo>
                  <a:lnTo>
                    <a:pt x="1266850" y="186931"/>
                  </a:lnTo>
                  <a:lnTo>
                    <a:pt x="1266850" y="1018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56" name="object 24">
              <a:extLst>
                <a:ext uri="{FF2B5EF4-FFF2-40B4-BE49-F238E27FC236}">
                  <a16:creationId xmlns="" xmlns:a16="http://schemas.microsoft.com/office/drawing/2014/main" id="{F81226B7-B75A-4AC9-9C92-2EE026AF8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7046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7" name="object 25">
              <a:extLst>
                <a:ext uri="{FF2B5EF4-FFF2-40B4-BE49-F238E27FC236}">
                  <a16:creationId xmlns="" xmlns:a16="http://schemas.microsoft.com/office/drawing/2014/main" id="{DAD67588-6E84-49A2-B52E-EBD729BD4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5068" y="3937804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8" name="object 26">
              <a:extLst>
                <a:ext uri="{FF2B5EF4-FFF2-40B4-BE49-F238E27FC236}">
                  <a16:creationId xmlns="" xmlns:a16="http://schemas.microsoft.com/office/drawing/2014/main" id="{BDC558AD-74B6-4E09-9BB5-6D66920592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142" y="3937803"/>
              <a:ext cx="1577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59" name="object 27">
              <a:extLst>
                <a:ext uri="{FF2B5EF4-FFF2-40B4-BE49-F238E27FC236}">
                  <a16:creationId xmlns="" xmlns:a16="http://schemas.microsoft.com/office/drawing/2014/main" id="{C368B953-43F5-495A-A4DB-E9C716751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798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0 w 129539"/>
                <a:gd name="T7" fmla="*/ 143510 h 143510"/>
                <a:gd name="T8" fmla="*/ 28816 w 129539"/>
                <a:gd name="T9" fmla="*/ 143510 h 143510"/>
                <a:gd name="T10" fmla="*/ 28816 w 129539"/>
                <a:gd name="T11" fmla="*/ 29210 h 143510"/>
                <a:gd name="T12" fmla="*/ 100609 w 129539"/>
                <a:gd name="T13" fmla="*/ 29210 h 143510"/>
                <a:gd name="T14" fmla="*/ 100609 w 129539"/>
                <a:gd name="T15" fmla="*/ 143510 h 143510"/>
                <a:gd name="T16" fmla="*/ 129209 w 129539"/>
                <a:gd name="T17" fmla="*/ 143510 h 143510"/>
                <a:gd name="T18" fmla="*/ 129209 w 129539"/>
                <a:gd name="T19" fmla="*/ 29210 h 143510"/>
                <a:gd name="T20" fmla="*/ 129209 w 129539"/>
                <a:gd name="T21" fmla="*/ 0 h 1435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143510"/>
                  </a:lnTo>
                  <a:lnTo>
                    <a:pt x="28816" y="143510"/>
                  </a:lnTo>
                  <a:lnTo>
                    <a:pt x="28816" y="29210"/>
                  </a:lnTo>
                  <a:lnTo>
                    <a:pt x="100609" y="29210"/>
                  </a:lnTo>
                  <a:lnTo>
                    <a:pt x="100609" y="143510"/>
                  </a:lnTo>
                  <a:lnTo>
                    <a:pt x="129209" y="1435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0" name="object 28">
              <a:extLst>
                <a:ext uri="{FF2B5EF4-FFF2-40B4-BE49-F238E27FC236}">
                  <a16:creationId xmlns="" xmlns:a16="http://schemas.microsoft.com/office/drawing/2014/main" id="{03689E2C-1E23-4884-A8C7-9805A3B9C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824" y="3937803"/>
              <a:ext cx="1291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1" name="object 29">
              <a:extLst>
                <a:ext uri="{FF2B5EF4-FFF2-40B4-BE49-F238E27FC236}">
                  <a16:creationId xmlns="" xmlns:a16="http://schemas.microsoft.com/office/drawing/2014/main" id="{05BF808B-79BF-432D-8D49-19BFA6A80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882" y="3937906"/>
              <a:ext cx="122555" cy="143510"/>
            </a:xfrm>
            <a:custGeom>
              <a:avLst/>
              <a:gdLst>
                <a:gd name="T0" fmla="*/ 122219 w 122554"/>
                <a:gd name="T1" fmla="*/ 0 h 143510"/>
                <a:gd name="T2" fmla="*/ 0 w 122554"/>
                <a:gd name="T3" fmla="*/ 0 h 143510"/>
                <a:gd name="T4" fmla="*/ 0 w 122554"/>
                <a:gd name="T5" fmla="*/ 29210 h 143510"/>
                <a:gd name="T6" fmla="*/ 0 w 122554"/>
                <a:gd name="T7" fmla="*/ 57150 h 143510"/>
                <a:gd name="T8" fmla="*/ 0 w 122554"/>
                <a:gd name="T9" fmla="*/ 86360 h 143510"/>
                <a:gd name="T10" fmla="*/ 0 w 122554"/>
                <a:gd name="T11" fmla="*/ 114300 h 143510"/>
                <a:gd name="T12" fmla="*/ 0 w 122554"/>
                <a:gd name="T13" fmla="*/ 143510 h 143510"/>
                <a:gd name="T14" fmla="*/ 122219 w 122554"/>
                <a:gd name="T15" fmla="*/ 143510 h 143510"/>
                <a:gd name="T16" fmla="*/ 122219 w 122554"/>
                <a:gd name="T17" fmla="*/ 114300 h 143510"/>
                <a:gd name="T18" fmla="*/ 28816 w 122554"/>
                <a:gd name="T19" fmla="*/ 114300 h 143510"/>
                <a:gd name="T20" fmla="*/ 28816 w 122554"/>
                <a:gd name="T21" fmla="*/ 86360 h 143510"/>
                <a:gd name="T22" fmla="*/ 115018 w 122554"/>
                <a:gd name="T23" fmla="*/ 86360 h 143510"/>
                <a:gd name="T24" fmla="*/ 115018 w 122554"/>
                <a:gd name="T25" fmla="*/ 57150 h 143510"/>
                <a:gd name="T26" fmla="*/ 28816 w 122554"/>
                <a:gd name="T27" fmla="*/ 57150 h 143510"/>
                <a:gd name="T28" fmla="*/ 28816 w 122554"/>
                <a:gd name="T29" fmla="*/ 29210 h 143510"/>
                <a:gd name="T30" fmla="*/ 122219 w 122554"/>
                <a:gd name="T31" fmla="*/ 29210 h 143510"/>
                <a:gd name="T32" fmla="*/ 122219 w 122554"/>
                <a:gd name="T33" fmla="*/ 0 h 1435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2554" h="143510">
                  <a:moveTo>
                    <a:pt x="122212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57150"/>
                  </a:lnTo>
                  <a:lnTo>
                    <a:pt x="0" y="86360"/>
                  </a:lnTo>
                  <a:lnTo>
                    <a:pt x="0" y="114300"/>
                  </a:lnTo>
                  <a:lnTo>
                    <a:pt x="0" y="143510"/>
                  </a:lnTo>
                  <a:lnTo>
                    <a:pt x="122212" y="143510"/>
                  </a:lnTo>
                  <a:lnTo>
                    <a:pt x="122212" y="114300"/>
                  </a:lnTo>
                  <a:lnTo>
                    <a:pt x="28816" y="114300"/>
                  </a:lnTo>
                  <a:lnTo>
                    <a:pt x="28816" y="86360"/>
                  </a:lnTo>
                  <a:lnTo>
                    <a:pt x="115011" y="86360"/>
                  </a:lnTo>
                  <a:lnTo>
                    <a:pt x="115011" y="57150"/>
                  </a:lnTo>
                  <a:lnTo>
                    <a:pt x="28816" y="57150"/>
                  </a:lnTo>
                  <a:lnTo>
                    <a:pt x="28816" y="29210"/>
                  </a:lnTo>
                  <a:lnTo>
                    <a:pt x="122212" y="29210"/>
                  </a:lnTo>
                  <a:lnTo>
                    <a:pt x="122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2" name="object 30">
              <a:extLst>
                <a:ext uri="{FF2B5EF4-FFF2-40B4-BE49-F238E27FC236}">
                  <a16:creationId xmlns="" xmlns:a16="http://schemas.microsoft.com/office/drawing/2014/main" id="{85B166F7-800C-4940-A68E-03CB21DB8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2911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3" name="object 31">
              <a:extLst>
                <a:ext uri="{FF2B5EF4-FFF2-40B4-BE49-F238E27FC236}">
                  <a16:creationId xmlns="" xmlns:a16="http://schemas.microsoft.com/office/drawing/2014/main" id="{37CB39EF-4807-44B5-A612-9F977D05C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739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50406 w 129539"/>
                <a:gd name="T7" fmla="*/ 29210 h 143510"/>
                <a:gd name="T8" fmla="*/ 50406 w 129539"/>
                <a:gd name="T9" fmla="*/ 143510 h 143510"/>
                <a:gd name="T10" fmla="*/ 79209 w 129539"/>
                <a:gd name="T11" fmla="*/ 143510 h 143510"/>
                <a:gd name="T12" fmla="*/ 79209 w 129539"/>
                <a:gd name="T13" fmla="*/ 29210 h 143510"/>
                <a:gd name="T14" fmla="*/ 129209 w 129539"/>
                <a:gd name="T15" fmla="*/ 29210 h 143510"/>
                <a:gd name="T16" fmla="*/ 129209 w 129539"/>
                <a:gd name="T17" fmla="*/ 0 h 143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50406" y="29210"/>
                  </a:lnTo>
                  <a:lnTo>
                    <a:pt x="50406" y="143510"/>
                  </a:lnTo>
                  <a:lnTo>
                    <a:pt x="79209" y="143510"/>
                  </a:lnTo>
                  <a:lnTo>
                    <a:pt x="79209" y="292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aphicFrame>
        <p:nvGraphicFramePr>
          <p:cNvPr id="21545" name="Объект 25">
            <a:extLst>
              <a:ext uri="{FF2B5EF4-FFF2-40B4-BE49-F238E27FC236}">
                <a16:creationId xmlns="" xmlns:a16="http://schemas.microsoft.com/office/drawing/2014/main" id="{4A172CE3-5B52-4484-97F5-E83EFC2F70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8013" y="2187575"/>
          <a:ext cx="20161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4" name="CorelDRAW" r:id="rId10" imgW="3876120" imgH="797040" progId="CorelDraw.Graphic.23">
                  <p:embed/>
                </p:oleObj>
              </mc:Choice>
              <mc:Fallback>
                <p:oleObj name="CorelDRAW" r:id="rId10" imgW="3876120" imgH="797040" progId="CorelDraw.Graphic.23">
                  <p:embed/>
                  <p:pic>
                    <p:nvPicPr>
                      <p:cNvPr id="0" name="Объект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2187575"/>
                        <a:ext cx="20161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46" name="Picture 2" descr="E:\Реклама\LOGOS\Optima\2022\OPTIMA_new.png">
            <a:extLst>
              <a:ext uri="{FF2B5EF4-FFF2-40B4-BE49-F238E27FC236}">
                <a16:creationId xmlns="" xmlns:a16="http://schemas.microsoft.com/office/drawing/2014/main" id="{97753D73-8BB7-41A9-91DC-53379B40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825" y="3743325"/>
            <a:ext cx="2016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7" name="Picture 6" descr="E:\Реклама\LOGOS\Oreol_DISCONT\DISCONT_logo .png">
            <a:extLst>
              <a:ext uri="{FF2B5EF4-FFF2-40B4-BE49-F238E27FC236}">
                <a16:creationId xmlns="" xmlns:a16="http://schemas.microsoft.com/office/drawing/2014/main" id="{FFFFCDD2-5462-43C4-8A05-45BBC9A08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38" y="5143500"/>
            <a:ext cx="20574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8" name="Picture 8" descr="E:\Реклама\LOGOS\OREOL\2024\png\лого красный Ореол.png">
            <a:extLst>
              <a:ext uri="{FF2B5EF4-FFF2-40B4-BE49-F238E27FC236}">
                <a16:creationId xmlns="" xmlns:a16="http://schemas.microsoft.com/office/drawing/2014/main" id="{CD52CC84-E82D-42E7-8ADA-E1239F6EE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5133975"/>
            <a:ext cx="21605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9" name="Picture 10" descr="E:\Реклама\LOGOS\Newtone\NewTone logo.png">
            <a:extLst>
              <a:ext uri="{FF2B5EF4-FFF2-40B4-BE49-F238E27FC236}">
                <a16:creationId xmlns="" xmlns:a16="http://schemas.microsoft.com/office/drawing/2014/main" id="{A31227A8-F367-48BF-A57C-C10786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845" y="5218113"/>
            <a:ext cx="20796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0" name="Picture 11" descr="E:\Реклама\LOGOS\TITAN\TITAN LOGO черный.png">
            <a:extLst>
              <a:ext uri="{FF2B5EF4-FFF2-40B4-BE49-F238E27FC236}">
                <a16:creationId xmlns="" xmlns:a16="http://schemas.microsoft.com/office/drawing/2014/main" id="{0887D380-6463-4D43-A721-307AAC198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950" y="6765925"/>
            <a:ext cx="1882775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1" name="Picture 12" descr="E:\Реклама\LOGOS\PROFIWOOD\LOGO_TM_PROFIWOOD.jpg">
            <a:extLst>
              <a:ext uri="{FF2B5EF4-FFF2-40B4-BE49-F238E27FC236}">
                <a16:creationId xmlns="" xmlns:a16="http://schemas.microsoft.com/office/drawing/2014/main" id="{FC7A02A8-F5B7-448B-B795-2487D8199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063" y="7958138"/>
            <a:ext cx="2305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2" name="Picture 16" descr="E:\Реклама\LOGOS\PROSTOKRASHENO\РЕДИЗАЙН 2025\Logo_png\Logo с темно синим фоном_Logo_color.png">
            <a:extLst>
              <a:ext uri="{FF2B5EF4-FFF2-40B4-BE49-F238E27FC236}">
                <a16:creationId xmlns="" xmlns:a16="http://schemas.microsoft.com/office/drawing/2014/main" id="{30C6CF3F-5FE9-471C-8A4B-B29DA8399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488" y="2714625"/>
            <a:ext cx="22971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3" name="Picture 13" descr="E:\Реклама\LOGOS\AG\new\AvantGarde_black.png">
            <a:extLst>
              <a:ext uri="{FF2B5EF4-FFF2-40B4-BE49-F238E27FC236}">
                <a16:creationId xmlns="" xmlns:a16="http://schemas.microsoft.com/office/drawing/2014/main" id="{667A26B4-E776-4DB1-8061-155F371D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7575" y="3661331"/>
            <a:ext cx="255746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Рисунок 4">
            <a:extLst>
              <a:ext uri="{FF2B5EF4-FFF2-40B4-BE49-F238E27FC236}">
                <a16:creationId xmlns="" xmlns:a16="http://schemas.microsoft.com/office/drawing/2014/main" id="{BE4E25F9-2EF8-451B-BEC3-EFB632CD6205}"/>
              </a:ext>
            </a:extLst>
          </p:cNvPr>
          <p:cNvGrpSpPr/>
          <p:nvPr/>
        </p:nvGrpSpPr>
        <p:grpSpPr>
          <a:xfrm>
            <a:off x="13979886" y="7576799"/>
            <a:ext cx="4051649" cy="1890807"/>
            <a:chOff x="6384036" y="4432490"/>
            <a:chExt cx="2701099" cy="1260538"/>
          </a:xfrm>
        </p:grpSpPr>
        <p:sp>
          <p:nvSpPr>
            <p:cNvPr id="57" name="Полилиния: фигура 56">
              <a:extLst>
                <a:ext uri="{FF2B5EF4-FFF2-40B4-BE49-F238E27FC236}">
                  <a16:creationId xmlns="" xmlns:a16="http://schemas.microsoft.com/office/drawing/2014/main" id="{D43444B5-CAFD-4297-A160-7CECF25C95CD}"/>
                </a:ext>
              </a:extLst>
            </p:cNvPr>
            <p:cNvSpPr/>
            <p:nvPr/>
          </p:nvSpPr>
          <p:spPr>
            <a:xfrm>
              <a:off x="6503253" y="4558929"/>
              <a:ext cx="2046985" cy="223647"/>
            </a:xfrm>
            <a:custGeom>
              <a:avLst/>
              <a:gdLst>
                <a:gd name="connsiteX0" fmla="*/ 1412177 w 1488376"/>
                <a:gd name="connsiteY0" fmla="*/ 0 h 223647"/>
                <a:gd name="connsiteX1" fmla="*/ 1488377 w 1488376"/>
                <a:gd name="connsiteY1" fmla="*/ 76200 h 223647"/>
                <a:gd name="connsiteX2" fmla="*/ 1488377 w 1488376"/>
                <a:gd name="connsiteY2" fmla="*/ 147447 h 223647"/>
                <a:gd name="connsiteX3" fmla="*/ 1412177 w 1488376"/>
                <a:gd name="connsiteY3" fmla="*/ 223647 h 223647"/>
                <a:gd name="connsiteX4" fmla="*/ 76200 w 1488376"/>
                <a:gd name="connsiteY4" fmla="*/ 223647 h 223647"/>
                <a:gd name="connsiteX5" fmla="*/ 0 w 1488376"/>
                <a:gd name="connsiteY5" fmla="*/ 147447 h 223647"/>
                <a:gd name="connsiteX6" fmla="*/ 0 w 1488376"/>
                <a:gd name="connsiteY6" fmla="*/ 76200 h 223647"/>
                <a:gd name="connsiteX7" fmla="*/ 76200 w 1488376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8376" h="223647">
                  <a:moveTo>
                    <a:pt x="1412177" y="0"/>
                  </a:moveTo>
                  <a:cubicBezTo>
                    <a:pt x="1454261" y="0"/>
                    <a:pt x="1488377" y="34116"/>
                    <a:pt x="1488377" y="76200"/>
                  </a:cubicBezTo>
                  <a:lnTo>
                    <a:pt x="1488377" y="147447"/>
                  </a:lnTo>
                  <a:cubicBezTo>
                    <a:pt x="1488377" y="189531"/>
                    <a:pt x="1454261" y="223647"/>
                    <a:pt x="1412177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8" name="Рисунок 4">
              <a:extLst>
                <a:ext uri="{FF2B5EF4-FFF2-40B4-BE49-F238E27FC236}">
                  <a16:creationId xmlns="" xmlns:a16="http://schemas.microsoft.com/office/drawing/2014/main" id="{5EB125BD-99AB-4BA8-91A5-04F6F55FA859}"/>
                </a:ext>
              </a:extLst>
            </p:cNvPr>
            <p:cNvGrpSpPr/>
            <p:nvPr/>
          </p:nvGrpSpPr>
          <p:grpSpPr>
            <a:xfrm>
              <a:off x="6384036" y="4432490"/>
              <a:ext cx="2701099" cy="1260538"/>
              <a:chOff x="6384036" y="4432490"/>
              <a:chExt cx="2701099" cy="1260538"/>
            </a:xfrm>
          </p:grpSpPr>
          <p:sp>
            <p:nvSpPr>
              <p:cNvPr id="78" name="TextBox 77">
                <a:extLst>
                  <a:ext uri="{FF2B5EF4-FFF2-40B4-BE49-F238E27FC236}">
                    <a16:creationId xmlns="" xmlns:a16="http://schemas.microsoft.com/office/drawing/2014/main" id="{933A14B2-A479-4390-AB74-541BE9EF1C6F}"/>
                  </a:ext>
                </a:extLst>
              </p:cNvPr>
              <p:cNvSpPr txBox="1"/>
              <p:nvPr/>
            </p:nvSpPr>
            <p:spPr>
              <a:xfrm>
                <a:off x="8415909" y="4771517"/>
                <a:ext cx="160600" cy="20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1400" spc="126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 </a:t>
                </a:r>
              </a:p>
            </p:txBody>
          </p:sp>
          <p:sp>
            <p:nvSpPr>
              <p:cNvPr id="104" name="Полилиния: фигура 103">
                <a:extLst>
                  <a:ext uri="{FF2B5EF4-FFF2-40B4-BE49-F238E27FC236}">
                    <a16:creationId xmlns="" xmlns:a16="http://schemas.microsoft.com/office/drawing/2014/main" id="{091F0C23-7CEB-4823-A46F-63FD565C25EC}"/>
                  </a:ext>
                </a:extLst>
              </p:cNvPr>
              <p:cNvSpPr/>
              <p:nvPr/>
            </p:nvSpPr>
            <p:spPr>
              <a:xfrm>
                <a:off x="6384036" y="4432490"/>
                <a:ext cx="2701099" cy="1260538"/>
              </a:xfrm>
              <a:custGeom>
                <a:avLst/>
                <a:gdLst>
                  <a:gd name="connsiteX0" fmla="*/ 2624900 w 2701099"/>
                  <a:gd name="connsiteY0" fmla="*/ 0 h 1260538"/>
                  <a:gd name="connsiteX1" fmla="*/ 2701100 w 2701099"/>
                  <a:gd name="connsiteY1" fmla="*/ 76200 h 1260538"/>
                  <a:gd name="connsiteX2" fmla="*/ 2701100 w 2701099"/>
                  <a:gd name="connsiteY2" fmla="*/ 1184339 h 1260538"/>
                  <a:gd name="connsiteX3" fmla="*/ 2624900 w 2701099"/>
                  <a:gd name="connsiteY3" fmla="*/ 1260539 h 1260538"/>
                  <a:gd name="connsiteX4" fmla="*/ 76200 w 2701099"/>
                  <a:gd name="connsiteY4" fmla="*/ 1260539 h 1260538"/>
                  <a:gd name="connsiteX5" fmla="*/ 0 w 2701099"/>
                  <a:gd name="connsiteY5" fmla="*/ 1184339 h 1260538"/>
                  <a:gd name="connsiteX6" fmla="*/ 0 w 2701099"/>
                  <a:gd name="connsiteY6" fmla="*/ 76200 h 1260538"/>
                  <a:gd name="connsiteX7" fmla="*/ 76200 w 2701099"/>
                  <a:gd name="connsiteY7" fmla="*/ 0 h 1260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01099" h="1260538">
                    <a:moveTo>
                      <a:pt x="2624900" y="0"/>
                    </a:moveTo>
                    <a:cubicBezTo>
                      <a:pt x="2666984" y="0"/>
                      <a:pt x="2701100" y="34116"/>
                      <a:pt x="2701100" y="76200"/>
                    </a:cubicBezTo>
                    <a:lnTo>
                      <a:pt x="2701100" y="1184339"/>
                    </a:lnTo>
                    <a:cubicBezTo>
                      <a:pt x="2701100" y="1226423"/>
                      <a:pt x="2666984" y="1260539"/>
                      <a:pt x="2624900" y="1260539"/>
                    </a:cubicBezTo>
                    <a:lnTo>
                      <a:pt x="76200" y="1260539"/>
                    </a:lnTo>
                    <a:cubicBezTo>
                      <a:pt x="34116" y="1260539"/>
                      <a:pt x="0" y="1226423"/>
                      <a:pt x="0" y="1184339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83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05" name="Рисунок 4">
            <a:extLst>
              <a:ext uri="{FF2B5EF4-FFF2-40B4-BE49-F238E27FC236}">
                <a16:creationId xmlns="" xmlns:a16="http://schemas.microsoft.com/office/drawing/2014/main" id="{B9282743-4529-4C74-AE6C-151B290EF7CB}"/>
              </a:ext>
            </a:extLst>
          </p:cNvPr>
          <p:cNvGrpSpPr/>
          <p:nvPr/>
        </p:nvGrpSpPr>
        <p:grpSpPr>
          <a:xfrm>
            <a:off x="9695605" y="7576799"/>
            <a:ext cx="4051652" cy="1890807"/>
            <a:chOff x="3521455" y="4432490"/>
            <a:chExt cx="2701099" cy="1260538"/>
          </a:xfrm>
        </p:grpSpPr>
        <p:sp>
          <p:nvSpPr>
            <p:cNvPr id="106" name="Полилиния: фигура 105">
              <a:extLst>
                <a:ext uri="{FF2B5EF4-FFF2-40B4-BE49-F238E27FC236}">
                  <a16:creationId xmlns="" xmlns:a16="http://schemas.microsoft.com/office/drawing/2014/main" id="{DEEEDAF6-85B8-400C-AE32-35154050B356}"/>
                </a:ext>
              </a:extLst>
            </p:cNvPr>
            <p:cNvSpPr/>
            <p:nvPr/>
          </p:nvSpPr>
          <p:spPr>
            <a:xfrm>
              <a:off x="3654932" y="4570158"/>
              <a:ext cx="2070227" cy="223647"/>
            </a:xfrm>
            <a:custGeom>
              <a:avLst/>
              <a:gdLst>
                <a:gd name="connsiteX0" fmla="*/ 1072198 w 1148397"/>
                <a:gd name="connsiteY0" fmla="*/ 0 h 223647"/>
                <a:gd name="connsiteX1" fmla="*/ 1148398 w 1148397"/>
                <a:gd name="connsiteY1" fmla="*/ 76200 h 223647"/>
                <a:gd name="connsiteX2" fmla="*/ 1148398 w 1148397"/>
                <a:gd name="connsiteY2" fmla="*/ 147447 h 223647"/>
                <a:gd name="connsiteX3" fmla="*/ 1072198 w 1148397"/>
                <a:gd name="connsiteY3" fmla="*/ 223647 h 223647"/>
                <a:gd name="connsiteX4" fmla="*/ 76200 w 1148397"/>
                <a:gd name="connsiteY4" fmla="*/ 223647 h 223647"/>
                <a:gd name="connsiteX5" fmla="*/ 0 w 1148397"/>
                <a:gd name="connsiteY5" fmla="*/ 147447 h 223647"/>
                <a:gd name="connsiteX6" fmla="*/ 0 w 1148397"/>
                <a:gd name="connsiteY6" fmla="*/ 76200 h 223647"/>
                <a:gd name="connsiteX7" fmla="*/ 76200 w 1148397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8397" h="223647">
                  <a:moveTo>
                    <a:pt x="1072198" y="0"/>
                  </a:moveTo>
                  <a:cubicBezTo>
                    <a:pt x="1114282" y="0"/>
                    <a:pt x="1148398" y="34116"/>
                    <a:pt x="1148398" y="76200"/>
                  </a:cubicBezTo>
                  <a:lnTo>
                    <a:pt x="1148398" y="147447"/>
                  </a:lnTo>
                  <a:cubicBezTo>
                    <a:pt x="1148398" y="189531"/>
                    <a:pt x="1114282" y="223647"/>
                    <a:pt x="1072198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="" xmlns:a16="http://schemas.microsoft.com/office/drawing/2014/main" id="{1C371174-68A7-4133-AF6A-6735A1699546}"/>
                </a:ext>
              </a:extLst>
            </p:cNvPr>
            <p:cNvSpPr txBox="1"/>
            <p:nvPr/>
          </p:nvSpPr>
          <p:spPr>
            <a:xfrm>
              <a:off x="4168140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="" xmlns:a16="http://schemas.microsoft.com/office/drawing/2014/main" id="{FD69B804-7C6D-40B9-9DDC-914122ADA718}"/>
                </a:ext>
              </a:extLst>
            </p:cNvPr>
            <p:cNvSpPr txBox="1"/>
            <p:nvPr/>
          </p:nvSpPr>
          <p:spPr>
            <a:xfrm>
              <a:off x="4766691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="" xmlns:a16="http://schemas.microsoft.com/office/drawing/2014/main" id="{9627B337-CBC2-49CD-A636-8B012D8BA7C4}"/>
                </a:ext>
              </a:extLst>
            </p:cNvPr>
            <p:cNvSpPr txBox="1"/>
            <p:nvPr/>
          </p:nvSpPr>
          <p:spPr>
            <a:xfrm>
              <a:off x="4861877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="" xmlns:a16="http://schemas.microsoft.com/office/drawing/2014/main" id="{5C283233-D4D6-400A-AB63-A0CAC5C67BDD}"/>
                </a:ext>
              </a:extLst>
            </p:cNvPr>
            <p:cNvSpPr txBox="1"/>
            <p:nvPr/>
          </p:nvSpPr>
          <p:spPr>
            <a:xfrm>
              <a:off x="3597084" y="5151993"/>
              <a:ext cx="1626941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Шпатлевки</a:t>
              </a:r>
            </a:p>
            <a:p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Грунтовки</a:t>
              </a:r>
            </a:p>
            <a:p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Краски-базы под колеровку</a:t>
              </a:r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158" name="Полилиния: фигура 157">
              <a:extLst>
                <a:ext uri="{FF2B5EF4-FFF2-40B4-BE49-F238E27FC236}">
                  <a16:creationId xmlns="" xmlns:a16="http://schemas.microsoft.com/office/drawing/2014/main" id="{ED116280-2942-4457-A513-0CC9A8D226DA}"/>
                </a:ext>
              </a:extLst>
            </p:cNvPr>
            <p:cNvSpPr/>
            <p:nvPr/>
          </p:nvSpPr>
          <p:spPr>
            <a:xfrm>
              <a:off x="3521455" y="443249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59" name="Рисунок 4">
            <a:extLst>
              <a:ext uri="{FF2B5EF4-FFF2-40B4-BE49-F238E27FC236}">
                <a16:creationId xmlns="" xmlns:a16="http://schemas.microsoft.com/office/drawing/2014/main" id="{67F3703C-A3E1-4E53-9D3A-5DDC07F98388}"/>
              </a:ext>
            </a:extLst>
          </p:cNvPr>
          <p:cNvGrpSpPr/>
          <p:nvPr/>
        </p:nvGrpSpPr>
        <p:grpSpPr>
          <a:xfrm>
            <a:off x="5396483" y="5387954"/>
            <a:ext cx="4051649" cy="1890807"/>
            <a:chOff x="3521455" y="2973260"/>
            <a:chExt cx="2701099" cy="1260538"/>
          </a:xfrm>
        </p:grpSpPr>
        <p:sp>
          <p:nvSpPr>
            <p:cNvPr id="160" name="Полилиния: фигура 159">
              <a:extLst>
                <a:ext uri="{FF2B5EF4-FFF2-40B4-BE49-F238E27FC236}">
                  <a16:creationId xmlns="" xmlns:a16="http://schemas.microsoft.com/office/drawing/2014/main" id="{04DF00A9-BF71-4D75-99D5-B2F669344355}"/>
                </a:ext>
              </a:extLst>
            </p:cNvPr>
            <p:cNvSpPr/>
            <p:nvPr/>
          </p:nvSpPr>
          <p:spPr>
            <a:xfrm>
              <a:off x="3643884" y="3054210"/>
              <a:ext cx="2099012" cy="223646"/>
            </a:xfrm>
            <a:custGeom>
              <a:avLst/>
              <a:gdLst>
                <a:gd name="connsiteX0" fmla="*/ 749173 w 825373"/>
                <a:gd name="connsiteY0" fmla="*/ 0 h 223646"/>
                <a:gd name="connsiteX1" fmla="*/ 825373 w 825373"/>
                <a:gd name="connsiteY1" fmla="*/ 76200 h 223646"/>
                <a:gd name="connsiteX2" fmla="*/ 825373 w 825373"/>
                <a:gd name="connsiteY2" fmla="*/ 147447 h 223646"/>
                <a:gd name="connsiteX3" fmla="*/ 749173 w 825373"/>
                <a:gd name="connsiteY3" fmla="*/ 223647 h 223646"/>
                <a:gd name="connsiteX4" fmla="*/ 76200 w 825373"/>
                <a:gd name="connsiteY4" fmla="*/ 223647 h 223646"/>
                <a:gd name="connsiteX5" fmla="*/ 0 w 825373"/>
                <a:gd name="connsiteY5" fmla="*/ 147447 h 223646"/>
                <a:gd name="connsiteX6" fmla="*/ 0 w 825373"/>
                <a:gd name="connsiteY6" fmla="*/ 76200 h 223646"/>
                <a:gd name="connsiteX7" fmla="*/ 76200 w 825373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5373" h="223646">
                  <a:moveTo>
                    <a:pt x="749173" y="0"/>
                  </a:moveTo>
                  <a:cubicBezTo>
                    <a:pt x="791257" y="0"/>
                    <a:pt x="825373" y="34116"/>
                    <a:pt x="825373" y="76200"/>
                  </a:cubicBezTo>
                  <a:lnTo>
                    <a:pt x="825373" y="147447"/>
                  </a:lnTo>
                  <a:cubicBezTo>
                    <a:pt x="825373" y="189531"/>
                    <a:pt x="791257" y="223647"/>
                    <a:pt x="749173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="" xmlns:a16="http://schemas.microsoft.com/office/drawing/2014/main" id="{6EF6ED7F-DCFF-4EBD-900B-AFBD6A530C1A}"/>
                </a:ext>
              </a:extLst>
            </p:cNvPr>
            <p:cNvSpPr txBox="1"/>
            <p:nvPr/>
          </p:nvSpPr>
          <p:spPr>
            <a:xfrm>
              <a:off x="3976941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="" xmlns:a16="http://schemas.microsoft.com/office/drawing/2014/main" id="{11732A5D-03CD-4081-A785-A8437F2529C9}"/>
                </a:ext>
              </a:extLst>
            </p:cNvPr>
            <p:cNvSpPr txBox="1"/>
            <p:nvPr/>
          </p:nvSpPr>
          <p:spPr>
            <a:xfrm>
              <a:off x="4791519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27" name="Полилиния: фигура 226">
              <a:extLst>
                <a:ext uri="{FF2B5EF4-FFF2-40B4-BE49-F238E27FC236}">
                  <a16:creationId xmlns="" xmlns:a16="http://schemas.microsoft.com/office/drawing/2014/main" id="{C9AAC3EA-CE24-4C89-8F58-B5BA61144E14}"/>
                </a:ext>
              </a:extLst>
            </p:cNvPr>
            <p:cNvSpPr/>
            <p:nvPr/>
          </p:nvSpPr>
          <p:spPr>
            <a:xfrm>
              <a:off x="3521455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8" name="Рисунок 4">
            <a:extLst>
              <a:ext uri="{FF2B5EF4-FFF2-40B4-BE49-F238E27FC236}">
                <a16:creationId xmlns="" xmlns:a16="http://schemas.microsoft.com/office/drawing/2014/main" id="{415E3862-3A91-4950-AC22-3F522EA1CC02}"/>
              </a:ext>
            </a:extLst>
          </p:cNvPr>
          <p:cNvGrpSpPr/>
          <p:nvPr/>
        </p:nvGrpSpPr>
        <p:grpSpPr>
          <a:xfrm>
            <a:off x="1102709" y="7576799"/>
            <a:ext cx="4051650" cy="1890807"/>
            <a:chOff x="658939" y="4432490"/>
            <a:chExt cx="2701099" cy="1260538"/>
          </a:xfrm>
        </p:grpSpPr>
        <p:sp>
          <p:nvSpPr>
            <p:cNvPr id="229" name="Полилиния: фигура 228">
              <a:extLst>
                <a:ext uri="{FF2B5EF4-FFF2-40B4-BE49-F238E27FC236}">
                  <a16:creationId xmlns="" xmlns:a16="http://schemas.microsoft.com/office/drawing/2014/main" id="{1FBE393A-FBED-4515-9012-6C44A0AB0996}"/>
                </a:ext>
              </a:extLst>
            </p:cNvPr>
            <p:cNvSpPr/>
            <p:nvPr/>
          </p:nvSpPr>
          <p:spPr>
            <a:xfrm>
              <a:off x="764159" y="4558930"/>
              <a:ext cx="1895518" cy="223647"/>
            </a:xfrm>
            <a:custGeom>
              <a:avLst/>
              <a:gdLst>
                <a:gd name="connsiteX0" fmla="*/ 650939 w 727138"/>
                <a:gd name="connsiteY0" fmla="*/ 0 h 223647"/>
                <a:gd name="connsiteX1" fmla="*/ 727139 w 727138"/>
                <a:gd name="connsiteY1" fmla="*/ 76200 h 223647"/>
                <a:gd name="connsiteX2" fmla="*/ 727139 w 727138"/>
                <a:gd name="connsiteY2" fmla="*/ 147447 h 223647"/>
                <a:gd name="connsiteX3" fmla="*/ 650939 w 727138"/>
                <a:gd name="connsiteY3" fmla="*/ 223647 h 223647"/>
                <a:gd name="connsiteX4" fmla="*/ 76200 w 727138"/>
                <a:gd name="connsiteY4" fmla="*/ 223647 h 223647"/>
                <a:gd name="connsiteX5" fmla="*/ 0 w 727138"/>
                <a:gd name="connsiteY5" fmla="*/ 147447 h 223647"/>
                <a:gd name="connsiteX6" fmla="*/ 0 w 727138"/>
                <a:gd name="connsiteY6" fmla="*/ 76200 h 223647"/>
                <a:gd name="connsiteX7" fmla="*/ 76200 w 727138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7138" h="223647">
                  <a:moveTo>
                    <a:pt x="650939" y="0"/>
                  </a:moveTo>
                  <a:cubicBezTo>
                    <a:pt x="693023" y="0"/>
                    <a:pt x="727139" y="34116"/>
                    <a:pt x="727139" y="76200"/>
                  </a:cubicBezTo>
                  <a:lnTo>
                    <a:pt x="727139" y="147447"/>
                  </a:lnTo>
                  <a:cubicBezTo>
                    <a:pt x="727139" y="189531"/>
                    <a:pt x="693023" y="223647"/>
                    <a:pt x="650939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0" name="TextBox 229">
              <a:extLst>
                <a:ext uri="{FF2B5EF4-FFF2-40B4-BE49-F238E27FC236}">
                  <a16:creationId xmlns="" xmlns:a16="http://schemas.microsoft.com/office/drawing/2014/main" id="{89846706-61BE-4BED-B75A-48B6B2D473FC}"/>
                </a:ext>
              </a:extLst>
            </p:cNvPr>
            <p:cNvSpPr txBox="1"/>
            <p:nvPr/>
          </p:nvSpPr>
          <p:spPr>
            <a:xfrm>
              <a:off x="821991" y="4483213"/>
              <a:ext cx="72985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TI</a:t>
              </a:r>
              <a:r>
                <a:rPr lang="en-US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TAN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235" name="TextBox 234">
              <a:extLst>
                <a:ext uri="{FF2B5EF4-FFF2-40B4-BE49-F238E27FC236}">
                  <a16:creationId xmlns="" xmlns:a16="http://schemas.microsoft.com/office/drawing/2014/main" id="{0CBC5536-A0F0-47DA-9500-6A404255F4D6}"/>
                </a:ext>
              </a:extLst>
            </p:cNvPr>
            <p:cNvSpPr txBox="1"/>
            <p:nvPr/>
          </p:nvSpPr>
          <p:spPr>
            <a:xfrm>
              <a:off x="1294828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="" xmlns:a16="http://schemas.microsoft.com/office/drawing/2014/main" id="{9BFF1D86-E078-48B1-BB83-AAE4D90D0490}"/>
                </a:ext>
              </a:extLst>
            </p:cNvPr>
            <p:cNvSpPr txBox="1"/>
            <p:nvPr/>
          </p:nvSpPr>
          <p:spPr>
            <a:xfrm>
              <a:off x="1930527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="" xmlns:a16="http://schemas.microsoft.com/office/drawing/2014/main" id="{CF65F936-F08A-4689-94C7-C7D834B04DC2}"/>
                </a:ext>
              </a:extLst>
            </p:cNvPr>
            <p:cNvSpPr txBox="1"/>
            <p:nvPr/>
          </p:nvSpPr>
          <p:spPr>
            <a:xfrm>
              <a:off x="2690749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91" name="Полилиния: фигура 290">
              <a:extLst>
                <a:ext uri="{FF2B5EF4-FFF2-40B4-BE49-F238E27FC236}">
                  <a16:creationId xmlns="" xmlns:a16="http://schemas.microsoft.com/office/drawing/2014/main" id="{12B364E8-4A63-4260-A552-689464629EED}"/>
                </a:ext>
              </a:extLst>
            </p:cNvPr>
            <p:cNvSpPr/>
            <p:nvPr/>
          </p:nvSpPr>
          <p:spPr>
            <a:xfrm>
              <a:off x="658939" y="443249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92" name="Рисунок 4">
            <a:extLst>
              <a:ext uri="{FF2B5EF4-FFF2-40B4-BE49-F238E27FC236}">
                <a16:creationId xmlns="" xmlns:a16="http://schemas.microsoft.com/office/drawing/2014/main" id="{9E34DBE8-FFC1-46AD-8193-B87CD2FDA6D0}"/>
              </a:ext>
            </a:extLst>
          </p:cNvPr>
          <p:cNvGrpSpPr/>
          <p:nvPr/>
        </p:nvGrpSpPr>
        <p:grpSpPr>
          <a:xfrm>
            <a:off x="5388125" y="7586372"/>
            <a:ext cx="4051649" cy="1890807"/>
            <a:chOff x="6384036" y="2973260"/>
            <a:chExt cx="2701099" cy="1260538"/>
          </a:xfrm>
        </p:grpSpPr>
        <p:sp>
          <p:nvSpPr>
            <p:cNvPr id="293" name="Полилиния: фигура 292">
              <a:extLst>
                <a:ext uri="{FF2B5EF4-FFF2-40B4-BE49-F238E27FC236}">
                  <a16:creationId xmlns="" xmlns:a16="http://schemas.microsoft.com/office/drawing/2014/main" id="{92343E09-B907-42A6-B9EA-A8F31058694F}"/>
                </a:ext>
              </a:extLst>
            </p:cNvPr>
            <p:cNvSpPr/>
            <p:nvPr/>
          </p:nvSpPr>
          <p:spPr>
            <a:xfrm>
              <a:off x="6521449" y="3044032"/>
              <a:ext cx="2055059" cy="223647"/>
            </a:xfrm>
            <a:custGeom>
              <a:avLst/>
              <a:gdLst>
                <a:gd name="connsiteX0" fmla="*/ 1322705 w 1398904"/>
                <a:gd name="connsiteY0" fmla="*/ 0 h 223647"/>
                <a:gd name="connsiteX1" fmla="*/ 1398905 w 1398904"/>
                <a:gd name="connsiteY1" fmla="*/ 76200 h 223647"/>
                <a:gd name="connsiteX2" fmla="*/ 1398905 w 1398904"/>
                <a:gd name="connsiteY2" fmla="*/ 147447 h 223647"/>
                <a:gd name="connsiteX3" fmla="*/ 1322705 w 1398904"/>
                <a:gd name="connsiteY3" fmla="*/ 223647 h 223647"/>
                <a:gd name="connsiteX4" fmla="*/ 76200 w 1398904"/>
                <a:gd name="connsiteY4" fmla="*/ 223647 h 223647"/>
                <a:gd name="connsiteX5" fmla="*/ 0 w 1398904"/>
                <a:gd name="connsiteY5" fmla="*/ 147447 h 223647"/>
                <a:gd name="connsiteX6" fmla="*/ 0 w 1398904"/>
                <a:gd name="connsiteY6" fmla="*/ 76200 h 223647"/>
                <a:gd name="connsiteX7" fmla="*/ 76200 w 1398904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98904" h="223647">
                  <a:moveTo>
                    <a:pt x="1322705" y="0"/>
                  </a:moveTo>
                  <a:cubicBezTo>
                    <a:pt x="1364790" y="0"/>
                    <a:pt x="1398905" y="34116"/>
                    <a:pt x="1398905" y="76200"/>
                  </a:cubicBezTo>
                  <a:lnTo>
                    <a:pt x="1398905" y="147447"/>
                  </a:lnTo>
                  <a:cubicBezTo>
                    <a:pt x="1398905" y="189531"/>
                    <a:pt x="1364790" y="223647"/>
                    <a:pt x="1322705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0" name="Полилиния: фигура 329">
              <a:extLst>
                <a:ext uri="{FF2B5EF4-FFF2-40B4-BE49-F238E27FC236}">
                  <a16:creationId xmlns="" xmlns:a16="http://schemas.microsoft.com/office/drawing/2014/main" id="{4301C103-9EED-46D2-B04C-5F78BD297A9A}"/>
                </a:ext>
              </a:extLst>
            </p:cNvPr>
            <p:cNvSpPr/>
            <p:nvPr/>
          </p:nvSpPr>
          <p:spPr>
            <a:xfrm>
              <a:off x="6384036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31" name="Рисунок 4">
            <a:extLst>
              <a:ext uri="{FF2B5EF4-FFF2-40B4-BE49-F238E27FC236}">
                <a16:creationId xmlns="" xmlns:a16="http://schemas.microsoft.com/office/drawing/2014/main" id="{F5107B3D-915C-4087-93FE-B2BBCDA3A3B2}"/>
              </a:ext>
            </a:extLst>
          </p:cNvPr>
          <p:cNvGrpSpPr/>
          <p:nvPr/>
        </p:nvGrpSpPr>
        <p:grpSpPr>
          <a:xfrm>
            <a:off x="1102709" y="5387954"/>
            <a:ext cx="4051649" cy="1890807"/>
            <a:chOff x="658939" y="2973260"/>
            <a:chExt cx="2701099" cy="1260538"/>
          </a:xfrm>
        </p:grpSpPr>
        <p:sp>
          <p:nvSpPr>
            <p:cNvPr id="332" name="Полилиния: фигура 331">
              <a:extLst>
                <a:ext uri="{FF2B5EF4-FFF2-40B4-BE49-F238E27FC236}">
                  <a16:creationId xmlns="" xmlns:a16="http://schemas.microsoft.com/office/drawing/2014/main" id="{8A1A2CD5-88A7-47A3-B868-3E6F862428B4}"/>
                </a:ext>
              </a:extLst>
            </p:cNvPr>
            <p:cNvSpPr/>
            <p:nvPr/>
          </p:nvSpPr>
          <p:spPr>
            <a:xfrm>
              <a:off x="779018" y="3044031"/>
              <a:ext cx="1992030" cy="223647"/>
            </a:xfrm>
            <a:custGeom>
              <a:avLst/>
              <a:gdLst>
                <a:gd name="connsiteX0" fmla="*/ 955484 w 1031684"/>
                <a:gd name="connsiteY0" fmla="*/ 0 h 223647"/>
                <a:gd name="connsiteX1" fmla="*/ 1031684 w 1031684"/>
                <a:gd name="connsiteY1" fmla="*/ 76200 h 223647"/>
                <a:gd name="connsiteX2" fmla="*/ 1031684 w 1031684"/>
                <a:gd name="connsiteY2" fmla="*/ 147447 h 223647"/>
                <a:gd name="connsiteX3" fmla="*/ 955484 w 1031684"/>
                <a:gd name="connsiteY3" fmla="*/ 223647 h 223647"/>
                <a:gd name="connsiteX4" fmla="*/ 76200 w 1031684"/>
                <a:gd name="connsiteY4" fmla="*/ 223647 h 223647"/>
                <a:gd name="connsiteX5" fmla="*/ 0 w 1031684"/>
                <a:gd name="connsiteY5" fmla="*/ 147447 h 223647"/>
                <a:gd name="connsiteX6" fmla="*/ 0 w 1031684"/>
                <a:gd name="connsiteY6" fmla="*/ 76200 h 223647"/>
                <a:gd name="connsiteX7" fmla="*/ 76200 w 1031684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1684" h="223647">
                  <a:moveTo>
                    <a:pt x="955484" y="0"/>
                  </a:moveTo>
                  <a:cubicBezTo>
                    <a:pt x="997569" y="0"/>
                    <a:pt x="1031684" y="34116"/>
                    <a:pt x="1031684" y="76200"/>
                  </a:cubicBezTo>
                  <a:lnTo>
                    <a:pt x="1031684" y="147447"/>
                  </a:lnTo>
                  <a:cubicBezTo>
                    <a:pt x="1031684" y="189531"/>
                    <a:pt x="997569" y="223647"/>
                    <a:pt x="955484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1" name="TextBox 340">
              <a:extLst>
                <a:ext uri="{FF2B5EF4-FFF2-40B4-BE49-F238E27FC236}">
                  <a16:creationId xmlns="" xmlns:a16="http://schemas.microsoft.com/office/drawing/2014/main" id="{0981D7EF-9EC8-47C7-8914-D33A2D9FE49B}"/>
                </a:ext>
              </a:extLst>
            </p:cNvPr>
            <p:cNvSpPr txBox="1"/>
            <p:nvPr/>
          </p:nvSpPr>
          <p:spPr>
            <a:xfrm>
              <a:off x="1418399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43" name="TextBox 342">
              <a:extLst>
                <a:ext uri="{FF2B5EF4-FFF2-40B4-BE49-F238E27FC236}">
                  <a16:creationId xmlns="" xmlns:a16="http://schemas.microsoft.com/office/drawing/2014/main" id="{21A98982-4662-4EB2-AC84-C86F5073C938}"/>
                </a:ext>
              </a:extLst>
            </p:cNvPr>
            <p:cNvSpPr txBox="1"/>
            <p:nvPr/>
          </p:nvSpPr>
          <p:spPr>
            <a:xfrm>
              <a:off x="1682051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48" name="TextBox 347">
              <a:extLst>
                <a:ext uri="{FF2B5EF4-FFF2-40B4-BE49-F238E27FC236}">
                  <a16:creationId xmlns="" xmlns:a16="http://schemas.microsoft.com/office/drawing/2014/main" id="{91C89395-4C51-461D-B1EB-DF49527A85AE}"/>
                </a:ext>
              </a:extLst>
            </p:cNvPr>
            <p:cNvSpPr txBox="1"/>
            <p:nvPr/>
          </p:nvSpPr>
          <p:spPr>
            <a:xfrm>
              <a:off x="2104580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00" name="Полилиния: фигура 399">
              <a:extLst>
                <a:ext uri="{FF2B5EF4-FFF2-40B4-BE49-F238E27FC236}">
                  <a16:creationId xmlns="" xmlns:a16="http://schemas.microsoft.com/office/drawing/2014/main" id="{D30A7646-ADCF-447B-A8D3-58A854803F53}"/>
                </a:ext>
              </a:extLst>
            </p:cNvPr>
            <p:cNvSpPr/>
            <p:nvPr/>
          </p:nvSpPr>
          <p:spPr>
            <a:xfrm>
              <a:off x="658939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01" name="Рисунок 4">
            <a:extLst>
              <a:ext uri="{FF2B5EF4-FFF2-40B4-BE49-F238E27FC236}">
                <a16:creationId xmlns="" xmlns:a16="http://schemas.microsoft.com/office/drawing/2014/main" id="{A46210DE-793F-4E90-B55E-79DF53E6EDA4}"/>
              </a:ext>
            </a:extLst>
          </p:cNvPr>
          <p:cNvGrpSpPr/>
          <p:nvPr/>
        </p:nvGrpSpPr>
        <p:grpSpPr>
          <a:xfrm>
            <a:off x="9690355" y="3199109"/>
            <a:ext cx="4051649" cy="1890807"/>
            <a:chOff x="6384036" y="1514030"/>
            <a:chExt cx="2701099" cy="1260538"/>
          </a:xfrm>
        </p:grpSpPr>
        <p:sp>
          <p:nvSpPr>
            <p:cNvPr id="402" name="Полилиния: фигура 401">
              <a:extLst>
                <a:ext uri="{FF2B5EF4-FFF2-40B4-BE49-F238E27FC236}">
                  <a16:creationId xmlns="" xmlns:a16="http://schemas.microsoft.com/office/drawing/2014/main" id="{6D6B87BD-7AE5-4E6B-9FA1-9B02DA887225}"/>
                </a:ext>
              </a:extLst>
            </p:cNvPr>
            <p:cNvSpPr/>
            <p:nvPr/>
          </p:nvSpPr>
          <p:spPr>
            <a:xfrm>
              <a:off x="6527609" y="1602992"/>
              <a:ext cx="1048321" cy="223647"/>
            </a:xfrm>
            <a:custGeom>
              <a:avLst/>
              <a:gdLst>
                <a:gd name="connsiteX0" fmla="*/ 972122 w 1048321"/>
                <a:gd name="connsiteY0" fmla="*/ 0 h 223647"/>
                <a:gd name="connsiteX1" fmla="*/ 1048322 w 1048321"/>
                <a:gd name="connsiteY1" fmla="*/ 76200 h 223647"/>
                <a:gd name="connsiteX2" fmla="*/ 1048322 w 1048321"/>
                <a:gd name="connsiteY2" fmla="*/ 147447 h 223647"/>
                <a:gd name="connsiteX3" fmla="*/ 972122 w 1048321"/>
                <a:gd name="connsiteY3" fmla="*/ 223647 h 223647"/>
                <a:gd name="connsiteX4" fmla="*/ 76201 w 1048321"/>
                <a:gd name="connsiteY4" fmla="*/ 223647 h 223647"/>
                <a:gd name="connsiteX5" fmla="*/ 1 w 1048321"/>
                <a:gd name="connsiteY5" fmla="*/ 147447 h 223647"/>
                <a:gd name="connsiteX6" fmla="*/ 1 w 1048321"/>
                <a:gd name="connsiteY6" fmla="*/ 76200 h 223647"/>
                <a:gd name="connsiteX7" fmla="*/ 76201 w 1048321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8321" h="223647">
                  <a:moveTo>
                    <a:pt x="972122" y="0"/>
                  </a:moveTo>
                  <a:cubicBezTo>
                    <a:pt x="1014206" y="0"/>
                    <a:pt x="1048322" y="34116"/>
                    <a:pt x="1048322" y="76200"/>
                  </a:cubicBezTo>
                  <a:lnTo>
                    <a:pt x="1048322" y="147447"/>
                  </a:lnTo>
                  <a:cubicBezTo>
                    <a:pt x="1048322" y="189531"/>
                    <a:pt x="1014206" y="223647"/>
                    <a:pt x="972122" y="223647"/>
                  </a:cubicBezTo>
                  <a:lnTo>
                    <a:pt x="76201" y="223647"/>
                  </a:lnTo>
                  <a:cubicBezTo>
                    <a:pt x="34116" y="223647"/>
                    <a:pt x="1" y="189531"/>
                    <a:pt x="1" y="147447"/>
                  </a:cubicBezTo>
                  <a:lnTo>
                    <a:pt x="1" y="76200"/>
                  </a:lnTo>
                  <a:cubicBezTo>
                    <a:pt x="1" y="34116"/>
                    <a:pt x="34116" y="0"/>
                    <a:pt x="76201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3" name="TextBox 402">
              <a:extLst>
                <a:ext uri="{FF2B5EF4-FFF2-40B4-BE49-F238E27FC236}">
                  <a16:creationId xmlns="" xmlns:a16="http://schemas.microsoft.com/office/drawing/2014/main" id="{E62BFC77-E70A-4966-BC8A-B6AC2D5C0A45}"/>
                </a:ext>
              </a:extLst>
            </p:cNvPr>
            <p:cNvSpPr txBox="1"/>
            <p:nvPr/>
          </p:nvSpPr>
          <p:spPr>
            <a:xfrm>
              <a:off x="6492486" y="1537460"/>
              <a:ext cx="1098805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ОПТИМА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="" xmlns:a16="http://schemas.microsoft.com/office/drawing/2014/main" id="{9381FD9D-AA3D-475C-BBC2-6510693BB325}"/>
                </a:ext>
              </a:extLst>
            </p:cNvPr>
            <p:cNvSpPr txBox="1"/>
            <p:nvPr/>
          </p:nvSpPr>
          <p:spPr>
            <a:xfrm>
              <a:off x="6955218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13" name="TextBox 412">
              <a:extLst>
                <a:ext uri="{FF2B5EF4-FFF2-40B4-BE49-F238E27FC236}">
                  <a16:creationId xmlns="" xmlns:a16="http://schemas.microsoft.com/office/drawing/2014/main" id="{38725366-580A-46DC-8924-0EB36176E8AA}"/>
                </a:ext>
              </a:extLst>
            </p:cNvPr>
            <p:cNvSpPr txBox="1"/>
            <p:nvPr/>
          </p:nvSpPr>
          <p:spPr>
            <a:xfrm>
              <a:off x="7865173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15" name="TextBox 414">
              <a:extLst>
                <a:ext uri="{FF2B5EF4-FFF2-40B4-BE49-F238E27FC236}">
                  <a16:creationId xmlns="" xmlns:a16="http://schemas.microsoft.com/office/drawing/2014/main" id="{81F10344-30E8-4CB8-B6E1-AD87FE8E6FA0}"/>
                </a:ext>
              </a:extLst>
            </p:cNvPr>
            <p:cNvSpPr txBox="1"/>
            <p:nvPr/>
          </p:nvSpPr>
          <p:spPr>
            <a:xfrm>
              <a:off x="8267636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29" name="TextBox 428">
              <a:extLst>
                <a:ext uri="{FF2B5EF4-FFF2-40B4-BE49-F238E27FC236}">
                  <a16:creationId xmlns="" xmlns:a16="http://schemas.microsoft.com/office/drawing/2014/main" id="{B840BB47-7DE5-4295-8E2C-9220C65B41C8}"/>
                </a:ext>
              </a:extLst>
            </p:cNvPr>
            <p:cNvSpPr txBox="1"/>
            <p:nvPr/>
          </p:nvSpPr>
          <p:spPr>
            <a:xfrm>
              <a:off x="7101141" y="2129536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62" name="Полилиния: фигура 461">
              <a:extLst>
                <a:ext uri="{FF2B5EF4-FFF2-40B4-BE49-F238E27FC236}">
                  <a16:creationId xmlns="" xmlns:a16="http://schemas.microsoft.com/office/drawing/2014/main" id="{439382A1-5782-464A-A50D-CA4D86EDB6BD}"/>
                </a:ext>
              </a:extLst>
            </p:cNvPr>
            <p:cNvSpPr/>
            <p:nvPr/>
          </p:nvSpPr>
          <p:spPr>
            <a:xfrm>
              <a:off x="6384036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63" name="Рисунок 4">
            <a:extLst>
              <a:ext uri="{FF2B5EF4-FFF2-40B4-BE49-F238E27FC236}">
                <a16:creationId xmlns="" xmlns:a16="http://schemas.microsoft.com/office/drawing/2014/main" id="{6EFD30FF-4717-48ED-9852-94033DAA47FB}"/>
              </a:ext>
            </a:extLst>
          </p:cNvPr>
          <p:cNvGrpSpPr/>
          <p:nvPr/>
        </p:nvGrpSpPr>
        <p:grpSpPr>
          <a:xfrm>
            <a:off x="13984225" y="3199109"/>
            <a:ext cx="4051649" cy="1890807"/>
            <a:chOff x="9246616" y="1514030"/>
            <a:chExt cx="2701099" cy="1260538"/>
          </a:xfrm>
        </p:grpSpPr>
        <p:sp>
          <p:nvSpPr>
            <p:cNvPr id="464" name="Полилиния: фигура 463">
              <a:extLst>
                <a:ext uri="{FF2B5EF4-FFF2-40B4-BE49-F238E27FC236}">
                  <a16:creationId xmlns="" xmlns:a16="http://schemas.microsoft.com/office/drawing/2014/main" id="{51D68D20-F3DB-42FF-AC2E-8F469D6CC793}"/>
                </a:ext>
              </a:extLst>
            </p:cNvPr>
            <p:cNvSpPr/>
            <p:nvPr/>
          </p:nvSpPr>
          <p:spPr>
            <a:xfrm>
              <a:off x="9369996" y="1602998"/>
              <a:ext cx="1759203" cy="223647"/>
            </a:xfrm>
            <a:custGeom>
              <a:avLst/>
              <a:gdLst>
                <a:gd name="connsiteX0" fmla="*/ 1683004 w 1759203"/>
                <a:gd name="connsiteY0" fmla="*/ 0 h 223647"/>
                <a:gd name="connsiteX1" fmla="*/ 1759204 w 1759203"/>
                <a:gd name="connsiteY1" fmla="*/ 76200 h 223647"/>
                <a:gd name="connsiteX2" fmla="*/ 1759204 w 1759203"/>
                <a:gd name="connsiteY2" fmla="*/ 147447 h 223647"/>
                <a:gd name="connsiteX3" fmla="*/ 1683004 w 1759203"/>
                <a:gd name="connsiteY3" fmla="*/ 223647 h 223647"/>
                <a:gd name="connsiteX4" fmla="*/ 76200 w 1759203"/>
                <a:gd name="connsiteY4" fmla="*/ 223647 h 223647"/>
                <a:gd name="connsiteX5" fmla="*/ 0 w 1759203"/>
                <a:gd name="connsiteY5" fmla="*/ 147447 h 223647"/>
                <a:gd name="connsiteX6" fmla="*/ 0 w 1759203"/>
                <a:gd name="connsiteY6" fmla="*/ 76200 h 223647"/>
                <a:gd name="connsiteX7" fmla="*/ 76200 w 1759203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9203" h="223647">
                  <a:moveTo>
                    <a:pt x="1683004" y="0"/>
                  </a:moveTo>
                  <a:cubicBezTo>
                    <a:pt x="1725088" y="0"/>
                    <a:pt x="1759204" y="34116"/>
                    <a:pt x="1759204" y="76200"/>
                  </a:cubicBezTo>
                  <a:lnTo>
                    <a:pt x="1759204" y="147447"/>
                  </a:lnTo>
                  <a:cubicBezTo>
                    <a:pt x="1759204" y="189531"/>
                    <a:pt x="1725088" y="223647"/>
                    <a:pt x="1683004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8" name="TextBox 467">
              <a:extLst>
                <a:ext uri="{FF2B5EF4-FFF2-40B4-BE49-F238E27FC236}">
                  <a16:creationId xmlns="" xmlns:a16="http://schemas.microsoft.com/office/drawing/2014/main" id="{1224E3B5-8974-4552-B557-A762AE443614}"/>
                </a:ext>
              </a:extLst>
            </p:cNvPr>
            <p:cNvSpPr txBox="1"/>
            <p:nvPr/>
          </p:nvSpPr>
          <p:spPr>
            <a:xfrm>
              <a:off x="9898634" y="1573847"/>
              <a:ext cx="12315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70" name="TextBox 469">
              <a:extLst>
                <a:ext uri="{FF2B5EF4-FFF2-40B4-BE49-F238E27FC236}">
                  <a16:creationId xmlns="" xmlns:a16="http://schemas.microsoft.com/office/drawing/2014/main" id="{E96DAEFA-6CEA-4EB9-B24F-13A9DAC92AD6}"/>
                </a:ext>
              </a:extLst>
            </p:cNvPr>
            <p:cNvSpPr txBox="1"/>
            <p:nvPr/>
          </p:nvSpPr>
          <p:spPr>
            <a:xfrm>
              <a:off x="10630280" y="1573847"/>
              <a:ext cx="12315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74" name="TextBox 473">
              <a:extLst>
                <a:ext uri="{FF2B5EF4-FFF2-40B4-BE49-F238E27FC236}">
                  <a16:creationId xmlns="" xmlns:a16="http://schemas.microsoft.com/office/drawing/2014/main" id="{27F7FF32-E201-4516-8B55-A52D5CF423D9}"/>
                </a:ext>
              </a:extLst>
            </p:cNvPr>
            <p:cNvSpPr txBox="1"/>
            <p:nvPr/>
          </p:nvSpPr>
          <p:spPr>
            <a:xfrm>
              <a:off x="10471975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76" name="TextBox 475">
              <a:extLst>
                <a:ext uri="{FF2B5EF4-FFF2-40B4-BE49-F238E27FC236}">
                  <a16:creationId xmlns="" xmlns:a16="http://schemas.microsoft.com/office/drawing/2014/main" id="{767D4312-F5CF-4929-B0C3-FA3EE5FA484B}"/>
                </a:ext>
              </a:extLst>
            </p:cNvPr>
            <p:cNvSpPr txBox="1"/>
            <p:nvPr/>
          </p:nvSpPr>
          <p:spPr>
            <a:xfrm>
              <a:off x="10983785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78" name="TextBox 477">
              <a:extLst>
                <a:ext uri="{FF2B5EF4-FFF2-40B4-BE49-F238E27FC236}">
                  <a16:creationId xmlns="" xmlns:a16="http://schemas.microsoft.com/office/drawing/2014/main" id="{57D9C067-93F5-49C9-802E-17A516861427}"/>
                </a:ext>
              </a:extLst>
            </p:cNvPr>
            <p:cNvSpPr txBox="1"/>
            <p:nvPr/>
          </p:nvSpPr>
          <p:spPr>
            <a:xfrm>
              <a:off x="11135360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512" name="Полилиния: фигура 511">
              <a:extLst>
                <a:ext uri="{FF2B5EF4-FFF2-40B4-BE49-F238E27FC236}">
                  <a16:creationId xmlns="" xmlns:a16="http://schemas.microsoft.com/office/drawing/2014/main" id="{E4C63989-5D51-4718-9399-E217A473873D}"/>
                </a:ext>
              </a:extLst>
            </p:cNvPr>
            <p:cNvSpPr/>
            <p:nvPr/>
          </p:nvSpPr>
          <p:spPr>
            <a:xfrm>
              <a:off x="9246616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13" name="Рисунок 4">
            <a:extLst>
              <a:ext uri="{FF2B5EF4-FFF2-40B4-BE49-F238E27FC236}">
                <a16:creationId xmlns="" xmlns:a16="http://schemas.microsoft.com/office/drawing/2014/main" id="{8707489C-3042-4F57-817C-2AF07106A05C}"/>
              </a:ext>
            </a:extLst>
          </p:cNvPr>
          <p:cNvGrpSpPr/>
          <p:nvPr/>
        </p:nvGrpSpPr>
        <p:grpSpPr>
          <a:xfrm>
            <a:off x="5396484" y="3199109"/>
            <a:ext cx="12234134" cy="1890807"/>
            <a:chOff x="3521455" y="1514030"/>
            <a:chExt cx="8156089" cy="1260538"/>
          </a:xfrm>
        </p:grpSpPr>
        <p:sp>
          <p:nvSpPr>
            <p:cNvPr id="514" name="Полилиния: фигура 513">
              <a:extLst>
                <a:ext uri="{FF2B5EF4-FFF2-40B4-BE49-F238E27FC236}">
                  <a16:creationId xmlns="" xmlns:a16="http://schemas.microsoft.com/office/drawing/2014/main" id="{DCFFF125-9433-4953-8935-CE59A5505B2E}"/>
                </a:ext>
              </a:extLst>
            </p:cNvPr>
            <p:cNvSpPr/>
            <p:nvPr/>
          </p:nvSpPr>
          <p:spPr>
            <a:xfrm>
              <a:off x="3657854" y="1603505"/>
              <a:ext cx="2067305" cy="223646"/>
            </a:xfrm>
            <a:custGeom>
              <a:avLst/>
              <a:gdLst>
                <a:gd name="connsiteX0" fmla="*/ 1991106 w 2067305"/>
                <a:gd name="connsiteY0" fmla="*/ 0 h 223646"/>
                <a:gd name="connsiteX1" fmla="*/ 2067306 w 2067305"/>
                <a:gd name="connsiteY1" fmla="*/ 76200 h 223646"/>
                <a:gd name="connsiteX2" fmla="*/ 2067306 w 2067305"/>
                <a:gd name="connsiteY2" fmla="*/ 147447 h 223646"/>
                <a:gd name="connsiteX3" fmla="*/ 1991106 w 2067305"/>
                <a:gd name="connsiteY3" fmla="*/ 223647 h 223646"/>
                <a:gd name="connsiteX4" fmla="*/ 76200 w 2067305"/>
                <a:gd name="connsiteY4" fmla="*/ 223647 h 223646"/>
                <a:gd name="connsiteX5" fmla="*/ 0 w 2067305"/>
                <a:gd name="connsiteY5" fmla="*/ 147447 h 223646"/>
                <a:gd name="connsiteX6" fmla="*/ 0 w 2067305"/>
                <a:gd name="connsiteY6" fmla="*/ 76200 h 223646"/>
                <a:gd name="connsiteX7" fmla="*/ 76200 w 2067305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67305" h="223646">
                  <a:moveTo>
                    <a:pt x="1991106" y="0"/>
                  </a:moveTo>
                  <a:cubicBezTo>
                    <a:pt x="2033190" y="0"/>
                    <a:pt x="2067306" y="34116"/>
                    <a:pt x="2067306" y="76200"/>
                  </a:cubicBezTo>
                  <a:lnTo>
                    <a:pt x="2067306" y="147447"/>
                  </a:lnTo>
                  <a:cubicBezTo>
                    <a:pt x="2067306" y="189531"/>
                    <a:pt x="2033190" y="223647"/>
                    <a:pt x="1991106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0" name="TextBox 519">
              <a:extLst>
                <a:ext uri="{FF2B5EF4-FFF2-40B4-BE49-F238E27FC236}">
                  <a16:creationId xmlns="" xmlns:a16="http://schemas.microsoft.com/office/drawing/2014/main" id="{824C426D-084C-426F-BCA3-091DF8533221}"/>
                </a:ext>
              </a:extLst>
            </p:cNvPr>
            <p:cNvSpPr txBox="1"/>
            <p:nvPr/>
          </p:nvSpPr>
          <p:spPr>
            <a:xfrm>
              <a:off x="3752158" y="1933207"/>
              <a:ext cx="2360925" cy="225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ЛКМ </a:t>
              </a:r>
              <a:r>
                <a:rPr lang="ru-RU" sz="1600" b="1" i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для </a:t>
              </a:r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массового потребителя</a:t>
              </a:r>
              <a:endPara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3587986" y="2193207"/>
              <a:ext cx="629659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60" name="Полилиния: фигура 559">
              <a:extLst>
                <a:ext uri="{FF2B5EF4-FFF2-40B4-BE49-F238E27FC236}">
                  <a16:creationId xmlns="" xmlns:a16="http://schemas.microsoft.com/office/drawing/2014/main" id="{76EBBF25-BBF1-4A71-A633-EC5DE4ED1EFC}"/>
                </a:ext>
              </a:extLst>
            </p:cNvPr>
            <p:cNvSpPr/>
            <p:nvPr/>
          </p:nvSpPr>
          <p:spPr>
            <a:xfrm>
              <a:off x="3521455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4" name="TextBox 613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3587986" y="2356584"/>
              <a:ext cx="97928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Грунт-Эмали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68" name="TextBox 567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3579184" y="2511569"/>
              <a:ext cx="83454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69" name="TextBox 568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6526750" y="2228776"/>
              <a:ext cx="629659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0" name="TextBox 569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6517652" y="2392152"/>
              <a:ext cx="97928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Грунт-Эмали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1" name="TextBox 570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6508850" y="2547138"/>
              <a:ext cx="83454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2" name="TextBox 571">
              <a:extLst>
                <a:ext uri="{FF2B5EF4-FFF2-40B4-BE49-F238E27FC236}">
                  <a16:creationId xmlns="" xmlns:a16="http://schemas.microsoft.com/office/drawing/2014/main" id="{824C426D-084C-426F-BCA3-091DF8533221}"/>
                </a:ext>
              </a:extLst>
            </p:cNvPr>
            <p:cNvSpPr txBox="1"/>
            <p:nvPr/>
          </p:nvSpPr>
          <p:spPr>
            <a:xfrm>
              <a:off x="6492389" y="1853941"/>
              <a:ext cx="2360925" cy="389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Органические покрытия для стран ближнего зарубежья</a:t>
              </a:r>
              <a:endPara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7" name="TextBox 586">
              <a:extLst>
                <a:ext uri="{FF2B5EF4-FFF2-40B4-BE49-F238E27FC236}">
                  <a16:creationId xmlns="" xmlns:a16="http://schemas.microsoft.com/office/drawing/2014/main" id="{824C426D-084C-426F-BCA3-091DF8533221}"/>
                </a:ext>
              </a:extLst>
            </p:cNvPr>
            <p:cNvSpPr txBox="1"/>
            <p:nvPr/>
          </p:nvSpPr>
          <p:spPr>
            <a:xfrm>
              <a:off x="9316619" y="1853791"/>
              <a:ext cx="2360925" cy="389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1600" b="1" i="1" dirty="0" err="1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Воднодисперсионные</a:t>
              </a:r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покрытия по доступной цене</a:t>
              </a:r>
              <a:endPara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561" name="Рисунок 4">
            <a:extLst>
              <a:ext uri="{FF2B5EF4-FFF2-40B4-BE49-F238E27FC236}">
                <a16:creationId xmlns="" xmlns:a16="http://schemas.microsoft.com/office/drawing/2014/main" id="{BC48FFF0-7C45-477B-AA51-43E7CEF9B5FA}"/>
              </a:ext>
            </a:extLst>
          </p:cNvPr>
          <p:cNvGrpSpPr/>
          <p:nvPr/>
        </p:nvGrpSpPr>
        <p:grpSpPr>
          <a:xfrm>
            <a:off x="1102709" y="3199109"/>
            <a:ext cx="7765893" cy="6154665"/>
            <a:chOff x="658939" y="1514030"/>
            <a:chExt cx="5177255" cy="4103108"/>
          </a:xfrm>
        </p:grpSpPr>
        <p:sp>
          <p:nvSpPr>
            <p:cNvPr id="562" name="Полилиния: фигура 561">
              <a:extLst>
                <a:ext uri="{FF2B5EF4-FFF2-40B4-BE49-F238E27FC236}">
                  <a16:creationId xmlns="" xmlns:a16="http://schemas.microsoft.com/office/drawing/2014/main" id="{B4D3A41B-886F-45E8-A0FE-508DBD30A1B2}"/>
                </a:ext>
              </a:extLst>
            </p:cNvPr>
            <p:cNvSpPr/>
            <p:nvPr/>
          </p:nvSpPr>
          <p:spPr>
            <a:xfrm>
              <a:off x="787019" y="1621704"/>
              <a:ext cx="2058414" cy="223646"/>
            </a:xfrm>
            <a:custGeom>
              <a:avLst/>
              <a:gdLst>
                <a:gd name="connsiteX0" fmla="*/ 747649 w 823849"/>
                <a:gd name="connsiteY0" fmla="*/ 0 h 223646"/>
                <a:gd name="connsiteX1" fmla="*/ 823849 w 823849"/>
                <a:gd name="connsiteY1" fmla="*/ 76200 h 223646"/>
                <a:gd name="connsiteX2" fmla="*/ 823849 w 823849"/>
                <a:gd name="connsiteY2" fmla="*/ 147447 h 223646"/>
                <a:gd name="connsiteX3" fmla="*/ 747649 w 823849"/>
                <a:gd name="connsiteY3" fmla="*/ 223647 h 223646"/>
                <a:gd name="connsiteX4" fmla="*/ 76200 w 823849"/>
                <a:gd name="connsiteY4" fmla="*/ 223647 h 223646"/>
                <a:gd name="connsiteX5" fmla="*/ 0 w 823849"/>
                <a:gd name="connsiteY5" fmla="*/ 147447 h 223646"/>
                <a:gd name="connsiteX6" fmla="*/ 0 w 823849"/>
                <a:gd name="connsiteY6" fmla="*/ 76200 h 223646"/>
                <a:gd name="connsiteX7" fmla="*/ 76200 w 823849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849" h="223646">
                  <a:moveTo>
                    <a:pt x="747649" y="0"/>
                  </a:moveTo>
                  <a:cubicBezTo>
                    <a:pt x="789733" y="0"/>
                    <a:pt x="823849" y="34116"/>
                    <a:pt x="823849" y="76200"/>
                  </a:cubicBezTo>
                  <a:lnTo>
                    <a:pt x="823849" y="147447"/>
                  </a:lnTo>
                  <a:cubicBezTo>
                    <a:pt x="823849" y="189531"/>
                    <a:pt x="789733" y="223647"/>
                    <a:pt x="747649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3" name="TextBox 562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874332" y="1541761"/>
              <a:ext cx="1904396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EMPILS ЭКОНОМ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4" name="TextBox 573">
              <a:extLst>
                <a:ext uri="{FF2B5EF4-FFF2-40B4-BE49-F238E27FC236}">
                  <a16:creationId xmlns="" xmlns:a16="http://schemas.microsoft.com/office/drawing/2014/main" id="{0BE43BC7-3547-49D7-B515-001728CDF243}"/>
                </a:ext>
              </a:extLst>
            </p:cNvPr>
            <p:cNvSpPr txBox="1"/>
            <p:nvPr/>
          </p:nvSpPr>
          <p:spPr>
            <a:xfrm>
              <a:off x="2919793" y="1853057"/>
              <a:ext cx="12315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0" name="TextBox 579">
              <a:extLst>
                <a:ext uri="{FF2B5EF4-FFF2-40B4-BE49-F238E27FC236}">
                  <a16:creationId xmlns="" xmlns:a16="http://schemas.microsoft.com/office/drawing/2014/main" id="{7F6ABF64-3A21-4F76-92CD-F8EA4D059597}"/>
                </a:ext>
              </a:extLst>
            </p:cNvPr>
            <p:cNvSpPr txBox="1"/>
            <p:nvPr/>
          </p:nvSpPr>
          <p:spPr>
            <a:xfrm>
              <a:off x="734504" y="2158087"/>
              <a:ext cx="83454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1" name="TextBox 580">
              <a:extLst>
                <a:ext uri="{FF2B5EF4-FFF2-40B4-BE49-F238E27FC236}">
                  <a16:creationId xmlns="" xmlns:a16="http://schemas.microsoft.com/office/drawing/2014/main" id="{DE19A461-E344-4C14-9519-F48616916316}"/>
                </a:ext>
              </a:extLst>
            </p:cNvPr>
            <p:cNvSpPr txBox="1"/>
            <p:nvPr/>
          </p:nvSpPr>
          <p:spPr>
            <a:xfrm>
              <a:off x="734504" y="2330534"/>
              <a:ext cx="629659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5" name="TextBox 584">
              <a:extLst>
                <a:ext uri="{FF2B5EF4-FFF2-40B4-BE49-F238E27FC236}">
                  <a16:creationId xmlns="" xmlns:a16="http://schemas.microsoft.com/office/drawing/2014/main" id="{3B7F21A7-2143-468C-A578-77200B3DB462}"/>
                </a:ext>
              </a:extLst>
            </p:cNvPr>
            <p:cNvSpPr txBox="1"/>
            <p:nvPr/>
          </p:nvSpPr>
          <p:spPr>
            <a:xfrm>
              <a:off x="1493773" y="2257742"/>
              <a:ext cx="12315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8" name="TextBox 587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734504" y="2502921"/>
              <a:ext cx="659581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Краски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602" name="Полилиния: фигура 601">
              <a:extLst>
                <a:ext uri="{FF2B5EF4-FFF2-40B4-BE49-F238E27FC236}">
                  <a16:creationId xmlns="" xmlns:a16="http://schemas.microsoft.com/office/drawing/2014/main" id="{1182DC2A-FC0D-4DE0-ABD6-6C7FB764B242}"/>
                </a:ext>
              </a:extLst>
            </p:cNvPr>
            <p:cNvSpPr/>
            <p:nvPr/>
          </p:nvSpPr>
          <p:spPr>
            <a:xfrm>
              <a:off x="658939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3" name="TextBox 592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744040" y="3586378"/>
              <a:ext cx="103699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</a:p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Грунт – Эмали</a:t>
              </a:r>
            </a:p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94" name="TextBox 593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1845307" y="3595426"/>
              <a:ext cx="628591" cy="389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Лаки</a:t>
              </a:r>
            </a:p>
            <a:p>
              <a:pPr algn="l"/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Краски</a:t>
              </a:r>
            </a:p>
          </p:txBody>
        </p:sp>
        <p:sp>
          <p:nvSpPr>
            <p:cNvPr id="616" name="TextBox 615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804766" y="2969997"/>
              <a:ext cx="1904396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РАСЦВЕТ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619" name="TextBox 618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3687592" y="2981386"/>
              <a:ext cx="1904396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ОРЕОЛ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333" name="TextBox 332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3685831" y="1535820"/>
              <a:ext cx="2150363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ПРОСТОКРАШЕНО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336" name="TextBox 335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716308" y="5227288"/>
              <a:ext cx="1036992" cy="389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Грунт – Эмали</a:t>
              </a:r>
            </a:p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271197" y="3430339"/>
            <a:ext cx="507831" cy="1525005"/>
            <a:chOff x="180798" y="1622690"/>
            <a:chExt cx="338554" cy="1016670"/>
          </a:xfrm>
        </p:grpSpPr>
        <p:sp>
          <p:nvSpPr>
            <p:cNvPr id="603" name="TextBox 602">
              <a:extLst>
                <a:ext uri="{FF2B5EF4-FFF2-40B4-BE49-F238E27FC236}">
                  <a16:creationId xmlns="" xmlns:a16="http://schemas.microsoft.com/office/drawing/2014/main" id="{79C021F8-446B-49BC-8091-C8C59D915FFF}"/>
                </a:ext>
              </a:extLst>
            </p:cNvPr>
            <p:cNvSpPr txBox="1"/>
            <p:nvPr/>
          </p:nvSpPr>
          <p:spPr>
            <a:xfrm rot="16200000">
              <a:off x="225468" y="2345477"/>
              <a:ext cx="2492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</a:t>
              </a:r>
            </a:p>
          </p:txBody>
        </p:sp>
        <p:sp>
          <p:nvSpPr>
            <p:cNvPr id="604" name="TextBox 603">
              <a:extLst>
                <a:ext uri="{FF2B5EF4-FFF2-40B4-BE49-F238E27FC236}">
                  <a16:creationId xmlns="" xmlns:a16="http://schemas.microsoft.com/office/drawing/2014/main" id="{C1784FD7-F7F3-4373-A642-F47D58EA5307}"/>
                </a:ext>
              </a:extLst>
            </p:cNvPr>
            <p:cNvSpPr txBox="1"/>
            <p:nvPr/>
          </p:nvSpPr>
          <p:spPr>
            <a:xfrm rot="16200000">
              <a:off x="225639" y="2228419"/>
              <a:ext cx="2488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 b="1" spc="-54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605" name="TextBox 604">
              <a:extLst>
                <a:ext uri="{FF2B5EF4-FFF2-40B4-BE49-F238E27FC236}">
                  <a16:creationId xmlns="" xmlns:a16="http://schemas.microsoft.com/office/drawing/2014/main" id="{C5D696B7-8A25-4A86-9310-32ED48EB9A0D}"/>
                </a:ext>
              </a:extLst>
            </p:cNvPr>
            <p:cNvSpPr txBox="1"/>
            <p:nvPr/>
          </p:nvSpPr>
          <p:spPr>
            <a:xfrm rot="16200000">
              <a:off x="-41165" y="1844653"/>
              <a:ext cx="7824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ОНОМ</a:t>
              </a:r>
            </a:p>
          </p:txBody>
        </p:sp>
      </p:grpSp>
      <p:sp>
        <p:nvSpPr>
          <p:cNvPr id="612" name="TextBox 611">
            <a:extLst>
              <a:ext uri="{FF2B5EF4-FFF2-40B4-BE49-F238E27FC236}">
                <a16:creationId xmlns="" xmlns:a16="http://schemas.microsoft.com/office/drawing/2014/main" id="{A5F99CBD-B2CF-4F80-A51A-DD026FF4EF8E}"/>
              </a:ext>
            </a:extLst>
          </p:cNvPr>
          <p:cNvSpPr txBox="1"/>
          <p:nvPr/>
        </p:nvSpPr>
        <p:spPr>
          <a:xfrm rot="16200000">
            <a:off x="-196883" y="8240748"/>
            <a:ext cx="1868781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ПРЕМИУМ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4293" y="3812478"/>
            <a:ext cx="17424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Крупная фасовка</a:t>
            </a:r>
          </a:p>
        </p:txBody>
      </p:sp>
      <p:grpSp>
        <p:nvGrpSpPr>
          <p:cNvPr id="573" name="Рисунок 4">
            <a:extLst>
              <a:ext uri="{FF2B5EF4-FFF2-40B4-BE49-F238E27FC236}">
                <a16:creationId xmlns="" xmlns:a16="http://schemas.microsoft.com/office/drawing/2014/main" id="{47DC1E48-7F89-4B1B-85F6-1F3B3DE0D5A2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575" name="Полилиния: фигура 8">
              <a:extLst>
                <a:ext uri="{FF2B5EF4-FFF2-40B4-BE49-F238E27FC236}">
                  <a16:creationId xmlns="" xmlns:a16="http://schemas.microsoft.com/office/drawing/2014/main" id="{E2D6C22B-C6B6-45F2-8CC7-E3E39C0D2E4D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6" name="Полилиния: фигура 9">
              <a:extLst>
                <a:ext uri="{FF2B5EF4-FFF2-40B4-BE49-F238E27FC236}">
                  <a16:creationId xmlns="" xmlns:a16="http://schemas.microsoft.com/office/drawing/2014/main" id="{A5BDBE3F-6F6B-402B-A3AF-4B545867EDAC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7" name="Полилиния: фигура 10">
              <a:extLst>
                <a:ext uri="{FF2B5EF4-FFF2-40B4-BE49-F238E27FC236}">
                  <a16:creationId xmlns="" xmlns:a16="http://schemas.microsoft.com/office/drawing/2014/main" id="{8C2022FB-5A02-4284-AC60-2348B7D40FC4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8" name="Полилиния: фигура 11">
              <a:extLst>
                <a:ext uri="{FF2B5EF4-FFF2-40B4-BE49-F238E27FC236}">
                  <a16:creationId xmlns="" xmlns:a16="http://schemas.microsoft.com/office/drawing/2014/main" id="{0DAEC7BD-9E5C-40B4-A4D2-A0B65D6CD45C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9" name="Полилиния: фигура 12">
              <a:extLst>
                <a:ext uri="{FF2B5EF4-FFF2-40B4-BE49-F238E27FC236}">
                  <a16:creationId xmlns="" xmlns:a16="http://schemas.microsoft.com/office/drawing/2014/main" id="{11848257-466B-4DDE-8ACF-9C096B4D0212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2" name="Полилиния: фигура 13">
              <a:extLst>
                <a:ext uri="{FF2B5EF4-FFF2-40B4-BE49-F238E27FC236}">
                  <a16:creationId xmlns="" xmlns:a16="http://schemas.microsoft.com/office/drawing/2014/main" id="{5BCB1897-B3EA-424B-83AB-0BA379588A13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83" name="Полилиния: фигура 14">
            <a:extLst>
              <a:ext uri="{FF2B5EF4-FFF2-40B4-BE49-F238E27FC236}">
                <a16:creationId xmlns="" xmlns:a16="http://schemas.microsoft.com/office/drawing/2014/main" id="{74CA07E6-3079-4264-AFAF-A7D3EFF609B6}"/>
              </a:ext>
            </a:extLst>
          </p:cNvPr>
          <p:cNvSpPr/>
          <p:nvPr/>
        </p:nvSpPr>
        <p:spPr>
          <a:xfrm>
            <a:off x="108635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584" name="TextBox 583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11915"/>
            <a:ext cx="9216947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 smtClean="0">
                <a:sym typeface="Calibri"/>
              </a:rPr>
              <a:t>АССОРТИМЕНТНАЯ МАТРИЦА</a:t>
            </a:r>
            <a:endParaRPr lang="ru-RU" dirty="0">
              <a:sym typeface="Calibri"/>
            </a:endParaRPr>
          </a:p>
        </p:txBody>
      </p:sp>
      <p:sp>
        <p:nvSpPr>
          <p:cNvPr id="586" name="TextBox 585"/>
          <p:cNvSpPr txBox="1"/>
          <p:nvPr/>
        </p:nvSpPr>
        <p:spPr>
          <a:xfrm>
            <a:off x="444601" y="1420246"/>
            <a:ext cx="16848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latin typeface="+mn-lt"/>
              </a:rPr>
              <a:t>11 БРЕНДОВ </a:t>
            </a:r>
          </a:p>
          <a:p>
            <a:pPr algn="ctr"/>
            <a:r>
              <a:rPr lang="ru-RU" sz="4800" b="1" dirty="0">
                <a:latin typeface="+mn-lt"/>
              </a:rPr>
              <a:t> от эконом до премиума</a:t>
            </a:r>
            <a:endParaRPr sz="4800" b="1" dirty="0">
              <a:latin typeface="+mn-lt"/>
            </a:endParaRPr>
          </a:p>
        </p:txBody>
      </p:sp>
      <p:sp>
        <p:nvSpPr>
          <p:cNvPr id="589" name="TextBox 588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4098157" y="4231577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Шпатлевки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0" name="TextBox 589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4084510" y="4476641"/>
            <a:ext cx="1251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Грунтовки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1" name="TextBox 590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4084955" y="4709120"/>
            <a:ext cx="2019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 концентраты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2" name="TextBox 591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5658921" y="4242442"/>
            <a:ext cx="2316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Краски для потолков, </a:t>
            </a:r>
          </a:p>
          <a:p>
            <a:pPr algn="l"/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интерьерные, фасадные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6" name="TextBox 595"/>
          <p:cNvSpPr txBox="1"/>
          <p:nvPr/>
        </p:nvSpPr>
        <p:spPr>
          <a:xfrm>
            <a:off x="1256872" y="5982471"/>
            <a:ext cx="2602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Классические ЛКМ по ГОСТ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597" name="TextBox 596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5538504" y="6359774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Шпатлевки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8" name="TextBox 597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5524857" y="6604838"/>
            <a:ext cx="1251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Грунтовки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5525302" y="6837317"/>
            <a:ext cx="2019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 концентраты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00" name="TextBox 599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7768020" y="6247807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Краски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01" name="TextBox 600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7763508" y="6687592"/>
            <a:ext cx="944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Эмали</a:t>
            </a:r>
          </a:p>
          <a:p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Лаки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15" name="TextBox 614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7763419" y="6465040"/>
            <a:ext cx="1481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Краски-базы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21" name="TextBox 620"/>
          <p:cNvSpPr txBox="1"/>
          <p:nvPr/>
        </p:nvSpPr>
        <p:spPr>
          <a:xfrm>
            <a:off x="5398078" y="5955608"/>
            <a:ext cx="40781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Классические ЛКМ проверенные временем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5419149" y="8154026"/>
            <a:ext cx="2871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Профессиональная защита и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 декор древесины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="" xmlns:a16="http://schemas.microsoft.com/office/drawing/2014/main" id="{E62BFC77-E70A-4966-BC8A-B6AC2D5C0A45}"/>
              </a:ext>
            </a:extLst>
          </p:cNvPr>
          <p:cNvSpPr txBox="1"/>
          <p:nvPr/>
        </p:nvSpPr>
        <p:spPr>
          <a:xfrm>
            <a:off x="14112328" y="3218105"/>
            <a:ext cx="275177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ОРЕОЛ </a:t>
            </a:r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DISCONT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1107529" y="8181693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Специализированная линейка материалов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По металлу </a:t>
            </a:r>
            <a:r>
              <a:rPr lang="en-US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TITAN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38" name="TextBox 337"/>
          <p:cNvSpPr txBox="1"/>
          <p:nvPr/>
        </p:nvSpPr>
        <p:spPr>
          <a:xfrm>
            <a:off x="9772328" y="8132466"/>
            <a:ext cx="3758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Передовые технологии и современные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материалы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4066040" y="8174168"/>
            <a:ext cx="3838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Гибридные технологии: </a:t>
            </a:r>
            <a:r>
              <a:rPr lang="ru-RU" sz="1600" b="1" i="1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экологичность</a:t>
            </a:r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 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водных + износостойкость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="" xmlns:a16="http://schemas.microsoft.com/office/drawing/2014/main" id="{C5D696B7-8A25-4A86-9310-32ED48EB9A0D}"/>
              </a:ext>
            </a:extLst>
          </p:cNvPr>
          <p:cNvSpPr txBox="1"/>
          <p:nvPr/>
        </p:nvSpPr>
        <p:spPr>
          <a:xfrm rot="16200000">
            <a:off x="-294230" y="6053049"/>
            <a:ext cx="16208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700" b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СРЕДНИЙ</a:t>
            </a:r>
            <a:endParaRPr lang="ru-RU" sz="27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="" xmlns:a16="http://schemas.microsoft.com/office/drawing/2014/main" id="{C5D696B7-8A25-4A86-9310-32ED48EB9A0D}"/>
              </a:ext>
            </a:extLst>
          </p:cNvPr>
          <p:cNvSpPr txBox="1"/>
          <p:nvPr/>
        </p:nvSpPr>
        <p:spPr>
          <a:xfrm rot="16200000">
            <a:off x="-609966" y="8254638"/>
            <a:ext cx="187256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700" b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СРЕДНИЙ +</a:t>
            </a:r>
            <a:endParaRPr lang="ru-RU" sz="27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="" xmlns:a16="http://schemas.microsoft.com/office/drawing/2014/main" id="{5C283233-D4D6-400A-AB63-A0CAC5C67BDD}"/>
              </a:ext>
            </a:extLst>
          </p:cNvPr>
          <p:cNvSpPr txBox="1"/>
          <p:nvPr/>
        </p:nvSpPr>
        <p:spPr>
          <a:xfrm>
            <a:off x="14073950" y="8760296"/>
            <a:ext cx="24804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Краски-базы под колеровку</a:t>
            </a:r>
          </a:p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Лаки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="" xmlns:a16="http://schemas.microsoft.com/office/drawing/2014/main" id="{89846706-61BE-4BED-B75A-48B6B2D473FC}"/>
              </a:ext>
            </a:extLst>
          </p:cNvPr>
          <p:cNvSpPr txBox="1"/>
          <p:nvPr/>
        </p:nvSpPr>
        <p:spPr>
          <a:xfrm>
            <a:off x="14173669" y="7667616"/>
            <a:ext cx="2325318" cy="538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AVANTGARDE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="" xmlns:a16="http://schemas.microsoft.com/office/drawing/2014/main" id="{89846706-61BE-4BED-B75A-48B6B2D473FC}"/>
              </a:ext>
            </a:extLst>
          </p:cNvPr>
          <p:cNvSpPr txBox="1"/>
          <p:nvPr/>
        </p:nvSpPr>
        <p:spPr>
          <a:xfrm>
            <a:off x="10000427" y="7680926"/>
            <a:ext cx="1800109" cy="538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NEWTONE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="" xmlns:a16="http://schemas.microsoft.com/office/drawing/2014/main" id="{597071B6-5D7E-49AA-BB30-E1251BFC7358}"/>
              </a:ext>
            </a:extLst>
          </p:cNvPr>
          <p:cNvSpPr txBox="1"/>
          <p:nvPr/>
        </p:nvSpPr>
        <p:spPr>
          <a:xfrm>
            <a:off x="5449709" y="8642406"/>
            <a:ext cx="38930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Лаки</a:t>
            </a:r>
          </a:p>
          <a:p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</a:t>
            </a:r>
            <a:r>
              <a:rPr lang="ru-RU" sz="1600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Огнебиозащитные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 составы</a:t>
            </a:r>
          </a:p>
          <a:p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Защитно-декоративные покрытия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="" xmlns:a16="http://schemas.microsoft.com/office/drawing/2014/main" id="{4C46B7C8-7838-4FCA-B0CE-B892BB928D3F}"/>
              </a:ext>
            </a:extLst>
          </p:cNvPr>
          <p:cNvSpPr txBox="1"/>
          <p:nvPr/>
        </p:nvSpPr>
        <p:spPr>
          <a:xfrm>
            <a:off x="5641676" y="7597004"/>
            <a:ext cx="2856598" cy="538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PROFIWOOD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18138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E58069D-8897-4D87-AED6-66BD3163D9F4}"/>
              </a:ext>
            </a:extLst>
          </p:cNvPr>
          <p:cNvSpPr txBox="1"/>
          <p:nvPr/>
        </p:nvSpPr>
        <p:spPr>
          <a:xfrm>
            <a:off x="559022" y="378555"/>
            <a:ext cx="4758995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  <a:sym typeface="Calibri"/>
              </a:rPr>
              <a:t>НОВИНКИ 2027</a:t>
            </a:r>
          </a:p>
        </p:txBody>
      </p:sp>
      <p:grpSp>
        <p:nvGrpSpPr>
          <p:cNvPr id="8" name="Рисунок 4">
            <a:extLst>
              <a:ext uri="{FF2B5EF4-FFF2-40B4-BE49-F238E27FC236}">
                <a16:creationId xmlns="" xmlns:a16="http://schemas.microsoft.com/office/drawing/2014/main" id="{47DC1E48-7F89-4B1B-85F6-1F3B3DE0D5A2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="" xmlns:a16="http://schemas.microsoft.com/office/drawing/2014/main" id="{E2D6C22B-C6B6-45F2-8CC7-E3E39C0D2E4D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="" xmlns:a16="http://schemas.microsoft.com/office/drawing/2014/main" id="{A5BDBE3F-6F6B-402B-A3AF-4B545867EDAC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="" xmlns:a16="http://schemas.microsoft.com/office/drawing/2014/main" id="{8C2022FB-5A02-4284-AC60-2348B7D40FC4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="" xmlns:a16="http://schemas.microsoft.com/office/drawing/2014/main" id="{0DAEC7BD-9E5C-40B4-A4D2-A0B65D6CD45C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="" xmlns:a16="http://schemas.microsoft.com/office/drawing/2014/main" id="{11848257-466B-4DDE-8ACF-9C096B4D0212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="" xmlns:a16="http://schemas.microsoft.com/office/drawing/2014/main" id="{5BCB1897-B3EA-424B-83AB-0BA379588A13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5" name="Полилиния: фигура 14">
            <a:extLst>
              <a:ext uri="{FF2B5EF4-FFF2-40B4-BE49-F238E27FC236}">
                <a16:creationId xmlns="" xmlns:a16="http://schemas.microsoft.com/office/drawing/2014/main" id="{74CA07E6-3079-4264-AFAF-A7D3EFF609B6}"/>
              </a:ext>
            </a:extLst>
          </p:cNvPr>
          <p:cNvSpPr/>
          <p:nvPr/>
        </p:nvSpPr>
        <p:spPr>
          <a:xfrm>
            <a:off x="108635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8F96BF0E-C727-422C-835B-915AC33A562B}"/>
              </a:ext>
            </a:extLst>
          </p:cNvPr>
          <p:cNvSpPr txBox="1"/>
          <p:nvPr/>
        </p:nvSpPr>
        <p:spPr>
          <a:xfrm>
            <a:off x="1984613" y="2150624"/>
            <a:ext cx="14202927" cy="2354491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ctr"/>
            <a:r>
              <a:rPr lang="ru-RU" sz="7200" b="1" dirty="0">
                <a:latin typeface="+mn-lt"/>
                <a:sym typeface="Calibri"/>
              </a:rPr>
              <a:t>Расширяем ассортимент </a:t>
            </a:r>
          </a:p>
          <a:p>
            <a:pPr algn="ctr"/>
            <a:r>
              <a:rPr lang="ru-RU" sz="5400" b="1" dirty="0" smtClean="0">
                <a:latin typeface="Calibri"/>
                <a:ea typeface="Calibri"/>
                <a:cs typeface="Calibri"/>
                <a:sym typeface="Calibri"/>
                <a:rtl val="0"/>
              </a:rPr>
              <a:t> </a:t>
            </a:r>
            <a:r>
              <a:rPr lang="ru-RU" sz="7200" b="1" dirty="0">
                <a:latin typeface="+mn-lt"/>
                <a:sym typeface="Calibri"/>
              </a:rPr>
              <a:t>28 новых продуктов по 6 брендам</a:t>
            </a:r>
          </a:p>
        </p:txBody>
      </p:sp>
      <p:grpSp>
        <p:nvGrpSpPr>
          <p:cNvPr id="26" name="Рисунок 4">
            <a:extLst>
              <a:ext uri="{FF2B5EF4-FFF2-40B4-BE49-F238E27FC236}">
                <a16:creationId xmlns="" xmlns:a16="http://schemas.microsoft.com/office/drawing/2014/main" id="{55C165D3-39F3-493D-98DF-2D0A5D9EC5B3}"/>
              </a:ext>
            </a:extLst>
          </p:cNvPr>
          <p:cNvGrpSpPr/>
          <p:nvPr/>
        </p:nvGrpSpPr>
        <p:grpSpPr>
          <a:xfrm>
            <a:off x="2166442" y="4991517"/>
            <a:ext cx="4286060" cy="1726451"/>
            <a:chOff x="1825752" y="3315843"/>
            <a:chExt cx="2231326" cy="831185"/>
          </a:xfrm>
        </p:grpSpPr>
        <p:grpSp>
          <p:nvGrpSpPr>
            <p:cNvPr id="27" name="Рисунок 4">
              <a:extLst>
                <a:ext uri="{FF2B5EF4-FFF2-40B4-BE49-F238E27FC236}">
                  <a16:creationId xmlns="" xmlns:a16="http://schemas.microsoft.com/office/drawing/2014/main" id="{A4AF6D78-2E48-4115-9F2E-6133E1CA8BBD}"/>
                </a:ext>
              </a:extLst>
            </p:cNvPr>
            <p:cNvGrpSpPr/>
            <p:nvPr/>
          </p:nvGrpSpPr>
          <p:grpSpPr>
            <a:xfrm>
              <a:off x="1825752" y="3315843"/>
              <a:ext cx="2231326" cy="489520"/>
              <a:chOff x="1825752" y="3315843"/>
              <a:chExt cx="2231326" cy="489520"/>
            </a:xfrm>
          </p:grpSpPr>
          <p:sp>
            <p:nvSpPr>
              <p:cNvPr id="28" name="Полилиния: фигура 27">
                <a:extLst>
                  <a:ext uri="{FF2B5EF4-FFF2-40B4-BE49-F238E27FC236}">
                    <a16:creationId xmlns="" xmlns:a16="http://schemas.microsoft.com/office/drawing/2014/main" id="{5023D9AB-D031-447E-AC08-2A2FF6F96267}"/>
                  </a:ext>
                </a:extLst>
              </p:cNvPr>
              <p:cNvSpPr/>
              <p:nvPr/>
            </p:nvSpPr>
            <p:spPr>
              <a:xfrm>
                <a:off x="1825752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6 w 2231326"/>
                  <a:gd name="connsiteY1" fmla="*/ 218630 h 462152"/>
                  <a:gd name="connsiteX2" fmla="*/ 2231326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6" y="97884"/>
                      <a:pt x="2231326" y="218630"/>
                    </a:cubicBezTo>
                    <a:lnTo>
                      <a:pt x="2231326" y="243522"/>
                    </a:lnTo>
                    <a:cubicBezTo>
                      <a:pt x="2231326" y="364268"/>
                      <a:pt x="2133442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="" xmlns:a16="http://schemas.microsoft.com/office/drawing/2014/main" id="{713367CC-22BA-41AA-925A-6513895B9831}"/>
                  </a:ext>
                </a:extLst>
              </p:cNvPr>
              <p:cNvSpPr txBox="1"/>
              <p:nvPr/>
            </p:nvSpPr>
            <p:spPr>
              <a:xfrm>
                <a:off x="2161809" y="3407554"/>
                <a:ext cx="1554819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AV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AN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GARDE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="" xmlns:a16="http://schemas.microsoft.com/office/drawing/2014/main" id="{33E3D05E-2C23-4AF9-98B7-D6020E0A2B8D}"/>
                  </a:ext>
                </a:extLst>
              </p:cNvPr>
              <p:cNvSpPr txBox="1"/>
              <p:nvPr/>
            </p:nvSpPr>
            <p:spPr>
              <a:xfrm>
                <a:off x="2655887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BEB34744-16B8-426B-9C0F-7FA251731666}"/>
                </a:ext>
              </a:extLst>
            </p:cNvPr>
            <p:cNvSpPr txBox="1"/>
            <p:nvPr/>
          </p:nvSpPr>
          <p:spPr>
            <a:xfrm>
              <a:off x="2721298" y="3821040"/>
              <a:ext cx="408249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3 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35" name="Рисунок 4">
            <a:extLst>
              <a:ext uri="{FF2B5EF4-FFF2-40B4-BE49-F238E27FC236}">
                <a16:creationId xmlns="" xmlns:a16="http://schemas.microsoft.com/office/drawing/2014/main" id="{1C3DD746-82D6-41EE-86C5-E5A907FCF375}"/>
              </a:ext>
            </a:extLst>
          </p:cNvPr>
          <p:cNvGrpSpPr/>
          <p:nvPr/>
        </p:nvGrpSpPr>
        <p:grpSpPr>
          <a:xfrm>
            <a:off x="7028859" y="5048365"/>
            <a:ext cx="4286060" cy="1669603"/>
            <a:chOff x="5067363" y="3343211"/>
            <a:chExt cx="2231326" cy="803816"/>
          </a:xfrm>
        </p:grpSpPr>
        <p:grpSp>
          <p:nvGrpSpPr>
            <p:cNvPr id="36" name="Рисунок 4">
              <a:extLst>
                <a:ext uri="{FF2B5EF4-FFF2-40B4-BE49-F238E27FC236}">
                  <a16:creationId xmlns="" xmlns:a16="http://schemas.microsoft.com/office/drawing/2014/main" id="{A6648A5C-ACB3-4470-A9D3-ED1F2C6171B0}"/>
                </a:ext>
              </a:extLst>
            </p:cNvPr>
            <p:cNvGrpSpPr/>
            <p:nvPr/>
          </p:nvGrpSpPr>
          <p:grpSpPr>
            <a:xfrm>
              <a:off x="5067363" y="3343211"/>
              <a:ext cx="2231326" cy="462152"/>
              <a:chOff x="5067363" y="3343211"/>
              <a:chExt cx="2231326" cy="462152"/>
            </a:xfrm>
          </p:grpSpPr>
          <p:sp>
            <p:nvSpPr>
              <p:cNvPr id="37" name="Полилиния: фигура 36">
                <a:extLst>
                  <a:ext uri="{FF2B5EF4-FFF2-40B4-BE49-F238E27FC236}">
                    <a16:creationId xmlns="" xmlns:a16="http://schemas.microsoft.com/office/drawing/2014/main" id="{AA3E6630-1F3D-438D-9EBE-1E3979A91CCF}"/>
                  </a:ext>
                </a:extLst>
              </p:cNvPr>
              <p:cNvSpPr/>
              <p:nvPr/>
            </p:nvSpPr>
            <p:spPr>
              <a:xfrm>
                <a:off x="5067363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D99B44E2-53D9-48F4-8E00-4411046F22BA}"/>
                  </a:ext>
                </a:extLst>
              </p:cNvPr>
              <p:cNvSpPr txBox="1"/>
              <p:nvPr/>
            </p:nvSpPr>
            <p:spPr>
              <a:xfrm>
                <a:off x="5824041" y="3408513"/>
                <a:ext cx="716289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TIT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AN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8D1C7FC-69E1-4769-86F9-2505DFC39A8E}"/>
                </a:ext>
              </a:extLst>
            </p:cNvPr>
            <p:cNvSpPr txBox="1"/>
            <p:nvPr/>
          </p:nvSpPr>
          <p:spPr>
            <a:xfrm>
              <a:off x="5990838" y="3821039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4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42" name="Рисунок 4">
            <a:extLst>
              <a:ext uri="{FF2B5EF4-FFF2-40B4-BE49-F238E27FC236}">
                <a16:creationId xmlns="" xmlns:a16="http://schemas.microsoft.com/office/drawing/2014/main" id="{F80AC400-D71B-4B8A-B879-BAD7DE21329E}"/>
              </a:ext>
            </a:extLst>
          </p:cNvPr>
          <p:cNvGrpSpPr/>
          <p:nvPr/>
        </p:nvGrpSpPr>
        <p:grpSpPr>
          <a:xfrm>
            <a:off x="11891188" y="4991520"/>
            <a:ext cx="4286062" cy="1713750"/>
            <a:chOff x="8308911" y="3315843"/>
            <a:chExt cx="2231326" cy="825070"/>
          </a:xfrm>
        </p:grpSpPr>
        <p:grpSp>
          <p:nvGrpSpPr>
            <p:cNvPr id="43" name="Рисунок 4">
              <a:extLst>
                <a:ext uri="{FF2B5EF4-FFF2-40B4-BE49-F238E27FC236}">
                  <a16:creationId xmlns="" xmlns:a16="http://schemas.microsoft.com/office/drawing/2014/main" id="{1EFFD785-A630-497D-9D75-A4631C735EF3}"/>
                </a:ext>
              </a:extLst>
            </p:cNvPr>
            <p:cNvGrpSpPr/>
            <p:nvPr/>
          </p:nvGrpSpPr>
          <p:grpSpPr>
            <a:xfrm>
              <a:off x="8308911" y="3315843"/>
              <a:ext cx="2231326" cy="489520"/>
              <a:chOff x="8308911" y="3315843"/>
              <a:chExt cx="2231326" cy="489520"/>
            </a:xfrm>
          </p:grpSpPr>
          <p:sp>
            <p:nvSpPr>
              <p:cNvPr id="44" name="Полилиния: фигура 43">
                <a:extLst>
                  <a:ext uri="{FF2B5EF4-FFF2-40B4-BE49-F238E27FC236}">
                    <a16:creationId xmlns="" xmlns:a16="http://schemas.microsoft.com/office/drawing/2014/main" id="{DA80E52F-CE0E-4F05-99F4-24B710B27215}"/>
                  </a:ext>
                </a:extLst>
              </p:cNvPr>
              <p:cNvSpPr/>
              <p:nvPr/>
            </p:nvSpPr>
            <p:spPr>
              <a:xfrm>
                <a:off x="8308911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-1 w 2231326"/>
                  <a:gd name="connsiteY5" fmla="*/ 243522 h 462152"/>
                  <a:gd name="connsiteX6" fmla="*/ -1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-1" y="364268"/>
                      <a:pt x="-1" y="243522"/>
                    </a:cubicBezTo>
                    <a:lnTo>
                      <a:pt x="-1" y="218630"/>
                    </a:lnTo>
                    <a:cubicBezTo>
                      <a:pt x="-1" y="97884"/>
                      <a:pt x="97883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="" xmlns:a16="http://schemas.microsoft.com/office/drawing/2014/main" id="{733F0B62-460E-4C2D-874E-6120429527AB}"/>
                  </a:ext>
                </a:extLst>
              </p:cNvPr>
              <p:cNvSpPr txBox="1"/>
              <p:nvPr/>
            </p:nvSpPr>
            <p:spPr>
              <a:xfrm>
                <a:off x="8825345" y="3395326"/>
                <a:ext cx="119841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NEW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TONE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="" xmlns:a16="http://schemas.microsoft.com/office/drawing/2014/main" id="{4A5B23C9-90C0-4AF3-BE63-A911F21AB40D}"/>
                  </a:ext>
                </a:extLst>
              </p:cNvPr>
              <p:cNvSpPr txBox="1"/>
              <p:nvPr/>
            </p:nvSpPr>
            <p:spPr>
              <a:xfrm>
                <a:off x="9265538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="" xmlns:a16="http://schemas.microsoft.com/office/drawing/2014/main" id="{5DFD9EB6-799C-475C-AF5C-CF99E23F7445}"/>
                  </a:ext>
                </a:extLst>
              </p:cNvPr>
              <p:cNvSpPr txBox="1"/>
              <p:nvPr/>
            </p:nvSpPr>
            <p:spPr>
              <a:xfrm>
                <a:off x="9414192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57D26E7D-3CDF-40D5-9122-730AA51A1896}"/>
                </a:ext>
              </a:extLst>
            </p:cNvPr>
            <p:cNvSpPr txBox="1"/>
            <p:nvPr/>
          </p:nvSpPr>
          <p:spPr>
            <a:xfrm>
              <a:off x="9222320" y="3814925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2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49" name="Рисунок 4">
            <a:extLst>
              <a:ext uri="{FF2B5EF4-FFF2-40B4-BE49-F238E27FC236}">
                <a16:creationId xmlns="" xmlns:a16="http://schemas.microsoft.com/office/drawing/2014/main" id="{3DE5856B-7108-4D95-9100-7CDF6D31D82E}"/>
              </a:ext>
            </a:extLst>
          </p:cNvPr>
          <p:cNvGrpSpPr/>
          <p:nvPr/>
        </p:nvGrpSpPr>
        <p:grpSpPr>
          <a:xfrm>
            <a:off x="2166442" y="7273403"/>
            <a:ext cx="4286060" cy="1764681"/>
            <a:chOff x="1825752" y="4815522"/>
            <a:chExt cx="2231326" cy="849591"/>
          </a:xfrm>
        </p:grpSpPr>
        <p:grpSp>
          <p:nvGrpSpPr>
            <p:cNvPr id="50" name="Рисунок 4">
              <a:extLst>
                <a:ext uri="{FF2B5EF4-FFF2-40B4-BE49-F238E27FC236}">
                  <a16:creationId xmlns="" xmlns:a16="http://schemas.microsoft.com/office/drawing/2014/main" id="{16B3037D-FF15-4184-BA12-C3E1C373D3B3}"/>
                </a:ext>
              </a:extLst>
            </p:cNvPr>
            <p:cNvGrpSpPr/>
            <p:nvPr/>
          </p:nvGrpSpPr>
          <p:grpSpPr>
            <a:xfrm>
              <a:off x="1825752" y="4815522"/>
              <a:ext cx="2231326" cy="489521"/>
              <a:chOff x="1825752" y="4815522"/>
              <a:chExt cx="2231326" cy="489521"/>
            </a:xfrm>
          </p:grpSpPr>
          <p:sp>
            <p:nvSpPr>
              <p:cNvPr id="51" name="Полилиния: фигура 50">
                <a:extLst>
                  <a:ext uri="{FF2B5EF4-FFF2-40B4-BE49-F238E27FC236}">
                    <a16:creationId xmlns="" xmlns:a16="http://schemas.microsoft.com/office/drawing/2014/main" id="{209742C6-888A-46F2-870C-824E88D79C0D}"/>
                  </a:ext>
                </a:extLst>
              </p:cNvPr>
              <p:cNvSpPr/>
              <p:nvPr/>
            </p:nvSpPr>
            <p:spPr>
              <a:xfrm>
                <a:off x="1825752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6 w 2231326"/>
                  <a:gd name="connsiteY1" fmla="*/ 218630 h 462152"/>
                  <a:gd name="connsiteX2" fmla="*/ 2231326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6" y="97884"/>
                      <a:pt x="2231326" y="218630"/>
                    </a:cubicBezTo>
                    <a:lnTo>
                      <a:pt x="2231326" y="243522"/>
                    </a:lnTo>
                    <a:cubicBezTo>
                      <a:pt x="2231326" y="364268"/>
                      <a:pt x="2133442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="" xmlns:a16="http://schemas.microsoft.com/office/drawing/2014/main" id="{25594756-14E9-461C-BAFD-0ED45E8012D9}"/>
                  </a:ext>
                </a:extLst>
              </p:cNvPr>
              <p:cNvSpPr txBox="1"/>
              <p:nvPr/>
            </p:nvSpPr>
            <p:spPr>
              <a:xfrm>
                <a:off x="2516443" y="4907233"/>
                <a:ext cx="846175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ОРЕОЛ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="" xmlns:a16="http://schemas.microsoft.com/office/drawing/2014/main" id="{489C5B48-1EEF-4A83-A6D7-792B6246C32B}"/>
                  </a:ext>
                </a:extLst>
              </p:cNvPr>
              <p:cNvSpPr txBox="1"/>
              <p:nvPr/>
            </p:nvSpPr>
            <p:spPr>
              <a:xfrm>
                <a:off x="2714982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75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="" xmlns:a16="http://schemas.microsoft.com/office/drawing/2014/main" id="{4B53B1A7-AF21-4DB3-92C9-3D274E68C736}"/>
                  </a:ext>
                </a:extLst>
              </p:cNvPr>
              <p:cNvSpPr txBox="1"/>
              <p:nvPr/>
            </p:nvSpPr>
            <p:spPr>
              <a:xfrm>
                <a:off x="2883217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="" xmlns:a16="http://schemas.microsoft.com/office/drawing/2014/main" id="{409AAED4-1373-4A26-B9BD-1C8ACC307A9E}"/>
                  </a:ext>
                </a:extLst>
              </p:cNvPr>
              <p:cNvSpPr txBox="1"/>
              <p:nvPr/>
            </p:nvSpPr>
            <p:spPr>
              <a:xfrm>
                <a:off x="3089528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2147B504-446C-49E4-88EE-F653FA377DF0}"/>
                </a:ext>
              </a:extLst>
            </p:cNvPr>
            <p:cNvSpPr txBox="1"/>
            <p:nvPr/>
          </p:nvSpPr>
          <p:spPr>
            <a:xfrm>
              <a:off x="2762943" y="5339125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8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57" name="Рисунок 4">
            <a:extLst>
              <a:ext uri="{FF2B5EF4-FFF2-40B4-BE49-F238E27FC236}">
                <a16:creationId xmlns="" xmlns:a16="http://schemas.microsoft.com/office/drawing/2014/main" id="{9AFAF904-E2BB-4614-9964-922C08262574}"/>
              </a:ext>
            </a:extLst>
          </p:cNvPr>
          <p:cNvGrpSpPr/>
          <p:nvPr/>
        </p:nvGrpSpPr>
        <p:grpSpPr>
          <a:xfrm>
            <a:off x="7028875" y="7330258"/>
            <a:ext cx="4286065" cy="1695133"/>
            <a:chOff x="5067363" y="4842891"/>
            <a:chExt cx="2231326" cy="816107"/>
          </a:xfrm>
        </p:grpSpPr>
        <p:grpSp>
          <p:nvGrpSpPr>
            <p:cNvPr id="58" name="Рисунок 4">
              <a:extLst>
                <a:ext uri="{FF2B5EF4-FFF2-40B4-BE49-F238E27FC236}">
                  <a16:creationId xmlns="" xmlns:a16="http://schemas.microsoft.com/office/drawing/2014/main" id="{E5E92686-6DDF-479D-BD0D-6A3F952F8C08}"/>
                </a:ext>
              </a:extLst>
            </p:cNvPr>
            <p:cNvGrpSpPr/>
            <p:nvPr/>
          </p:nvGrpSpPr>
          <p:grpSpPr>
            <a:xfrm>
              <a:off x="5067363" y="4842891"/>
              <a:ext cx="2231326" cy="462152"/>
              <a:chOff x="5067363" y="4842891"/>
              <a:chExt cx="2231326" cy="462152"/>
            </a:xfrm>
          </p:grpSpPr>
          <p:sp>
            <p:nvSpPr>
              <p:cNvPr id="59" name="Полилиния: фигура 58">
                <a:extLst>
                  <a:ext uri="{FF2B5EF4-FFF2-40B4-BE49-F238E27FC236}">
                    <a16:creationId xmlns="" xmlns:a16="http://schemas.microsoft.com/office/drawing/2014/main" id="{7B92CFF5-9D5F-445D-9429-8B77CD487F53}"/>
                  </a:ext>
                </a:extLst>
              </p:cNvPr>
              <p:cNvSpPr/>
              <p:nvPr/>
            </p:nvSpPr>
            <p:spPr>
              <a:xfrm>
                <a:off x="5067363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="" xmlns:a16="http://schemas.microsoft.com/office/drawing/2014/main" id="{0204A586-293E-47AA-9CAC-9B3598EDBC3A}"/>
                  </a:ext>
                </a:extLst>
              </p:cNvPr>
              <p:cNvSpPr txBox="1"/>
              <p:nvPr/>
            </p:nvSpPr>
            <p:spPr>
              <a:xfrm>
                <a:off x="5448192" y="4907234"/>
                <a:ext cx="1459183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P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ROFIWOOD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BDD0E484-1B17-45B8-B199-92769CD245FF}"/>
                </a:ext>
              </a:extLst>
            </p:cNvPr>
            <p:cNvSpPr txBox="1"/>
            <p:nvPr/>
          </p:nvSpPr>
          <p:spPr>
            <a:xfrm>
              <a:off x="5927749" y="5333010"/>
              <a:ext cx="479184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10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66" name="Рисунок 4">
            <a:extLst>
              <a:ext uri="{FF2B5EF4-FFF2-40B4-BE49-F238E27FC236}">
                <a16:creationId xmlns="" xmlns:a16="http://schemas.microsoft.com/office/drawing/2014/main" id="{FE3AD134-B9B9-4B69-8598-6B0A0F3785B0}"/>
              </a:ext>
            </a:extLst>
          </p:cNvPr>
          <p:cNvGrpSpPr/>
          <p:nvPr/>
        </p:nvGrpSpPr>
        <p:grpSpPr>
          <a:xfrm>
            <a:off x="11891185" y="7273405"/>
            <a:ext cx="4286061" cy="1751982"/>
            <a:chOff x="8308911" y="4815522"/>
            <a:chExt cx="2231326" cy="843477"/>
          </a:xfrm>
        </p:grpSpPr>
        <p:grpSp>
          <p:nvGrpSpPr>
            <p:cNvPr id="67" name="Рисунок 4">
              <a:extLst>
                <a:ext uri="{FF2B5EF4-FFF2-40B4-BE49-F238E27FC236}">
                  <a16:creationId xmlns="" xmlns:a16="http://schemas.microsoft.com/office/drawing/2014/main" id="{59C055B7-CDDA-4393-9C33-A8316D783CF2}"/>
                </a:ext>
              </a:extLst>
            </p:cNvPr>
            <p:cNvGrpSpPr/>
            <p:nvPr/>
          </p:nvGrpSpPr>
          <p:grpSpPr>
            <a:xfrm>
              <a:off x="8308911" y="4815522"/>
              <a:ext cx="2231326" cy="489521"/>
              <a:chOff x="8308911" y="4815522"/>
              <a:chExt cx="2231326" cy="489521"/>
            </a:xfrm>
          </p:grpSpPr>
          <p:sp>
            <p:nvSpPr>
              <p:cNvPr id="68" name="Полилиния: фигура 67">
                <a:extLst>
                  <a:ext uri="{FF2B5EF4-FFF2-40B4-BE49-F238E27FC236}">
                    <a16:creationId xmlns="" xmlns:a16="http://schemas.microsoft.com/office/drawing/2014/main" id="{FF5A1137-13E3-4BE1-9538-86C0BC866073}"/>
                  </a:ext>
                </a:extLst>
              </p:cNvPr>
              <p:cNvSpPr/>
              <p:nvPr/>
            </p:nvSpPr>
            <p:spPr>
              <a:xfrm>
                <a:off x="8308911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-1 w 2231326"/>
                  <a:gd name="connsiteY5" fmla="*/ 243522 h 462152"/>
                  <a:gd name="connsiteX6" fmla="*/ -1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-1" y="364268"/>
                      <a:pt x="-1" y="243522"/>
                    </a:cubicBezTo>
                    <a:lnTo>
                      <a:pt x="-1" y="218630"/>
                    </a:lnTo>
                    <a:cubicBezTo>
                      <a:pt x="-1" y="97884"/>
                      <a:pt x="97883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="" xmlns:a16="http://schemas.microsoft.com/office/drawing/2014/main" id="{FB1389F8-B55B-43E2-A452-D10A77842CDF}"/>
                  </a:ext>
                </a:extLst>
              </p:cNvPr>
              <p:cNvSpPr txBox="1"/>
              <p:nvPr/>
            </p:nvSpPr>
            <p:spPr>
              <a:xfrm>
                <a:off x="8927168" y="4895005"/>
                <a:ext cx="100243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spc="-113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РАСЦВЕТ</a:t>
                </a:r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="" xmlns:a16="http://schemas.microsoft.com/office/drawing/2014/main" id="{A8293E53-C981-4E3E-B125-7F06EF49A0A3}"/>
                  </a:ext>
                </a:extLst>
              </p:cNvPr>
              <p:cNvSpPr txBox="1"/>
              <p:nvPr/>
            </p:nvSpPr>
            <p:spPr>
              <a:xfrm>
                <a:off x="9592500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="" xmlns:a16="http://schemas.microsoft.com/office/drawing/2014/main" id="{F9053D41-71DD-42A5-A734-19BC19FA8B4B}"/>
                  </a:ext>
                </a:extLst>
              </p:cNvPr>
              <p:cNvSpPr txBox="1"/>
              <p:nvPr/>
            </p:nvSpPr>
            <p:spPr>
              <a:xfrm>
                <a:off x="9746297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="" xmlns:a16="http://schemas.microsoft.com/office/drawing/2014/main" id="{959C973D-3AF5-47E9-A3CF-ECDC3C56A2FD}"/>
                </a:ext>
              </a:extLst>
            </p:cNvPr>
            <p:cNvSpPr txBox="1"/>
            <p:nvPr/>
          </p:nvSpPr>
          <p:spPr>
            <a:xfrm>
              <a:off x="9259820" y="5333011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994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38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776868"/>
            <a:ext cx="16848000" cy="28007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ПАРТНЕРСКАЯ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ПОДДЕРЖКА</a:t>
            </a:r>
            <a:endParaRPr lang="en-US" sz="8800" b="1" dirty="0">
              <a:solidFill>
                <a:srgbClr val="F4762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347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17BE049-1777-413B-B528-A3579A6F628A}"/>
              </a:ext>
            </a:extLst>
          </p:cNvPr>
          <p:cNvSpPr txBox="1"/>
          <p:nvPr/>
        </p:nvSpPr>
        <p:spPr>
          <a:xfrm>
            <a:off x="614316" y="353155"/>
            <a:ext cx="7195392" cy="815608"/>
          </a:xfrm>
          <a:prstGeom prst="rect">
            <a:avLst/>
          </a:prstGeom>
          <a:noFill/>
        </p:spPr>
        <p:txBody>
          <a:bodyPr wrap="square" lIns="137160" tIns="68580" rIns="137160" bIns="68580" rtlCol="0">
            <a:spAutoFit/>
          </a:bodyPr>
          <a:lstStyle/>
          <a:p>
            <a:pPr algn="l"/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  <a:sym typeface="Calibri"/>
              </a:rPr>
              <a:t>ВМЕСТЕ С ЭМПИЛС</a:t>
            </a:r>
          </a:p>
        </p:txBody>
      </p:sp>
      <p:grpSp>
        <p:nvGrpSpPr>
          <p:cNvPr id="32" name="Рисунок 4">
            <a:extLst>
              <a:ext uri="{FF2B5EF4-FFF2-40B4-BE49-F238E27FC236}">
                <a16:creationId xmlns="" xmlns:a16="http://schemas.microsoft.com/office/drawing/2014/main" id="{F5840A9B-16AC-4147-BD22-EA3976C413A6}"/>
              </a:ext>
            </a:extLst>
          </p:cNvPr>
          <p:cNvGrpSpPr/>
          <p:nvPr/>
        </p:nvGrpSpPr>
        <p:grpSpPr>
          <a:xfrm>
            <a:off x="676751" y="2489201"/>
            <a:ext cx="16934498" cy="6801707"/>
            <a:chOff x="451167" y="1803400"/>
            <a:chExt cx="11289665" cy="4534471"/>
          </a:xfrm>
        </p:grpSpPr>
        <p:grpSp>
          <p:nvGrpSpPr>
            <p:cNvPr id="33" name="Рисунок 4">
              <a:extLst>
                <a:ext uri="{FF2B5EF4-FFF2-40B4-BE49-F238E27FC236}">
                  <a16:creationId xmlns="" xmlns:a16="http://schemas.microsoft.com/office/drawing/2014/main" id="{FCB936C5-CDAA-4E19-86B6-E189EB9AF5D8}"/>
                </a:ext>
              </a:extLst>
            </p:cNvPr>
            <p:cNvGrpSpPr/>
            <p:nvPr/>
          </p:nvGrpSpPr>
          <p:grpSpPr>
            <a:xfrm>
              <a:off x="451167" y="1803400"/>
              <a:ext cx="7955725" cy="4534471"/>
              <a:chOff x="451167" y="1803400"/>
              <a:chExt cx="7955725" cy="4534471"/>
            </a:xfrm>
          </p:grpSpPr>
          <p:grpSp>
            <p:nvGrpSpPr>
              <p:cNvPr id="34" name="Рисунок 4">
                <a:extLst>
                  <a:ext uri="{FF2B5EF4-FFF2-40B4-BE49-F238E27FC236}">
                    <a16:creationId xmlns="" xmlns:a16="http://schemas.microsoft.com/office/drawing/2014/main" id="{3C6F0FEB-FB1C-45F9-8BE1-E40014C663AD}"/>
                  </a:ext>
                </a:extLst>
              </p:cNvPr>
              <p:cNvGrpSpPr/>
              <p:nvPr/>
            </p:nvGrpSpPr>
            <p:grpSpPr>
              <a:xfrm>
                <a:off x="451167" y="1803400"/>
                <a:ext cx="3154680" cy="4534471"/>
                <a:chOff x="451167" y="1803400"/>
                <a:chExt cx="3154680" cy="4534471"/>
              </a:xfrm>
            </p:grpSpPr>
            <p:grpSp>
              <p:nvGrpSpPr>
                <p:cNvPr id="45" name="Рисунок 4">
                  <a:extLst>
                    <a:ext uri="{FF2B5EF4-FFF2-40B4-BE49-F238E27FC236}">
                      <a16:creationId xmlns="" xmlns:a16="http://schemas.microsoft.com/office/drawing/2014/main" id="{837B8E62-BEEE-4D10-9229-F39B0327CD32}"/>
                    </a:ext>
                  </a:extLst>
                </p:cNvPr>
                <p:cNvGrpSpPr/>
                <p:nvPr/>
              </p:nvGrpSpPr>
              <p:grpSpPr>
                <a:xfrm>
                  <a:off x="451167" y="1803400"/>
                  <a:ext cx="3154680" cy="1178115"/>
                  <a:chOff x="451167" y="1803400"/>
                  <a:chExt cx="3154680" cy="1178115"/>
                </a:xfrm>
              </p:grpSpPr>
              <p:sp>
                <p:nvSpPr>
                  <p:cNvPr id="46" name="Полилиния: фигура 45">
                    <a:extLst>
                      <a:ext uri="{FF2B5EF4-FFF2-40B4-BE49-F238E27FC236}">
                        <a16:creationId xmlns="" xmlns:a16="http://schemas.microsoft.com/office/drawing/2014/main" id="{639BAF63-3EF0-4D5D-834A-6E31B3361F29}"/>
                      </a:ext>
                    </a:extLst>
                  </p:cNvPr>
                  <p:cNvSpPr/>
                  <p:nvPr/>
                </p:nvSpPr>
                <p:spPr>
                  <a:xfrm>
                    <a:off x="866330" y="1995551"/>
                    <a:ext cx="2544445" cy="237426"/>
                  </a:xfrm>
                  <a:custGeom>
                    <a:avLst/>
                    <a:gdLst>
                      <a:gd name="connsiteX0" fmla="*/ 2468245 w 2544445"/>
                      <a:gd name="connsiteY0" fmla="*/ 0 h 237426"/>
                      <a:gd name="connsiteX1" fmla="*/ 2544445 w 2544445"/>
                      <a:gd name="connsiteY1" fmla="*/ 76200 h 237426"/>
                      <a:gd name="connsiteX2" fmla="*/ 2544445 w 2544445"/>
                      <a:gd name="connsiteY2" fmla="*/ 161227 h 237426"/>
                      <a:gd name="connsiteX3" fmla="*/ 2468245 w 2544445"/>
                      <a:gd name="connsiteY3" fmla="*/ 237427 h 237426"/>
                      <a:gd name="connsiteX4" fmla="*/ 76200 w 2544445"/>
                      <a:gd name="connsiteY4" fmla="*/ 237427 h 237426"/>
                      <a:gd name="connsiteX5" fmla="*/ 0 w 2544445"/>
                      <a:gd name="connsiteY5" fmla="*/ 161227 h 237426"/>
                      <a:gd name="connsiteX6" fmla="*/ 0 w 2544445"/>
                      <a:gd name="connsiteY6" fmla="*/ 76200 h 237426"/>
                      <a:gd name="connsiteX7" fmla="*/ 76200 w 2544445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237426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161227"/>
                        </a:lnTo>
                        <a:cubicBezTo>
                          <a:pt x="2544445" y="203311"/>
                          <a:pt x="2510329" y="237427"/>
                          <a:pt x="2468245" y="237427"/>
                        </a:cubicBezTo>
                        <a:lnTo>
                          <a:pt x="76200" y="237427"/>
                        </a:lnTo>
                        <a:cubicBezTo>
                          <a:pt x="34116" y="237427"/>
                          <a:pt x="0" y="203311"/>
                          <a:pt x="0" y="161227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="" xmlns:a16="http://schemas.microsoft.com/office/drawing/2014/main" id="{8E2EB340-664B-4DC9-A262-673D505A8FC3}"/>
                      </a:ext>
                    </a:extLst>
                  </p:cNvPr>
                  <p:cNvSpPr txBox="1"/>
                  <p:nvPr/>
                </p:nvSpPr>
                <p:spPr>
                  <a:xfrm>
                    <a:off x="870349" y="1973045"/>
                    <a:ext cx="206167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РЕГИОНАЛЬНЫЙ ДИРЕ</a:t>
                    </a:r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="" xmlns:a16="http://schemas.microsoft.com/office/drawing/2014/main" id="{5B17C297-F7FE-41CF-816D-31FAD03B1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760789" y="1954847"/>
                    <a:ext cx="234252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К</a:t>
                    </a:r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="" xmlns:a16="http://schemas.microsoft.com/office/drawing/2014/main" id="{DB6843F5-D94F-4004-B79A-343AE9A7807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7786" y="1954847"/>
                    <a:ext cx="216513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spc="-45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="" xmlns:a16="http://schemas.microsoft.com/office/drawing/2014/main" id="{4DC6B8F8-3988-4A6D-BA3D-6D319CE138EE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973" y="1954847"/>
                    <a:ext cx="36035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ОР</a:t>
                    </a:r>
                  </a:p>
                </p:txBody>
              </p:sp>
              <p:sp>
                <p:nvSpPr>
                  <p:cNvPr id="57" name="TextBox 56">
                    <a:extLst>
                      <a:ext uri="{FF2B5EF4-FFF2-40B4-BE49-F238E27FC236}">
                        <a16:creationId xmlns="" xmlns:a16="http://schemas.microsoft.com/office/drawing/2014/main" id="{4780493A-FF5B-4422-8C11-0FC32845CA02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438" y="2234755"/>
                    <a:ext cx="16051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5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89" name="Полилиния: фигура 88">
                    <a:extLst>
                      <a:ext uri="{FF2B5EF4-FFF2-40B4-BE49-F238E27FC236}">
                        <a16:creationId xmlns="" xmlns:a16="http://schemas.microsoft.com/office/drawing/2014/main" id="{C365F087-86FD-4C64-B690-23151BDF3EE1}"/>
                      </a:ext>
                    </a:extLst>
                  </p:cNvPr>
                  <p:cNvSpPr/>
                  <p:nvPr/>
                </p:nvSpPr>
                <p:spPr>
                  <a:xfrm>
                    <a:off x="451167" y="1803400"/>
                    <a:ext cx="3154680" cy="1178115"/>
                  </a:xfrm>
                  <a:custGeom>
                    <a:avLst/>
                    <a:gdLst>
                      <a:gd name="connsiteX0" fmla="*/ 3078480 w 3154680"/>
                      <a:gd name="connsiteY0" fmla="*/ 0 h 1178115"/>
                      <a:gd name="connsiteX1" fmla="*/ 3154680 w 3154680"/>
                      <a:gd name="connsiteY1" fmla="*/ 76200 h 1178115"/>
                      <a:gd name="connsiteX2" fmla="*/ 3154680 w 3154680"/>
                      <a:gd name="connsiteY2" fmla="*/ 1101916 h 1178115"/>
                      <a:gd name="connsiteX3" fmla="*/ 3078480 w 3154680"/>
                      <a:gd name="connsiteY3" fmla="*/ 1178116 h 1178115"/>
                      <a:gd name="connsiteX4" fmla="*/ 76200 w 3154680"/>
                      <a:gd name="connsiteY4" fmla="*/ 1178116 h 1178115"/>
                      <a:gd name="connsiteX5" fmla="*/ 0 w 3154680"/>
                      <a:gd name="connsiteY5" fmla="*/ 1101916 h 1178115"/>
                      <a:gd name="connsiteX6" fmla="*/ 0 w 3154680"/>
                      <a:gd name="connsiteY6" fmla="*/ 76200 h 1178115"/>
                      <a:gd name="connsiteX7" fmla="*/ 76200 w 3154680"/>
                      <a:gd name="connsiteY7" fmla="*/ 0 h 11781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178115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101916"/>
                        </a:lnTo>
                        <a:cubicBezTo>
                          <a:pt x="3154680" y="1144000"/>
                          <a:pt x="3120564" y="1178116"/>
                          <a:pt x="3078480" y="1178116"/>
                        </a:cubicBezTo>
                        <a:lnTo>
                          <a:pt x="76200" y="1178116"/>
                        </a:lnTo>
                        <a:cubicBezTo>
                          <a:pt x="34116" y="1178116"/>
                          <a:pt x="0" y="1144000"/>
                          <a:pt x="0" y="110191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90" name="Полилиния: фигура 89">
                    <a:extLst>
                      <a:ext uri="{FF2B5EF4-FFF2-40B4-BE49-F238E27FC236}">
                        <a16:creationId xmlns="" xmlns:a16="http://schemas.microsoft.com/office/drawing/2014/main" id="{99E847E8-2EDD-4210-9097-E919DCF46202}"/>
                      </a:ext>
                    </a:extLst>
                  </p:cNvPr>
                  <p:cNvSpPr/>
                  <p:nvPr/>
                </p:nvSpPr>
                <p:spPr>
                  <a:xfrm>
                    <a:off x="601513" y="1982913"/>
                    <a:ext cx="228824" cy="261241"/>
                  </a:xfrm>
                  <a:custGeom>
                    <a:avLst/>
                    <a:gdLst>
                      <a:gd name="connsiteX0" fmla="*/ 90001 w 228824"/>
                      <a:gd name="connsiteY0" fmla="*/ 131065 h 261241"/>
                      <a:gd name="connsiteX1" fmla="*/ 48980 w 228824"/>
                      <a:gd name="connsiteY1" fmla="*/ 50102 h 261241"/>
                      <a:gd name="connsiteX2" fmla="*/ 114322 w 228824"/>
                      <a:gd name="connsiteY2" fmla="*/ 1 h 261241"/>
                      <a:gd name="connsiteX3" fmla="*/ 179663 w 228824"/>
                      <a:gd name="connsiteY3" fmla="*/ 50102 h 261241"/>
                      <a:gd name="connsiteX4" fmla="*/ 140103 w 228824"/>
                      <a:gd name="connsiteY4" fmla="*/ 130557 h 261241"/>
                      <a:gd name="connsiteX5" fmla="*/ 164868 w 228824"/>
                      <a:gd name="connsiteY5" fmla="*/ 137288 h 261241"/>
                      <a:gd name="connsiteX6" fmla="*/ 225447 w 228824"/>
                      <a:gd name="connsiteY6" fmla="*/ 195581 h 261241"/>
                      <a:gd name="connsiteX7" fmla="*/ 216811 w 228824"/>
                      <a:gd name="connsiteY7" fmla="*/ 240412 h 261241"/>
                      <a:gd name="connsiteX8" fmla="*/ 168868 w 228824"/>
                      <a:gd name="connsiteY8" fmla="*/ 261240 h 261241"/>
                      <a:gd name="connsiteX9" fmla="*/ 58886 w 228824"/>
                      <a:gd name="connsiteY9" fmla="*/ 261240 h 261241"/>
                      <a:gd name="connsiteX10" fmla="*/ 7705 w 228824"/>
                      <a:gd name="connsiteY10" fmla="*/ 234062 h 261241"/>
                      <a:gd name="connsiteX11" fmla="*/ 4467 w 228824"/>
                      <a:gd name="connsiteY11" fmla="*/ 192279 h 261241"/>
                      <a:gd name="connsiteX12" fmla="*/ 49044 w 228824"/>
                      <a:gd name="connsiteY12" fmla="*/ 143765 h 261241"/>
                      <a:gd name="connsiteX13" fmla="*/ 85556 w 228824"/>
                      <a:gd name="connsiteY13" fmla="*/ 131827 h 261241"/>
                      <a:gd name="connsiteX14" fmla="*/ 90001 w 228824"/>
                      <a:gd name="connsiteY14" fmla="*/ 131128 h 261241"/>
                      <a:gd name="connsiteX15" fmla="*/ 91398 w 228824"/>
                      <a:gd name="connsiteY15" fmla="*/ 38545 h 261241"/>
                      <a:gd name="connsiteX16" fmla="*/ 57299 w 228824"/>
                      <a:gd name="connsiteY16" fmla="*/ 59691 h 261241"/>
                      <a:gd name="connsiteX17" fmla="*/ 85239 w 228824"/>
                      <a:gd name="connsiteY17" fmla="*/ 118365 h 261241"/>
                      <a:gd name="connsiteX18" fmla="*/ 152993 w 228824"/>
                      <a:gd name="connsiteY18" fmla="*/ 111062 h 261241"/>
                      <a:gd name="connsiteX19" fmla="*/ 168297 w 228824"/>
                      <a:gd name="connsiteY19" fmla="*/ 49594 h 261241"/>
                      <a:gd name="connsiteX20" fmla="*/ 127784 w 228824"/>
                      <a:gd name="connsiteY20" fmla="*/ 58865 h 261241"/>
                      <a:gd name="connsiteX21" fmla="*/ 91398 w 228824"/>
                      <a:gd name="connsiteY21" fmla="*/ 38609 h 261241"/>
                      <a:gd name="connsiteX22" fmla="*/ 176298 w 228824"/>
                      <a:gd name="connsiteY22" fmla="*/ 153353 h 261241"/>
                      <a:gd name="connsiteX23" fmla="*/ 121307 w 228824"/>
                      <a:gd name="connsiteY23" fmla="*/ 251270 h 261241"/>
                      <a:gd name="connsiteX24" fmla="*/ 123402 w 228824"/>
                      <a:gd name="connsiteY24" fmla="*/ 251461 h 261241"/>
                      <a:gd name="connsiteX25" fmla="*/ 172932 w 228824"/>
                      <a:gd name="connsiteY25" fmla="*/ 251397 h 261241"/>
                      <a:gd name="connsiteX26" fmla="*/ 183664 w 228824"/>
                      <a:gd name="connsiteY26" fmla="*/ 249937 h 261241"/>
                      <a:gd name="connsiteX27" fmla="*/ 214398 w 228824"/>
                      <a:gd name="connsiteY27" fmla="*/ 227013 h 261241"/>
                      <a:gd name="connsiteX28" fmla="*/ 216938 w 228824"/>
                      <a:gd name="connsiteY28" fmla="*/ 201042 h 261241"/>
                      <a:gd name="connsiteX29" fmla="*/ 201634 w 228824"/>
                      <a:gd name="connsiteY29" fmla="*/ 174816 h 261241"/>
                      <a:gd name="connsiteX30" fmla="*/ 176298 w 228824"/>
                      <a:gd name="connsiteY30" fmla="*/ 153353 h 261241"/>
                      <a:gd name="connsiteX31" fmla="*/ 52600 w 228824"/>
                      <a:gd name="connsiteY31" fmla="*/ 153417 h 261241"/>
                      <a:gd name="connsiteX32" fmla="*/ 51139 w 228824"/>
                      <a:gd name="connsiteY32" fmla="*/ 154179 h 261241"/>
                      <a:gd name="connsiteX33" fmla="*/ 12404 w 228824"/>
                      <a:gd name="connsiteY33" fmla="*/ 200089 h 261241"/>
                      <a:gd name="connsiteX34" fmla="*/ 16151 w 228824"/>
                      <a:gd name="connsiteY34" fmla="*/ 229807 h 261241"/>
                      <a:gd name="connsiteX35" fmla="*/ 58251 w 228824"/>
                      <a:gd name="connsiteY35" fmla="*/ 251461 h 261241"/>
                      <a:gd name="connsiteX36" fmla="*/ 103908 w 228824"/>
                      <a:gd name="connsiteY36" fmla="*/ 251461 h 261241"/>
                      <a:gd name="connsiteX37" fmla="*/ 107718 w 228824"/>
                      <a:gd name="connsiteY37" fmla="*/ 251461 h 261241"/>
                      <a:gd name="connsiteX38" fmla="*/ 52663 w 228824"/>
                      <a:gd name="connsiteY38" fmla="*/ 153417 h 261241"/>
                      <a:gd name="connsiteX39" fmla="*/ 89874 w 228824"/>
                      <a:gd name="connsiteY39" fmla="*/ 15368 h 261241"/>
                      <a:gd name="connsiteX40" fmla="*/ 122577 w 228824"/>
                      <a:gd name="connsiteY40" fmla="*/ 47308 h 261241"/>
                      <a:gd name="connsiteX41" fmla="*/ 165122 w 228824"/>
                      <a:gd name="connsiteY41" fmla="*/ 39879 h 261241"/>
                      <a:gd name="connsiteX42" fmla="*/ 89938 w 228824"/>
                      <a:gd name="connsiteY42" fmla="*/ 15431 h 261241"/>
                      <a:gd name="connsiteX43" fmla="*/ 133118 w 228824"/>
                      <a:gd name="connsiteY43" fmla="*/ 140209 h 261241"/>
                      <a:gd name="connsiteX44" fmla="*/ 130260 w 228824"/>
                      <a:gd name="connsiteY44" fmla="*/ 160719 h 261241"/>
                      <a:gd name="connsiteX45" fmla="*/ 129498 w 228824"/>
                      <a:gd name="connsiteY45" fmla="*/ 162053 h 261241"/>
                      <a:gd name="connsiteX46" fmla="*/ 128800 w 228824"/>
                      <a:gd name="connsiteY46" fmla="*/ 165990 h 261241"/>
                      <a:gd name="connsiteX47" fmla="*/ 132610 w 228824"/>
                      <a:gd name="connsiteY47" fmla="*/ 193485 h 261241"/>
                      <a:gd name="connsiteX48" fmla="*/ 134578 w 228824"/>
                      <a:gd name="connsiteY48" fmla="*/ 206376 h 261241"/>
                      <a:gd name="connsiteX49" fmla="*/ 135213 w 228824"/>
                      <a:gd name="connsiteY49" fmla="*/ 206439 h 261241"/>
                      <a:gd name="connsiteX50" fmla="*/ 168043 w 228824"/>
                      <a:gd name="connsiteY50" fmla="*/ 148464 h 261241"/>
                      <a:gd name="connsiteX51" fmla="*/ 133118 w 228824"/>
                      <a:gd name="connsiteY51" fmla="*/ 140209 h 261241"/>
                      <a:gd name="connsiteX52" fmla="*/ 93557 w 228824"/>
                      <a:gd name="connsiteY52" fmla="*/ 206503 h 261241"/>
                      <a:gd name="connsiteX53" fmla="*/ 94256 w 228824"/>
                      <a:gd name="connsiteY53" fmla="*/ 206249 h 261241"/>
                      <a:gd name="connsiteX54" fmla="*/ 99463 w 228824"/>
                      <a:gd name="connsiteY54" fmla="*/ 171070 h 261241"/>
                      <a:gd name="connsiteX55" fmla="*/ 96542 w 228824"/>
                      <a:gd name="connsiteY55" fmla="*/ 157354 h 261241"/>
                      <a:gd name="connsiteX56" fmla="*/ 94383 w 228824"/>
                      <a:gd name="connsiteY56" fmla="*/ 143130 h 261241"/>
                      <a:gd name="connsiteX57" fmla="*/ 94954 w 228824"/>
                      <a:gd name="connsiteY57" fmla="*/ 140272 h 261241"/>
                      <a:gd name="connsiteX58" fmla="*/ 60791 w 228824"/>
                      <a:gd name="connsiteY58" fmla="*/ 148527 h 261241"/>
                      <a:gd name="connsiteX59" fmla="*/ 93621 w 228824"/>
                      <a:gd name="connsiteY59" fmla="*/ 206503 h 261241"/>
                      <a:gd name="connsiteX60" fmla="*/ 119783 w 228824"/>
                      <a:gd name="connsiteY60" fmla="*/ 169482 h 261241"/>
                      <a:gd name="connsiteX61" fmla="*/ 109115 w 228824"/>
                      <a:gd name="connsiteY61" fmla="*/ 169482 h 261241"/>
                      <a:gd name="connsiteX62" fmla="*/ 102828 w 228824"/>
                      <a:gd name="connsiteY62" fmla="*/ 213297 h 261241"/>
                      <a:gd name="connsiteX63" fmla="*/ 106003 w 228824"/>
                      <a:gd name="connsiteY63" fmla="*/ 229172 h 261241"/>
                      <a:gd name="connsiteX64" fmla="*/ 112925 w 228824"/>
                      <a:gd name="connsiteY64" fmla="*/ 241555 h 261241"/>
                      <a:gd name="connsiteX65" fmla="*/ 114512 w 228824"/>
                      <a:gd name="connsiteY65" fmla="*/ 244031 h 261241"/>
                      <a:gd name="connsiteX66" fmla="*/ 126450 w 228824"/>
                      <a:gd name="connsiteY66" fmla="*/ 222314 h 261241"/>
                      <a:gd name="connsiteX67" fmla="*/ 126704 w 228824"/>
                      <a:gd name="connsiteY67" fmla="*/ 220028 h 261241"/>
                      <a:gd name="connsiteX68" fmla="*/ 119719 w 228824"/>
                      <a:gd name="connsiteY68" fmla="*/ 169546 h 261241"/>
                      <a:gd name="connsiteX69" fmla="*/ 123974 w 228824"/>
                      <a:gd name="connsiteY69" fmla="*/ 140272 h 261241"/>
                      <a:gd name="connsiteX70" fmla="*/ 106956 w 228824"/>
                      <a:gd name="connsiteY70" fmla="*/ 140272 h 261241"/>
                      <a:gd name="connsiteX71" fmla="*/ 105876 w 228824"/>
                      <a:gd name="connsiteY71" fmla="*/ 140526 h 261241"/>
                      <a:gd name="connsiteX72" fmla="*/ 104225 w 228824"/>
                      <a:gd name="connsiteY72" fmla="*/ 150178 h 261241"/>
                      <a:gd name="connsiteX73" fmla="*/ 108289 w 228824"/>
                      <a:gd name="connsiteY73" fmla="*/ 158116 h 261241"/>
                      <a:gd name="connsiteX74" fmla="*/ 120672 w 228824"/>
                      <a:gd name="connsiteY74" fmla="*/ 158497 h 261241"/>
                      <a:gd name="connsiteX75" fmla="*/ 123910 w 228824"/>
                      <a:gd name="connsiteY75" fmla="*/ 140209 h 261241"/>
                      <a:gd name="connsiteX76" fmla="*/ 80857 w 228824"/>
                      <a:gd name="connsiteY76" fmla="*/ 20511 h 261241"/>
                      <a:gd name="connsiteX77" fmla="*/ 59521 w 228824"/>
                      <a:gd name="connsiteY77" fmla="*/ 48959 h 261241"/>
                      <a:gd name="connsiteX78" fmla="*/ 84540 w 228824"/>
                      <a:gd name="connsiteY78" fmla="*/ 29465 h 261241"/>
                      <a:gd name="connsiteX79" fmla="*/ 84413 w 228824"/>
                      <a:gd name="connsiteY79" fmla="*/ 27750 h 261241"/>
                      <a:gd name="connsiteX80" fmla="*/ 80857 w 228824"/>
                      <a:gd name="connsiteY80" fmla="*/ 20511 h 2612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</a:cxnLst>
                    <a:rect l="l" t="t" r="r" b="b"/>
                    <a:pathLst>
                      <a:path w="228824" h="261241">
                        <a:moveTo>
                          <a:pt x="90001" y="131065"/>
                        </a:moveTo>
                        <a:cubicBezTo>
                          <a:pt x="55711" y="117095"/>
                          <a:pt x="40598" y="81281"/>
                          <a:pt x="48980" y="50102"/>
                        </a:cubicBezTo>
                        <a:cubicBezTo>
                          <a:pt x="56918" y="20892"/>
                          <a:pt x="83588" y="128"/>
                          <a:pt x="114322" y="1"/>
                        </a:cubicBezTo>
                        <a:cubicBezTo>
                          <a:pt x="144675" y="-126"/>
                          <a:pt x="171281" y="20511"/>
                          <a:pt x="179663" y="50102"/>
                        </a:cubicBezTo>
                        <a:cubicBezTo>
                          <a:pt x="188109" y="79884"/>
                          <a:pt x="173885" y="116714"/>
                          <a:pt x="140103" y="130557"/>
                        </a:cubicBezTo>
                        <a:cubicBezTo>
                          <a:pt x="147913" y="132652"/>
                          <a:pt x="156676" y="134240"/>
                          <a:pt x="164868" y="137288"/>
                        </a:cubicBezTo>
                        <a:cubicBezTo>
                          <a:pt x="193506" y="147829"/>
                          <a:pt x="213890" y="167450"/>
                          <a:pt x="225447" y="195581"/>
                        </a:cubicBezTo>
                        <a:cubicBezTo>
                          <a:pt x="232178" y="211964"/>
                          <a:pt x="228622" y="227204"/>
                          <a:pt x="216811" y="240412"/>
                        </a:cubicBezTo>
                        <a:cubicBezTo>
                          <a:pt x="204047" y="254636"/>
                          <a:pt x="188109" y="261367"/>
                          <a:pt x="168868" y="261240"/>
                        </a:cubicBezTo>
                        <a:cubicBezTo>
                          <a:pt x="132229" y="260922"/>
                          <a:pt x="95526" y="260986"/>
                          <a:pt x="58886" y="261240"/>
                        </a:cubicBezTo>
                        <a:cubicBezTo>
                          <a:pt x="36788" y="261367"/>
                          <a:pt x="20151" y="251334"/>
                          <a:pt x="7705" y="234062"/>
                        </a:cubicBezTo>
                        <a:cubicBezTo>
                          <a:pt x="-1629" y="221108"/>
                          <a:pt x="-2201" y="206820"/>
                          <a:pt x="4467" y="192279"/>
                        </a:cubicBezTo>
                        <a:cubicBezTo>
                          <a:pt x="14119" y="171260"/>
                          <a:pt x="28787" y="154814"/>
                          <a:pt x="49044" y="143765"/>
                        </a:cubicBezTo>
                        <a:cubicBezTo>
                          <a:pt x="60410" y="137542"/>
                          <a:pt x="72729" y="133795"/>
                          <a:pt x="85556" y="131827"/>
                        </a:cubicBezTo>
                        <a:cubicBezTo>
                          <a:pt x="86826" y="131636"/>
                          <a:pt x="88160" y="131446"/>
                          <a:pt x="90001" y="131128"/>
                        </a:cubicBezTo>
                        <a:close/>
                        <a:moveTo>
                          <a:pt x="91398" y="38545"/>
                        </a:moveTo>
                        <a:cubicBezTo>
                          <a:pt x="78444" y="54547"/>
                          <a:pt x="76603" y="55690"/>
                          <a:pt x="57299" y="59691"/>
                        </a:cubicBezTo>
                        <a:cubicBezTo>
                          <a:pt x="53806" y="75883"/>
                          <a:pt x="60093" y="103442"/>
                          <a:pt x="85239" y="118365"/>
                        </a:cubicBezTo>
                        <a:cubicBezTo>
                          <a:pt x="106765" y="131128"/>
                          <a:pt x="134451" y="128080"/>
                          <a:pt x="152993" y="111062"/>
                        </a:cubicBezTo>
                        <a:cubicBezTo>
                          <a:pt x="172107" y="93536"/>
                          <a:pt x="175790" y="67374"/>
                          <a:pt x="168297" y="49594"/>
                        </a:cubicBezTo>
                        <a:cubicBezTo>
                          <a:pt x="155851" y="57405"/>
                          <a:pt x="142452" y="61088"/>
                          <a:pt x="127784" y="58865"/>
                        </a:cubicBezTo>
                        <a:cubicBezTo>
                          <a:pt x="113115" y="56706"/>
                          <a:pt x="101241" y="49404"/>
                          <a:pt x="91398" y="38609"/>
                        </a:cubicBezTo>
                        <a:close/>
                        <a:moveTo>
                          <a:pt x="176298" y="153353"/>
                        </a:moveTo>
                        <a:cubicBezTo>
                          <a:pt x="157946" y="185992"/>
                          <a:pt x="139722" y="218504"/>
                          <a:pt x="121307" y="251270"/>
                        </a:cubicBezTo>
                        <a:cubicBezTo>
                          <a:pt x="122259" y="251334"/>
                          <a:pt x="122831" y="251461"/>
                          <a:pt x="123402" y="251461"/>
                        </a:cubicBezTo>
                        <a:cubicBezTo>
                          <a:pt x="139912" y="251461"/>
                          <a:pt x="156422" y="251524"/>
                          <a:pt x="172932" y="251397"/>
                        </a:cubicBezTo>
                        <a:cubicBezTo>
                          <a:pt x="176488" y="251397"/>
                          <a:pt x="180171" y="250762"/>
                          <a:pt x="183664" y="249937"/>
                        </a:cubicBezTo>
                        <a:cubicBezTo>
                          <a:pt x="197126" y="246698"/>
                          <a:pt x="206841" y="238062"/>
                          <a:pt x="214398" y="227013"/>
                        </a:cubicBezTo>
                        <a:cubicBezTo>
                          <a:pt x="219795" y="219139"/>
                          <a:pt x="220684" y="209995"/>
                          <a:pt x="216938" y="201042"/>
                        </a:cubicBezTo>
                        <a:cubicBezTo>
                          <a:pt x="213064" y="191644"/>
                          <a:pt x="208175" y="182754"/>
                          <a:pt x="201634" y="174816"/>
                        </a:cubicBezTo>
                        <a:cubicBezTo>
                          <a:pt x="194522" y="166180"/>
                          <a:pt x="186204" y="159005"/>
                          <a:pt x="176298" y="153353"/>
                        </a:cubicBezTo>
                        <a:close/>
                        <a:moveTo>
                          <a:pt x="52600" y="153417"/>
                        </a:moveTo>
                        <a:cubicBezTo>
                          <a:pt x="51965" y="153734"/>
                          <a:pt x="51520" y="153925"/>
                          <a:pt x="51139" y="154179"/>
                        </a:cubicBezTo>
                        <a:cubicBezTo>
                          <a:pt x="33550" y="165482"/>
                          <a:pt x="20405" y="180722"/>
                          <a:pt x="12404" y="200089"/>
                        </a:cubicBezTo>
                        <a:cubicBezTo>
                          <a:pt x="8086" y="210503"/>
                          <a:pt x="9293" y="220854"/>
                          <a:pt x="16151" y="229807"/>
                        </a:cubicBezTo>
                        <a:cubicBezTo>
                          <a:pt x="26628" y="243587"/>
                          <a:pt x="40408" y="251588"/>
                          <a:pt x="58251" y="251461"/>
                        </a:cubicBezTo>
                        <a:cubicBezTo>
                          <a:pt x="73491" y="251334"/>
                          <a:pt x="88668" y="251461"/>
                          <a:pt x="103908" y="251461"/>
                        </a:cubicBezTo>
                        <a:lnTo>
                          <a:pt x="107718" y="251461"/>
                        </a:lnTo>
                        <a:cubicBezTo>
                          <a:pt x="89239" y="218504"/>
                          <a:pt x="70951" y="186056"/>
                          <a:pt x="52663" y="153417"/>
                        </a:cubicBezTo>
                        <a:close/>
                        <a:moveTo>
                          <a:pt x="89874" y="15368"/>
                        </a:moveTo>
                        <a:cubicBezTo>
                          <a:pt x="95526" y="31370"/>
                          <a:pt x="106194" y="42355"/>
                          <a:pt x="122577" y="47308"/>
                        </a:cubicBezTo>
                        <a:cubicBezTo>
                          <a:pt x="137880" y="51880"/>
                          <a:pt x="152104" y="49086"/>
                          <a:pt x="165122" y="39879"/>
                        </a:cubicBezTo>
                        <a:cubicBezTo>
                          <a:pt x="150263" y="11939"/>
                          <a:pt x="115211" y="2731"/>
                          <a:pt x="89938" y="15431"/>
                        </a:cubicBezTo>
                        <a:close/>
                        <a:moveTo>
                          <a:pt x="133118" y="140209"/>
                        </a:moveTo>
                        <a:cubicBezTo>
                          <a:pt x="137817" y="148273"/>
                          <a:pt x="134642" y="154623"/>
                          <a:pt x="130260" y="160719"/>
                        </a:cubicBezTo>
                        <a:cubicBezTo>
                          <a:pt x="129943" y="161100"/>
                          <a:pt x="129625" y="161545"/>
                          <a:pt x="129498" y="162053"/>
                        </a:cubicBezTo>
                        <a:cubicBezTo>
                          <a:pt x="129181" y="163386"/>
                          <a:pt x="128609" y="164720"/>
                          <a:pt x="128800" y="165990"/>
                        </a:cubicBezTo>
                        <a:cubicBezTo>
                          <a:pt x="130006" y="175197"/>
                          <a:pt x="131340" y="184341"/>
                          <a:pt x="132610" y="193485"/>
                        </a:cubicBezTo>
                        <a:cubicBezTo>
                          <a:pt x="133245" y="197803"/>
                          <a:pt x="133943" y="202058"/>
                          <a:pt x="134578" y="206376"/>
                        </a:cubicBezTo>
                        <a:cubicBezTo>
                          <a:pt x="134769" y="206376"/>
                          <a:pt x="135023" y="206376"/>
                          <a:pt x="135213" y="206439"/>
                        </a:cubicBezTo>
                        <a:cubicBezTo>
                          <a:pt x="146135" y="187135"/>
                          <a:pt x="156994" y="167895"/>
                          <a:pt x="168043" y="148464"/>
                        </a:cubicBezTo>
                        <a:cubicBezTo>
                          <a:pt x="156994" y="143447"/>
                          <a:pt x="145818" y="140844"/>
                          <a:pt x="133118" y="140209"/>
                        </a:cubicBezTo>
                        <a:close/>
                        <a:moveTo>
                          <a:pt x="93557" y="206503"/>
                        </a:moveTo>
                        <a:cubicBezTo>
                          <a:pt x="93557" y="206503"/>
                          <a:pt x="94002" y="206312"/>
                          <a:pt x="94256" y="206249"/>
                        </a:cubicBezTo>
                        <a:cubicBezTo>
                          <a:pt x="95970" y="194501"/>
                          <a:pt x="97304" y="182754"/>
                          <a:pt x="99463" y="171070"/>
                        </a:cubicBezTo>
                        <a:cubicBezTo>
                          <a:pt x="100415" y="165799"/>
                          <a:pt x="99844" y="161418"/>
                          <a:pt x="96542" y="157354"/>
                        </a:cubicBezTo>
                        <a:cubicBezTo>
                          <a:pt x="92986" y="152972"/>
                          <a:pt x="92287" y="148273"/>
                          <a:pt x="94383" y="143130"/>
                        </a:cubicBezTo>
                        <a:cubicBezTo>
                          <a:pt x="94700" y="142304"/>
                          <a:pt x="94700" y="141415"/>
                          <a:pt x="94954" y="140272"/>
                        </a:cubicBezTo>
                        <a:cubicBezTo>
                          <a:pt x="83016" y="140780"/>
                          <a:pt x="71840" y="143511"/>
                          <a:pt x="60791" y="148527"/>
                        </a:cubicBezTo>
                        <a:cubicBezTo>
                          <a:pt x="71840" y="168022"/>
                          <a:pt x="82699" y="187262"/>
                          <a:pt x="93621" y="206503"/>
                        </a:cubicBezTo>
                        <a:close/>
                        <a:moveTo>
                          <a:pt x="119783" y="169482"/>
                        </a:moveTo>
                        <a:lnTo>
                          <a:pt x="109115" y="169482"/>
                        </a:lnTo>
                        <a:cubicBezTo>
                          <a:pt x="107083" y="184214"/>
                          <a:pt x="105305" y="198819"/>
                          <a:pt x="102828" y="213297"/>
                        </a:cubicBezTo>
                        <a:cubicBezTo>
                          <a:pt x="101812" y="219266"/>
                          <a:pt x="102701" y="224219"/>
                          <a:pt x="106003" y="229172"/>
                        </a:cubicBezTo>
                        <a:cubicBezTo>
                          <a:pt x="108607" y="233109"/>
                          <a:pt x="110639" y="237427"/>
                          <a:pt x="112925" y="241555"/>
                        </a:cubicBezTo>
                        <a:cubicBezTo>
                          <a:pt x="113369" y="242317"/>
                          <a:pt x="113877" y="242952"/>
                          <a:pt x="114512" y="244031"/>
                        </a:cubicBezTo>
                        <a:cubicBezTo>
                          <a:pt x="118640" y="236538"/>
                          <a:pt x="122577" y="229426"/>
                          <a:pt x="126450" y="222314"/>
                        </a:cubicBezTo>
                        <a:cubicBezTo>
                          <a:pt x="126768" y="221679"/>
                          <a:pt x="126768" y="220790"/>
                          <a:pt x="126704" y="220028"/>
                        </a:cubicBezTo>
                        <a:cubicBezTo>
                          <a:pt x="124418" y="203264"/>
                          <a:pt x="122069" y="186564"/>
                          <a:pt x="119719" y="169546"/>
                        </a:cubicBezTo>
                        <a:close/>
                        <a:moveTo>
                          <a:pt x="123974" y="140272"/>
                        </a:moveTo>
                        <a:cubicBezTo>
                          <a:pt x="118576" y="140272"/>
                          <a:pt x="112798" y="140272"/>
                          <a:pt x="106956" y="140272"/>
                        </a:cubicBezTo>
                        <a:cubicBezTo>
                          <a:pt x="106575" y="140272"/>
                          <a:pt x="105876" y="140399"/>
                          <a:pt x="105876" y="140526"/>
                        </a:cubicBezTo>
                        <a:cubicBezTo>
                          <a:pt x="105241" y="143765"/>
                          <a:pt x="103844" y="147067"/>
                          <a:pt x="104225" y="150178"/>
                        </a:cubicBezTo>
                        <a:cubicBezTo>
                          <a:pt x="104606" y="152972"/>
                          <a:pt x="106829" y="155512"/>
                          <a:pt x="108289" y="158116"/>
                        </a:cubicBezTo>
                        <a:cubicBezTo>
                          <a:pt x="109369" y="159957"/>
                          <a:pt x="119592" y="160338"/>
                          <a:pt x="120672" y="158497"/>
                        </a:cubicBezTo>
                        <a:cubicBezTo>
                          <a:pt x="124037" y="152909"/>
                          <a:pt x="128038" y="147448"/>
                          <a:pt x="123910" y="140209"/>
                        </a:cubicBezTo>
                        <a:close/>
                        <a:moveTo>
                          <a:pt x="80857" y="20511"/>
                        </a:moveTo>
                        <a:cubicBezTo>
                          <a:pt x="70761" y="27750"/>
                          <a:pt x="63839" y="37212"/>
                          <a:pt x="59521" y="48959"/>
                        </a:cubicBezTo>
                        <a:cubicBezTo>
                          <a:pt x="69618" y="48832"/>
                          <a:pt x="82318" y="38736"/>
                          <a:pt x="84540" y="29465"/>
                        </a:cubicBezTo>
                        <a:cubicBezTo>
                          <a:pt x="84667" y="28957"/>
                          <a:pt x="84604" y="28258"/>
                          <a:pt x="84413" y="27750"/>
                        </a:cubicBezTo>
                        <a:cubicBezTo>
                          <a:pt x="83334" y="25401"/>
                          <a:pt x="82127" y="23051"/>
                          <a:pt x="80857" y="2051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91" name="Рисунок 4">
                  <a:extLst>
                    <a:ext uri="{FF2B5EF4-FFF2-40B4-BE49-F238E27FC236}">
                      <a16:creationId xmlns="" xmlns:a16="http://schemas.microsoft.com/office/drawing/2014/main" id="{270F8674-4EAA-460E-97B0-E8C34B5D1954}"/>
                    </a:ext>
                  </a:extLst>
                </p:cNvPr>
                <p:cNvGrpSpPr/>
                <p:nvPr/>
              </p:nvGrpSpPr>
              <p:grpSpPr>
                <a:xfrm>
                  <a:off x="451167" y="3425444"/>
                  <a:ext cx="3154680" cy="1178115"/>
                  <a:chOff x="451167" y="3425444"/>
                  <a:chExt cx="3154680" cy="1178115"/>
                </a:xfrm>
              </p:grpSpPr>
              <p:sp>
                <p:nvSpPr>
                  <p:cNvPr id="92" name="Полилиния: фигура 91">
                    <a:extLst>
                      <a:ext uri="{FF2B5EF4-FFF2-40B4-BE49-F238E27FC236}">
                        <a16:creationId xmlns="" xmlns:a16="http://schemas.microsoft.com/office/drawing/2014/main" id="{21CEAE44-3D35-4DF8-94E0-CAFCAD0A3F62}"/>
                      </a:ext>
                    </a:extLst>
                  </p:cNvPr>
                  <p:cNvSpPr/>
                  <p:nvPr/>
                </p:nvSpPr>
                <p:spPr>
                  <a:xfrm>
                    <a:off x="866330" y="3594354"/>
                    <a:ext cx="2544445" cy="237426"/>
                  </a:xfrm>
                  <a:custGeom>
                    <a:avLst/>
                    <a:gdLst>
                      <a:gd name="connsiteX0" fmla="*/ 2468245 w 2544445"/>
                      <a:gd name="connsiteY0" fmla="*/ 0 h 237426"/>
                      <a:gd name="connsiteX1" fmla="*/ 2544445 w 2544445"/>
                      <a:gd name="connsiteY1" fmla="*/ 76200 h 237426"/>
                      <a:gd name="connsiteX2" fmla="*/ 2544445 w 2544445"/>
                      <a:gd name="connsiteY2" fmla="*/ 161226 h 237426"/>
                      <a:gd name="connsiteX3" fmla="*/ 2468245 w 2544445"/>
                      <a:gd name="connsiteY3" fmla="*/ 237426 h 237426"/>
                      <a:gd name="connsiteX4" fmla="*/ 76200 w 2544445"/>
                      <a:gd name="connsiteY4" fmla="*/ 237426 h 237426"/>
                      <a:gd name="connsiteX5" fmla="*/ 0 w 2544445"/>
                      <a:gd name="connsiteY5" fmla="*/ 161226 h 237426"/>
                      <a:gd name="connsiteX6" fmla="*/ 0 w 2544445"/>
                      <a:gd name="connsiteY6" fmla="*/ 76200 h 237426"/>
                      <a:gd name="connsiteX7" fmla="*/ 76200 w 2544445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237426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161226"/>
                        </a:lnTo>
                        <a:cubicBezTo>
                          <a:pt x="2544445" y="203311"/>
                          <a:pt x="2510329" y="237426"/>
                          <a:pt x="2468245" y="237426"/>
                        </a:cubicBezTo>
                        <a:lnTo>
                          <a:pt x="76200" y="237426"/>
                        </a:lnTo>
                        <a:cubicBezTo>
                          <a:pt x="34116" y="237426"/>
                          <a:pt x="0" y="203311"/>
                          <a:pt x="0" y="16122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93" name="TextBox 92">
                    <a:extLst>
                      <a:ext uri="{FF2B5EF4-FFF2-40B4-BE49-F238E27FC236}">
                        <a16:creationId xmlns="" xmlns:a16="http://schemas.microsoft.com/office/drawing/2014/main" id="{A3C8C0CD-B94A-40CB-A8B5-CF553224D1EA}"/>
                      </a:ext>
                    </a:extLst>
                  </p:cNvPr>
                  <p:cNvSpPr txBox="1"/>
                  <p:nvPr/>
                </p:nvSpPr>
                <p:spPr>
                  <a:xfrm>
                    <a:off x="861250" y="3553650"/>
                    <a:ext cx="1992213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РЕГИОНАЛЬНЫЙ МЕН</a:t>
                    </a:r>
                  </a:p>
                </p:txBody>
              </p:sp>
              <p:sp>
                <p:nvSpPr>
                  <p:cNvPr id="94" name="TextBox 93">
                    <a:extLst>
                      <a:ext uri="{FF2B5EF4-FFF2-40B4-BE49-F238E27FC236}">
                        <a16:creationId xmlns="" xmlns:a16="http://schemas.microsoft.com/office/drawing/2014/main" id="{6E1FA37D-BE85-4706-BC87-1D95DB3B7D73}"/>
                      </a:ext>
                    </a:extLst>
                  </p:cNvPr>
                  <p:cNvSpPr txBox="1"/>
                  <p:nvPr/>
                </p:nvSpPr>
                <p:spPr>
                  <a:xfrm>
                    <a:off x="2692908" y="3553650"/>
                    <a:ext cx="219291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</a:t>
                    </a:r>
                  </a:p>
                </p:txBody>
              </p:sp>
              <p:sp>
                <p:nvSpPr>
                  <p:cNvPr id="95" name="TextBox 94">
                    <a:extLst>
                      <a:ext uri="{FF2B5EF4-FFF2-40B4-BE49-F238E27FC236}">
                        <a16:creationId xmlns="" xmlns:a16="http://schemas.microsoft.com/office/drawing/2014/main" id="{E920901E-C195-4B2D-B248-1B19A686061B}"/>
                      </a:ext>
                    </a:extLst>
                  </p:cNvPr>
                  <p:cNvSpPr txBox="1"/>
                  <p:nvPr/>
                </p:nvSpPr>
                <p:spPr>
                  <a:xfrm>
                    <a:off x="2785998" y="3553650"/>
                    <a:ext cx="620042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ДЖЕР</a:t>
                    </a:r>
                  </a:p>
                </p:txBody>
              </p:sp>
              <p:sp>
                <p:nvSpPr>
                  <p:cNvPr id="99" name="TextBox 98">
                    <a:extLst>
                      <a:ext uri="{FF2B5EF4-FFF2-40B4-BE49-F238E27FC236}">
                        <a16:creationId xmlns="" xmlns:a16="http://schemas.microsoft.com/office/drawing/2014/main" id="{B7309095-4E9F-4694-81C0-CFAFFCDC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1332103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03" name="TextBox 102">
                    <a:extLst>
                      <a:ext uri="{FF2B5EF4-FFF2-40B4-BE49-F238E27FC236}">
                        <a16:creationId xmlns="" xmlns:a16="http://schemas.microsoft.com/office/drawing/2014/main" id="{38E840BE-E676-4757-9C8A-CA2AF8FA768E}"/>
                      </a:ext>
                    </a:extLst>
                  </p:cNvPr>
                  <p:cNvSpPr txBox="1"/>
                  <p:nvPr/>
                </p:nvSpPr>
                <p:spPr>
                  <a:xfrm>
                    <a:off x="2117534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="" xmlns:a16="http://schemas.microsoft.com/office/drawing/2014/main" id="{C3D5551F-C970-4693-A567-DD11A397FA9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5673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36" name="Полилиния: фигура 135">
                    <a:extLst>
                      <a:ext uri="{FF2B5EF4-FFF2-40B4-BE49-F238E27FC236}">
                        <a16:creationId xmlns="" xmlns:a16="http://schemas.microsoft.com/office/drawing/2014/main" id="{36D8DDDF-05E3-4A44-8270-DDAB760B35B2}"/>
                      </a:ext>
                    </a:extLst>
                  </p:cNvPr>
                  <p:cNvSpPr/>
                  <p:nvPr/>
                </p:nvSpPr>
                <p:spPr>
                  <a:xfrm>
                    <a:off x="451167" y="3425444"/>
                    <a:ext cx="3154680" cy="1178115"/>
                  </a:xfrm>
                  <a:custGeom>
                    <a:avLst/>
                    <a:gdLst>
                      <a:gd name="connsiteX0" fmla="*/ 3078480 w 3154680"/>
                      <a:gd name="connsiteY0" fmla="*/ 0 h 1178115"/>
                      <a:gd name="connsiteX1" fmla="*/ 3154680 w 3154680"/>
                      <a:gd name="connsiteY1" fmla="*/ 76200 h 1178115"/>
                      <a:gd name="connsiteX2" fmla="*/ 3154680 w 3154680"/>
                      <a:gd name="connsiteY2" fmla="*/ 1101916 h 1178115"/>
                      <a:gd name="connsiteX3" fmla="*/ 3078480 w 3154680"/>
                      <a:gd name="connsiteY3" fmla="*/ 1178116 h 1178115"/>
                      <a:gd name="connsiteX4" fmla="*/ 76200 w 3154680"/>
                      <a:gd name="connsiteY4" fmla="*/ 1178116 h 1178115"/>
                      <a:gd name="connsiteX5" fmla="*/ 0 w 3154680"/>
                      <a:gd name="connsiteY5" fmla="*/ 1101916 h 1178115"/>
                      <a:gd name="connsiteX6" fmla="*/ 0 w 3154680"/>
                      <a:gd name="connsiteY6" fmla="*/ 76200 h 1178115"/>
                      <a:gd name="connsiteX7" fmla="*/ 76200 w 3154680"/>
                      <a:gd name="connsiteY7" fmla="*/ 0 h 11781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178115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101916"/>
                        </a:lnTo>
                        <a:cubicBezTo>
                          <a:pt x="3154680" y="1144000"/>
                          <a:pt x="3120564" y="1178116"/>
                          <a:pt x="3078480" y="1178116"/>
                        </a:cubicBezTo>
                        <a:lnTo>
                          <a:pt x="76200" y="1178116"/>
                        </a:lnTo>
                        <a:cubicBezTo>
                          <a:pt x="34116" y="1178116"/>
                          <a:pt x="0" y="1144000"/>
                          <a:pt x="0" y="110191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37" name="Рисунок 4">
                    <a:extLst>
                      <a:ext uri="{FF2B5EF4-FFF2-40B4-BE49-F238E27FC236}">
                        <a16:creationId xmlns="" xmlns:a16="http://schemas.microsoft.com/office/drawing/2014/main" id="{997CFD38-8B67-47A2-8A90-FED3AB2936FC}"/>
                      </a:ext>
                    </a:extLst>
                  </p:cNvPr>
                  <p:cNvGrpSpPr/>
                  <p:nvPr/>
                </p:nvGrpSpPr>
                <p:grpSpPr>
                  <a:xfrm>
                    <a:off x="583247" y="3581842"/>
                    <a:ext cx="241681" cy="260352"/>
                    <a:chOff x="583247" y="3581842"/>
                    <a:chExt cx="241681" cy="260352"/>
                  </a:xfrm>
                  <a:solidFill>
                    <a:srgbClr val="000000"/>
                  </a:solidFill>
                </p:grpSpPr>
                <p:sp>
                  <p:nvSpPr>
                    <p:cNvPr id="138" name="Полилиния: фигура 137">
                      <a:extLst>
                        <a:ext uri="{FF2B5EF4-FFF2-40B4-BE49-F238E27FC236}">
                          <a16:creationId xmlns="" xmlns:a16="http://schemas.microsoft.com/office/drawing/2014/main" id="{67FB457F-933E-4E28-8F55-0F8810DCFB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247" y="3732193"/>
                      <a:ext cx="241681" cy="110000"/>
                    </a:xfrm>
                    <a:custGeom>
                      <a:avLst/>
                      <a:gdLst>
                        <a:gd name="connsiteX0" fmla="*/ 2540 w 241681"/>
                        <a:gd name="connsiteY0" fmla="*/ 109937 h 110000"/>
                        <a:gd name="connsiteX1" fmla="*/ 0 w 241681"/>
                        <a:gd name="connsiteY1" fmla="*/ 104222 h 110000"/>
                        <a:gd name="connsiteX2" fmla="*/ 0 w 241681"/>
                        <a:gd name="connsiteY2" fmla="*/ 62820 h 110000"/>
                        <a:gd name="connsiteX3" fmla="*/ 19812 w 241681"/>
                        <a:gd name="connsiteY3" fmla="*/ 25863 h 110000"/>
                        <a:gd name="connsiteX4" fmla="*/ 31940 w 241681"/>
                        <a:gd name="connsiteY4" fmla="*/ 20148 h 110000"/>
                        <a:gd name="connsiteX5" fmla="*/ 79502 w 241681"/>
                        <a:gd name="connsiteY5" fmla="*/ 1098 h 110000"/>
                        <a:gd name="connsiteX6" fmla="*/ 87757 w 241681"/>
                        <a:gd name="connsiteY6" fmla="*/ 4845 h 110000"/>
                        <a:gd name="connsiteX7" fmla="*/ 102045 w 241681"/>
                        <a:gd name="connsiteY7" fmla="*/ 44469 h 110000"/>
                        <a:gd name="connsiteX8" fmla="*/ 103188 w 241681"/>
                        <a:gd name="connsiteY8" fmla="*/ 47263 h 110000"/>
                        <a:gd name="connsiteX9" fmla="*/ 108204 w 241681"/>
                        <a:gd name="connsiteY9" fmla="*/ 32658 h 110000"/>
                        <a:gd name="connsiteX10" fmla="*/ 107823 w 241681"/>
                        <a:gd name="connsiteY10" fmla="*/ 30499 h 110000"/>
                        <a:gd name="connsiteX11" fmla="*/ 104013 w 241681"/>
                        <a:gd name="connsiteY11" fmla="*/ 21101 h 110000"/>
                        <a:gd name="connsiteX12" fmla="*/ 107823 w 241681"/>
                        <a:gd name="connsiteY12" fmla="*/ 15259 h 110000"/>
                        <a:gd name="connsiteX13" fmla="*/ 133731 w 241681"/>
                        <a:gd name="connsiteY13" fmla="*/ 15259 h 110000"/>
                        <a:gd name="connsiteX14" fmla="*/ 137604 w 241681"/>
                        <a:gd name="connsiteY14" fmla="*/ 21101 h 110000"/>
                        <a:gd name="connsiteX15" fmla="*/ 137097 w 241681"/>
                        <a:gd name="connsiteY15" fmla="*/ 22244 h 110000"/>
                        <a:gd name="connsiteX16" fmla="*/ 138557 w 241681"/>
                        <a:gd name="connsiteY16" fmla="*/ 46882 h 110000"/>
                        <a:gd name="connsiteX17" fmla="*/ 139573 w 241681"/>
                        <a:gd name="connsiteY17" fmla="*/ 44469 h 110000"/>
                        <a:gd name="connsiteX18" fmla="*/ 154242 w 241681"/>
                        <a:gd name="connsiteY18" fmla="*/ 3956 h 110000"/>
                        <a:gd name="connsiteX19" fmla="*/ 161227 w 241681"/>
                        <a:gd name="connsiteY19" fmla="*/ 717 h 110000"/>
                        <a:gd name="connsiteX20" fmla="*/ 214440 w 241681"/>
                        <a:gd name="connsiteY20" fmla="*/ 22053 h 110000"/>
                        <a:gd name="connsiteX21" fmla="*/ 241110 w 241681"/>
                        <a:gd name="connsiteY21" fmla="*/ 54756 h 110000"/>
                        <a:gd name="connsiteX22" fmla="*/ 241681 w 241681"/>
                        <a:gd name="connsiteY22" fmla="*/ 62884 h 110000"/>
                        <a:gd name="connsiteX23" fmla="*/ 241681 w 241681"/>
                        <a:gd name="connsiteY23" fmla="*/ 104286 h 110000"/>
                        <a:gd name="connsiteX24" fmla="*/ 239141 w 241681"/>
                        <a:gd name="connsiteY24" fmla="*/ 110001 h 110000"/>
                        <a:gd name="connsiteX25" fmla="*/ 2159 w 241681"/>
                        <a:gd name="connsiteY25" fmla="*/ 110001 h 110000"/>
                        <a:gd name="connsiteX26" fmla="*/ 113284 w 241681"/>
                        <a:gd name="connsiteY26" fmla="*/ 23006 h 110000"/>
                        <a:gd name="connsiteX27" fmla="*/ 115888 w 241681"/>
                        <a:gd name="connsiteY27" fmla="*/ 29610 h 110000"/>
                        <a:gd name="connsiteX28" fmla="*/ 116269 w 241681"/>
                        <a:gd name="connsiteY28" fmla="*/ 33293 h 110000"/>
                        <a:gd name="connsiteX29" fmla="*/ 106807 w 241681"/>
                        <a:gd name="connsiteY29" fmla="*/ 60344 h 110000"/>
                        <a:gd name="connsiteX30" fmla="*/ 103315 w 241681"/>
                        <a:gd name="connsiteY30" fmla="*/ 62630 h 110000"/>
                        <a:gd name="connsiteX31" fmla="*/ 99758 w 241681"/>
                        <a:gd name="connsiteY31" fmla="*/ 60344 h 110000"/>
                        <a:gd name="connsiteX32" fmla="*/ 98997 w 241681"/>
                        <a:gd name="connsiteY32" fmla="*/ 58502 h 110000"/>
                        <a:gd name="connsiteX33" fmla="*/ 81788 w 241681"/>
                        <a:gd name="connsiteY33" fmla="*/ 11068 h 110000"/>
                        <a:gd name="connsiteX34" fmla="*/ 80899 w 241681"/>
                        <a:gd name="connsiteY34" fmla="*/ 8972 h 110000"/>
                        <a:gd name="connsiteX35" fmla="*/ 78613 w 241681"/>
                        <a:gd name="connsiteY35" fmla="*/ 9798 h 110000"/>
                        <a:gd name="connsiteX36" fmla="*/ 30797 w 241681"/>
                        <a:gd name="connsiteY36" fmla="*/ 28911 h 110000"/>
                        <a:gd name="connsiteX37" fmla="*/ 7683 w 241681"/>
                        <a:gd name="connsiteY37" fmla="*/ 62884 h 110000"/>
                        <a:gd name="connsiteX38" fmla="*/ 7683 w 241681"/>
                        <a:gd name="connsiteY38" fmla="*/ 99460 h 110000"/>
                        <a:gd name="connsiteX39" fmla="*/ 7811 w 241681"/>
                        <a:gd name="connsiteY39" fmla="*/ 102000 h 110000"/>
                        <a:gd name="connsiteX40" fmla="*/ 233997 w 241681"/>
                        <a:gd name="connsiteY40" fmla="*/ 102000 h 110000"/>
                        <a:gd name="connsiteX41" fmla="*/ 234125 w 241681"/>
                        <a:gd name="connsiteY41" fmla="*/ 100539 h 110000"/>
                        <a:gd name="connsiteX42" fmla="*/ 234061 w 241681"/>
                        <a:gd name="connsiteY42" fmla="*/ 61931 h 110000"/>
                        <a:gd name="connsiteX43" fmla="*/ 232029 w 241681"/>
                        <a:gd name="connsiteY43" fmla="*/ 49993 h 110000"/>
                        <a:gd name="connsiteX44" fmla="*/ 211392 w 241681"/>
                        <a:gd name="connsiteY44" fmla="*/ 28975 h 110000"/>
                        <a:gd name="connsiteX45" fmla="*/ 166878 w 241681"/>
                        <a:gd name="connsiteY45" fmla="*/ 11195 h 110000"/>
                        <a:gd name="connsiteX46" fmla="*/ 160909 w 241681"/>
                        <a:gd name="connsiteY46" fmla="*/ 8845 h 110000"/>
                        <a:gd name="connsiteX47" fmla="*/ 159957 w 241681"/>
                        <a:gd name="connsiteY47" fmla="*/ 11385 h 110000"/>
                        <a:gd name="connsiteX48" fmla="*/ 142685 w 241681"/>
                        <a:gd name="connsiteY48" fmla="*/ 59074 h 110000"/>
                        <a:gd name="connsiteX49" fmla="*/ 138430 w 241681"/>
                        <a:gd name="connsiteY49" fmla="*/ 62757 h 110000"/>
                        <a:gd name="connsiteX50" fmla="*/ 134493 w 241681"/>
                        <a:gd name="connsiteY50" fmla="*/ 59074 h 110000"/>
                        <a:gd name="connsiteX51" fmla="*/ 126047 w 241681"/>
                        <a:gd name="connsiteY51" fmla="*/ 34626 h 110000"/>
                        <a:gd name="connsiteX52" fmla="*/ 126238 w 241681"/>
                        <a:gd name="connsiteY52" fmla="*/ 29038 h 110000"/>
                        <a:gd name="connsiteX53" fmla="*/ 128588 w 241681"/>
                        <a:gd name="connsiteY53" fmla="*/ 23006 h 110000"/>
                        <a:gd name="connsiteX54" fmla="*/ 113157 w 241681"/>
                        <a:gd name="connsiteY54" fmla="*/ 23006 h 11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</a:cxnLst>
                      <a:rect l="l" t="t" r="r" b="b"/>
                      <a:pathLst>
                        <a:path w="241681" h="110000">
                          <a:moveTo>
                            <a:pt x="2540" y="109937"/>
                          </a:moveTo>
                          <a:cubicBezTo>
                            <a:pt x="635" y="108477"/>
                            <a:pt x="0" y="106635"/>
                            <a:pt x="0" y="104222"/>
                          </a:cubicBezTo>
                          <a:cubicBezTo>
                            <a:pt x="64" y="90443"/>
                            <a:pt x="0" y="76600"/>
                            <a:pt x="0" y="62820"/>
                          </a:cubicBezTo>
                          <a:cubicBezTo>
                            <a:pt x="127" y="47072"/>
                            <a:pt x="6350" y="34436"/>
                            <a:pt x="19812" y="25863"/>
                          </a:cubicBezTo>
                          <a:cubicBezTo>
                            <a:pt x="23558" y="23514"/>
                            <a:pt x="27813" y="21863"/>
                            <a:pt x="31940" y="20148"/>
                          </a:cubicBezTo>
                          <a:cubicBezTo>
                            <a:pt x="47752" y="13735"/>
                            <a:pt x="63627" y="7448"/>
                            <a:pt x="79502" y="1098"/>
                          </a:cubicBezTo>
                          <a:cubicBezTo>
                            <a:pt x="84646" y="-934"/>
                            <a:pt x="85852" y="-362"/>
                            <a:pt x="87757" y="4845"/>
                          </a:cubicBezTo>
                          <a:cubicBezTo>
                            <a:pt x="92520" y="18053"/>
                            <a:pt x="97282" y="31261"/>
                            <a:pt x="102045" y="44469"/>
                          </a:cubicBezTo>
                          <a:cubicBezTo>
                            <a:pt x="102299" y="45231"/>
                            <a:pt x="102679" y="45993"/>
                            <a:pt x="103188" y="47263"/>
                          </a:cubicBezTo>
                          <a:cubicBezTo>
                            <a:pt x="104965" y="42056"/>
                            <a:pt x="106680" y="37357"/>
                            <a:pt x="108204" y="32658"/>
                          </a:cubicBezTo>
                          <a:cubicBezTo>
                            <a:pt x="108395" y="32023"/>
                            <a:pt x="108140" y="31197"/>
                            <a:pt x="107823" y="30499"/>
                          </a:cubicBezTo>
                          <a:cubicBezTo>
                            <a:pt x="106617" y="27324"/>
                            <a:pt x="105220" y="24276"/>
                            <a:pt x="104013" y="21101"/>
                          </a:cubicBezTo>
                          <a:cubicBezTo>
                            <a:pt x="102743" y="17672"/>
                            <a:pt x="104267" y="15259"/>
                            <a:pt x="107823" y="15259"/>
                          </a:cubicBezTo>
                          <a:cubicBezTo>
                            <a:pt x="116459" y="15195"/>
                            <a:pt x="125095" y="15195"/>
                            <a:pt x="133731" y="15259"/>
                          </a:cubicBezTo>
                          <a:cubicBezTo>
                            <a:pt x="137351" y="15259"/>
                            <a:pt x="138811" y="17672"/>
                            <a:pt x="137604" y="21101"/>
                          </a:cubicBezTo>
                          <a:cubicBezTo>
                            <a:pt x="137478" y="21482"/>
                            <a:pt x="137351" y="21926"/>
                            <a:pt x="137097" y="22244"/>
                          </a:cubicBezTo>
                          <a:cubicBezTo>
                            <a:pt x="131128" y="30689"/>
                            <a:pt x="134938" y="38627"/>
                            <a:pt x="138557" y="46882"/>
                          </a:cubicBezTo>
                          <a:cubicBezTo>
                            <a:pt x="138938" y="45929"/>
                            <a:pt x="139319" y="45167"/>
                            <a:pt x="139573" y="44469"/>
                          </a:cubicBezTo>
                          <a:cubicBezTo>
                            <a:pt x="144463" y="30943"/>
                            <a:pt x="149352" y="17418"/>
                            <a:pt x="154242" y="3956"/>
                          </a:cubicBezTo>
                          <a:cubicBezTo>
                            <a:pt x="155702" y="19"/>
                            <a:pt x="157353" y="-807"/>
                            <a:pt x="161227" y="717"/>
                          </a:cubicBezTo>
                          <a:cubicBezTo>
                            <a:pt x="179007" y="7829"/>
                            <a:pt x="196786" y="14814"/>
                            <a:pt x="214440" y="22053"/>
                          </a:cubicBezTo>
                          <a:cubicBezTo>
                            <a:pt x="229235" y="28086"/>
                            <a:pt x="238189" y="39008"/>
                            <a:pt x="241110" y="54756"/>
                          </a:cubicBezTo>
                          <a:cubicBezTo>
                            <a:pt x="241617" y="57423"/>
                            <a:pt x="241681" y="60153"/>
                            <a:pt x="241681" y="62884"/>
                          </a:cubicBezTo>
                          <a:cubicBezTo>
                            <a:pt x="241681" y="76663"/>
                            <a:pt x="241681" y="90506"/>
                            <a:pt x="241681" y="104286"/>
                          </a:cubicBezTo>
                          <a:cubicBezTo>
                            <a:pt x="241681" y="106635"/>
                            <a:pt x="241110" y="108540"/>
                            <a:pt x="239141" y="110001"/>
                          </a:cubicBezTo>
                          <a:lnTo>
                            <a:pt x="2159" y="110001"/>
                          </a:lnTo>
                          <a:close/>
                          <a:moveTo>
                            <a:pt x="113284" y="23006"/>
                          </a:moveTo>
                          <a:cubicBezTo>
                            <a:pt x="114236" y="25419"/>
                            <a:pt x="115189" y="27451"/>
                            <a:pt x="115888" y="29610"/>
                          </a:cubicBezTo>
                          <a:cubicBezTo>
                            <a:pt x="116269" y="30753"/>
                            <a:pt x="116650" y="32213"/>
                            <a:pt x="116269" y="33293"/>
                          </a:cubicBezTo>
                          <a:cubicBezTo>
                            <a:pt x="113221" y="42373"/>
                            <a:pt x="110109" y="51390"/>
                            <a:pt x="106807" y="60344"/>
                          </a:cubicBezTo>
                          <a:cubicBezTo>
                            <a:pt x="106426" y="61423"/>
                            <a:pt x="104521" y="62630"/>
                            <a:pt x="103315" y="62630"/>
                          </a:cubicBezTo>
                          <a:cubicBezTo>
                            <a:pt x="102108" y="62630"/>
                            <a:pt x="100838" y="61296"/>
                            <a:pt x="99758" y="60344"/>
                          </a:cubicBezTo>
                          <a:cubicBezTo>
                            <a:pt x="99314" y="59963"/>
                            <a:pt x="99251" y="59137"/>
                            <a:pt x="98997" y="58502"/>
                          </a:cubicBezTo>
                          <a:cubicBezTo>
                            <a:pt x="93282" y="42691"/>
                            <a:pt x="87503" y="26879"/>
                            <a:pt x="81788" y="11068"/>
                          </a:cubicBezTo>
                          <a:cubicBezTo>
                            <a:pt x="81534" y="10369"/>
                            <a:pt x="81217" y="9735"/>
                            <a:pt x="80899" y="8972"/>
                          </a:cubicBezTo>
                          <a:cubicBezTo>
                            <a:pt x="80010" y="9290"/>
                            <a:pt x="79311" y="9544"/>
                            <a:pt x="78613" y="9798"/>
                          </a:cubicBezTo>
                          <a:cubicBezTo>
                            <a:pt x="62675" y="16148"/>
                            <a:pt x="46736" y="22498"/>
                            <a:pt x="30797" y="28911"/>
                          </a:cubicBezTo>
                          <a:cubicBezTo>
                            <a:pt x="15748" y="34944"/>
                            <a:pt x="7747" y="46755"/>
                            <a:pt x="7683" y="62884"/>
                          </a:cubicBezTo>
                          <a:cubicBezTo>
                            <a:pt x="7683" y="75076"/>
                            <a:pt x="7683" y="87268"/>
                            <a:pt x="7683" y="99460"/>
                          </a:cubicBezTo>
                          <a:cubicBezTo>
                            <a:pt x="7683" y="100349"/>
                            <a:pt x="7747" y="101238"/>
                            <a:pt x="7811" y="102000"/>
                          </a:cubicBezTo>
                          <a:lnTo>
                            <a:pt x="233997" y="102000"/>
                          </a:lnTo>
                          <a:cubicBezTo>
                            <a:pt x="233997" y="101365"/>
                            <a:pt x="234125" y="100984"/>
                            <a:pt x="234125" y="100539"/>
                          </a:cubicBezTo>
                          <a:cubicBezTo>
                            <a:pt x="234125" y="87649"/>
                            <a:pt x="234315" y="74758"/>
                            <a:pt x="234061" y="61931"/>
                          </a:cubicBezTo>
                          <a:cubicBezTo>
                            <a:pt x="233997" y="57931"/>
                            <a:pt x="233299" y="53803"/>
                            <a:pt x="232029" y="49993"/>
                          </a:cubicBezTo>
                          <a:cubicBezTo>
                            <a:pt x="228600" y="39706"/>
                            <a:pt x="221361" y="32975"/>
                            <a:pt x="211392" y="28975"/>
                          </a:cubicBezTo>
                          <a:cubicBezTo>
                            <a:pt x="196533" y="23069"/>
                            <a:pt x="181674" y="17100"/>
                            <a:pt x="166878" y="11195"/>
                          </a:cubicBezTo>
                          <a:cubicBezTo>
                            <a:pt x="164910" y="10433"/>
                            <a:pt x="163004" y="9671"/>
                            <a:pt x="160909" y="8845"/>
                          </a:cubicBezTo>
                          <a:cubicBezTo>
                            <a:pt x="160528" y="9798"/>
                            <a:pt x="160211" y="10623"/>
                            <a:pt x="159957" y="11385"/>
                          </a:cubicBezTo>
                          <a:cubicBezTo>
                            <a:pt x="154178" y="27260"/>
                            <a:pt x="148463" y="43199"/>
                            <a:pt x="142685" y="59074"/>
                          </a:cubicBezTo>
                          <a:cubicBezTo>
                            <a:pt x="141922" y="61106"/>
                            <a:pt x="140970" y="62820"/>
                            <a:pt x="138430" y="62757"/>
                          </a:cubicBezTo>
                          <a:cubicBezTo>
                            <a:pt x="136081" y="62693"/>
                            <a:pt x="135192" y="60979"/>
                            <a:pt x="134493" y="59074"/>
                          </a:cubicBezTo>
                          <a:cubicBezTo>
                            <a:pt x="131699" y="50946"/>
                            <a:pt x="128715" y="42818"/>
                            <a:pt x="126047" y="34626"/>
                          </a:cubicBezTo>
                          <a:cubicBezTo>
                            <a:pt x="125476" y="32975"/>
                            <a:pt x="125794" y="30816"/>
                            <a:pt x="126238" y="29038"/>
                          </a:cubicBezTo>
                          <a:cubicBezTo>
                            <a:pt x="126683" y="27006"/>
                            <a:pt x="127762" y="25165"/>
                            <a:pt x="128588" y="23006"/>
                          </a:cubicBezTo>
                          <a:lnTo>
                            <a:pt x="113157" y="2300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39" name="Полилиния: фигура 138">
                      <a:extLst>
                        <a:ext uri="{FF2B5EF4-FFF2-40B4-BE49-F238E27FC236}">
                          <a16:creationId xmlns="" xmlns:a16="http://schemas.microsoft.com/office/drawing/2014/main" id="{B11EF13C-4322-4745-BB6E-1CE02853E8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438" y="3581842"/>
                      <a:ext cx="131490" cy="149610"/>
                    </a:xfrm>
                    <a:custGeom>
                      <a:avLst/>
                      <a:gdLst>
                        <a:gd name="connsiteX0" fmla="*/ 126990 w 131490"/>
                        <a:gd name="connsiteY0" fmla="*/ 48834 h 149610"/>
                        <a:gd name="connsiteX1" fmla="*/ 123942 w 131490"/>
                        <a:gd name="connsiteY1" fmla="*/ 66296 h 149610"/>
                        <a:gd name="connsiteX2" fmla="*/ 125403 w 131490"/>
                        <a:gd name="connsiteY2" fmla="*/ 70487 h 149610"/>
                        <a:gd name="connsiteX3" fmla="*/ 131435 w 131490"/>
                        <a:gd name="connsiteY3" fmla="*/ 81663 h 149610"/>
                        <a:gd name="connsiteX4" fmla="*/ 122101 w 131490"/>
                        <a:gd name="connsiteY4" fmla="*/ 108016 h 149610"/>
                        <a:gd name="connsiteX5" fmla="*/ 113592 w 131490"/>
                        <a:gd name="connsiteY5" fmla="*/ 112207 h 149610"/>
                        <a:gd name="connsiteX6" fmla="*/ 110290 w 131490"/>
                        <a:gd name="connsiteY6" fmla="*/ 114810 h 149610"/>
                        <a:gd name="connsiteX7" fmla="*/ 98288 w 131490"/>
                        <a:gd name="connsiteY7" fmla="*/ 134495 h 149610"/>
                        <a:gd name="connsiteX8" fmla="*/ 65268 w 131490"/>
                        <a:gd name="connsiteY8" fmla="*/ 149608 h 149610"/>
                        <a:gd name="connsiteX9" fmla="*/ 49139 w 131490"/>
                        <a:gd name="connsiteY9" fmla="*/ 146623 h 149610"/>
                        <a:gd name="connsiteX10" fmla="*/ 32058 w 131490"/>
                        <a:gd name="connsiteY10" fmla="*/ 132844 h 149610"/>
                        <a:gd name="connsiteX11" fmla="*/ 21199 w 131490"/>
                        <a:gd name="connsiteY11" fmla="*/ 114556 h 149610"/>
                        <a:gd name="connsiteX12" fmla="*/ 18151 w 131490"/>
                        <a:gd name="connsiteY12" fmla="*/ 112397 h 149610"/>
                        <a:gd name="connsiteX13" fmla="*/ 3229 w 131490"/>
                        <a:gd name="connsiteY13" fmla="*/ 99253 h 149610"/>
                        <a:gd name="connsiteX14" fmla="*/ 244 w 131490"/>
                        <a:gd name="connsiteY14" fmla="*/ 80901 h 149610"/>
                        <a:gd name="connsiteX15" fmla="*/ 6658 w 131490"/>
                        <a:gd name="connsiteY15" fmla="*/ 70106 h 149610"/>
                        <a:gd name="connsiteX16" fmla="*/ 8182 w 131490"/>
                        <a:gd name="connsiteY16" fmla="*/ 67312 h 149610"/>
                        <a:gd name="connsiteX17" fmla="*/ 6404 w 131490"/>
                        <a:gd name="connsiteY17" fmla="*/ 56073 h 149610"/>
                        <a:gd name="connsiteX18" fmla="*/ 8690 w 131490"/>
                        <a:gd name="connsiteY18" fmla="*/ 28895 h 149610"/>
                        <a:gd name="connsiteX19" fmla="*/ 22025 w 131490"/>
                        <a:gd name="connsiteY19" fmla="*/ 14036 h 149610"/>
                        <a:gd name="connsiteX20" fmla="*/ 33836 w 131490"/>
                        <a:gd name="connsiteY20" fmla="*/ 11877 h 149610"/>
                        <a:gd name="connsiteX21" fmla="*/ 35995 w 131490"/>
                        <a:gd name="connsiteY21" fmla="*/ 11242 h 149610"/>
                        <a:gd name="connsiteX22" fmla="*/ 54219 w 131490"/>
                        <a:gd name="connsiteY22" fmla="*/ 1209 h 149610"/>
                        <a:gd name="connsiteX23" fmla="*/ 94415 w 131490"/>
                        <a:gd name="connsiteY23" fmla="*/ 5971 h 149610"/>
                        <a:gd name="connsiteX24" fmla="*/ 123625 w 131490"/>
                        <a:gd name="connsiteY24" fmla="*/ 32959 h 149610"/>
                        <a:gd name="connsiteX25" fmla="*/ 127054 w 131490"/>
                        <a:gd name="connsiteY25" fmla="*/ 48897 h 149610"/>
                        <a:gd name="connsiteX26" fmla="*/ 41138 w 131490"/>
                        <a:gd name="connsiteY26" fmla="*/ 37721 h 149610"/>
                        <a:gd name="connsiteX27" fmla="*/ 17643 w 131490"/>
                        <a:gd name="connsiteY27" fmla="*/ 61787 h 149610"/>
                        <a:gd name="connsiteX28" fmla="*/ 16119 w 131490"/>
                        <a:gd name="connsiteY28" fmla="*/ 64201 h 149610"/>
                        <a:gd name="connsiteX29" fmla="*/ 15992 w 131490"/>
                        <a:gd name="connsiteY29" fmla="*/ 70804 h 149610"/>
                        <a:gd name="connsiteX30" fmla="*/ 12881 w 131490"/>
                        <a:gd name="connsiteY30" fmla="*/ 75440 h 149610"/>
                        <a:gd name="connsiteX31" fmla="*/ 7801 w 131490"/>
                        <a:gd name="connsiteY31" fmla="*/ 82361 h 149610"/>
                        <a:gd name="connsiteX32" fmla="*/ 12563 w 131490"/>
                        <a:gd name="connsiteY32" fmla="*/ 100142 h 149610"/>
                        <a:gd name="connsiteX33" fmla="*/ 21136 w 131490"/>
                        <a:gd name="connsiteY33" fmla="*/ 104777 h 149610"/>
                        <a:gd name="connsiteX34" fmla="*/ 26724 w 131490"/>
                        <a:gd name="connsiteY34" fmla="*/ 108206 h 149610"/>
                        <a:gd name="connsiteX35" fmla="*/ 36884 w 131490"/>
                        <a:gd name="connsiteY35" fmla="*/ 126049 h 149610"/>
                        <a:gd name="connsiteX36" fmla="*/ 44567 w 131490"/>
                        <a:gd name="connsiteY36" fmla="*/ 135067 h 149610"/>
                        <a:gd name="connsiteX37" fmla="*/ 69459 w 131490"/>
                        <a:gd name="connsiteY37" fmla="*/ 141671 h 149610"/>
                        <a:gd name="connsiteX38" fmla="*/ 93335 w 131490"/>
                        <a:gd name="connsiteY38" fmla="*/ 128272 h 149610"/>
                        <a:gd name="connsiteX39" fmla="*/ 105019 w 131490"/>
                        <a:gd name="connsiteY39" fmla="*/ 108079 h 149610"/>
                        <a:gd name="connsiteX40" fmla="*/ 110417 w 131490"/>
                        <a:gd name="connsiteY40" fmla="*/ 104714 h 149610"/>
                        <a:gd name="connsiteX41" fmla="*/ 118989 w 131490"/>
                        <a:gd name="connsiteY41" fmla="*/ 100205 h 149610"/>
                        <a:gd name="connsiteX42" fmla="*/ 123815 w 131490"/>
                        <a:gd name="connsiteY42" fmla="*/ 81917 h 149610"/>
                        <a:gd name="connsiteX43" fmla="*/ 120069 w 131490"/>
                        <a:gd name="connsiteY43" fmla="*/ 76011 h 149610"/>
                        <a:gd name="connsiteX44" fmla="*/ 115687 w 131490"/>
                        <a:gd name="connsiteY44" fmla="*/ 68836 h 149610"/>
                        <a:gd name="connsiteX45" fmla="*/ 109528 w 131490"/>
                        <a:gd name="connsiteY45" fmla="*/ 60772 h 149610"/>
                        <a:gd name="connsiteX46" fmla="*/ 81207 w 131490"/>
                        <a:gd name="connsiteY46" fmla="*/ 54803 h 149610"/>
                        <a:gd name="connsiteX47" fmla="*/ 50663 w 131490"/>
                        <a:gd name="connsiteY47" fmla="*/ 44516 h 149610"/>
                        <a:gd name="connsiteX48" fmla="*/ 41138 w 131490"/>
                        <a:gd name="connsiteY48" fmla="*/ 37658 h 149610"/>
                        <a:gd name="connsiteX49" fmla="*/ 118037 w 131490"/>
                        <a:gd name="connsiteY49" fmla="*/ 55818 h 149610"/>
                        <a:gd name="connsiteX50" fmla="*/ 107178 w 131490"/>
                        <a:gd name="connsiteY50" fmla="*/ 23370 h 149610"/>
                        <a:gd name="connsiteX51" fmla="*/ 53140 w 131490"/>
                        <a:gd name="connsiteY51" fmla="*/ 9336 h 149610"/>
                        <a:gd name="connsiteX52" fmla="*/ 41646 w 131490"/>
                        <a:gd name="connsiteY52" fmla="*/ 17274 h 149610"/>
                        <a:gd name="connsiteX53" fmla="*/ 35677 w 131490"/>
                        <a:gd name="connsiteY53" fmla="*/ 20068 h 149610"/>
                        <a:gd name="connsiteX54" fmla="*/ 21072 w 131490"/>
                        <a:gd name="connsiteY54" fmla="*/ 24132 h 149610"/>
                        <a:gd name="connsiteX55" fmla="*/ 13071 w 131490"/>
                        <a:gd name="connsiteY55" fmla="*/ 38928 h 149610"/>
                        <a:gd name="connsiteX56" fmla="*/ 14278 w 131490"/>
                        <a:gd name="connsiteY56" fmla="*/ 54803 h 149610"/>
                        <a:gd name="connsiteX57" fmla="*/ 33709 w 131490"/>
                        <a:gd name="connsiteY57" fmla="*/ 35816 h 149610"/>
                        <a:gd name="connsiteX58" fmla="*/ 35741 w 131490"/>
                        <a:gd name="connsiteY58" fmla="*/ 29529 h 149610"/>
                        <a:gd name="connsiteX59" fmla="*/ 38598 w 131490"/>
                        <a:gd name="connsiteY59" fmla="*/ 26164 h 149610"/>
                        <a:gd name="connsiteX60" fmla="*/ 42916 w 131490"/>
                        <a:gd name="connsiteY60" fmla="*/ 27879 h 149610"/>
                        <a:gd name="connsiteX61" fmla="*/ 66729 w 131490"/>
                        <a:gd name="connsiteY61" fmla="*/ 43627 h 149610"/>
                        <a:gd name="connsiteX62" fmla="*/ 90224 w 131490"/>
                        <a:gd name="connsiteY62" fmla="*/ 48834 h 149610"/>
                        <a:gd name="connsiteX63" fmla="*/ 118037 w 131490"/>
                        <a:gd name="connsiteY63" fmla="*/ 55882 h 149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</a:cxnLst>
                      <a:rect l="l" t="t" r="r" b="b"/>
                      <a:pathLst>
                        <a:path w="131490" h="149610">
                          <a:moveTo>
                            <a:pt x="126990" y="48834"/>
                          </a:moveTo>
                          <a:cubicBezTo>
                            <a:pt x="125974" y="54676"/>
                            <a:pt x="125085" y="60517"/>
                            <a:pt x="123942" y="66296"/>
                          </a:cubicBezTo>
                          <a:cubicBezTo>
                            <a:pt x="123625" y="68074"/>
                            <a:pt x="123561" y="69280"/>
                            <a:pt x="125403" y="70487"/>
                          </a:cubicBezTo>
                          <a:cubicBezTo>
                            <a:pt x="129340" y="73027"/>
                            <a:pt x="131245" y="77091"/>
                            <a:pt x="131435" y="81663"/>
                          </a:cubicBezTo>
                          <a:cubicBezTo>
                            <a:pt x="131880" y="91633"/>
                            <a:pt x="129721" y="100967"/>
                            <a:pt x="122101" y="108016"/>
                          </a:cubicBezTo>
                          <a:cubicBezTo>
                            <a:pt x="119878" y="110111"/>
                            <a:pt x="116640" y="111254"/>
                            <a:pt x="113592" y="112207"/>
                          </a:cubicBezTo>
                          <a:cubicBezTo>
                            <a:pt x="111941" y="112715"/>
                            <a:pt x="111052" y="113413"/>
                            <a:pt x="110290" y="114810"/>
                          </a:cubicBezTo>
                          <a:cubicBezTo>
                            <a:pt x="106353" y="121414"/>
                            <a:pt x="102670" y="128209"/>
                            <a:pt x="98288" y="134495"/>
                          </a:cubicBezTo>
                          <a:cubicBezTo>
                            <a:pt x="90287" y="145861"/>
                            <a:pt x="78476" y="149417"/>
                            <a:pt x="65268" y="149608"/>
                          </a:cubicBezTo>
                          <a:cubicBezTo>
                            <a:pt x="59680" y="149672"/>
                            <a:pt x="54346" y="148465"/>
                            <a:pt x="49139" y="146623"/>
                          </a:cubicBezTo>
                          <a:cubicBezTo>
                            <a:pt x="41837" y="144020"/>
                            <a:pt x="36185" y="139321"/>
                            <a:pt x="32058" y="132844"/>
                          </a:cubicBezTo>
                          <a:cubicBezTo>
                            <a:pt x="28248" y="126875"/>
                            <a:pt x="24692" y="120716"/>
                            <a:pt x="21199" y="114556"/>
                          </a:cubicBezTo>
                          <a:cubicBezTo>
                            <a:pt x="20437" y="113286"/>
                            <a:pt x="19675" y="112651"/>
                            <a:pt x="18151" y="112397"/>
                          </a:cubicBezTo>
                          <a:cubicBezTo>
                            <a:pt x="10531" y="111064"/>
                            <a:pt x="6086" y="105984"/>
                            <a:pt x="3229" y="99253"/>
                          </a:cubicBezTo>
                          <a:cubicBezTo>
                            <a:pt x="752" y="93411"/>
                            <a:pt x="-581" y="87315"/>
                            <a:pt x="244" y="80901"/>
                          </a:cubicBezTo>
                          <a:cubicBezTo>
                            <a:pt x="816" y="76456"/>
                            <a:pt x="2848" y="72773"/>
                            <a:pt x="6658" y="70106"/>
                          </a:cubicBezTo>
                          <a:cubicBezTo>
                            <a:pt x="7483" y="69535"/>
                            <a:pt x="8118" y="68328"/>
                            <a:pt x="8182" y="67312"/>
                          </a:cubicBezTo>
                          <a:cubicBezTo>
                            <a:pt x="8626" y="63439"/>
                            <a:pt x="7991" y="59819"/>
                            <a:pt x="6404" y="56073"/>
                          </a:cubicBezTo>
                          <a:cubicBezTo>
                            <a:pt x="2467" y="46802"/>
                            <a:pt x="4499" y="37658"/>
                            <a:pt x="8690" y="28895"/>
                          </a:cubicBezTo>
                          <a:cubicBezTo>
                            <a:pt x="11674" y="22672"/>
                            <a:pt x="15611" y="17274"/>
                            <a:pt x="22025" y="14036"/>
                          </a:cubicBezTo>
                          <a:cubicBezTo>
                            <a:pt x="25771" y="12194"/>
                            <a:pt x="29708" y="11432"/>
                            <a:pt x="33836" y="11877"/>
                          </a:cubicBezTo>
                          <a:cubicBezTo>
                            <a:pt x="34534" y="11940"/>
                            <a:pt x="35677" y="11749"/>
                            <a:pt x="35995" y="11242"/>
                          </a:cubicBezTo>
                          <a:cubicBezTo>
                            <a:pt x="40503" y="4955"/>
                            <a:pt x="47107" y="2479"/>
                            <a:pt x="54219" y="1209"/>
                          </a:cubicBezTo>
                          <a:cubicBezTo>
                            <a:pt x="68062" y="-1268"/>
                            <a:pt x="81524" y="-61"/>
                            <a:pt x="94415" y="5971"/>
                          </a:cubicBezTo>
                          <a:cubicBezTo>
                            <a:pt x="107051" y="11877"/>
                            <a:pt x="117529" y="19941"/>
                            <a:pt x="123625" y="32959"/>
                          </a:cubicBezTo>
                          <a:cubicBezTo>
                            <a:pt x="125974" y="37975"/>
                            <a:pt x="126546" y="43309"/>
                            <a:pt x="127054" y="48897"/>
                          </a:cubicBezTo>
                          <a:close/>
                          <a:moveTo>
                            <a:pt x="41138" y="37721"/>
                          </a:moveTo>
                          <a:cubicBezTo>
                            <a:pt x="37201" y="49659"/>
                            <a:pt x="28502" y="56771"/>
                            <a:pt x="17643" y="61787"/>
                          </a:cubicBezTo>
                          <a:cubicBezTo>
                            <a:pt x="16881" y="62105"/>
                            <a:pt x="16183" y="63375"/>
                            <a:pt x="16119" y="64201"/>
                          </a:cubicBezTo>
                          <a:cubicBezTo>
                            <a:pt x="15865" y="66360"/>
                            <a:pt x="15929" y="68582"/>
                            <a:pt x="15992" y="70804"/>
                          </a:cubicBezTo>
                          <a:cubicBezTo>
                            <a:pt x="15992" y="73091"/>
                            <a:pt x="15167" y="74678"/>
                            <a:pt x="12881" y="75440"/>
                          </a:cubicBezTo>
                          <a:cubicBezTo>
                            <a:pt x="9579" y="76583"/>
                            <a:pt x="8055" y="79060"/>
                            <a:pt x="7801" y="82361"/>
                          </a:cubicBezTo>
                          <a:cubicBezTo>
                            <a:pt x="7293" y="88839"/>
                            <a:pt x="8880" y="94808"/>
                            <a:pt x="12563" y="100142"/>
                          </a:cubicBezTo>
                          <a:cubicBezTo>
                            <a:pt x="14595" y="103062"/>
                            <a:pt x="17389" y="104967"/>
                            <a:pt x="21136" y="104777"/>
                          </a:cubicBezTo>
                          <a:cubicBezTo>
                            <a:pt x="23930" y="104586"/>
                            <a:pt x="25454" y="105857"/>
                            <a:pt x="26724" y="108206"/>
                          </a:cubicBezTo>
                          <a:cubicBezTo>
                            <a:pt x="29962" y="114239"/>
                            <a:pt x="33201" y="120271"/>
                            <a:pt x="36884" y="126049"/>
                          </a:cubicBezTo>
                          <a:cubicBezTo>
                            <a:pt x="38979" y="129352"/>
                            <a:pt x="41519" y="132654"/>
                            <a:pt x="44567" y="135067"/>
                          </a:cubicBezTo>
                          <a:cubicBezTo>
                            <a:pt x="51806" y="140845"/>
                            <a:pt x="60442" y="142496"/>
                            <a:pt x="69459" y="141671"/>
                          </a:cubicBezTo>
                          <a:cubicBezTo>
                            <a:pt x="79302" y="140782"/>
                            <a:pt x="87874" y="137098"/>
                            <a:pt x="93335" y="128272"/>
                          </a:cubicBezTo>
                          <a:cubicBezTo>
                            <a:pt x="97399" y="121668"/>
                            <a:pt x="101209" y="114873"/>
                            <a:pt x="105019" y="108079"/>
                          </a:cubicBezTo>
                          <a:cubicBezTo>
                            <a:pt x="106289" y="105857"/>
                            <a:pt x="107686" y="104523"/>
                            <a:pt x="110417" y="104714"/>
                          </a:cubicBezTo>
                          <a:cubicBezTo>
                            <a:pt x="114163" y="104967"/>
                            <a:pt x="116957" y="103190"/>
                            <a:pt x="118989" y="100205"/>
                          </a:cubicBezTo>
                          <a:cubicBezTo>
                            <a:pt x="122736" y="94744"/>
                            <a:pt x="124387" y="88585"/>
                            <a:pt x="123815" y="81917"/>
                          </a:cubicBezTo>
                          <a:cubicBezTo>
                            <a:pt x="123561" y="79377"/>
                            <a:pt x="122545" y="76837"/>
                            <a:pt x="120069" y="76011"/>
                          </a:cubicBezTo>
                          <a:cubicBezTo>
                            <a:pt x="116322" y="74805"/>
                            <a:pt x="115497" y="72455"/>
                            <a:pt x="115687" y="68836"/>
                          </a:cubicBezTo>
                          <a:cubicBezTo>
                            <a:pt x="115941" y="63883"/>
                            <a:pt x="114290" y="61851"/>
                            <a:pt x="109528" y="60772"/>
                          </a:cubicBezTo>
                          <a:cubicBezTo>
                            <a:pt x="100130" y="58676"/>
                            <a:pt x="90668" y="56580"/>
                            <a:pt x="81207" y="54803"/>
                          </a:cubicBezTo>
                          <a:cubicBezTo>
                            <a:pt x="70539" y="52771"/>
                            <a:pt x="59934" y="50548"/>
                            <a:pt x="50663" y="44516"/>
                          </a:cubicBezTo>
                          <a:cubicBezTo>
                            <a:pt x="47488" y="42420"/>
                            <a:pt x="44504" y="40071"/>
                            <a:pt x="41138" y="37658"/>
                          </a:cubicBezTo>
                          <a:close/>
                          <a:moveTo>
                            <a:pt x="118037" y="55818"/>
                          </a:moveTo>
                          <a:cubicBezTo>
                            <a:pt x="120894" y="42737"/>
                            <a:pt x="116830" y="31879"/>
                            <a:pt x="107178" y="23370"/>
                          </a:cubicBezTo>
                          <a:cubicBezTo>
                            <a:pt x="91621" y="9717"/>
                            <a:pt x="73523" y="4637"/>
                            <a:pt x="53140" y="9336"/>
                          </a:cubicBezTo>
                          <a:cubicBezTo>
                            <a:pt x="48441" y="10416"/>
                            <a:pt x="43869" y="12258"/>
                            <a:pt x="41646" y="17274"/>
                          </a:cubicBezTo>
                          <a:cubicBezTo>
                            <a:pt x="40249" y="20449"/>
                            <a:pt x="39106" y="20957"/>
                            <a:pt x="35677" y="20068"/>
                          </a:cubicBezTo>
                          <a:cubicBezTo>
                            <a:pt x="30026" y="18608"/>
                            <a:pt x="25136" y="19941"/>
                            <a:pt x="21072" y="24132"/>
                          </a:cubicBezTo>
                          <a:cubicBezTo>
                            <a:pt x="17008" y="28323"/>
                            <a:pt x="14595" y="33403"/>
                            <a:pt x="13071" y="38928"/>
                          </a:cubicBezTo>
                          <a:cubicBezTo>
                            <a:pt x="11611" y="44261"/>
                            <a:pt x="11484" y="49596"/>
                            <a:pt x="14278" y="54803"/>
                          </a:cubicBezTo>
                          <a:cubicBezTo>
                            <a:pt x="23168" y="50802"/>
                            <a:pt x="30343" y="45278"/>
                            <a:pt x="33709" y="35816"/>
                          </a:cubicBezTo>
                          <a:cubicBezTo>
                            <a:pt x="34471" y="33721"/>
                            <a:pt x="34852" y="31561"/>
                            <a:pt x="35741" y="29529"/>
                          </a:cubicBezTo>
                          <a:cubicBezTo>
                            <a:pt x="36376" y="28196"/>
                            <a:pt x="37455" y="26418"/>
                            <a:pt x="38598" y="26164"/>
                          </a:cubicBezTo>
                          <a:cubicBezTo>
                            <a:pt x="39932" y="25910"/>
                            <a:pt x="42027" y="26799"/>
                            <a:pt x="42916" y="27879"/>
                          </a:cubicBezTo>
                          <a:cubicBezTo>
                            <a:pt x="49330" y="35498"/>
                            <a:pt x="57267" y="40896"/>
                            <a:pt x="66729" y="43627"/>
                          </a:cubicBezTo>
                          <a:cubicBezTo>
                            <a:pt x="74412" y="45849"/>
                            <a:pt x="82413" y="47119"/>
                            <a:pt x="90224" y="48834"/>
                          </a:cubicBezTo>
                          <a:cubicBezTo>
                            <a:pt x="99558" y="50866"/>
                            <a:pt x="109083" y="51945"/>
                            <a:pt x="118037" y="55882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40" name="Полилиния: фигура 139">
                      <a:extLst>
                        <a:ext uri="{FF2B5EF4-FFF2-40B4-BE49-F238E27FC236}">
                          <a16:creationId xmlns="" xmlns:a16="http://schemas.microsoft.com/office/drawing/2014/main" id="{7479FF9B-B7B2-40A0-8348-6F54E5A3C8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4791" y="3791013"/>
                      <a:ext cx="50800" cy="34289"/>
                    </a:xfrm>
                    <a:custGeom>
                      <a:avLst/>
                      <a:gdLst>
                        <a:gd name="connsiteX0" fmla="*/ 25336 w 50800"/>
                        <a:gd name="connsiteY0" fmla="*/ 0 h 34289"/>
                        <a:gd name="connsiteX1" fmla="*/ 45149 w 50800"/>
                        <a:gd name="connsiteY1" fmla="*/ 0 h 34289"/>
                        <a:gd name="connsiteX2" fmla="*/ 50800 w 50800"/>
                        <a:gd name="connsiteY2" fmla="*/ 5524 h 34289"/>
                        <a:gd name="connsiteX3" fmla="*/ 50800 w 50800"/>
                        <a:gd name="connsiteY3" fmla="*/ 28892 h 34289"/>
                        <a:gd name="connsiteX4" fmla="*/ 45466 w 50800"/>
                        <a:gd name="connsiteY4" fmla="*/ 34290 h 34289"/>
                        <a:gd name="connsiteX5" fmla="*/ 5334 w 50800"/>
                        <a:gd name="connsiteY5" fmla="*/ 34290 h 34289"/>
                        <a:gd name="connsiteX6" fmla="*/ 0 w 50800"/>
                        <a:gd name="connsiteY6" fmla="*/ 29020 h 34289"/>
                        <a:gd name="connsiteX7" fmla="*/ 0 w 50800"/>
                        <a:gd name="connsiteY7" fmla="*/ 5143 h 34289"/>
                        <a:gd name="connsiteX8" fmla="*/ 5017 w 50800"/>
                        <a:gd name="connsiteY8" fmla="*/ 64 h 34289"/>
                        <a:gd name="connsiteX9" fmla="*/ 25336 w 50800"/>
                        <a:gd name="connsiteY9" fmla="*/ 64 h 34289"/>
                        <a:gd name="connsiteX10" fmla="*/ 7810 w 50800"/>
                        <a:gd name="connsiteY10" fmla="*/ 26416 h 34289"/>
                        <a:gd name="connsiteX11" fmla="*/ 42799 w 50800"/>
                        <a:gd name="connsiteY11" fmla="*/ 26416 h 34289"/>
                        <a:gd name="connsiteX12" fmla="*/ 42799 w 50800"/>
                        <a:gd name="connsiteY12" fmla="*/ 7874 h 34289"/>
                        <a:gd name="connsiteX13" fmla="*/ 7810 w 50800"/>
                        <a:gd name="connsiteY13" fmla="*/ 7874 h 34289"/>
                        <a:gd name="connsiteX14" fmla="*/ 7810 w 50800"/>
                        <a:gd name="connsiteY14" fmla="*/ 26416 h 342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50800" h="34289">
                          <a:moveTo>
                            <a:pt x="25336" y="0"/>
                          </a:moveTo>
                          <a:cubicBezTo>
                            <a:pt x="31940" y="0"/>
                            <a:pt x="38545" y="0"/>
                            <a:pt x="45149" y="0"/>
                          </a:cubicBezTo>
                          <a:cubicBezTo>
                            <a:pt x="49593" y="0"/>
                            <a:pt x="50800" y="1207"/>
                            <a:pt x="50800" y="5524"/>
                          </a:cubicBezTo>
                          <a:cubicBezTo>
                            <a:pt x="50800" y="13335"/>
                            <a:pt x="50800" y="21082"/>
                            <a:pt x="50800" y="28892"/>
                          </a:cubicBezTo>
                          <a:cubicBezTo>
                            <a:pt x="50800" y="32957"/>
                            <a:pt x="49467" y="34227"/>
                            <a:pt x="45466" y="34290"/>
                          </a:cubicBezTo>
                          <a:cubicBezTo>
                            <a:pt x="32067" y="34290"/>
                            <a:pt x="18732" y="34290"/>
                            <a:pt x="5334" y="34290"/>
                          </a:cubicBezTo>
                          <a:cubicBezTo>
                            <a:pt x="1270" y="34290"/>
                            <a:pt x="0" y="33020"/>
                            <a:pt x="0" y="29020"/>
                          </a:cubicBezTo>
                          <a:cubicBezTo>
                            <a:pt x="0" y="21082"/>
                            <a:pt x="0" y="13081"/>
                            <a:pt x="0" y="5143"/>
                          </a:cubicBezTo>
                          <a:cubicBezTo>
                            <a:pt x="0" y="1333"/>
                            <a:pt x="1270" y="64"/>
                            <a:pt x="5017" y="64"/>
                          </a:cubicBezTo>
                          <a:cubicBezTo>
                            <a:pt x="11811" y="64"/>
                            <a:pt x="18542" y="64"/>
                            <a:pt x="25336" y="64"/>
                          </a:cubicBezTo>
                          <a:close/>
                          <a:moveTo>
                            <a:pt x="7810" y="26416"/>
                          </a:moveTo>
                          <a:lnTo>
                            <a:pt x="42799" y="26416"/>
                          </a:lnTo>
                          <a:lnTo>
                            <a:pt x="42799" y="7874"/>
                          </a:lnTo>
                          <a:lnTo>
                            <a:pt x="7810" y="7874"/>
                          </a:lnTo>
                          <a:lnTo>
                            <a:pt x="7810" y="2641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141" name="Рисунок 4">
                  <a:extLst>
                    <a:ext uri="{FF2B5EF4-FFF2-40B4-BE49-F238E27FC236}">
                      <a16:creationId xmlns="" xmlns:a16="http://schemas.microsoft.com/office/drawing/2014/main" id="{D4774142-7B9D-449E-8AF9-5CB6EF94A8ED}"/>
                    </a:ext>
                  </a:extLst>
                </p:cNvPr>
                <p:cNvGrpSpPr/>
                <p:nvPr/>
              </p:nvGrpSpPr>
              <p:grpSpPr>
                <a:xfrm>
                  <a:off x="451167" y="5047488"/>
                  <a:ext cx="3154680" cy="1290383"/>
                  <a:chOff x="451167" y="5047488"/>
                  <a:chExt cx="3154680" cy="1290383"/>
                </a:xfrm>
              </p:grpSpPr>
              <p:sp>
                <p:nvSpPr>
                  <p:cNvPr id="142" name="Полилиния: фигура 141">
                    <a:extLst>
                      <a:ext uri="{FF2B5EF4-FFF2-40B4-BE49-F238E27FC236}">
                        <a16:creationId xmlns="" xmlns:a16="http://schemas.microsoft.com/office/drawing/2014/main" id="{EA4E63E4-5CCD-4A39-B189-5D8F25E44B1C}"/>
                      </a:ext>
                    </a:extLst>
                  </p:cNvPr>
                  <p:cNvSpPr/>
                  <p:nvPr/>
                </p:nvSpPr>
                <p:spPr>
                  <a:xfrm>
                    <a:off x="866330" y="5216398"/>
                    <a:ext cx="2544445" cy="438594"/>
                  </a:xfrm>
                  <a:custGeom>
                    <a:avLst/>
                    <a:gdLst>
                      <a:gd name="connsiteX0" fmla="*/ 2468245 w 2544445"/>
                      <a:gd name="connsiteY0" fmla="*/ 0 h 438594"/>
                      <a:gd name="connsiteX1" fmla="*/ 2544445 w 2544445"/>
                      <a:gd name="connsiteY1" fmla="*/ 76200 h 438594"/>
                      <a:gd name="connsiteX2" fmla="*/ 2544445 w 2544445"/>
                      <a:gd name="connsiteY2" fmla="*/ 362394 h 438594"/>
                      <a:gd name="connsiteX3" fmla="*/ 2468245 w 2544445"/>
                      <a:gd name="connsiteY3" fmla="*/ 438594 h 438594"/>
                      <a:gd name="connsiteX4" fmla="*/ 76200 w 2544445"/>
                      <a:gd name="connsiteY4" fmla="*/ 438594 h 438594"/>
                      <a:gd name="connsiteX5" fmla="*/ 0 w 2544445"/>
                      <a:gd name="connsiteY5" fmla="*/ 362394 h 438594"/>
                      <a:gd name="connsiteX6" fmla="*/ 0 w 2544445"/>
                      <a:gd name="connsiteY6" fmla="*/ 76200 h 438594"/>
                      <a:gd name="connsiteX7" fmla="*/ 76200 w 2544445"/>
                      <a:gd name="connsiteY7" fmla="*/ 0 h 4385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438594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362394"/>
                        </a:lnTo>
                        <a:cubicBezTo>
                          <a:pt x="2544445" y="404479"/>
                          <a:pt x="2510329" y="438594"/>
                          <a:pt x="2468245" y="438594"/>
                        </a:cubicBezTo>
                        <a:lnTo>
                          <a:pt x="76200" y="438594"/>
                        </a:lnTo>
                        <a:cubicBezTo>
                          <a:pt x="34116" y="438594"/>
                          <a:pt x="0" y="404479"/>
                          <a:pt x="0" y="362394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173" name="TextBox 172">
                    <a:extLst>
                      <a:ext uri="{FF2B5EF4-FFF2-40B4-BE49-F238E27FC236}">
                        <a16:creationId xmlns="" xmlns:a16="http://schemas.microsoft.com/office/drawing/2014/main" id="{667B306F-E45D-4ECE-9162-9F9F19BF44A0}"/>
                      </a:ext>
                    </a:extLst>
                  </p:cNvPr>
                  <p:cNvSpPr txBox="1"/>
                  <p:nvPr/>
                </p:nvSpPr>
                <p:spPr>
                  <a:xfrm>
                    <a:off x="2352611" y="5711063"/>
                    <a:ext cx="164618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98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92" name="TextBox 191">
                    <a:extLst>
                      <a:ext uri="{FF2B5EF4-FFF2-40B4-BE49-F238E27FC236}">
                        <a16:creationId xmlns="" xmlns:a16="http://schemas.microsoft.com/office/drawing/2014/main" id="{08A26AF4-7714-408D-B68F-98387E2580ED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63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3" name="TextBox 192">
                    <a:extLst>
                      <a:ext uri="{FF2B5EF4-FFF2-40B4-BE49-F238E27FC236}">
                        <a16:creationId xmlns="" xmlns:a16="http://schemas.microsoft.com/office/drawing/2014/main" id="{E94F4564-601A-4A8C-8960-91C49F3A22D7}"/>
                      </a:ext>
                    </a:extLst>
                  </p:cNvPr>
                  <p:cNvSpPr txBox="1"/>
                  <p:nvPr/>
                </p:nvSpPr>
                <p:spPr>
                  <a:xfrm>
                    <a:off x="795210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="" xmlns:a16="http://schemas.microsoft.com/office/drawing/2014/main" id="{341BBC63-628D-4F8C-9EDB-307A32CF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02004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spc="-33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7" name="Полилиния: фигура 196">
                    <a:extLst>
                      <a:ext uri="{FF2B5EF4-FFF2-40B4-BE49-F238E27FC236}">
                        <a16:creationId xmlns="" xmlns:a16="http://schemas.microsoft.com/office/drawing/2014/main" id="{77C7BF47-968C-4550-9EC2-EADF7534D4B3}"/>
                      </a:ext>
                    </a:extLst>
                  </p:cNvPr>
                  <p:cNvSpPr/>
                  <p:nvPr/>
                </p:nvSpPr>
                <p:spPr>
                  <a:xfrm>
                    <a:off x="451167" y="5047488"/>
                    <a:ext cx="3154680" cy="1290383"/>
                  </a:xfrm>
                  <a:custGeom>
                    <a:avLst/>
                    <a:gdLst>
                      <a:gd name="connsiteX0" fmla="*/ 3078480 w 3154680"/>
                      <a:gd name="connsiteY0" fmla="*/ 0 h 1290383"/>
                      <a:gd name="connsiteX1" fmla="*/ 3154680 w 3154680"/>
                      <a:gd name="connsiteY1" fmla="*/ 76200 h 1290383"/>
                      <a:gd name="connsiteX2" fmla="*/ 3154680 w 3154680"/>
                      <a:gd name="connsiteY2" fmla="*/ 1214184 h 1290383"/>
                      <a:gd name="connsiteX3" fmla="*/ 3078480 w 3154680"/>
                      <a:gd name="connsiteY3" fmla="*/ 1290384 h 1290383"/>
                      <a:gd name="connsiteX4" fmla="*/ 76200 w 3154680"/>
                      <a:gd name="connsiteY4" fmla="*/ 1290384 h 1290383"/>
                      <a:gd name="connsiteX5" fmla="*/ 0 w 3154680"/>
                      <a:gd name="connsiteY5" fmla="*/ 1214184 h 1290383"/>
                      <a:gd name="connsiteX6" fmla="*/ 0 w 3154680"/>
                      <a:gd name="connsiteY6" fmla="*/ 76200 h 1290383"/>
                      <a:gd name="connsiteX7" fmla="*/ 76200 w 3154680"/>
                      <a:gd name="connsiteY7" fmla="*/ 0 h 12903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290383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214184"/>
                        </a:lnTo>
                        <a:cubicBezTo>
                          <a:pt x="3154680" y="1256268"/>
                          <a:pt x="3120564" y="1290384"/>
                          <a:pt x="3078480" y="1290384"/>
                        </a:cubicBezTo>
                        <a:lnTo>
                          <a:pt x="76200" y="1290384"/>
                        </a:lnTo>
                        <a:cubicBezTo>
                          <a:pt x="34116" y="1290384"/>
                          <a:pt x="0" y="1256268"/>
                          <a:pt x="0" y="1214184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98" name="Рисунок 4">
                    <a:extLst>
                      <a:ext uri="{FF2B5EF4-FFF2-40B4-BE49-F238E27FC236}">
                        <a16:creationId xmlns="" xmlns:a16="http://schemas.microsoft.com/office/drawing/2014/main" id="{4122F7B9-678B-4BF4-95F6-A1498FB37E40}"/>
                      </a:ext>
                    </a:extLst>
                  </p:cNvPr>
                  <p:cNvGrpSpPr/>
                  <p:nvPr/>
                </p:nvGrpSpPr>
                <p:grpSpPr>
                  <a:xfrm>
                    <a:off x="495297" y="5325554"/>
                    <a:ext cx="339870" cy="220726"/>
                    <a:chOff x="495297" y="5325554"/>
                    <a:chExt cx="339870" cy="220726"/>
                  </a:xfrm>
                  <a:solidFill>
                    <a:srgbClr val="000000"/>
                  </a:solidFill>
                </p:grpSpPr>
                <p:sp>
                  <p:nvSpPr>
                    <p:cNvPr id="199" name="Полилиния: фигура 198">
                      <a:extLst>
                        <a:ext uri="{FF2B5EF4-FFF2-40B4-BE49-F238E27FC236}">
                          <a16:creationId xmlns="" xmlns:a16="http://schemas.microsoft.com/office/drawing/2014/main" id="{5689BFE1-7286-40A7-92A6-A4CCFB3168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5297" y="5325554"/>
                      <a:ext cx="339870" cy="220726"/>
                    </a:xfrm>
                    <a:custGeom>
                      <a:avLst/>
                      <a:gdLst>
                        <a:gd name="connsiteX0" fmla="*/ 261305 w 339870"/>
                        <a:gd name="connsiteY0" fmla="*/ 183896 h 220726"/>
                        <a:gd name="connsiteX1" fmla="*/ 77917 w 339870"/>
                        <a:gd name="connsiteY1" fmla="*/ 183896 h 220726"/>
                        <a:gd name="connsiteX2" fmla="*/ 77917 w 339870"/>
                        <a:gd name="connsiteY2" fmla="*/ 191326 h 220726"/>
                        <a:gd name="connsiteX3" fmla="*/ 77917 w 339870"/>
                        <a:gd name="connsiteY3" fmla="*/ 207391 h 220726"/>
                        <a:gd name="connsiteX4" fmla="*/ 64773 w 339870"/>
                        <a:gd name="connsiteY4" fmla="*/ 220599 h 220726"/>
                        <a:gd name="connsiteX5" fmla="*/ 36071 w 339870"/>
                        <a:gd name="connsiteY5" fmla="*/ 220599 h 220726"/>
                        <a:gd name="connsiteX6" fmla="*/ 23053 w 339870"/>
                        <a:gd name="connsiteY6" fmla="*/ 207582 h 220726"/>
                        <a:gd name="connsiteX7" fmla="*/ 23053 w 339870"/>
                        <a:gd name="connsiteY7" fmla="*/ 184722 h 220726"/>
                        <a:gd name="connsiteX8" fmla="*/ 21021 w 339870"/>
                        <a:gd name="connsiteY8" fmla="*/ 180086 h 220726"/>
                        <a:gd name="connsiteX9" fmla="*/ 14671 w 339870"/>
                        <a:gd name="connsiteY9" fmla="*/ 166370 h 220726"/>
                        <a:gd name="connsiteX10" fmla="*/ 14735 w 339870"/>
                        <a:gd name="connsiteY10" fmla="*/ 117539 h 220726"/>
                        <a:gd name="connsiteX11" fmla="*/ 34801 w 339870"/>
                        <a:gd name="connsiteY11" fmla="*/ 76708 h 220726"/>
                        <a:gd name="connsiteX12" fmla="*/ 37468 w 339870"/>
                        <a:gd name="connsiteY12" fmla="*/ 74549 h 220726"/>
                        <a:gd name="connsiteX13" fmla="*/ 34229 w 339870"/>
                        <a:gd name="connsiteY13" fmla="*/ 74232 h 220726"/>
                        <a:gd name="connsiteX14" fmla="*/ 14100 w 339870"/>
                        <a:gd name="connsiteY14" fmla="*/ 74232 h 220726"/>
                        <a:gd name="connsiteX15" fmla="*/ 3 w 339870"/>
                        <a:gd name="connsiteY15" fmla="*/ 60198 h 220726"/>
                        <a:gd name="connsiteX16" fmla="*/ 447 w 339870"/>
                        <a:gd name="connsiteY16" fmla="*/ 50355 h 220726"/>
                        <a:gd name="connsiteX17" fmla="*/ 11814 w 339870"/>
                        <a:gd name="connsiteY17" fmla="*/ 40323 h 220726"/>
                        <a:gd name="connsiteX18" fmla="*/ 32642 w 339870"/>
                        <a:gd name="connsiteY18" fmla="*/ 40323 h 220726"/>
                        <a:gd name="connsiteX19" fmla="*/ 44643 w 339870"/>
                        <a:gd name="connsiteY19" fmla="*/ 53594 h 220726"/>
                        <a:gd name="connsiteX20" fmla="*/ 44643 w 339870"/>
                        <a:gd name="connsiteY20" fmla="*/ 64643 h 220726"/>
                        <a:gd name="connsiteX21" fmla="*/ 50485 w 339870"/>
                        <a:gd name="connsiteY21" fmla="*/ 62611 h 220726"/>
                        <a:gd name="connsiteX22" fmla="*/ 66551 w 339870"/>
                        <a:gd name="connsiteY22" fmla="*/ 22035 h 220726"/>
                        <a:gd name="connsiteX23" fmla="*/ 93856 w 339870"/>
                        <a:gd name="connsiteY23" fmla="*/ 889 h 220726"/>
                        <a:gd name="connsiteX24" fmla="*/ 102682 w 339870"/>
                        <a:gd name="connsiteY24" fmla="*/ 0 h 220726"/>
                        <a:gd name="connsiteX25" fmla="*/ 237239 w 339870"/>
                        <a:gd name="connsiteY25" fmla="*/ 0 h 220726"/>
                        <a:gd name="connsiteX26" fmla="*/ 268862 w 339870"/>
                        <a:gd name="connsiteY26" fmla="*/ 14859 h 220726"/>
                        <a:gd name="connsiteX27" fmla="*/ 274196 w 339870"/>
                        <a:gd name="connsiteY27" fmla="*/ 23876 h 220726"/>
                        <a:gd name="connsiteX28" fmla="*/ 289753 w 339870"/>
                        <a:gd name="connsiteY28" fmla="*/ 63183 h 220726"/>
                        <a:gd name="connsiteX29" fmla="*/ 293055 w 339870"/>
                        <a:gd name="connsiteY29" fmla="*/ 65659 h 220726"/>
                        <a:gd name="connsiteX30" fmla="*/ 295151 w 339870"/>
                        <a:gd name="connsiteY30" fmla="*/ 62103 h 220726"/>
                        <a:gd name="connsiteX31" fmla="*/ 295151 w 339870"/>
                        <a:gd name="connsiteY31" fmla="*/ 53594 h 220726"/>
                        <a:gd name="connsiteX32" fmla="*/ 308549 w 339870"/>
                        <a:gd name="connsiteY32" fmla="*/ 40323 h 220726"/>
                        <a:gd name="connsiteX33" fmla="*/ 326964 w 339870"/>
                        <a:gd name="connsiteY33" fmla="*/ 40323 h 220726"/>
                        <a:gd name="connsiteX34" fmla="*/ 339537 w 339870"/>
                        <a:gd name="connsiteY34" fmla="*/ 51499 h 220726"/>
                        <a:gd name="connsiteX35" fmla="*/ 339537 w 339870"/>
                        <a:gd name="connsiteY35" fmla="*/ 63055 h 220726"/>
                        <a:gd name="connsiteX36" fmla="*/ 326329 w 339870"/>
                        <a:gd name="connsiteY36" fmla="*/ 74295 h 220726"/>
                        <a:gd name="connsiteX37" fmla="*/ 306200 w 339870"/>
                        <a:gd name="connsiteY37" fmla="*/ 74295 h 220726"/>
                        <a:gd name="connsiteX38" fmla="*/ 302263 w 339870"/>
                        <a:gd name="connsiteY38" fmla="*/ 74549 h 220726"/>
                        <a:gd name="connsiteX39" fmla="*/ 305692 w 339870"/>
                        <a:gd name="connsiteY39" fmla="*/ 77280 h 220726"/>
                        <a:gd name="connsiteX40" fmla="*/ 325059 w 339870"/>
                        <a:gd name="connsiteY40" fmla="*/ 115697 h 220726"/>
                        <a:gd name="connsiteX41" fmla="*/ 325186 w 339870"/>
                        <a:gd name="connsiteY41" fmla="*/ 166942 h 220726"/>
                        <a:gd name="connsiteX42" fmla="*/ 318709 w 339870"/>
                        <a:gd name="connsiteY42" fmla="*/ 180340 h 220726"/>
                        <a:gd name="connsiteX43" fmla="*/ 316931 w 339870"/>
                        <a:gd name="connsiteY43" fmla="*/ 184277 h 220726"/>
                        <a:gd name="connsiteX44" fmla="*/ 316868 w 339870"/>
                        <a:gd name="connsiteY44" fmla="*/ 206820 h 220726"/>
                        <a:gd name="connsiteX45" fmla="*/ 303914 w 339870"/>
                        <a:gd name="connsiteY45" fmla="*/ 220536 h 220726"/>
                        <a:gd name="connsiteX46" fmla="*/ 274513 w 339870"/>
                        <a:gd name="connsiteY46" fmla="*/ 220536 h 220726"/>
                        <a:gd name="connsiteX47" fmla="*/ 261623 w 339870"/>
                        <a:gd name="connsiteY47" fmla="*/ 207010 h 220726"/>
                        <a:gd name="connsiteX48" fmla="*/ 261559 w 339870"/>
                        <a:gd name="connsiteY48" fmla="*/ 185166 h 220726"/>
                        <a:gd name="connsiteX49" fmla="*/ 261242 w 339870"/>
                        <a:gd name="connsiteY49" fmla="*/ 184150 h 220726"/>
                        <a:gd name="connsiteX50" fmla="*/ 169929 w 339870"/>
                        <a:gd name="connsiteY50" fmla="*/ 173736 h 220726"/>
                        <a:gd name="connsiteX51" fmla="*/ 269624 w 339870"/>
                        <a:gd name="connsiteY51" fmla="*/ 173736 h 220726"/>
                        <a:gd name="connsiteX52" fmla="*/ 306517 w 339870"/>
                        <a:gd name="connsiteY52" fmla="*/ 173736 h 220726"/>
                        <a:gd name="connsiteX53" fmla="*/ 314836 w 339870"/>
                        <a:gd name="connsiteY53" fmla="*/ 166053 h 220726"/>
                        <a:gd name="connsiteX54" fmla="*/ 314772 w 339870"/>
                        <a:gd name="connsiteY54" fmla="*/ 116205 h 220726"/>
                        <a:gd name="connsiteX55" fmla="*/ 273116 w 339870"/>
                        <a:gd name="connsiteY55" fmla="*/ 75629 h 220726"/>
                        <a:gd name="connsiteX56" fmla="*/ 69218 w 339870"/>
                        <a:gd name="connsiteY56" fmla="*/ 75629 h 220726"/>
                        <a:gd name="connsiteX57" fmla="*/ 60709 w 339870"/>
                        <a:gd name="connsiteY57" fmla="*/ 76136 h 220726"/>
                        <a:gd name="connsiteX58" fmla="*/ 24577 w 339870"/>
                        <a:gd name="connsiteY58" fmla="*/ 118555 h 220726"/>
                        <a:gd name="connsiteX59" fmla="*/ 24577 w 339870"/>
                        <a:gd name="connsiteY59" fmla="*/ 163259 h 220726"/>
                        <a:gd name="connsiteX60" fmla="*/ 35055 w 339870"/>
                        <a:gd name="connsiteY60" fmla="*/ 173736 h 220726"/>
                        <a:gd name="connsiteX61" fmla="*/ 169929 w 339870"/>
                        <a:gd name="connsiteY61" fmla="*/ 173736 h 220726"/>
                        <a:gd name="connsiteX62" fmla="*/ 279720 w 339870"/>
                        <a:gd name="connsiteY62" fmla="*/ 65596 h 220726"/>
                        <a:gd name="connsiteX63" fmla="*/ 279530 w 339870"/>
                        <a:gd name="connsiteY63" fmla="*/ 64643 h 220726"/>
                        <a:gd name="connsiteX64" fmla="*/ 265623 w 339870"/>
                        <a:gd name="connsiteY64" fmla="*/ 29464 h 220726"/>
                        <a:gd name="connsiteX65" fmla="*/ 236604 w 339870"/>
                        <a:gd name="connsiteY65" fmla="*/ 9525 h 220726"/>
                        <a:gd name="connsiteX66" fmla="*/ 208283 w 339870"/>
                        <a:gd name="connsiteY66" fmla="*/ 9525 h 220726"/>
                        <a:gd name="connsiteX67" fmla="*/ 102428 w 339870"/>
                        <a:gd name="connsiteY67" fmla="*/ 9525 h 220726"/>
                        <a:gd name="connsiteX68" fmla="*/ 73790 w 339870"/>
                        <a:gd name="connsiteY68" fmla="*/ 29020 h 220726"/>
                        <a:gd name="connsiteX69" fmla="*/ 60899 w 339870"/>
                        <a:gd name="connsiteY69" fmla="*/ 62040 h 220726"/>
                        <a:gd name="connsiteX70" fmla="*/ 59756 w 339870"/>
                        <a:gd name="connsiteY70" fmla="*/ 65596 h 220726"/>
                        <a:gd name="connsiteX71" fmla="*/ 279720 w 339870"/>
                        <a:gd name="connsiteY71" fmla="*/ 65596 h 220726"/>
                        <a:gd name="connsiteX72" fmla="*/ 33086 w 339870"/>
                        <a:gd name="connsiteY72" fmla="*/ 183896 h 220726"/>
                        <a:gd name="connsiteX73" fmla="*/ 33086 w 339870"/>
                        <a:gd name="connsiteY73" fmla="*/ 207074 h 220726"/>
                        <a:gd name="connsiteX74" fmla="*/ 36960 w 339870"/>
                        <a:gd name="connsiteY74" fmla="*/ 210312 h 220726"/>
                        <a:gd name="connsiteX75" fmla="*/ 64201 w 339870"/>
                        <a:gd name="connsiteY75" fmla="*/ 210312 h 220726"/>
                        <a:gd name="connsiteX76" fmla="*/ 68075 w 339870"/>
                        <a:gd name="connsiteY76" fmla="*/ 206248 h 220726"/>
                        <a:gd name="connsiteX77" fmla="*/ 68075 w 339870"/>
                        <a:gd name="connsiteY77" fmla="*/ 196723 h 220726"/>
                        <a:gd name="connsiteX78" fmla="*/ 68075 w 339870"/>
                        <a:gd name="connsiteY78" fmla="*/ 183896 h 220726"/>
                        <a:gd name="connsiteX79" fmla="*/ 33086 w 339870"/>
                        <a:gd name="connsiteY79" fmla="*/ 183896 h 220726"/>
                        <a:gd name="connsiteX80" fmla="*/ 271973 w 339870"/>
                        <a:gd name="connsiteY80" fmla="*/ 183896 h 220726"/>
                        <a:gd name="connsiteX81" fmla="*/ 271973 w 339870"/>
                        <a:gd name="connsiteY81" fmla="*/ 206947 h 220726"/>
                        <a:gd name="connsiteX82" fmla="*/ 275466 w 339870"/>
                        <a:gd name="connsiteY82" fmla="*/ 210249 h 220726"/>
                        <a:gd name="connsiteX83" fmla="*/ 303406 w 339870"/>
                        <a:gd name="connsiteY83" fmla="*/ 210122 h 220726"/>
                        <a:gd name="connsiteX84" fmla="*/ 306454 w 339870"/>
                        <a:gd name="connsiteY84" fmla="*/ 207772 h 220726"/>
                        <a:gd name="connsiteX85" fmla="*/ 306581 w 339870"/>
                        <a:gd name="connsiteY85" fmla="*/ 183896 h 220726"/>
                        <a:gd name="connsiteX86" fmla="*/ 271910 w 339870"/>
                        <a:gd name="connsiteY86" fmla="*/ 183896 h 220726"/>
                        <a:gd name="connsiteX87" fmla="*/ 305247 w 339870"/>
                        <a:gd name="connsiteY87" fmla="*/ 64072 h 220726"/>
                        <a:gd name="connsiteX88" fmla="*/ 326393 w 339870"/>
                        <a:gd name="connsiteY88" fmla="*/ 64072 h 220726"/>
                        <a:gd name="connsiteX89" fmla="*/ 329822 w 339870"/>
                        <a:gd name="connsiteY89" fmla="*/ 60770 h 220726"/>
                        <a:gd name="connsiteX90" fmla="*/ 329822 w 339870"/>
                        <a:gd name="connsiteY90" fmla="*/ 53277 h 220726"/>
                        <a:gd name="connsiteX91" fmla="*/ 326456 w 339870"/>
                        <a:gd name="connsiteY91" fmla="*/ 49848 h 220726"/>
                        <a:gd name="connsiteX92" fmla="*/ 308740 w 339870"/>
                        <a:gd name="connsiteY92" fmla="*/ 49848 h 220726"/>
                        <a:gd name="connsiteX93" fmla="*/ 305184 w 339870"/>
                        <a:gd name="connsiteY93" fmla="*/ 53467 h 220726"/>
                        <a:gd name="connsiteX94" fmla="*/ 305184 w 339870"/>
                        <a:gd name="connsiteY94" fmla="*/ 64135 h 220726"/>
                        <a:gd name="connsiteX95" fmla="*/ 34737 w 339870"/>
                        <a:gd name="connsiteY95" fmla="*/ 64072 h 220726"/>
                        <a:gd name="connsiteX96" fmla="*/ 34737 w 339870"/>
                        <a:gd name="connsiteY96" fmla="*/ 53213 h 220726"/>
                        <a:gd name="connsiteX97" fmla="*/ 31245 w 339870"/>
                        <a:gd name="connsiteY97" fmla="*/ 49848 h 220726"/>
                        <a:gd name="connsiteX98" fmla="*/ 13465 w 339870"/>
                        <a:gd name="connsiteY98" fmla="*/ 49848 h 220726"/>
                        <a:gd name="connsiteX99" fmla="*/ 10099 w 339870"/>
                        <a:gd name="connsiteY99" fmla="*/ 53340 h 220726"/>
                        <a:gd name="connsiteX100" fmla="*/ 10099 w 339870"/>
                        <a:gd name="connsiteY100" fmla="*/ 60516 h 220726"/>
                        <a:gd name="connsiteX101" fmla="*/ 13655 w 339870"/>
                        <a:gd name="connsiteY101" fmla="*/ 64072 h 220726"/>
                        <a:gd name="connsiteX102" fmla="*/ 34674 w 339870"/>
                        <a:gd name="connsiteY102" fmla="*/ 64072 h 2207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</a:cxnLst>
                      <a:rect l="l" t="t" r="r" b="b"/>
                      <a:pathLst>
                        <a:path w="339870" h="220726">
                          <a:moveTo>
                            <a:pt x="261305" y="183896"/>
                          </a:moveTo>
                          <a:lnTo>
                            <a:pt x="77917" y="183896"/>
                          </a:lnTo>
                          <a:cubicBezTo>
                            <a:pt x="77917" y="186436"/>
                            <a:pt x="77917" y="188849"/>
                            <a:pt x="77917" y="191326"/>
                          </a:cubicBezTo>
                          <a:cubicBezTo>
                            <a:pt x="77917" y="196660"/>
                            <a:pt x="77981" y="202057"/>
                            <a:pt x="77917" y="207391"/>
                          </a:cubicBezTo>
                          <a:cubicBezTo>
                            <a:pt x="77790" y="215138"/>
                            <a:pt x="72456" y="220472"/>
                            <a:pt x="64773" y="220599"/>
                          </a:cubicBezTo>
                          <a:cubicBezTo>
                            <a:pt x="55184" y="220663"/>
                            <a:pt x="45659" y="220726"/>
                            <a:pt x="36071" y="220599"/>
                          </a:cubicBezTo>
                          <a:cubicBezTo>
                            <a:pt x="28578" y="220536"/>
                            <a:pt x="23180" y="215074"/>
                            <a:pt x="23053" y="207582"/>
                          </a:cubicBezTo>
                          <a:cubicBezTo>
                            <a:pt x="22990" y="199961"/>
                            <a:pt x="22990" y="192342"/>
                            <a:pt x="23053" y="184722"/>
                          </a:cubicBezTo>
                          <a:cubicBezTo>
                            <a:pt x="23053" y="182817"/>
                            <a:pt x="22736" y="181420"/>
                            <a:pt x="21021" y="180086"/>
                          </a:cubicBezTo>
                          <a:cubicBezTo>
                            <a:pt x="16640" y="176657"/>
                            <a:pt x="14671" y="171958"/>
                            <a:pt x="14671" y="166370"/>
                          </a:cubicBezTo>
                          <a:cubicBezTo>
                            <a:pt x="14671" y="150114"/>
                            <a:pt x="14544" y="133795"/>
                            <a:pt x="14735" y="117539"/>
                          </a:cubicBezTo>
                          <a:cubicBezTo>
                            <a:pt x="14925" y="100838"/>
                            <a:pt x="21910" y="87249"/>
                            <a:pt x="34801" y="76708"/>
                          </a:cubicBezTo>
                          <a:cubicBezTo>
                            <a:pt x="35499" y="76136"/>
                            <a:pt x="36198" y="75565"/>
                            <a:pt x="37468" y="74549"/>
                          </a:cubicBezTo>
                          <a:cubicBezTo>
                            <a:pt x="36007" y="74422"/>
                            <a:pt x="35118" y="74232"/>
                            <a:pt x="34229" y="74232"/>
                          </a:cubicBezTo>
                          <a:cubicBezTo>
                            <a:pt x="27498" y="74232"/>
                            <a:pt x="20767" y="74232"/>
                            <a:pt x="14100" y="74232"/>
                          </a:cubicBezTo>
                          <a:cubicBezTo>
                            <a:pt x="5337" y="74168"/>
                            <a:pt x="66" y="68898"/>
                            <a:pt x="3" y="60198"/>
                          </a:cubicBezTo>
                          <a:cubicBezTo>
                            <a:pt x="3" y="56896"/>
                            <a:pt x="-61" y="53530"/>
                            <a:pt x="447" y="50355"/>
                          </a:cubicBezTo>
                          <a:cubicBezTo>
                            <a:pt x="1400" y="44704"/>
                            <a:pt x="6162" y="40513"/>
                            <a:pt x="11814" y="40323"/>
                          </a:cubicBezTo>
                          <a:cubicBezTo>
                            <a:pt x="18735" y="40068"/>
                            <a:pt x="25720" y="40068"/>
                            <a:pt x="32642" y="40323"/>
                          </a:cubicBezTo>
                          <a:cubicBezTo>
                            <a:pt x="39627" y="40577"/>
                            <a:pt x="44389" y="46101"/>
                            <a:pt x="44643" y="53594"/>
                          </a:cubicBezTo>
                          <a:cubicBezTo>
                            <a:pt x="44770" y="57341"/>
                            <a:pt x="44643" y="61087"/>
                            <a:pt x="44643" y="64643"/>
                          </a:cubicBezTo>
                          <a:cubicBezTo>
                            <a:pt x="47691" y="66294"/>
                            <a:pt x="49279" y="65849"/>
                            <a:pt x="50485" y="62611"/>
                          </a:cubicBezTo>
                          <a:cubicBezTo>
                            <a:pt x="55629" y="49022"/>
                            <a:pt x="60582" y="35306"/>
                            <a:pt x="66551" y="22035"/>
                          </a:cubicBezTo>
                          <a:cubicBezTo>
                            <a:pt x="71758" y="10414"/>
                            <a:pt x="81537" y="3747"/>
                            <a:pt x="93856" y="889"/>
                          </a:cubicBezTo>
                          <a:cubicBezTo>
                            <a:pt x="96713" y="254"/>
                            <a:pt x="99698" y="0"/>
                            <a:pt x="102682" y="0"/>
                          </a:cubicBezTo>
                          <a:cubicBezTo>
                            <a:pt x="147513" y="0"/>
                            <a:pt x="192408" y="0"/>
                            <a:pt x="237239" y="0"/>
                          </a:cubicBezTo>
                          <a:cubicBezTo>
                            <a:pt x="250066" y="0"/>
                            <a:pt x="260734" y="5017"/>
                            <a:pt x="268862" y="14859"/>
                          </a:cubicBezTo>
                          <a:cubicBezTo>
                            <a:pt x="271084" y="17526"/>
                            <a:pt x="272862" y="20701"/>
                            <a:pt x="274196" y="23876"/>
                          </a:cubicBezTo>
                          <a:cubicBezTo>
                            <a:pt x="279530" y="36893"/>
                            <a:pt x="284610" y="50102"/>
                            <a:pt x="289753" y="63183"/>
                          </a:cubicBezTo>
                          <a:cubicBezTo>
                            <a:pt x="290325" y="64707"/>
                            <a:pt x="290769" y="66104"/>
                            <a:pt x="293055" y="65659"/>
                          </a:cubicBezTo>
                          <a:cubicBezTo>
                            <a:pt x="295341" y="65215"/>
                            <a:pt x="295151" y="63754"/>
                            <a:pt x="295151" y="62103"/>
                          </a:cubicBezTo>
                          <a:cubicBezTo>
                            <a:pt x="295151" y="59246"/>
                            <a:pt x="295087" y="56388"/>
                            <a:pt x="295151" y="53594"/>
                          </a:cubicBezTo>
                          <a:cubicBezTo>
                            <a:pt x="295405" y="45593"/>
                            <a:pt x="300612" y="40449"/>
                            <a:pt x="308549" y="40323"/>
                          </a:cubicBezTo>
                          <a:cubicBezTo>
                            <a:pt x="314709" y="40196"/>
                            <a:pt x="320868" y="40196"/>
                            <a:pt x="326964" y="40323"/>
                          </a:cubicBezTo>
                          <a:cubicBezTo>
                            <a:pt x="333695" y="40513"/>
                            <a:pt x="338712" y="44831"/>
                            <a:pt x="339537" y="51499"/>
                          </a:cubicBezTo>
                          <a:cubicBezTo>
                            <a:pt x="339982" y="55309"/>
                            <a:pt x="339982" y="59246"/>
                            <a:pt x="339537" y="63055"/>
                          </a:cubicBezTo>
                          <a:cubicBezTo>
                            <a:pt x="338712" y="69914"/>
                            <a:pt x="333568" y="74168"/>
                            <a:pt x="326329" y="74295"/>
                          </a:cubicBezTo>
                          <a:cubicBezTo>
                            <a:pt x="319598" y="74422"/>
                            <a:pt x="312867" y="74295"/>
                            <a:pt x="306200" y="74295"/>
                          </a:cubicBezTo>
                          <a:cubicBezTo>
                            <a:pt x="305120" y="74295"/>
                            <a:pt x="304041" y="74422"/>
                            <a:pt x="302263" y="74549"/>
                          </a:cubicBezTo>
                          <a:cubicBezTo>
                            <a:pt x="303787" y="75819"/>
                            <a:pt x="304739" y="76517"/>
                            <a:pt x="305692" y="77280"/>
                          </a:cubicBezTo>
                          <a:cubicBezTo>
                            <a:pt x="317693" y="87313"/>
                            <a:pt x="324615" y="100013"/>
                            <a:pt x="325059" y="115697"/>
                          </a:cubicBezTo>
                          <a:cubicBezTo>
                            <a:pt x="325504" y="132779"/>
                            <a:pt x="325250" y="149860"/>
                            <a:pt x="325186" y="166942"/>
                          </a:cubicBezTo>
                          <a:cubicBezTo>
                            <a:pt x="325186" y="172403"/>
                            <a:pt x="322773" y="176721"/>
                            <a:pt x="318709" y="180340"/>
                          </a:cubicBezTo>
                          <a:cubicBezTo>
                            <a:pt x="317693" y="181229"/>
                            <a:pt x="316931" y="182943"/>
                            <a:pt x="316931" y="184277"/>
                          </a:cubicBezTo>
                          <a:cubicBezTo>
                            <a:pt x="316741" y="191770"/>
                            <a:pt x="316931" y="199327"/>
                            <a:pt x="316868" y="206820"/>
                          </a:cubicBezTo>
                          <a:cubicBezTo>
                            <a:pt x="316868" y="214884"/>
                            <a:pt x="311915" y="220282"/>
                            <a:pt x="303914" y="220536"/>
                          </a:cubicBezTo>
                          <a:cubicBezTo>
                            <a:pt x="294135" y="220790"/>
                            <a:pt x="284356" y="220790"/>
                            <a:pt x="274513" y="220536"/>
                          </a:cubicBezTo>
                          <a:cubicBezTo>
                            <a:pt x="266703" y="220282"/>
                            <a:pt x="261750" y="214884"/>
                            <a:pt x="261623" y="207010"/>
                          </a:cubicBezTo>
                          <a:cubicBezTo>
                            <a:pt x="261496" y="199708"/>
                            <a:pt x="261623" y="192468"/>
                            <a:pt x="261559" y="185166"/>
                          </a:cubicBezTo>
                          <a:cubicBezTo>
                            <a:pt x="261559" y="184976"/>
                            <a:pt x="261432" y="184722"/>
                            <a:pt x="261242" y="184150"/>
                          </a:cubicBezTo>
                          <a:close/>
                          <a:moveTo>
                            <a:pt x="169929" y="173736"/>
                          </a:moveTo>
                          <a:cubicBezTo>
                            <a:pt x="203139" y="173736"/>
                            <a:pt x="236413" y="173736"/>
                            <a:pt x="269624" y="173736"/>
                          </a:cubicBezTo>
                          <a:cubicBezTo>
                            <a:pt x="281943" y="173736"/>
                            <a:pt x="294198" y="173736"/>
                            <a:pt x="306517" y="173736"/>
                          </a:cubicBezTo>
                          <a:cubicBezTo>
                            <a:pt x="312042" y="173736"/>
                            <a:pt x="314836" y="171196"/>
                            <a:pt x="314836" y="166053"/>
                          </a:cubicBezTo>
                          <a:cubicBezTo>
                            <a:pt x="314836" y="149416"/>
                            <a:pt x="315090" y="132779"/>
                            <a:pt x="314772" y="116205"/>
                          </a:cubicBezTo>
                          <a:cubicBezTo>
                            <a:pt x="314328" y="94107"/>
                            <a:pt x="295278" y="75629"/>
                            <a:pt x="273116" y="75629"/>
                          </a:cubicBezTo>
                          <a:cubicBezTo>
                            <a:pt x="205171" y="75629"/>
                            <a:pt x="137226" y="75629"/>
                            <a:pt x="69218" y="75629"/>
                          </a:cubicBezTo>
                          <a:cubicBezTo>
                            <a:pt x="66360" y="75629"/>
                            <a:pt x="63503" y="75629"/>
                            <a:pt x="60709" y="76136"/>
                          </a:cubicBezTo>
                          <a:cubicBezTo>
                            <a:pt x="39436" y="79692"/>
                            <a:pt x="24768" y="96901"/>
                            <a:pt x="24577" y="118555"/>
                          </a:cubicBezTo>
                          <a:cubicBezTo>
                            <a:pt x="24450" y="133477"/>
                            <a:pt x="24577" y="148399"/>
                            <a:pt x="24577" y="163259"/>
                          </a:cubicBezTo>
                          <a:cubicBezTo>
                            <a:pt x="24577" y="171704"/>
                            <a:pt x="26609" y="173736"/>
                            <a:pt x="35055" y="173736"/>
                          </a:cubicBezTo>
                          <a:cubicBezTo>
                            <a:pt x="80013" y="173736"/>
                            <a:pt x="124971" y="173736"/>
                            <a:pt x="169929" y="173736"/>
                          </a:cubicBezTo>
                          <a:close/>
                          <a:moveTo>
                            <a:pt x="279720" y="65596"/>
                          </a:moveTo>
                          <a:cubicBezTo>
                            <a:pt x="279657" y="65088"/>
                            <a:pt x="279657" y="64834"/>
                            <a:pt x="279530" y="64643"/>
                          </a:cubicBezTo>
                          <a:cubicBezTo>
                            <a:pt x="274894" y="52896"/>
                            <a:pt x="270259" y="41148"/>
                            <a:pt x="265623" y="29464"/>
                          </a:cubicBezTo>
                          <a:cubicBezTo>
                            <a:pt x="260734" y="16955"/>
                            <a:pt x="250002" y="9589"/>
                            <a:pt x="236604" y="9525"/>
                          </a:cubicBezTo>
                          <a:cubicBezTo>
                            <a:pt x="227142" y="9525"/>
                            <a:pt x="217681" y="9525"/>
                            <a:pt x="208283" y="9525"/>
                          </a:cubicBezTo>
                          <a:cubicBezTo>
                            <a:pt x="172977" y="9525"/>
                            <a:pt x="137671" y="9525"/>
                            <a:pt x="102428" y="9525"/>
                          </a:cubicBezTo>
                          <a:cubicBezTo>
                            <a:pt x="89411" y="9525"/>
                            <a:pt x="78489" y="17082"/>
                            <a:pt x="73790" y="29020"/>
                          </a:cubicBezTo>
                          <a:cubicBezTo>
                            <a:pt x="69472" y="40005"/>
                            <a:pt x="65154" y="51054"/>
                            <a:pt x="60899" y="62040"/>
                          </a:cubicBezTo>
                          <a:cubicBezTo>
                            <a:pt x="60455" y="63119"/>
                            <a:pt x="60201" y="64262"/>
                            <a:pt x="59756" y="65596"/>
                          </a:cubicBezTo>
                          <a:lnTo>
                            <a:pt x="279720" y="65596"/>
                          </a:lnTo>
                          <a:close/>
                          <a:moveTo>
                            <a:pt x="33086" y="183896"/>
                          </a:moveTo>
                          <a:cubicBezTo>
                            <a:pt x="33086" y="191834"/>
                            <a:pt x="33086" y="199454"/>
                            <a:pt x="33086" y="207074"/>
                          </a:cubicBezTo>
                          <a:cubicBezTo>
                            <a:pt x="33086" y="209486"/>
                            <a:pt x="34674" y="210376"/>
                            <a:pt x="36960" y="210312"/>
                          </a:cubicBezTo>
                          <a:cubicBezTo>
                            <a:pt x="46040" y="210312"/>
                            <a:pt x="55121" y="210312"/>
                            <a:pt x="64201" y="210312"/>
                          </a:cubicBezTo>
                          <a:cubicBezTo>
                            <a:pt x="66995" y="210312"/>
                            <a:pt x="68075" y="208852"/>
                            <a:pt x="68075" y="206248"/>
                          </a:cubicBezTo>
                          <a:cubicBezTo>
                            <a:pt x="68075" y="203073"/>
                            <a:pt x="68075" y="199898"/>
                            <a:pt x="68075" y="196723"/>
                          </a:cubicBezTo>
                          <a:cubicBezTo>
                            <a:pt x="68075" y="192468"/>
                            <a:pt x="68075" y="188214"/>
                            <a:pt x="68075" y="183896"/>
                          </a:cubicBezTo>
                          <a:lnTo>
                            <a:pt x="33086" y="183896"/>
                          </a:lnTo>
                          <a:close/>
                          <a:moveTo>
                            <a:pt x="271973" y="183896"/>
                          </a:moveTo>
                          <a:cubicBezTo>
                            <a:pt x="271973" y="191770"/>
                            <a:pt x="271973" y="199390"/>
                            <a:pt x="271973" y="206947"/>
                          </a:cubicBezTo>
                          <a:cubicBezTo>
                            <a:pt x="271973" y="209105"/>
                            <a:pt x="273243" y="210249"/>
                            <a:pt x="275466" y="210249"/>
                          </a:cubicBezTo>
                          <a:cubicBezTo>
                            <a:pt x="284800" y="210249"/>
                            <a:pt x="294135" y="210312"/>
                            <a:pt x="303406" y="210122"/>
                          </a:cubicBezTo>
                          <a:cubicBezTo>
                            <a:pt x="304485" y="210122"/>
                            <a:pt x="306454" y="208598"/>
                            <a:pt x="306454" y="207772"/>
                          </a:cubicBezTo>
                          <a:cubicBezTo>
                            <a:pt x="306708" y="199835"/>
                            <a:pt x="306581" y="191961"/>
                            <a:pt x="306581" y="183896"/>
                          </a:cubicBezTo>
                          <a:lnTo>
                            <a:pt x="271910" y="183896"/>
                          </a:lnTo>
                          <a:close/>
                          <a:moveTo>
                            <a:pt x="305247" y="64072"/>
                          </a:moveTo>
                          <a:cubicBezTo>
                            <a:pt x="312613" y="64072"/>
                            <a:pt x="319471" y="64072"/>
                            <a:pt x="326393" y="64072"/>
                          </a:cubicBezTo>
                          <a:cubicBezTo>
                            <a:pt x="328552" y="64072"/>
                            <a:pt x="329822" y="62992"/>
                            <a:pt x="329822" y="60770"/>
                          </a:cubicBezTo>
                          <a:cubicBezTo>
                            <a:pt x="329822" y="58293"/>
                            <a:pt x="329822" y="55753"/>
                            <a:pt x="329822" y="53277"/>
                          </a:cubicBezTo>
                          <a:cubicBezTo>
                            <a:pt x="329822" y="51054"/>
                            <a:pt x="328679" y="49848"/>
                            <a:pt x="326456" y="49848"/>
                          </a:cubicBezTo>
                          <a:cubicBezTo>
                            <a:pt x="320551" y="49848"/>
                            <a:pt x="314645" y="49848"/>
                            <a:pt x="308740" y="49848"/>
                          </a:cubicBezTo>
                          <a:cubicBezTo>
                            <a:pt x="306390" y="49848"/>
                            <a:pt x="305184" y="51054"/>
                            <a:pt x="305184" y="53467"/>
                          </a:cubicBezTo>
                          <a:cubicBezTo>
                            <a:pt x="305184" y="56833"/>
                            <a:pt x="305184" y="60261"/>
                            <a:pt x="305184" y="64135"/>
                          </a:cubicBezTo>
                          <a:close/>
                          <a:moveTo>
                            <a:pt x="34737" y="64072"/>
                          </a:moveTo>
                          <a:cubicBezTo>
                            <a:pt x="34737" y="60198"/>
                            <a:pt x="34737" y="56705"/>
                            <a:pt x="34737" y="53213"/>
                          </a:cubicBezTo>
                          <a:cubicBezTo>
                            <a:pt x="34737" y="50991"/>
                            <a:pt x="33340" y="49911"/>
                            <a:pt x="31245" y="49848"/>
                          </a:cubicBezTo>
                          <a:cubicBezTo>
                            <a:pt x="25339" y="49848"/>
                            <a:pt x="19434" y="49848"/>
                            <a:pt x="13465" y="49848"/>
                          </a:cubicBezTo>
                          <a:cubicBezTo>
                            <a:pt x="11306" y="49848"/>
                            <a:pt x="10099" y="51054"/>
                            <a:pt x="10099" y="53340"/>
                          </a:cubicBezTo>
                          <a:cubicBezTo>
                            <a:pt x="10099" y="55753"/>
                            <a:pt x="10099" y="58103"/>
                            <a:pt x="10099" y="60516"/>
                          </a:cubicBezTo>
                          <a:cubicBezTo>
                            <a:pt x="10099" y="62929"/>
                            <a:pt x="11306" y="64072"/>
                            <a:pt x="13655" y="64072"/>
                          </a:cubicBezTo>
                          <a:cubicBezTo>
                            <a:pt x="20450" y="64072"/>
                            <a:pt x="27308" y="64072"/>
                            <a:pt x="34674" y="64072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0" name="Полилиния: фигура 199">
                      <a:extLst>
                        <a:ext uri="{FF2B5EF4-FFF2-40B4-BE49-F238E27FC236}">
                          <a16:creationId xmlns="" xmlns:a16="http://schemas.microsoft.com/office/drawing/2014/main" id="{F60DBF3D-7E44-4728-9008-A61CD3484D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440" y="5422985"/>
                      <a:ext cx="143814" cy="35792"/>
                    </a:xfrm>
                    <a:custGeom>
                      <a:avLst/>
                      <a:gdLst>
                        <a:gd name="connsiteX0" fmla="*/ 71722 w 143814"/>
                        <a:gd name="connsiteY0" fmla="*/ 35728 h 35792"/>
                        <a:gd name="connsiteX1" fmla="*/ 10254 w 143814"/>
                        <a:gd name="connsiteY1" fmla="*/ 35728 h 35792"/>
                        <a:gd name="connsiteX2" fmla="*/ 30 w 143814"/>
                        <a:gd name="connsiteY2" fmla="*/ 24933 h 35792"/>
                        <a:gd name="connsiteX3" fmla="*/ 27462 w 143814"/>
                        <a:gd name="connsiteY3" fmla="*/ 42 h 35792"/>
                        <a:gd name="connsiteX4" fmla="*/ 98836 w 143814"/>
                        <a:gd name="connsiteY4" fmla="*/ 42 h 35792"/>
                        <a:gd name="connsiteX5" fmla="*/ 117950 w 143814"/>
                        <a:gd name="connsiteY5" fmla="*/ 105 h 35792"/>
                        <a:gd name="connsiteX6" fmla="*/ 143794 w 143814"/>
                        <a:gd name="connsiteY6" fmla="*/ 25632 h 35792"/>
                        <a:gd name="connsiteX7" fmla="*/ 134269 w 143814"/>
                        <a:gd name="connsiteY7" fmla="*/ 35792 h 35792"/>
                        <a:gd name="connsiteX8" fmla="*/ 71785 w 143814"/>
                        <a:gd name="connsiteY8" fmla="*/ 35792 h 35792"/>
                        <a:gd name="connsiteX9" fmla="*/ 133698 w 143814"/>
                        <a:gd name="connsiteY9" fmla="*/ 25632 h 35792"/>
                        <a:gd name="connsiteX10" fmla="*/ 116552 w 143814"/>
                        <a:gd name="connsiteY10" fmla="*/ 9884 h 35792"/>
                        <a:gd name="connsiteX11" fmla="*/ 27081 w 143814"/>
                        <a:gd name="connsiteY11" fmla="*/ 9884 h 35792"/>
                        <a:gd name="connsiteX12" fmla="*/ 22700 w 143814"/>
                        <a:gd name="connsiteY12" fmla="*/ 10455 h 35792"/>
                        <a:gd name="connsiteX13" fmla="*/ 10380 w 143814"/>
                        <a:gd name="connsiteY13" fmla="*/ 25632 h 35792"/>
                        <a:gd name="connsiteX14" fmla="*/ 133698 w 143814"/>
                        <a:gd name="connsiteY14" fmla="*/ 25632 h 357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143814" h="35792">
                          <a:moveTo>
                            <a:pt x="71722" y="35728"/>
                          </a:moveTo>
                          <a:cubicBezTo>
                            <a:pt x="51211" y="35728"/>
                            <a:pt x="30764" y="35728"/>
                            <a:pt x="10254" y="35728"/>
                          </a:cubicBezTo>
                          <a:cubicBezTo>
                            <a:pt x="2888" y="35728"/>
                            <a:pt x="-351" y="32236"/>
                            <a:pt x="30" y="24933"/>
                          </a:cubicBezTo>
                          <a:cubicBezTo>
                            <a:pt x="792" y="10836"/>
                            <a:pt x="12603" y="42"/>
                            <a:pt x="27462" y="42"/>
                          </a:cubicBezTo>
                          <a:cubicBezTo>
                            <a:pt x="51275" y="-22"/>
                            <a:pt x="75023" y="42"/>
                            <a:pt x="98836" y="42"/>
                          </a:cubicBezTo>
                          <a:cubicBezTo>
                            <a:pt x="105186" y="42"/>
                            <a:pt x="111600" y="-86"/>
                            <a:pt x="117950" y="105"/>
                          </a:cubicBezTo>
                          <a:cubicBezTo>
                            <a:pt x="131920" y="549"/>
                            <a:pt x="143159" y="11662"/>
                            <a:pt x="143794" y="25632"/>
                          </a:cubicBezTo>
                          <a:cubicBezTo>
                            <a:pt x="144112" y="32045"/>
                            <a:pt x="140683" y="35792"/>
                            <a:pt x="134269" y="35792"/>
                          </a:cubicBezTo>
                          <a:cubicBezTo>
                            <a:pt x="113441" y="35792"/>
                            <a:pt x="92613" y="35792"/>
                            <a:pt x="71785" y="35792"/>
                          </a:cubicBezTo>
                          <a:close/>
                          <a:moveTo>
                            <a:pt x="133698" y="25632"/>
                          </a:moveTo>
                          <a:cubicBezTo>
                            <a:pt x="132555" y="16170"/>
                            <a:pt x="125823" y="9947"/>
                            <a:pt x="116552" y="9884"/>
                          </a:cubicBezTo>
                          <a:cubicBezTo>
                            <a:pt x="86708" y="9757"/>
                            <a:pt x="56926" y="9884"/>
                            <a:pt x="27081" y="9884"/>
                          </a:cubicBezTo>
                          <a:cubicBezTo>
                            <a:pt x="25620" y="9884"/>
                            <a:pt x="24097" y="10138"/>
                            <a:pt x="22700" y="10455"/>
                          </a:cubicBezTo>
                          <a:cubicBezTo>
                            <a:pt x="15588" y="12170"/>
                            <a:pt x="10000" y="19028"/>
                            <a:pt x="10380" y="25632"/>
                          </a:cubicBezTo>
                          <a:lnTo>
                            <a:pt x="133698" y="2563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1" name="Полилиния: фигура 200">
                      <a:extLst>
                        <a:ext uri="{FF2B5EF4-FFF2-40B4-BE49-F238E27FC236}">
                          <a16:creationId xmlns="" xmlns:a16="http://schemas.microsoft.com/office/drawing/2014/main" id="{AF109184-AF48-4632-8DF5-E142774003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073" y="5475478"/>
                      <a:ext cx="154307" cy="9979"/>
                    </a:xfrm>
                    <a:custGeom>
                      <a:avLst/>
                      <a:gdLst>
                        <a:gd name="connsiteX0" fmla="*/ 76835 w 154307"/>
                        <a:gd name="connsiteY0" fmla="*/ 9906 h 9979"/>
                        <a:gd name="connsiteX1" fmla="*/ 7493 w 154307"/>
                        <a:gd name="connsiteY1" fmla="*/ 9906 h 9979"/>
                        <a:gd name="connsiteX2" fmla="*/ 4064 w 154307"/>
                        <a:gd name="connsiteY2" fmla="*/ 9779 h 9979"/>
                        <a:gd name="connsiteX3" fmla="*/ 0 w 154307"/>
                        <a:gd name="connsiteY3" fmla="*/ 5016 h 9979"/>
                        <a:gd name="connsiteX4" fmla="*/ 3937 w 154307"/>
                        <a:gd name="connsiteY4" fmla="*/ 190 h 9979"/>
                        <a:gd name="connsiteX5" fmla="*/ 7366 w 154307"/>
                        <a:gd name="connsiteY5" fmla="*/ 0 h 9979"/>
                        <a:gd name="connsiteX6" fmla="*/ 147003 w 154307"/>
                        <a:gd name="connsiteY6" fmla="*/ 0 h 9979"/>
                        <a:gd name="connsiteX7" fmla="*/ 150432 w 154307"/>
                        <a:gd name="connsiteY7" fmla="*/ 190 h 9979"/>
                        <a:gd name="connsiteX8" fmla="*/ 154305 w 154307"/>
                        <a:gd name="connsiteY8" fmla="*/ 5080 h 9979"/>
                        <a:gd name="connsiteX9" fmla="*/ 150241 w 154307"/>
                        <a:gd name="connsiteY9" fmla="*/ 9842 h 9979"/>
                        <a:gd name="connsiteX10" fmla="*/ 146812 w 154307"/>
                        <a:gd name="connsiteY10" fmla="*/ 9969 h 9979"/>
                        <a:gd name="connsiteX11" fmla="*/ 76835 w 154307"/>
                        <a:gd name="connsiteY11" fmla="*/ 9969 h 99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54307" h="9979">
                          <a:moveTo>
                            <a:pt x="76835" y="9906"/>
                          </a:moveTo>
                          <a:cubicBezTo>
                            <a:pt x="53721" y="9906"/>
                            <a:pt x="30607" y="9906"/>
                            <a:pt x="7493" y="9906"/>
                          </a:cubicBezTo>
                          <a:cubicBezTo>
                            <a:pt x="6350" y="9906"/>
                            <a:pt x="5207" y="10033"/>
                            <a:pt x="4064" y="9779"/>
                          </a:cubicBezTo>
                          <a:cubicBezTo>
                            <a:pt x="1524" y="9271"/>
                            <a:pt x="64" y="7620"/>
                            <a:pt x="0" y="5016"/>
                          </a:cubicBezTo>
                          <a:cubicBezTo>
                            <a:pt x="0" y="2476"/>
                            <a:pt x="1333" y="698"/>
                            <a:pt x="3937" y="190"/>
                          </a:cubicBezTo>
                          <a:cubicBezTo>
                            <a:pt x="5017" y="0"/>
                            <a:pt x="6223" y="0"/>
                            <a:pt x="7366" y="0"/>
                          </a:cubicBezTo>
                          <a:cubicBezTo>
                            <a:pt x="53911" y="0"/>
                            <a:pt x="100457" y="0"/>
                            <a:pt x="147003" y="0"/>
                          </a:cubicBezTo>
                          <a:cubicBezTo>
                            <a:pt x="148146" y="0"/>
                            <a:pt x="149289" y="0"/>
                            <a:pt x="150432" y="190"/>
                          </a:cubicBezTo>
                          <a:cubicBezTo>
                            <a:pt x="153035" y="698"/>
                            <a:pt x="154368" y="2476"/>
                            <a:pt x="154305" y="5080"/>
                          </a:cubicBezTo>
                          <a:cubicBezTo>
                            <a:pt x="154305" y="7683"/>
                            <a:pt x="152781" y="9334"/>
                            <a:pt x="150241" y="9842"/>
                          </a:cubicBezTo>
                          <a:cubicBezTo>
                            <a:pt x="149161" y="10033"/>
                            <a:pt x="147955" y="9969"/>
                            <a:pt x="146812" y="9969"/>
                          </a:cubicBezTo>
                          <a:cubicBezTo>
                            <a:pt x="123507" y="9969"/>
                            <a:pt x="100139" y="9969"/>
                            <a:pt x="76835" y="996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2" name="Полилиния: фигура 201">
                      <a:extLst>
                        <a:ext uri="{FF2B5EF4-FFF2-40B4-BE49-F238E27FC236}">
                          <a16:creationId xmlns="" xmlns:a16="http://schemas.microsoft.com/office/drawing/2014/main" id="{F37AD1DB-933E-4172-81F6-4ED5EEA0F2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695" y="5415088"/>
                      <a:ext cx="45537" cy="45530"/>
                    </a:xfrm>
                    <a:custGeom>
                      <a:avLst/>
                      <a:gdLst>
                        <a:gd name="connsiteX0" fmla="*/ 1 w 45537"/>
                        <a:gd name="connsiteY0" fmla="*/ 22544 h 45530"/>
                        <a:gd name="connsiteX1" fmla="*/ 23052 w 45537"/>
                        <a:gd name="connsiteY1" fmla="*/ 1 h 45530"/>
                        <a:gd name="connsiteX2" fmla="*/ 45531 w 45537"/>
                        <a:gd name="connsiteY2" fmla="*/ 23115 h 45530"/>
                        <a:gd name="connsiteX3" fmla="*/ 22671 w 45537"/>
                        <a:gd name="connsiteY3" fmla="*/ 45531 h 45530"/>
                        <a:gd name="connsiteX4" fmla="*/ 1 w 45537"/>
                        <a:gd name="connsiteY4" fmla="*/ 22607 h 45530"/>
                        <a:gd name="connsiteX5" fmla="*/ 22925 w 45537"/>
                        <a:gd name="connsiteY5" fmla="*/ 10034 h 45530"/>
                        <a:gd name="connsiteX6" fmla="*/ 10034 w 45537"/>
                        <a:gd name="connsiteY6" fmla="*/ 22544 h 45530"/>
                        <a:gd name="connsiteX7" fmla="*/ 22607 w 45537"/>
                        <a:gd name="connsiteY7" fmla="*/ 35371 h 45530"/>
                        <a:gd name="connsiteX8" fmla="*/ 35371 w 45537"/>
                        <a:gd name="connsiteY8" fmla="*/ 22607 h 45530"/>
                        <a:gd name="connsiteX9" fmla="*/ 22861 w 45537"/>
                        <a:gd name="connsiteY9" fmla="*/ 9971 h 455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45537" h="45530">
                          <a:moveTo>
                            <a:pt x="1" y="22544"/>
                          </a:moveTo>
                          <a:cubicBezTo>
                            <a:pt x="128" y="9971"/>
                            <a:pt x="10542" y="-126"/>
                            <a:pt x="23052" y="1"/>
                          </a:cubicBezTo>
                          <a:cubicBezTo>
                            <a:pt x="35498" y="128"/>
                            <a:pt x="45848" y="10733"/>
                            <a:pt x="45531" y="23115"/>
                          </a:cubicBezTo>
                          <a:cubicBezTo>
                            <a:pt x="45277" y="35561"/>
                            <a:pt x="34990" y="45594"/>
                            <a:pt x="22671" y="45531"/>
                          </a:cubicBezTo>
                          <a:cubicBezTo>
                            <a:pt x="10161" y="45531"/>
                            <a:pt x="-126" y="35053"/>
                            <a:pt x="1" y="22607"/>
                          </a:cubicBezTo>
                          <a:close/>
                          <a:moveTo>
                            <a:pt x="22925" y="10034"/>
                          </a:moveTo>
                          <a:cubicBezTo>
                            <a:pt x="15686" y="10034"/>
                            <a:pt x="10098" y="15432"/>
                            <a:pt x="10034" y="22544"/>
                          </a:cubicBezTo>
                          <a:cubicBezTo>
                            <a:pt x="10034" y="29719"/>
                            <a:pt x="15559" y="35371"/>
                            <a:pt x="22607" y="35371"/>
                          </a:cubicBezTo>
                          <a:cubicBezTo>
                            <a:pt x="29656" y="35371"/>
                            <a:pt x="35371" y="29719"/>
                            <a:pt x="35371" y="22607"/>
                          </a:cubicBezTo>
                          <a:cubicBezTo>
                            <a:pt x="35371" y="15686"/>
                            <a:pt x="29783" y="10034"/>
                            <a:pt x="22861" y="997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3" name="Полилиния: фигура 202">
                      <a:extLst>
                        <a:ext uri="{FF2B5EF4-FFF2-40B4-BE49-F238E27FC236}">
                          <a16:creationId xmlns="" xmlns:a16="http://schemas.microsoft.com/office/drawing/2014/main" id="{DD5F6E77-208F-4901-8F1D-DC18BBBD5F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289" y="5415089"/>
                      <a:ext cx="45402" cy="45339"/>
                    </a:xfrm>
                    <a:custGeom>
                      <a:avLst/>
                      <a:gdLst>
                        <a:gd name="connsiteX0" fmla="*/ 45403 w 45402"/>
                        <a:gd name="connsiteY0" fmla="*/ 22670 h 45339"/>
                        <a:gd name="connsiteX1" fmla="*/ 22860 w 45402"/>
                        <a:gd name="connsiteY1" fmla="*/ 45339 h 45339"/>
                        <a:gd name="connsiteX2" fmla="*/ 0 w 45402"/>
                        <a:gd name="connsiteY2" fmla="*/ 22670 h 45339"/>
                        <a:gd name="connsiteX3" fmla="*/ 22543 w 45402"/>
                        <a:gd name="connsiteY3" fmla="*/ 0 h 45339"/>
                        <a:gd name="connsiteX4" fmla="*/ 45403 w 45402"/>
                        <a:gd name="connsiteY4" fmla="*/ 22733 h 45339"/>
                        <a:gd name="connsiteX5" fmla="*/ 22797 w 45402"/>
                        <a:gd name="connsiteY5" fmla="*/ 10033 h 45339"/>
                        <a:gd name="connsiteX6" fmla="*/ 10097 w 45402"/>
                        <a:gd name="connsiteY6" fmla="*/ 22415 h 45339"/>
                        <a:gd name="connsiteX7" fmla="*/ 22669 w 45402"/>
                        <a:gd name="connsiteY7" fmla="*/ 35306 h 45339"/>
                        <a:gd name="connsiteX8" fmla="*/ 35433 w 45402"/>
                        <a:gd name="connsiteY8" fmla="*/ 22860 h 45339"/>
                        <a:gd name="connsiteX9" fmla="*/ 22797 w 45402"/>
                        <a:gd name="connsiteY9" fmla="*/ 10033 h 453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45402" h="45339">
                          <a:moveTo>
                            <a:pt x="45403" y="22670"/>
                          </a:moveTo>
                          <a:cubicBezTo>
                            <a:pt x="45403" y="35052"/>
                            <a:pt x="35370" y="45212"/>
                            <a:pt x="22860" y="45339"/>
                          </a:cubicBezTo>
                          <a:cubicBezTo>
                            <a:pt x="10414" y="45466"/>
                            <a:pt x="0" y="35179"/>
                            <a:pt x="0" y="22670"/>
                          </a:cubicBezTo>
                          <a:cubicBezTo>
                            <a:pt x="0" y="10287"/>
                            <a:pt x="10224" y="0"/>
                            <a:pt x="22543" y="0"/>
                          </a:cubicBezTo>
                          <a:cubicBezTo>
                            <a:pt x="35052" y="0"/>
                            <a:pt x="45339" y="10160"/>
                            <a:pt x="45403" y="22733"/>
                          </a:cubicBezTo>
                          <a:close/>
                          <a:moveTo>
                            <a:pt x="22797" y="10033"/>
                          </a:moveTo>
                          <a:cubicBezTo>
                            <a:pt x="15812" y="10033"/>
                            <a:pt x="10224" y="15430"/>
                            <a:pt x="10097" y="22415"/>
                          </a:cubicBezTo>
                          <a:cubicBezTo>
                            <a:pt x="10033" y="29527"/>
                            <a:pt x="15558" y="35306"/>
                            <a:pt x="22669" y="35306"/>
                          </a:cubicBezTo>
                          <a:cubicBezTo>
                            <a:pt x="29528" y="35306"/>
                            <a:pt x="35306" y="29654"/>
                            <a:pt x="35433" y="22860"/>
                          </a:cubicBezTo>
                          <a:cubicBezTo>
                            <a:pt x="35560" y="15811"/>
                            <a:pt x="29909" y="10033"/>
                            <a:pt x="22797" y="1003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204" name="Рисунок 4">
                  <a:extLst>
                    <a:ext uri="{FF2B5EF4-FFF2-40B4-BE49-F238E27FC236}">
                      <a16:creationId xmlns="" xmlns:a16="http://schemas.microsoft.com/office/drawing/2014/main" id="{604BC646-7F5B-421E-83D3-AE224F52A54B}"/>
                    </a:ext>
                  </a:extLst>
                </p:cNvPr>
                <p:cNvGrpSpPr/>
                <p:nvPr/>
              </p:nvGrpSpPr>
              <p:grpSpPr>
                <a:xfrm>
                  <a:off x="1953323" y="3063303"/>
                  <a:ext cx="150431" cy="280352"/>
                  <a:chOff x="1953323" y="3063303"/>
                  <a:chExt cx="150431" cy="280352"/>
                </a:xfrm>
                <a:solidFill>
                  <a:srgbClr val="FF8300"/>
                </a:solidFill>
              </p:grpSpPr>
              <p:sp>
                <p:nvSpPr>
                  <p:cNvPr id="205" name="Полилиния: фигура 204">
                    <a:extLst>
                      <a:ext uri="{FF2B5EF4-FFF2-40B4-BE49-F238E27FC236}">
                        <a16:creationId xmlns="" xmlns:a16="http://schemas.microsoft.com/office/drawing/2014/main" id="{25C409D4-091C-4843-92E3-66D36B4E806A}"/>
                      </a:ext>
                    </a:extLst>
                  </p:cNvPr>
                  <p:cNvSpPr/>
                  <p:nvPr/>
                </p:nvSpPr>
                <p:spPr>
                  <a:xfrm>
                    <a:off x="2028507" y="3063303"/>
                    <a:ext cx="6350" cy="215264"/>
                  </a:xfrm>
                  <a:custGeom>
                    <a:avLst/>
                    <a:gdLst>
                      <a:gd name="connsiteX0" fmla="*/ 0 w 6350"/>
                      <a:gd name="connsiteY0" fmla="*/ 0 h 215264"/>
                      <a:gd name="connsiteX1" fmla="*/ 0 w 6350"/>
                      <a:gd name="connsiteY1" fmla="*/ 215265 h 21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15264">
                        <a:moveTo>
                          <a:pt x="0" y="0"/>
                        </a:moveTo>
                        <a:lnTo>
                          <a:pt x="0" y="215265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206" name="Полилиния: фигура 205">
                    <a:extLst>
                      <a:ext uri="{FF2B5EF4-FFF2-40B4-BE49-F238E27FC236}">
                        <a16:creationId xmlns="" xmlns:a16="http://schemas.microsoft.com/office/drawing/2014/main" id="{4E0A3484-8310-4EF7-B45C-2231DBEB9DF9}"/>
                      </a:ext>
                    </a:extLst>
                  </p:cNvPr>
                  <p:cNvSpPr/>
                  <p:nvPr/>
                </p:nvSpPr>
                <p:spPr>
                  <a:xfrm>
                    <a:off x="1953323" y="3268471"/>
                    <a:ext cx="150431" cy="75184"/>
                  </a:xfrm>
                  <a:custGeom>
                    <a:avLst/>
                    <a:gdLst>
                      <a:gd name="connsiteX0" fmla="*/ 150432 w 150431"/>
                      <a:gd name="connsiteY0" fmla="*/ 0 h 75184"/>
                      <a:gd name="connsiteX1" fmla="*/ 0 w 150431"/>
                      <a:gd name="connsiteY1" fmla="*/ 0 h 75184"/>
                      <a:gd name="connsiteX2" fmla="*/ 75184 w 150431"/>
                      <a:gd name="connsiteY2" fmla="*/ 75184 h 75184"/>
                      <a:gd name="connsiteX3" fmla="*/ 150432 w 150431"/>
                      <a:gd name="connsiteY3" fmla="*/ 0 h 751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4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184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07" name="Рисунок 4">
                  <a:extLst>
                    <a:ext uri="{FF2B5EF4-FFF2-40B4-BE49-F238E27FC236}">
                      <a16:creationId xmlns="" xmlns:a16="http://schemas.microsoft.com/office/drawing/2014/main" id="{9B8519A8-8930-41AF-90B8-4334C17E3DEB}"/>
                    </a:ext>
                  </a:extLst>
                </p:cNvPr>
                <p:cNvGrpSpPr/>
                <p:nvPr/>
              </p:nvGrpSpPr>
              <p:grpSpPr>
                <a:xfrm>
                  <a:off x="1953323" y="4685347"/>
                  <a:ext cx="150431" cy="280352"/>
                  <a:chOff x="1953323" y="4685347"/>
                  <a:chExt cx="150431" cy="280352"/>
                </a:xfrm>
                <a:solidFill>
                  <a:srgbClr val="FF8300"/>
                </a:solidFill>
              </p:grpSpPr>
              <p:sp>
                <p:nvSpPr>
                  <p:cNvPr id="208" name="Полилиния: фигура 207">
                    <a:extLst>
                      <a:ext uri="{FF2B5EF4-FFF2-40B4-BE49-F238E27FC236}">
                        <a16:creationId xmlns="" xmlns:a16="http://schemas.microsoft.com/office/drawing/2014/main" id="{F5118D1F-BEC6-4667-AF2A-19C9B9D425A3}"/>
                      </a:ext>
                    </a:extLst>
                  </p:cNvPr>
                  <p:cNvSpPr/>
                  <p:nvPr/>
                </p:nvSpPr>
                <p:spPr>
                  <a:xfrm>
                    <a:off x="2028507" y="4685347"/>
                    <a:ext cx="6350" cy="215264"/>
                  </a:xfrm>
                  <a:custGeom>
                    <a:avLst/>
                    <a:gdLst>
                      <a:gd name="connsiteX0" fmla="*/ 0 w 6350"/>
                      <a:gd name="connsiteY0" fmla="*/ 0 h 215264"/>
                      <a:gd name="connsiteX1" fmla="*/ 0 w 6350"/>
                      <a:gd name="connsiteY1" fmla="*/ 215265 h 21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15264">
                        <a:moveTo>
                          <a:pt x="0" y="0"/>
                        </a:moveTo>
                        <a:lnTo>
                          <a:pt x="0" y="215265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209" name="Полилиния: фигура 208">
                    <a:extLst>
                      <a:ext uri="{FF2B5EF4-FFF2-40B4-BE49-F238E27FC236}">
                        <a16:creationId xmlns="" xmlns:a16="http://schemas.microsoft.com/office/drawing/2014/main" id="{9BF9BA3D-4616-47E1-B638-2AA00086BC83}"/>
                      </a:ext>
                    </a:extLst>
                  </p:cNvPr>
                  <p:cNvSpPr/>
                  <p:nvPr/>
                </p:nvSpPr>
                <p:spPr>
                  <a:xfrm>
                    <a:off x="1953323" y="4890515"/>
                    <a:ext cx="150431" cy="75184"/>
                  </a:xfrm>
                  <a:custGeom>
                    <a:avLst/>
                    <a:gdLst>
                      <a:gd name="connsiteX0" fmla="*/ 150432 w 150431"/>
                      <a:gd name="connsiteY0" fmla="*/ 0 h 75184"/>
                      <a:gd name="connsiteX1" fmla="*/ 0 w 150431"/>
                      <a:gd name="connsiteY1" fmla="*/ 0 h 75184"/>
                      <a:gd name="connsiteX2" fmla="*/ 75184 w 150431"/>
                      <a:gd name="connsiteY2" fmla="*/ 75184 h 75184"/>
                      <a:gd name="connsiteX3" fmla="*/ 150432 w 150431"/>
                      <a:gd name="connsiteY3" fmla="*/ 0 h 751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4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184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210" name="Рисунок 4">
                <a:extLst>
                  <a:ext uri="{FF2B5EF4-FFF2-40B4-BE49-F238E27FC236}">
                    <a16:creationId xmlns="" xmlns:a16="http://schemas.microsoft.com/office/drawing/2014/main" id="{78902AA0-EAD7-4720-940B-D58A5DBEB119}"/>
                  </a:ext>
                </a:extLst>
              </p:cNvPr>
              <p:cNvGrpSpPr/>
              <p:nvPr/>
            </p:nvGrpSpPr>
            <p:grpSpPr>
              <a:xfrm>
                <a:off x="4013708" y="1803400"/>
                <a:ext cx="4393184" cy="4492434"/>
                <a:chOff x="4013708" y="1803400"/>
                <a:chExt cx="4393184" cy="4492434"/>
              </a:xfrm>
            </p:grpSpPr>
            <p:sp>
              <p:nvSpPr>
                <p:cNvPr id="219" name="TextBox 218">
                  <a:extLst>
                    <a:ext uri="{FF2B5EF4-FFF2-40B4-BE49-F238E27FC236}">
                      <a16:creationId xmlns="" xmlns:a16="http://schemas.microsoft.com/office/drawing/2014/main" id="{A77B4034-13A3-43C6-88AA-87254A861E16}"/>
                    </a:ext>
                  </a:extLst>
                </p:cNvPr>
                <p:cNvSpPr txBox="1"/>
                <p:nvPr/>
              </p:nvSpPr>
              <p:spPr>
                <a:xfrm>
                  <a:off x="4368213" y="4528658"/>
                  <a:ext cx="3523871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spc="-75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ЧТО ДЕЛАЕТ КОМАНДА</a:t>
                  </a:r>
                  <a:r>
                    <a:rPr lang="en-US" sz="3800" b="1" spc="-75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:</a:t>
                  </a:r>
                  <a:r>
                    <a:rPr lang="ru-RU" sz="3800" b="1" spc="-75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  </a:t>
                  </a:r>
                  <a:endParaRPr lang="ru-RU" sz="3800" b="1" spc="-75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29" name="TextBox 228">
                  <a:extLst>
                    <a:ext uri="{FF2B5EF4-FFF2-40B4-BE49-F238E27FC236}">
                      <a16:creationId xmlns="" xmlns:a16="http://schemas.microsoft.com/office/drawing/2014/main" id="{5E23CE8D-6D69-43BC-B5A9-31D16B938737}"/>
                    </a:ext>
                  </a:extLst>
                </p:cNvPr>
                <p:cNvSpPr txBox="1"/>
                <p:nvPr/>
              </p:nvSpPr>
              <p:spPr>
                <a:xfrm>
                  <a:off x="4830669" y="3391253"/>
                  <a:ext cx="2580279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120 РТТ НА 1 ЭТП </a:t>
                  </a:r>
                  <a:endParaRPr lang="ru-RU" sz="3800" b="1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52" name="TextBox 251">
                  <a:extLst>
                    <a:ext uri="{FF2B5EF4-FFF2-40B4-BE49-F238E27FC236}">
                      <a16:creationId xmlns="" xmlns:a16="http://schemas.microsoft.com/office/drawing/2014/main" id="{C0DE3C72-0B01-48A7-ABFD-4AABCAB460DE}"/>
                    </a:ext>
                  </a:extLst>
                </p:cNvPr>
                <p:cNvSpPr txBox="1"/>
                <p:nvPr/>
              </p:nvSpPr>
              <p:spPr>
                <a:xfrm>
                  <a:off x="4116747" y="5439467"/>
                  <a:ext cx="115647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КОНТРОЛЬ </a:t>
                  </a:r>
                  <a:r>
                    <a:rPr lang="en-US" sz="17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MML</a:t>
                  </a:r>
                  <a:endParaRPr lang="ru-RU" sz="1700" b="1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75" name="TextBox 274">
                  <a:extLst>
                    <a:ext uri="{FF2B5EF4-FFF2-40B4-BE49-F238E27FC236}">
                      <a16:creationId xmlns="" xmlns:a16="http://schemas.microsoft.com/office/drawing/2014/main" id="{249FC404-0AC1-48E4-B7C3-E3FAB1527FAC}"/>
                    </a:ext>
                  </a:extLst>
                </p:cNvPr>
                <p:cNvSpPr txBox="1"/>
                <p:nvPr/>
              </p:nvSpPr>
              <p:spPr>
                <a:xfrm>
                  <a:off x="5714221" y="5457663"/>
                  <a:ext cx="98668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ОБУЧЕНИЕ ТП</a:t>
                  </a:r>
                  <a:endParaRPr lang="ru-RU" sz="1700" b="1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95" name="TextBox 294">
                  <a:extLst>
                    <a:ext uri="{FF2B5EF4-FFF2-40B4-BE49-F238E27FC236}">
                      <a16:creationId xmlns="" xmlns:a16="http://schemas.microsoft.com/office/drawing/2014/main" id="{5DA4DAAA-61F2-4F76-B5E0-828D67036AD9}"/>
                    </a:ext>
                  </a:extLst>
                </p:cNvPr>
                <p:cNvSpPr txBox="1"/>
                <p:nvPr/>
              </p:nvSpPr>
              <p:spPr>
                <a:xfrm>
                  <a:off x="7082817" y="5457663"/>
                  <a:ext cx="1255899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b="1" dirty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ВЫКЛАДКА И POS</a:t>
                  </a:r>
                </a:p>
              </p:txBody>
            </p:sp>
            <p:grpSp>
              <p:nvGrpSpPr>
                <p:cNvPr id="312" name="Рисунок 4">
                  <a:extLst>
                    <a:ext uri="{FF2B5EF4-FFF2-40B4-BE49-F238E27FC236}">
                      <a16:creationId xmlns="" xmlns:a16="http://schemas.microsoft.com/office/drawing/2014/main" id="{AAE9B2C4-0EB0-45CA-852E-00CF62066472}"/>
                    </a:ext>
                  </a:extLst>
                </p:cNvPr>
                <p:cNvGrpSpPr/>
                <p:nvPr/>
              </p:nvGrpSpPr>
              <p:grpSpPr>
                <a:xfrm>
                  <a:off x="4731552" y="1939824"/>
                  <a:ext cx="2762216" cy="442793"/>
                  <a:chOff x="4731552" y="1939824"/>
                  <a:chExt cx="2762216" cy="442793"/>
                </a:xfrm>
              </p:grpSpPr>
              <p:sp>
                <p:nvSpPr>
                  <p:cNvPr id="313" name="Полилиния: фигура 312">
                    <a:extLst>
                      <a:ext uri="{FF2B5EF4-FFF2-40B4-BE49-F238E27FC236}">
                        <a16:creationId xmlns="" xmlns:a16="http://schemas.microsoft.com/office/drawing/2014/main" id="{F35A1E74-1CD8-4665-9BCC-68840C13C4E0}"/>
                      </a:ext>
                    </a:extLst>
                  </p:cNvPr>
                  <p:cNvSpPr/>
                  <p:nvPr/>
                </p:nvSpPr>
                <p:spPr>
                  <a:xfrm>
                    <a:off x="4731552" y="1939824"/>
                    <a:ext cx="2762216" cy="442793"/>
                  </a:xfrm>
                  <a:custGeom>
                    <a:avLst/>
                    <a:gdLst>
                      <a:gd name="connsiteX0" fmla="*/ 2153349 w 2229548"/>
                      <a:gd name="connsiteY0" fmla="*/ 0 h 237426"/>
                      <a:gd name="connsiteX1" fmla="*/ 2229549 w 2229548"/>
                      <a:gd name="connsiteY1" fmla="*/ 76200 h 237426"/>
                      <a:gd name="connsiteX2" fmla="*/ 2229549 w 2229548"/>
                      <a:gd name="connsiteY2" fmla="*/ 161227 h 237426"/>
                      <a:gd name="connsiteX3" fmla="*/ 2153349 w 2229548"/>
                      <a:gd name="connsiteY3" fmla="*/ 237427 h 237426"/>
                      <a:gd name="connsiteX4" fmla="*/ 76200 w 2229548"/>
                      <a:gd name="connsiteY4" fmla="*/ 237427 h 237426"/>
                      <a:gd name="connsiteX5" fmla="*/ 0 w 2229548"/>
                      <a:gd name="connsiteY5" fmla="*/ 161227 h 237426"/>
                      <a:gd name="connsiteX6" fmla="*/ 0 w 2229548"/>
                      <a:gd name="connsiteY6" fmla="*/ 76200 h 237426"/>
                      <a:gd name="connsiteX7" fmla="*/ 76200 w 2229548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229548" h="237426">
                        <a:moveTo>
                          <a:pt x="2153349" y="0"/>
                        </a:moveTo>
                        <a:cubicBezTo>
                          <a:pt x="2195433" y="0"/>
                          <a:pt x="2229549" y="34116"/>
                          <a:pt x="2229549" y="76200"/>
                        </a:cubicBezTo>
                        <a:lnTo>
                          <a:pt x="2229549" y="161227"/>
                        </a:lnTo>
                        <a:cubicBezTo>
                          <a:pt x="2229549" y="203311"/>
                          <a:pt x="2195433" y="237427"/>
                          <a:pt x="2153349" y="237427"/>
                        </a:cubicBezTo>
                        <a:lnTo>
                          <a:pt x="76200" y="237427"/>
                        </a:lnTo>
                        <a:cubicBezTo>
                          <a:pt x="34116" y="237427"/>
                          <a:pt x="0" y="203311"/>
                          <a:pt x="0" y="161227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16" name="TextBox 315">
                    <a:extLst>
                      <a:ext uri="{FF2B5EF4-FFF2-40B4-BE49-F238E27FC236}">
                        <a16:creationId xmlns="" xmlns:a16="http://schemas.microsoft.com/office/drawing/2014/main" id="{40037EB4-50D5-4E66-AB28-BEE7CA149FC6}"/>
                      </a:ext>
                    </a:extLst>
                  </p:cNvPr>
                  <p:cNvSpPr txBox="1"/>
                  <p:nvPr/>
                </p:nvSpPr>
                <p:spPr>
                  <a:xfrm>
                    <a:off x="4775215" y="2002452"/>
                    <a:ext cx="2651666" cy="34881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800" b="1" dirty="0" smtClean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БОЛЬШЕ </a:t>
                    </a:r>
                    <a:r>
                      <a:rPr lang="ru-RU" sz="28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АКБ С ЭМПИЛС</a:t>
                    </a:r>
                  </a:p>
                </p:txBody>
              </p:sp>
            </p:grpSp>
            <p:sp>
              <p:nvSpPr>
                <p:cNvPr id="326" name="Полилиния: фигура 325">
                  <a:extLst>
                    <a:ext uri="{FF2B5EF4-FFF2-40B4-BE49-F238E27FC236}">
                      <a16:creationId xmlns="" xmlns:a16="http://schemas.microsoft.com/office/drawing/2014/main" id="{6B6888E1-084F-4885-81E4-60CE14F1FB92}"/>
                    </a:ext>
                  </a:extLst>
                </p:cNvPr>
                <p:cNvSpPr/>
                <p:nvPr/>
              </p:nvSpPr>
              <p:spPr>
                <a:xfrm>
                  <a:off x="4013708" y="1803400"/>
                  <a:ext cx="4393184" cy="1178115"/>
                </a:xfrm>
                <a:custGeom>
                  <a:avLst/>
                  <a:gdLst>
                    <a:gd name="connsiteX0" fmla="*/ 4316985 w 4393184"/>
                    <a:gd name="connsiteY0" fmla="*/ 0 h 1178115"/>
                    <a:gd name="connsiteX1" fmla="*/ 4393185 w 4393184"/>
                    <a:gd name="connsiteY1" fmla="*/ 76200 h 1178115"/>
                    <a:gd name="connsiteX2" fmla="*/ 4393185 w 4393184"/>
                    <a:gd name="connsiteY2" fmla="*/ 1101916 h 1178115"/>
                    <a:gd name="connsiteX3" fmla="*/ 4316985 w 4393184"/>
                    <a:gd name="connsiteY3" fmla="*/ 1178116 h 1178115"/>
                    <a:gd name="connsiteX4" fmla="*/ 76200 w 4393184"/>
                    <a:gd name="connsiteY4" fmla="*/ 1178116 h 1178115"/>
                    <a:gd name="connsiteX5" fmla="*/ 0 w 4393184"/>
                    <a:gd name="connsiteY5" fmla="*/ 1101916 h 1178115"/>
                    <a:gd name="connsiteX6" fmla="*/ 0 w 4393184"/>
                    <a:gd name="connsiteY6" fmla="*/ 76200 h 1178115"/>
                    <a:gd name="connsiteX7" fmla="*/ 76200 w 4393184"/>
                    <a:gd name="connsiteY7" fmla="*/ 0 h 117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93184" h="1178115">
                      <a:moveTo>
                        <a:pt x="4316985" y="0"/>
                      </a:moveTo>
                      <a:cubicBezTo>
                        <a:pt x="4359069" y="0"/>
                        <a:pt x="4393185" y="34116"/>
                        <a:pt x="4393185" y="76200"/>
                      </a:cubicBezTo>
                      <a:lnTo>
                        <a:pt x="4393185" y="1101916"/>
                      </a:lnTo>
                      <a:cubicBezTo>
                        <a:pt x="4393185" y="1144000"/>
                        <a:pt x="4359069" y="1178116"/>
                        <a:pt x="4316985" y="1178116"/>
                      </a:cubicBezTo>
                      <a:lnTo>
                        <a:pt x="76200" y="1178116"/>
                      </a:lnTo>
                      <a:cubicBezTo>
                        <a:pt x="34116" y="1178116"/>
                        <a:pt x="0" y="1144000"/>
                        <a:pt x="0" y="1101916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7" name="Полилиния: фигура 326">
                  <a:extLst>
                    <a:ext uri="{FF2B5EF4-FFF2-40B4-BE49-F238E27FC236}">
                      <a16:creationId xmlns="" xmlns:a16="http://schemas.microsoft.com/office/drawing/2014/main" id="{61F96896-84B0-4FB6-AAA2-37C5F75D334A}"/>
                    </a:ext>
                  </a:extLst>
                </p:cNvPr>
                <p:cNvSpPr/>
                <p:nvPr/>
              </p:nvSpPr>
              <p:spPr>
                <a:xfrm>
                  <a:off x="4013708" y="3213036"/>
                  <a:ext cx="4393184" cy="1206309"/>
                </a:xfrm>
                <a:custGeom>
                  <a:avLst/>
                  <a:gdLst>
                    <a:gd name="connsiteX0" fmla="*/ 4316985 w 4393184"/>
                    <a:gd name="connsiteY0" fmla="*/ 0 h 1206309"/>
                    <a:gd name="connsiteX1" fmla="*/ 4393185 w 4393184"/>
                    <a:gd name="connsiteY1" fmla="*/ 76200 h 1206309"/>
                    <a:gd name="connsiteX2" fmla="*/ 4393185 w 4393184"/>
                    <a:gd name="connsiteY2" fmla="*/ 1130109 h 1206309"/>
                    <a:gd name="connsiteX3" fmla="*/ 4316985 w 4393184"/>
                    <a:gd name="connsiteY3" fmla="*/ 1206309 h 1206309"/>
                    <a:gd name="connsiteX4" fmla="*/ 76200 w 4393184"/>
                    <a:gd name="connsiteY4" fmla="*/ 1206309 h 1206309"/>
                    <a:gd name="connsiteX5" fmla="*/ 0 w 4393184"/>
                    <a:gd name="connsiteY5" fmla="*/ 1130109 h 1206309"/>
                    <a:gd name="connsiteX6" fmla="*/ 0 w 4393184"/>
                    <a:gd name="connsiteY6" fmla="*/ 76200 h 1206309"/>
                    <a:gd name="connsiteX7" fmla="*/ 76200 w 4393184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93184" h="1206309">
                      <a:moveTo>
                        <a:pt x="4316985" y="0"/>
                      </a:moveTo>
                      <a:cubicBezTo>
                        <a:pt x="4359069" y="0"/>
                        <a:pt x="4393185" y="34116"/>
                        <a:pt x="4393185" y="76200"/>
                      </a:cubicBezTo>
                      <a:lnTo>
                        <a:pt x="4393185" y="1130109"/>
                      </a:lnTo>
                      <a:cubicBezTo>
                        <a:pt x="4393185" y="1172194"/>
                        <a:pt x="4359069" y="1206309"/>
                        <a:pt x="4316985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8" name="Полилиния: фигура 327">
                  <a:extLst>
                    <a:ext uri="{FF2B5EF4-FFF2-40B4-BE49-F238E27FC236}">
                      <a16:creationId xmlns="" xmlns:a16="http://schemas.microsoft.com/office/drawing/2014/main" id="{E57E9CEF-AAF2-4C53-912E-238BEC9370E3}"/>
                    </a:ext>
                  </a:extLst>
                </p:cNvPr>
                <p:cNvSpPr/>
                <p:nvPr/>
              </p:nvSpPr>
              <p:spPr>
                <a:xfrm>
                  <a:off x="4013708" y="5089525"/>
                  <a:ext cx="1373695" cy="1206309"/>
                </a:xfrm>
                <a:custGeom>
                  <a:avLst/>
                  <a:gdLst>
                    <a:gd name="connsiteX0" fmla="*/ 1297495 w 1373695"/>
                    <a:gd name="connsiteY0" fmla="*/ 0 h 1206309"/>
                    <a:gd name="connsiteX1" fmla="*/ 1373695 w 1373695"/>
                    <a:gd name="connsiteY1" fmla="*/ 76200 h 1206309"/>
                    <a:gd name="connsiteX2" fmla="*/ 1373695 w 1373695"/>
                    <a:gd name="connsiteY2" fmla="*/ 1130109 h 1206309"/>
                    <a:gd name="connsiteX3" fmla="*/ 1297495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5" y="0"/>
                      </a:moveTo>
                      <a:cubicBezTo>
                        <a:pt x="1339580" y="0"/>
                        <a:pt x="1373695" y="34116"/>
                        <a:pt x="1373695" y="76200"/>
                      </a:cubicBezTo>
                      <a:lnTo>
                        <a:pt x="1373695" y="1130109"/>
                      </a:lnTo>
                      <a:cubicBezTo>
                        <a:pt x="1373695" y="1172194"/>
                        <a:pt x="1339580" y="1206309"/>
                        <a:pt x="1297495" y="1206309"/>
                      </a:cubicBezTo>
                      <a:lnTo>
                        <a:pt x="76200" y="1206309"/>
                      </a:lnTo>
                      <a:cubicBezTo>
                        <a:pt x="34115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5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9" name="Полилиния: фигура 328">
                  <a:extLst>
                    <a:ext uri="{FF2B5EF4-FFF2-40B4-BE49-F238E27FC236}">
                      <a16:creationId xmlns="" xmlns:a16="http://schemas.microsoft.com/office/drawing/2014/main" id="{6617E6B4-3DCE-4DC7-A55C-9105ECDAA8AF}"/>
                    </a:ext>
                  </a:extLst>
                </p:cNvPr>
                <p:cNvSpPr/>
                <p:nvPr/>
              </p:nvSpPr>
              <p:spPr>
                <a:xfrm>
                  <a:off x="5519229" y="5089525"/>
                  <a:ext cx="1373695" cy="1206309"/>
                </a:xfrm>
                <a:custGeom>
                  <a:avLst/>
                  <a:gdLst>
                    <a:gd name="connsiteX0" fmla="*/ 1297496 w 1373695"/>
                    <a:gd name="connsiteY0" fmla="*/ 0 h 1206309"/>
                    <a:gd name="connsiteX1" fmla="*/ 1373696 w 1373695"/>
                    <a:gd name="connsiteY1" fmla="*/ 76200 h 1206309"/>
                    <a:gd name="connsiteX2" fmla="*/ 1373696 w 1373695"/>
                    <a:gd name="connsiteY2" fmla="*/ 1130109 h 1206309"/>
                    <a:gd name="connsiteX3" fmla="*/ 1297496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6" y="0"/>
                      </a:moveTo>
                      <a:cubicBezTo>
                        <a:pt x="1339580" y="0"/>
                        <a:pt x="1373696" y="34116"/>
                        <a:pt x="1373696" y="76200"/>
                      </a:cubicBezTo>
                      <a:lnTo>
                        <a:pt x="1373696" y="1130109"/>
                      </a:lnTo>
                      <a:cubicBezTo>
                        <a:pt x="1373696" y="1172194"/>
                        <a:pt x="1339580" y="1206309"/>
                        <a:pt x="1297496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0" name="Полилиния: фигура 329">
                  <a:extLst>
                    <a:ext uri="{FF2B5EF4-FFF2-40B4-BE49-F238E27FC236}">
                      <a16:creationId xmlns="" xmlns:a16="http://schemas.microsoft.com/office/drawing/2014/main" id="{4E20A470-21C1-44BF-B08B-6C88609C19C4}"/>
                    </a:ext>
                  </a:extLst>
                </p:cNvPr>
                <p:cNvSpPr/>
                <p:nvPr/>
              </p:nvSpPr>
              <p:spPr>
                <a:xfrm>
                  <a:off x="7024814" y="5089525"/>
                  <a:ext cx="1373695" cy="1206309"/>
                </a:xfrm>
                <a:custGeom>
                  <a:avLst/>
                  <a:gdLst>
                    <a:gd name="connsiteX0" fmla="*/ 1297495 w 1373695"/>
                    <a:gd name="connsiteY0" fmla="*/ 0 h 1206309"/>
                    <a:gd name="connsiteX1" fmla="*/ 1373695 w 1373695"/>
                    <a:gd name="connsiteY1" fmla="*/ 76200 h 1206309"/>
                    <a:gd name="connsiteX2" fmla="*/ 1373695 w 1373695"/>
                    <a:gd name="connsiteY2" fmla="*/ 1130109 h 1206309"/>
                    <a:gd name="connsiteX3" fmla="*/ 1297495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5" y="0"/>
                      </a:moveTo>
                      <a:cubicBezTo>
                        <a:pt x="1339580" y="0"/>
                        <a:pt x="1373695" y="34116"/>
                        <a:pt x="1373695" y="76200"/>
                      </a:cubicBezTo>
                      <a:lnTo>
                        <a:pt x="1373695" y="1130109"/>
                      </a:lnTo>
                      <a:cubicBezTo>
                        <a:pt x="1373695" y="1172194"/>
                        <a:pt x="1339580" y="1206309"/>
                        <a:pt x="1297495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grpSp>
              <p:nvGrpSpPr>
                <p:cNvPr id="331" name="Рисунок 4">
                  <a:extLst>
                    <a:ext uri="{FF2B5EF4-FFF2-40B4-BE49-F238E27FC236}">
                      <a16:creationId xmlns="" xmlns:a16="http://schemas.microsoft.com/office/drawing/2014/main" id="{C9D26789-B04A-4476-A451-4F637805CB73}"/>
                    </a:ext>
                  </a:extLst>
                </p:cNvPr>
                <p:cNvGrpSpPr/>
                <p:nvPr/>
              </p:nvGrpSpPr>
              <p:grpSpPr>
                <a:xfrm>
                  <a:off x="6034963" y="2285600"/>
                  <a:ext cx="150431" cy="334791"/>
                  <a:chOff x="6034963" y="2285600"/>
                  <a:chExt cx="150431" cy="334791"/>
                </a:xfrm>
                <a:solidFill>
                  <a:srgbClr val="FF8300"/>
                </a:solidFill>
              </p:grpSpPr>
              <p:sp>
                <p:nvSpPr>
                  <p:cNvPr id="332" name="Полилиния: фигура 331">
                    <a:extLst>
                      <a:ext uri="{FF2B5EF4-FFF2-40B4-BE49-F238E27FC236}">
                        <a16:creationId xmlns="" xmlns:a16="http://schemas.microsoft.com/office/drawing/2014/main" id="{BD133428-5475-4659-B3E3-494D2112C2BB}"/>
                      </a:ext>
                    </a:extLst>
                  </p:cNvPr>
                  <p:cNvSpPr/>
                  <p:nvPr/>
                </p:nvSpPr>
                <p:spPr>
                  <a:xfrm>
                    <a:off x="6092014" y="2285600"/>
                    <a:ext cx="6350" cy="260604"/>
                  </a:xfrm>
                  <a:custGeom>
                    <a:avLst/>
                    <a:gdLst>
                      <a:gd name="connsiteX0" fmla="*/ 0 w 6350"/>
                      <a:gd name="connsiteY0" fmla="*/ 0 h 260604"/>
                      <a:gd name="connsiteX1" fmla="*/ 0 w 6350"/>
                      <a:gd name="connsiteY1" fmla="*/ 260604 h 260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60604">
                        <a:moveTo>
                          <a:pt x="0" y="0"/>
                        </a:moveTo>
                        <a:lnTo>
                          <a:pt x="0" y="260604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33" name="Полилиния: фигура 332">
                    <a:extLst>
                      <a:ext uri="{FF2B5EF4-FFF2-40B4-BE49-F238E27FC236}">
                        <a16:creationId xmlns="" xmlns:a16="http://schemas.microsoft.com/office/drawing/2014/main" id="{BE3D5E3F-E333-42CC-83CB-971E44361739}"/>
                      </a:ext>
                    </a:extLst>
                  </p:cNvPr>
                  <p:cNvSpPr/>
                  <p:nvPr/>
                </p:nvSpPr>
                <p:spPr>
                  <a:xfrm>
                    <a:off x="6034963" y="2545208"/>
                    <a:ext cx="150431" cy="75183"/>
                  </a:xfrm>
                  <a:custGeom>
                    <a:avLst/>
                    <a:gdLst>
                      <a:gd name="connsiteX0" fmla="*/ 150432 w 150431"/>
                      <a:gd name="connsiteY0" fmla="*/ 0 h 75183"/>
                      <a:gd name="connsiteX1" fmla="*/ 0 w 150431"/>
                      <a:gd name="connsiteY1" fmla="*/ 0 h 75183"/>
                      <a:gd name="connsiteX2" fmla="*/ 75247 w 150431"/>
                      <a:gd name="connsiteY2" fmla="*/ 75184 h 75183"/>
                      <a:gd name="connsiteX3" fmla="*/ 150432 w 150431"/>
                      <a:gd name="connsiteY3" fmla="*/ 0 h 751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3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247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34" name="Рисунок 4">
                  <a:extLst>
                    <a:ext uri="{FF2B5EF4-FFF2-40B4-BE49-F238E27FC236}">
                      <a16:creationId xmlns="" xmlns:a16="http://schemas.microsoft.com/office/drawing/2014/main" id="{A23E8AED-6B9D-4159-B2EA-C07CF4B3916C}"/>
                    </a:ext>
                  </a:extLst>
                </p:cNvPr>
                <p:cNvGrpSpPr/>
                <p:nvPr/>
              </p:nvGrpSpPr>
              <p:grpSpPr>
                <a:xfrm>
                  <a:off x="7600632" y="5173726"/>
                  <a:ext cx="221958" cy="222250"/>
                  <a:chOff x="7600632" y="5173726"/>
                  <a:chExt cx="221958" cy="222250"/>
                </a:xfrm>
                <a:solidFill>
                  <a:srgbClr val="000000"/>
                </a:solidFill>
              </p:grpSpPr>
              <p:sp>
                <p:nvSpPr>
                  <p:cNvPr id="335" name="Полилиния: фигура 334">
                    <a:extLst>
                      <a:ext uri="{FF2B5EF4-FFF2-40B4-BE49-F238E27FC236}">
                        <a16:creationId xmlns="" xmlns:a16="http://schemas.microsoft.com/office/drawing/2014/main" id="{4D7CC36E-3CDB-4B70-B1DE-388B49925818}"/>
                      </a:ext>
                    </a:extLst>
                  </p:cNvPr>
                  <p:cNvSpPr/>
                  <p:nvPr/>
                </p:nvSpPr>
                <p:spPr>
                  <a:xfrm>
                    <a:off x="7600632" y="5173726"/>
                    <a:ext cx="221958" cy="222250"/>
                  </a:xfrm>
                  <a:custGeom>
                    <a:avLst/>
                    <a:gdLst>
                      <a:gd name="connsiteX0" fmla="*/ 85789 w 221958"/>
                      <a:gd name="connsiteY0" fmla="*/ 222186 h 222250"/>
                      <a:gd name="connsiteX1" fmla="*/ 85408 w 221958"/>
                      <a:gd name="connsiteY1" fmla="*/ 222186 h 222250"/>
                      <a:gd name="connsiteX2" fmla="*/ 65787 w 221958"/>
                      <a:gd name="connsiteY2" fmla="*/ 210312 h 222250"/>
                      <a:gd name="connsiteX3" fmla="*/ 11812 w 221958"/>
                      <a:gd name="connsiteY3" fmla="*/ 156337 h 222250"/>
                      <a:gd name="connsiteX4" fmla="*/ 0 w 221958"/>
                      <a:gd name="connsiteY4" fmla="*/ 136715 h 222250"/>
                      <a:gd name="connsiteX5" fmla="*/ 0 w 221958"/>
                      <a:gd name="connsiteY5" fmla="*/ 136334 h 222250"/>
                      <a:gd name="connsiteX6" fmla="*/ 0 w 221958"/>
                      <a:gd name="connsiteY6" fmla="*/ 129730 h 222250"/>
                      <a:gd name="connsiteX7" fmla="*/ 0 w 221958"/>
                      <a:gd name="connsiteY7" fmla="*/ 129286 h 222250"/>
                      <a:gd name="connsiteX8" fmla="*/ 11685 w 221958"/>
                      <a:gd name="connsiteY8" fmla="*/ 110046 h 222250"/>
                      <a:gd name="connsiteX9" fmla="*/ 79947 w 221958"/>
                      <a:gd name="connsiteY9" fmla="*/ 38417 h 222250"/>
                      <a:gd name="connsiteX10" fmla="*/ 107569 w 221958"/>
                      <a:gd name="connsiteY10" fmla="*/ 26543 h 222250"/>
                      <a:gd name="connsiteX11" fmla="*/ 124968 w 221958"/>
                      <a:gd name="connsiteY11" fmla="*/ 26543 h 222250"/>
                      <a:gd name="connsiteX12" fmla="*/ 131128 w 221958"/>
                      <a:gd name="connsiteY12" fmla="*/ 26543 h 222250"/>
                      <a:gd name="connsiteX13" fmla="*/ 143511 w 221958"/>
                      <a:gd name="connsiteY13" fmla="*/ 26543 h 222250"/>
                      <a:gd name="connsiteX14" fmla="*/ 143511 w 221958"/>
                      <a:gd name="connsiteY14" fmla="*/ 26543 h 222250"/>
                      <a:gd name="connsiteX15" fmla="*/ 144082 w 221958"/>
                      <a:gd name="connsiteY15" fmla="*/ 26543 h 222250"/>
                      <a:gd name="connsiteX16" fmla="*/ 144399 w 221958"/>
                      <a:gd name="connsiteY16" fmla="*/ 26098 h 222250"/>
                      <a:gd name="connsiteX17" fmla="*/ 191453 w 221958"/>
                      <a:gd name="connsiteY17" fmla="*/ 64 h 222250"/>
                      <a:gd name="connsiteX18" fmla="*/ 194056 w 221958"/>
                      <a:gd name="connsiteY18" fmla="*/ 0 h 222250"/>
                      <a:gd name="connsiteX19" fmla="*/ 214440 w 221958"/>
                      <a:gd name="connsiteY19" fmla="*/ 8128 h 222250"/>
                      <a:gd name="connsiteX20" fmla="*/ 221933 w 221958"/>
                      <a:gd name="connsiteY20" fmla="*/ 29782 h 222250"/>
                      <a:gd name="connsiteX21" fmla="*/ 220853 w 221958"/>
                      <a:gd name="connsiteY21" fmla="*/ 38671 h 222250"/>
                      <a:gd name="connsiteX22" fmla="*/ 211773 w 221958"/>
                      <a:gd name="connsiteY22" fmla="*/ 46736 h 222250"/>
                      <a:gd name="connsiteX23" fmla="*/ 209550 w 221958"/>
                      <a:gd name="connsiteY23" fmla="*/ 46482 h 222250"/>
                      <a:gd name="connsiteX24" fmla="*/ 202629 w 221958"/>
                      <a:gd name="connsiteY24" fmla="*/ 35433 h 222250"/>
                      <a:gd name="connsiteX25" fmla="*/ 203454 w 221958"/>
                      <a:gd name="connsiteY25" fmla="*/ 27496 h 222250"/>
                      <a:gd name="connsiteX26" fmla="*/ 195644 w 221958"/>
                      <a:gd name="connsiteY26" fmla="*/ 18605 h 222250"/>
                      <a:gd name="connsiteX27" fmla="*/ 194120 w 221958"/>
                      <a:gd name="connsiteY27" fmla="*/ 18605 h 222250"/>
                      <a:gd name="connsiteX28" fmla="*/ 169482 w 221958"/>
                      <a:gd name="connsiteY28" fmla="*/ 26860 h 222250"/>
                      <a:gd name="connsiteX29" fmla="*/ 175134 w 221958"/>
                      <a:gd name="connsiteY29" fmla="*/ 27559 h 222250"/>
                      <a:gd name="connsiteX30" fmla="*/ 195453 w 221958"/>
                      <a:gd name="connsiteY30" fmla="*/ 52832 h 222250"/>
                      <a:gd name="connsiteX31" fmla="*/ 195453 w 221958"/>
                      <a:gd name="connsiteY31" fmla="*/ 116840 h 222250"/>
                      <a:gd name="connsiteX32" fmla="*/ 184086 w 221958"/>
                      <a:gd name="connsiteY32" fmla="*/ 141796 h 222250"/>
                      <a:gd name="connsiteX33" fmla="*/ 132462 w 221958"/>
                      <a:gd name="connsiteY33" fmla="*/ 190945 h 222250"/>
                      <a:gd name="connsiteX34" fmla="*/ 112014 w 221958"/>
                      <a:gd name="connsiteY34" fmla="*/ 210502 h 222250"/>
                      <a:gd name="connsiteX35" fmla="*/ 92711 w 221958"/>
                      <a:gd name="connsiteY35" fmla="*/ 222186 h 222250"/>
                      <a:gd name="connsiteX36" fmla="*/ 92266 w 221958"/>
                      <a:gd name="connsiteY36" fmla="*/ 222186 h 222250"/>
                      <a:gd name="connsiteX37" fmla="*/ 85661 w 221958"/>
                      <a:gd name="connsiteY37" fmla="*/ 222250 h 222250"/>
                      <a:gd name="connsiteX38" fmla="*/ 108459 w 221958"/>
                      <a:gd name="connsiteY38" fmla="*/ 45021 h 222250"/>
                      <a:gd name="connsiteX39" fmla="*/ 92266 w 221958"/>
                      <a:gd name="connsiteY39" fmla="*/ 52260 h 222250"/>
                      <a:gd name="connsiteX40" fmla="*/ 39053 w 221958"/>
                      <a:gd name="connsiteY40" fmla="*/ 108267 h 222250"/>
                      <a:gd name="connsiteX41" fmla="*/ 21972 w 221958"/>
                      <a:gd name="connsiteY41" fmla="*/ 126238 h 222250"/>
                      <a:gd name="connsiteX42" fmla="*/ 22099 w 221958"/>
                      <a:gd name="connsiteY42" fmla="*/ 140271 h 222250"/>
                      <a:gd name="connsiteX43" fmla="*/ 82106 w 221958"/>
                      <a:gd name="connsiteY43" fmla="*/ 200279 h 222250"/>
                      <a:gd name="connsiteX44" fmla="*/ 88964 w 221958"/>
                      <a:gd name="connsiteY44" fmla="*/ 203581 h 222250"/>
                      <a:gd name="connsiteX45" fmla="*/ 95759 w 221958"/>
                      <a:gd name="connsiteY45" fmla="*/ 200406 h 222250"/>
                      <a:gd name="connsiteX46" fmla="*/ 144463 w 221958"/>
                      <a:gd name="connsiteY46" fmla="*/ 154051 h 222250"/>
                      <a:gd name="connsiteX47" fmla="*/ 170752 w 221958"/>
                      <a:gd name="connsiteY47" fmla="*/ 129032 h 222250"/>
                      <a:gd name="connsiteX48" fmla="*/ 176657 w 221958"/>
                      <a:gd name="connsiteY48" fmla="*/ 119380 h 222250"/>
                      <a:gd name="connsiteX49" fmla="*/ 177165 w 221958"/>
                      <a:gd name="connsiteY49" fmla="*/ 114745 h 222250"/>
                      <a:gd name="connsiteX50" fmla="*/ 177165 w 221958"/>
                      <a:gd name="connsiteY50" fmla="*/ 54420 h 222250"/>
                      <a:gd name="connsiteX51" fmla="*/ 168656 w 221958"/>
                      <a:gd name="connsiteY51" fmla="*/ 45148 h 222250"/>
                      <a:gd name="connsiteX52" fmla="*/ 162434 w 221958"/>
                      <a:gd name="connsiteY52" fmla="*/ 45085 h 222250"/>
                      <a:gd name="connsiteX53" fmla="*/ 155322 w 221958"/>
                      <a:gd name="connsiteY53" fmla="*/ 45085 h 222250"/>
                      <a:gd name="connsiteX54" fmla="*/ 155004 w 221958"/>
                      <a:gd name="connsiteY54" fmla="*/ 45085 h 222250"/>
                      <a:gd name="connsiteX55" fmla="*/ 152019 w 221958"/>
                      <a:gd name="connsiteY55" fmla="*/ 54991 h 222250"/>
                      <a:gd name="connsiteX56" fmla="*/ 168720 w 221958"/>
                      <a:gd name="connsiteY56" fmla="*/ 84391 h 222250"/>
                      <a:gd name="connsiteX57" fmla="*/ 143129 w 221958"/>
                      <a:gd name="connsiteY57" fmla="*/ 106997 h 222250"/>
                      <a:gd name="connsiteX58" fmla="*/ 141796 w 221958"/>
                      <a:gd name="connsiteY58" fmla="*/ 106997 h 222250"/>
                      <a:gd name="connsiteX59" fmla="*/ 116205 w 221958"/>
                      <a:gd name="connsiteY59" fmla="*/ 87185 h 222250"/>
                      <a:gd name="connsiteX60" fmla="*/ 129731 w 221958"/>
                      <a:gd name="connsiteY60" fmla="*/ 56134 h 222250"/>
                      <a:gd name="connsiteX61" fmla="*/ 132715 w 221958"/>
                      <a:gd name="connsiteY61" fmla="*/ 54991 h 222250"/>
                      <a:gd name="connsiteX62" fmla="*/ 133731 w 221958"/>
                      <a:gd name="connsiteY62" fmla="*/ 54610 h 222250"/>
                      <a:gd name="connsiteX63" fmla="*/ 133731 w 221958"/>
                      <a:gd name="connsiteY63" fmla="*/ 53530 h 222250"/>
                      <a:gd name="connsiteX64" fmla="*/ 134112 w 221958"/>
                      <a:gd name="connsiteY64" fmla="*/ 50165 h 222250"/>
                      <a:gd name="connsiteX65" fmla="*/ 135446 w 221958"/>
                      <a:gd name="connsiteY65" fmla="*/ 44958 h 222250"/>
                      <a:gd name="connsiteX66" fmla="*/ 121222 w 221958"/>
                      <a:gd name="connsiteY66" fmla="*/ 44958 h 222250"/>
                      <a:gd name="connsiteX67" fmla="*/ 109157 w 221958"/>
                      <a:gd name="connsiteY67" fmla="*/ 44895 h 222250"/>
                      <a:gd name="connsiteX68" fmla="*/ 108586 w 221958"/>
                      <a:gd name="connsiteY68" fmla="*/ 44895 h 2222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</a:cxnLst>
                    <a:rect l="l" t="t" r="r" b="b"/>
                    <a:pathLst>
                      <a:path w="221958" h="222250">
                        <a:moveTo>
                          <a:pt x="85789" y="222186"/>
                        </a:moveTo>
                        <a:lnTo>
                          <a:pt x="85408" y="222186"/>
                        </a:lnTo>
                        <a:cubicBezTo>
                          <a:pt x="76709" y="220726"/>
                          <a:pt x="70739" y="215328"/>
                          <a:pt x="65787" y="210312"/>
                        </a:cubicBezTo>
                        <a:cubicBezTo>
                          <a:pt x="48006" y="192341"/>
                          <a:pt x="29845" y="174180"/>
                          <a:pt x="11812" y="156337"/>
                        </a:cubicBezTo>
                        <a:cubicBezTo>
                          <a:pt x="6604" y="151193"/>
                          <a:pt x="1398" y="145415"/>
                          <a:pt x="0" y="136715"/>
                        </a:cubicBezTo>
                        <a:lnTo>
                          <a:pt x="0" y="136334"/>
                        </a:lnTo>
                        <a:cubicBezTo>
                          <a:pt x="0" y="136334"/>
                          <a:pt x="0" y="129730"/>
                          <a:pt x="0" y="129730"/>
                        </a:cubicBezTo>
                        <a:lnTo>
                          <a:pt x="0" y="129286"/>
                        </a:lnTo>
                        <a:cubicBezTo>
                          <a:pt x="1524" y="121221"/>
                          <a:pt x="6160" y="115760"/>
                          <a:pt x="11685" y="110046"/>
                        </a:cubicBezTo>
                        <a:cubicBezTo>
                          <a:pt x="34481" y="86233"/>
                          <a:pt x="57214" y="62357"/>
                          <a:pt x="79947" y="38417"/>
                        </a:cubicBezTo>
                        <a:cubicBezTo>
                          <a:pt x="87440" y="30543"/>
                          <a:pt x="96711" y="26543"/>
                          <a:pt x="107569" y="26543"/>
                        </a:cubicBezTo>
                        <a:cubicBezTo>
                          <a:pt x="111506" y="26543"/>
                          <a:pt x="124968" y="26543"/>
                          <a:pt x="124968" y="26543"/>
                        </a:cubicBezTo>
                        <a:lnTo>
                          <a:pt x="131128" y="26543"/>
                        </a:lnTo>
                        <a:cubicBezTo>
                          <a:pt x="135255" y="26543"/>
                          <a:pt x="139383" y="26543"/>
                          <a:pt x="143511" y="26543"/>
                        </a:cubicBezTo>
                        <a:lnTo>
                          <a:pt x="143511" y="26543"/>
                        </a:lnTo>
                        <a:cubicBezTo>
                          <a:pt x="143891" y="26543"/>
                          <a:pt x="144018" y="26543"/>
                          <a:pt x="144082" y="26543"/>
                        </a:cubicBezTo>
                        <a:cubicBezTo>
                          <a:pt x="144082" y="26543"/>
                          <a:pt x="144209" y="26416"/>
                          <a:pt x="144399" y="26098"/>
                        </a:cubicBezTo>
                        <a:cubicBezTo>
                          <a:pt x="155956" y="10223"/>
                          <a:pt x="171831" y="1460"/>
                          <a:pt x="191453" y="64"/>
                        </a:cubicBezTo>
                        <a:cubicBezTo>
                          <a:pt x="192342" y="64"/>
                          <a:pt x="193231" y="0"/>
                          <a:pt x="194056" y="0"/>
                        </a:cubicBezTo>
                        <a:cubicBezTo>
                          <a:pt x="202185" y="0"/>
                          <a:pt x="209424" y="2858"/>
                          <a:pt x="214440" y="8128"/>
                        </a:cubicBezTo>
                        <a:cubicBezTo>
                          <a:pt x="219584" y="13526"/>
                          <a:pt x="222250" y="21209"/>
                          <a:pt x="221933" y="29782"/>
                        </a:cubicBezTo>
                        <a:cubicBezTo>
                          <a:pt x="221806" y="33020"/>
                          <a:pt x="221298" y="36068"/>
                          <a:pt x="220853" y="38671"/>
                        </a:cubicBezTo>
                        <a:cubicBezTo>
                          <a:pt x="219964" y="43497"/>
                          <a:pt x="216345" y="46736"/>
                          <a:pt x="211773" y="46736"/>
                        </a:cubicBezTo>
                        <a:cubicBezTo>
                          <a:pt x="211074" y="46736"/>
                          <a:pt x="210312" y="46672"/>
                          <a:pt x="209550" y="46482"/>
                        </a:cubicBezTo>
                        <a:cubicBezTo>
                          <a:pt x="204724" y="45402"/>
                          <a:pt x="201867" y="40830"/>
                          <a:pt x="202629" y="35433"/>
                        </a:cubicBezTo>
                        <a:cubicBezTo>
                          <a:pt x="203010" y="32576"/>
                          <a:pt x="203391" y="30035"/>
                          <a:pt x="203454" y="27496"/>
                        </a:cubicBezTo>
                        <a:cubicBezTo>
                          <a:pt x="203581" y="22542"/>
                          <a:pt x="200279" y="18796"/>
                          <a:pt x="195644" y="18605"/>
                        </a:cubicBezTo>
                        <a:cubicBezTo>
                          <a:pt x="195136" y="18605"/>
                          <a:pt x="194628" y="18605"/>
                          <a:pt x="194120" y="18605"/>
                        </a:cubicBezTo>
                        <a:cubicBezTo>
                          <a:pt x="185420" y="18605"/>
                          <a:pt x="176657" y="21653"/>
                          <a:pt x="169482" y="26860"/>
                        </a:cubicBezTo>
                        <a:cubicBezTo>
                          <a:pt x="171324" y="26988"/>
                          <a:pt x="173228" y="27178"/>
                          <a:pt x="175134" y="27559"/>
                        </a:cubicBezTo>
                        <a:cubicBezTo>
                          <a:pt x="186817" y="30099"/>
                          <a:pt x="195390" y="40703"/>
                          <a:pt x="195453" y="52832"/>
                        </a:cubicBezTo>
                        <a:cubicBezTo>
                          <a:pt x="195580" y="70295"/>
                          <a:pt x="195644" y="93345"/>
                          <a:pt x="195453" y="116840"/>
                        </a:cubicBezTo>
                        <a:cubicBezTo>
                          <a:pt x="195390" y="126302"/>
                          <a:pt x="191516" y="134683"/>
                          <a:pt x="184086" y="141796"/>
                        </a:cubicBezTo>
                        <a:lnTo>
                          <a:pt x="132462" y="190945"/>
                        </a:lnTo>
                        <a:cubicBezTo>
                          <a:pt x="125603" y="197421"/>
                          <a:pt x="118745" y="203898"/>
                          <a:pt x="112014" y="210502"/>
                        </a:cubicBezTo>
                        <a:cubicBezTo>
                          <a:pt x="106807" y="215583"/>
                          <a:pt x="101029" y="220663"/>
                          <a:pt x="92711" y="222186"/>
                        </a:cubicBezTo>
                        <a:lnTo>
                          <a:pt x="92266" y="222186"/>
                        </a:lnTo>
                        <a:cubicBezTo>
                          <a:pt x="92266" y="222186"/>
                          <a:pt x="85661" y="222250"/>
                          <a:pt x="85661" y="222250"/>
                        </a:cubicBezTo>
                        <a:close/>
                        <a:moveTo>
                          <a:pt x="108459" y="45021"/>
                        </a:moveTo>
                        <a:cubicBezTo>
                          <a:pt x="102109" y="45021"/>
                          <a:pt x="96965" y="47308"/>
                          <a:pt x="92266" y="52260"/>
                        </a:cubicBezTo>
                        <a:cubicBezTo>
                          <a:pt x="74613" y="70993"/>
                          <a:pt x="56833" y="89662"/>
                          <a:pt x="39053" y="108267"/>
                        </a:cubicBezTo>
                        <a:lnTo>
                          <a:pt x="21972" y="126238"/>
                        </a:lnTo>
                        <a:cubicBezTo>
                          <a:pt x="17273" y="131127"/>
                          <a:pt x="17336" y="135446"/>
                          <a:pt x="22099" y="140271"/>
                        </a:cubicBezTo>
                        <a:lnTo>
                          <a:pt x="82106" y="200279"/>
                        </a:lnTo>
                        <a:cubicBezTo>
                          <a:pt x="83630" y="201803"/>
                          <a:pt x="86043" y="203581"/>
                          <a:pt x="88964" y="203581"/>
                        </a:cubicBezTo>
                        <a:cubicBezTo>
                          <a:pt x="91249" y="203581"/>
                          <a:pt x="93599" y="202502"/>
                          <a:pt x="95759" y="200406"/>
                        </a:cubicBezTo>
                        <a:lnTo>
                          <a:pt x="144463" y="154051"/>
                        </a:lnTo>
                        <a:cubicBezTo>
                          <a:pt x="153226" y="145733"/>
                          <a:pt x="161989" y="137351"/>
                          <a:pt x="170752" y="129032"/>
                        </a:cubicBezTo>
                        <a:cubicBezTo>
                          <a:pt x="174117" y="125857"/>
                          <a:pt x="175959" y="122809"/>
                          <a:pt x="176657" y="119380"/>
                        </a:cubicBezTo>
                        <a:cubicBezTo>
                          <a:pt x="176974" y="117729"/>
                          <a:pt x="177165" y="116205"/>
                          <a:pt x="177165" y="114745"/>
                        </a:cubicBezTo>
                        <a:cubicBezTo>
                          <a:pt x="177165" y="94615"/>
                          <a:pt x="177165" y="74485"/>
                          <a:pt x="177165" y="54420"/>
                        </a:cubicBezTo>
                        <a:cubicBezTo>
                          <a:pt x="177165" y="48895"/>
                          <a:pt x="173863" y="45339"/>
                          <a:pt x="168656" y="45148"/>
                        </a:cubicBezTo>
                        <a:cubicBezTo>
                          <a:pt x="166561" y="45148"/>
                          <a:pt x="164529" y="45085"/>
                          <a:pt x="162434" y="45085"/>
                        </a:cubicBezTo>
                        <a:cubicBezTo>
                          <a:pt x="160084" y="45085"/>
                          <a:pt x="157671" y="45085"/>
                          <a:pt x="155322" y="45085"/>
                        </a:cubicBezTo>
                        <a:lnTo>
                          <a:pt x="155004" y="45085"/>
                        </a:lnTo>
                        <a:cubicBezTo>
                          <a:pt x="153543" y="48323"/>
                          <a:pt x="152591" y="51626"/>
                          <a:pt x="152019" y="54991"/>
                        </a:cubicBezTo>
                        <a:cubicBezTo>
                          <a:pt x="163830" y="59627"/>
                          <a:pt x="170752" y="71691"/>
                          <a:pt x="168720" y="84391"/>
                        </a:cubicBezTo>
                        <a:cubicBezTo>
                          <a:pt x="166688" y="96965"/>
                          <a:pt x="156147" y="106299"/>
                          <a:pt x="143129" y="106997"/>
                        </a:cubicBezTo>
                        <a:cubicBezTo>
                          <a:pt x="142685" y="106997"/>
                          <a:pt x="142240" y="106997"/>
                          <a:pt x="141796" y="106997"/>
                        </a:cubicBezTo>
                        <a:cubicBezTo>
                          <a:pt x="130111" y="106997"/>
                          <a:pt x="119317" y="98679"/>
                          <a:pt x="116205" y="87185"/>
                        </a:cubicBezTo>
                        <a:cubicBezTo>
                          <a:pt x="112840" y="74930"/>
                          <a:pt x="118555" y="61913"/>
                          <a:pt x="129731" y="56134"/>
                        </a:cubicBezTo>
                        <a:cubicBezTo>
                          <a:pt x="130620" y="55690"/>
                          <a:pt x="131699" y="55308"/>
                          <a:pt x="132715" y="54991"/>
                        </a:cubicBezTo>
                        <a:cubicBezTo>
                          <a:pt x="133033" y="54864"/>
                          <a:pt x="133414" y="54737"/>
                          <a:pt x="133731" y="54610"/>
                        </a:cubicBezTo>
                        <a:cubicBezTo>
                          <a:pt x="133731" y="54356"/>
                          <a:pt x="133731" y="53911"/>
                          <a:pt x="133731" y="53530"/>
                        </a:cubicBezTo>
                        <a:cubicBezTo>
                          <a:pt x="133795" y="52388"/>
                          <a:pt x="133859" y="51181"/>
                          <a:pt x="134112" y="50165"/>
                        </a:cubicBezTo>
                        <a:cubicBezTo>
                          <a:pt x="134493" y="48451"/>
                          <a:pt x="134938" y="46736"/>
                          <a:pt x="135446" y="44958"/>
                        </a:cubicBezTo>
                        <a:lnTo>
                          <a:pt x="121222" y="44958"/>
                        </a:lnTo>
                        <a:cubicBezTo>
                          <a:pt x="117158" y="44958"/>
                          <a:pt x="113157" y="44958"/>
                          <a:pt x="109157" y="44895"/>
                        </a:cubicBezTo>
                        <a:lnTo>
                          <a:pt x="108586" y="4489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36" name="Полилиния: фигура 335">
                    <a:extLst>
                      <a:ext uri="{FF2B5EF4-FFF2-40B4-BE49-F238E27FC236}">
                        <a16:creationId xmlns="" xmlns:a16="http://schemas.microsoft.com/office/drawing/2014/main" id="{CD25DB6F-549A-470E-9CC5-239C0A93119B}"/>
                      </a:ext>
                    </a:extLst>
                  </p:cNvPr>
                  <p:cNvSpPr/>
                  <p:nvPr/>
                </p:nvSpPr>
                <p:spPr>
                  <a:xfrm>
                    <a:off x="7605458" y="5178600"/>
                    <a:ext cx="212435" cy="212358"/>
                  </a:xfrm>
                  <a:custGeom>
                    <a:avLst/>
                    <a:gdLst>
                      <a:gd name="connsiteX0" fmla="*/ 0 w 212435"/>
                      <a:gd name="connsiteY0" fmla="*/ 125301 h 212358"/>
                      <a:gd name="connsiteX1" fmla="*/ 10351 w 212435"/>
                      <a:gd name="connsiteY1" fmla="*/ 108537 h 212358"/>
                      <a:gd name="connsiteX2" fmla="*/ 78613 w 212435"/>
                      <a:gd name="connsiteY2" fmla="*/ 36909 h 212358"/>
                      <a:gd name="connsiteX3" fmla="*/ 102998 w 212435"/>
                      <a:gd name="connsiteY3" fmla="*/ 26495 h 212358"/>
                      <a:gd name="connsiteX4" fmla="*/ 138685 w 212435"/>
                      <a:gd name="connsiteY4" fmla="*/ 26558 h 212358"/>
                      <a:gd name="connsiteX5" fmla="*/ 143573 w 212435"/>
                      <a:gd name="connsiteY5" fmla="*/ 24145 h 212358"/>
                      <a:gd name="connsiteX6" fmla="*/ 187072 w 212435"/>
                      <a:gd name="connsiteY6" fmla="*/ 78 h 212358"/>
                      <a:gd name="connsiteX7" fmla="*/ 212408 w 212435"/>
                      <a:gd name="connsiteY7" fmla="*/ 24716 h 212358"/>
                      <a:gd name="connsiteX8" fmla="*/ 211392 w 212435"/>
                      <a:gd name="connsiteY8" fmla="*/ 32908 h 212358"/>
                      <a:gd name="connsiteX9" fmla="*/ 205931 w 212435"/>
                      <a:gd name="connsiteY9" fmla="*/ 36845 h 212358"/>
                      <a:gd name="connsiteX10" fmla="*/ 202756 w 212435"/>
                      <a:gd name="connsiteY10" fmla="*/ 31194 h 212358"/>
                      <a:gd name="connsiteX11" fmla="*/ 203645 w 212435"/>
                      <a:gd name="connsiteY11" fmla="*/ 22748 h 212358"/>
                      <a:gd name="connsiteX12" fmla="*/ 191198 w 212435"/>
                      <a:gd name="connsiteY12" fmla="*/ 8841 h 212358"/>
                      <a:gd name="connsiteX13" fmla="*/ 153036 w 212435"/>
                      <a:gd name="connsiteY13" fmla="*/ 26495 h 212358"/>
                      <a:gd name="connsiteX14" fmla="*/ 155639 w 212435"/>
                      <a:gd name="connsiteY14" fmla="*/ 26495 h 212358"/>
                      <a:gd name="connsiteX15" fmla="*/ 169418 w 212435"/>
                      <a:gd name="connsiteY15" fmla="*/ 27384 h 212358"/>
                      <a:gd name="connsiteX16" fmla="*/ 185928 w 212435"/>
                      <a:gd name="connsiteY16" fmla="*/ 47958 h 212358"/>
                      <a:gd name="connsiteX17" fmla="*/ 185928 w 212435"/>
                      <a:gd name="connsiteY17" fmla="*/ 111839 h 212358"/>
                      <a:gd name="connsiteX18" fmla="*/ 176085 w 212435"/>
                      <a:gd name="connsiteY18" fmla="*/ 133302 h 212358"/>
                      <a:gd name="connsiteX19" fmla="*/ 132842 w 212435"/>
                      <a:gd name="connsiteY19" fmla="*/ 174513 h 212358"/>
                      <a:gd name="connsiteX20" fmla="*/ 104013 w 212435"/>
                      <a:gd name="connsiteY20" fmla="*/ 202009 h 212358"/>
                      <a:gd name="connsiteX21" fmla="*/ 87249 w 212435"/>
                      <a:gd name="connsiteY21" fmla="*/ 212359 h 212358"/>
                      <a:gd name="connsiteX22" fmla="*/ 81471 w 212435"/>
                      <a:gd name="connsiteY22" fmla="*/ 212359 h 212358"/>
                      <a:gd name="connsiteX23" fmla="*/ 64580 w 212435"/>
                      <a:gd name="connsiteY23" fmla="*/ 201945 h 212358"/>
                      <a:gd name="connsiteX24" fmla="*/ 10605 w 212435"/>
                      <a:gd name="connsiteY24" fmla="*/ 147970 h 212358"/>
                      <a:gd name="connsiteX25" fmla="*/ 191 w 212435"/>
                      <a:gd name="connsiteY25" fmla="*/ 131079 h 212358"/>
                      <a:gd name="connsiteX26" fmla="*/ 191 w 212435"/>
                      <a:gd name="connsiteY26" fmla="*/ 125301 h 212358"/>
                      <a:gd name="connsiteX27" fmla="*/ 141860 w 212435"/>
                      <a:gd name="connsiteY27" fmla="*/ 53482 h 212358"/>
                      <a:gd name="connsiteX28" fmla="*/ 143511 w 212435"/>
                      <a:gd name="connsiteY28" fmla="*/ 53990 h 212358"/>
                      <a:gd name="connsiteX29" fmla="*/ 159004 w 212435"/>
                      <a:gd name="connsiteY29" fmla="*/ 78755 h 212358"/>
                      <a:gd name="connsiteX30" fmla="*/ 137923 w 212435"/>
                      <a:gd name="connsiteY30" fmla="*/ 97297 h 212358"/>
                      <a:gd name="connsiteX31" fmla="*/ 115888 w 212435"/>
                      <a:gd name="connsiteY31" fmla="*/ 81104 h 212358"/>
                      <a:gd name="connsiteX32" fmla="*/ 126936 w 212435"/>
                      <a:gd name="connsiteY32" fmla="*/ 55641 h 212358"/>
                      <a:gd name="connsiteX33" fmla="*/ 132715 w 212435"/>
                      <a:gd name="connsiteY33" fmla="*/ 52910 h 212358"/>
                      <a:gd name="connsiteX34" fmla="*/ 133859 w 212435"/>
                      <a:gd name="connsiteY34" fmla="*/ 46497 h 212358"/>
                      <a:gd name="connsiteX35" fmla="*/ 136843 w 212435"/>
                      <a:gd name="connsiteY35" fmla="*/ 35384 h 212358"/>
                      <a:gd name="connsiteX36" fmla="*/ 134557 w 212435"/>
                      <a:gd name="connsiteY36" fmla="*/ 35384 h 212358"/>
                      <a:gd name="connsiteX37" fmla="*/ 104267 w 212435"/>
                      <a:gd name="connsiteY37" fmla="*/ 35384 h 212358"/>
                      <a:gd name="connsiteX38" fmla="*/ 83884 w 212435"/>
                      <a:gd name="connsiteY38" fmla="*/ 44147 h 212358"/>
                      <a:gd name="connsiteX39" fmla="*/ 13526 w 212435"/>
                      <a:gd name="connsiteY39" fmla="*/ 118125 h 212358"/>
                      <a:gd name="connsiteX40" fmla="*/ 13716 w 212435"/>
                      <a:gd name="connsiteY40" fmla="*/ 138890 h 212358"/>
                      <a:gd name="connsiteX41" fmla="*/ 73723 w 212435"/>
                      <a:gd name="connsiteY41" fmla="*/ 198897 h 212358"/>
                      <a:gd name="connsiteX42" fmla="*/ 94107 w 212435"/>
                      <a:gd name="connsiteY42" fmla="*/ 199088 h 212358"/>
                      <a:gd name="connsiteX43" fmla="*/ 132144 w 212435"/>
                      <a:gd name="connsiteY43" fmla="*/ 162893 h 212358"/>
                      <a:gd name="connsiteX44" fmla="*/ 169101 w 212435"/>
                      <a:gd name="connsiteY44" fmla="*/ 127714 h 212358"/>
                      <a:gd name="connsiteX45" fmla="*/ 176403 w 212435"/>
                      <a:gd name="connsiteY45" fmla="*/ 115458 h 212358"/>
                      <a:gd name="connsiteX46" fmla="*/ 176974 w 212435"/>
                      <a:gd name="connsiteY46" fmla="*/ 109934 h 212358"/>
                      <a:gd name="connsiteX47" fmla="*/ 176974 w 212435"/>
                      <a:gd name="connsiteY47" fmla="*/ 49545 h 212358"/>
                      <a:gd name="connsiteX48" fmla="*/ 163767 w 212435"/>
                      <a:gd name="connsiteY48" fmla="*/ 35448 h 212358"/>
                      <a:gd name="connsiteX49" fmla="*/ 148210 w 212435"/>
                      <a:gd name="connsiteY49" fmla="*/ 35448 h 212358"/>
                      <a:gd name="connsiteX50" fmla="*/ 146559 w 212435"/>
                      <a:gd name="connsiteY50" fmla="*/ 36273 h 212358"/>
                      <a:gd name="connsiteX51" fmla="*/ 141796 w 212435"/>
                      <a:gd name="connsiteY51" fmla="*/ 53609 h 212358"/>
                      <a:gd name="connsiteX52" fmla="*/ 132779 w 212435"/>
                      <a:gd name="connsiteY52" fmla="*/ 63007 h 212358"/>
                      <a:gd name="connsiteX53" fmla="*/ 124079 w 212435"/>
                      <a:gd name="connsiteY53" fmla="*/ 77358 h 212358"/>
                      <a:gd name="connsiteX54" fmla="*/ 138367 w 212435"/>
                      <a:gd name="connsiteY54" fmla="*/ 88471 h 212358"/>
                      <a:gd name="connsiteX55" fmla="*/ 150495 w 212435"/>
                      <a:gd name="connsiteY55" fmla="*/ 75263 h 212358"/>
                      <a:gd name="connsiteX56" fmla="*/ 141605 w 212435"/>
                      <a:gd name="connsiteY56" fmla="*/ 63197 h 212358"/>
                      <a:gd name="connsiteX57" fmla="*/ 141605 w 212435"/>
                      <a:gd name="connsiteY57" fmla="*/ 74373 h 212358"/>
                      <a:gd name="connsiteX58" fmla="*/ 141160 w 212435"/>
                      <a:gd name="connsiteY58" fmla="*/ 77168 h 212358"/>
                      <a:gd name="connsiteX59" fmla="*/ 136335 w 212435"/>
                      <a:gd name="connsiteY59" fmla="*/ 79581 h 212358"/>
                      <a:gd name="connsiteX60" fmla="*/ 132842 w 212435"/>
                      <a:gd name="connsiteY60" fmla="*/ 75263 h 212358"/>
                      <a:gd name="connsiteX61" fmla="*/ 132842 w 212435"/>
                      <a:gd name="connsiteY61" fmla="*/ 63007 h 2123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</a:cxnLst>
                    <a:rect l="l" t="t" r="r" b="b"/>
                    <a:pathLst>
                      <a:path w="212435" h="212358">
                        <a:moveTo>
                          <a:pt x="0" y="125301"/>
                        </a:moveTo>
                        <a:cubicBezTo>
                          <a:pt x="1207" y="118315"/>
                          <a:pt x="5715" y="113426"/>
                          <a:pt x="10351" y="108537"/>
                        </a:cubicBezTo>
                        <a:cubicBezTo>
                          <a:pt x="33148" y="84724"/>
                          <a:pt x="55880" y="60784"/>
                          <a:pt x="78613" y="36909"/>
                        </a:cubicBezTo>
                        <a:cubicBezTo>
                          <a:pt x="85281" y="29923"/>
                          <a:pt x="93345" y="26431"/>
                          <a:pt x="102998" y="26495"/>
                        </a:cubicBezTo>
                        <a:cubicBezTo>
                          <a:pt x="114872" y="26558"/>
                          <a:pt x="126810" y="26495"/>
                          <a:pt x="138685" y="26558"/>
                        </a:cubicBezTo>
                        <a:cubicBezTo>
                          <a:pt x="140907" y="26558"/>
                          <a:pt x="142177" y="25987"/>
                          <a:pt x="143573" y="24145"/>
                        </a:cubicBezTo>
                        <a:cubicBezTo>
                          <a:pt x="154305" y="9413"/>
                          <a:pt x="168847" y="1348"/>
                          <a:pt x="187072" y="78"/>
                        </a:cubicBezTo>
                        <a:cubicBezTo>
                          <a:pt x="202629" y="-1001"/>
                          <a:pt x="213043" y="9159"/>
                          <a:pt x="212408" y="24716"/>
                        </a:cubicBezTo>
                        <a:cubicBezTo>
                          <a:pt x="212281" y="27447"/>
                          <a:pt x="211899" y="30241"/>
                          <a:pt x="211392" y="32908"/>
                        </a:cubicBezTo>
                        <a:cubicBezTo>
                          <a:pt x="210820" y="35956"/>
                          <a:pt x="208598" y="37480"/>
                          <a:pt x="205931" y="36845"/>
                        </a:cubicBezTo>
                        <a:cubicBezTo>
                          <a:pt x="203518" y="36337"/>
                          <a:pt x="202311" y="34051"/>
                          <a:pt x="202756" y="31194"/>
                        </a:cubicBezTo>
                        <a:cubicBezTo>
                          <a:pt x="203136" y="28400"/>
                          <a:pt x="203518" y="25542"/>
                          <a:pt x="203645" y="22748"/>
                        </a:cubicBezTo>
                        <a:cubicBezTo>
                          <a:pt x="203898" y="15255"/>
                          <a:pt x="198628" y="9159"/>
                          <a:pt x="191198" y="8841"/>
                        </a:cubicBezTo>
                        <a:cubicBezTo>
                          <a:pt x="178118" y="8270"/>
                          <a:pt x="162941" y="14112"/>
                          <a:pt x="153036" y="26495"/>
                        </a:cubicBezTo>
                        <a:cubicBezTo>
                          <a:pt x="154051" y="26495"/>
                          <a:pt x="154877" y="26495"/>
                          <a:pt x="155639" y="26495"/>
                        </a:cubicBezTo>
                        <a:cubicBezTo>
                          <a:pt x="160274" y="26748"/>
                          <a:pt x="164973" y="26431"/>
                          <a:pt x="169418" y="27384"/>
                        </a:cubicBezTo>
                        <a:cubicBezTo>
                          <a:pt x="179007" y="29479"/>
                          <a:pt x="185865" y="38178"/>
                          <a:pt x="185928" y="47958"/>
                        </a:cubicBezTo>
                        <a:cubicBezTo>
                          <a:pt x="186055" y="69230"/>
                          <a:pt x="186119" y="90566"/>
                          <a:pt x="185928" y="111839"/>
                        </a:cubicBezTo>
                        <a:cubicBezTo>
                          <a:pt x="185865" y="120284"/>
                          <a:pt x="182245" y="127459"/>
                          <a:pt x="176085" y="133302"/>
                        </a:cubicBezTo>
                        <a:cubicBezTo>
                          <a:pt x="161672" y="147018"/>
                          <a:pt x="147257" y="160797"/>
                          <a:pt x="132842" y="174513"/>
                        </a:cubicBezTo>
                        <a:cubicBezTo>
                          <a:pt x="123254" y="183657"/>
                          <a:pt x="113538" y="192738"/>
                          <a:pt x="104013" y="202009"/>
                        </a:cubicBezTo>
                        <a:cubicBezTo>
                          <a:pt x="99187" y="206708"/>
                          <a:pt x="94235" y="211089"/>
                          <a:pt x="87249" y="212359"/>
                        </a:cubicBezTo>
                        <a:lnTo>
                          <a:pt x="81471" y="212359"/>
                        </a:lnTo>
                        <a:cubicBezTo>
                          <a:pt x="74359" y="211216"/>
                          <a:pt x="69406" y="206834"/>
                          <a:pt x="64580" y="201945"/>
                        </a:cubicBezTo>
                        <a:cubicBezTo>
                          <a:pt x="46673" y="183847"/>
                          <a:pt x="28702" y="165877"/>
                          <a:pt x="10605" y="147970"/>
                        </a:cubicBezTo>
                        <a:cubicBezTo>
                          <a:pt x="5715" y="143144"/>
                          <a:pt x="1270" y="138128"/>
                          <a:pt x="191" y="131079"/>
                        </a:cubicBezTo>
                        <a:lnTo>
                          <a:pt x="191" y="125301"/>
                        </a:lnTo>
                        <a:close/>
                        <a:moveTo>
                          <a:pt x="141860" y="53482"/>
                        </a:moveTo>
                        <a:cubicBezTo>
                          <a:pt x="142494" y="53672"/>
                          <a:pt x="143002" y="53800"/>
                          <a:pt x="143511" y="53990"/>
                        </a:cubicBezTo>
                        <a:cubicBezTo>
                          <a:pt x="154178" y="57228"/>
                          <a:pt x="160782" y="67770"/>
                          <a:pt x="159004" y="78755"/>
                        </a:cubicBezTo>
                        <a:cubicBezTo>
                          <a:pt x="157290" y="89169"/>
                          <a:pt x="148781" y="96726"/>
                          <a:pt x="137923" y="97297"/>
                        </a:cubicBezTo>
                        <a:cubicBezTo>
                          <a:pt x="128143" y="97869"/>
                          <a:pt x="118555" y="90820"/>
                          <a:pt x="115888" y="81104"/>
                        </a:cubicBezTo>
                        <a:cubicBezTo>
                          <a:pt x="113157" y="71071"/>
                          <a:pt x="117729" y="60340"/>
                          <a:pt x="126936" y="55641"/>
                        </a:cubicBezTo>
                        <a:cubicBezTo>
                          <a:pt x="128842" y="54625"/>
                          <a:pt x="131573" y="54371"/>
                          <a:pt x="132715" y="52910"/>
                        </a:cubicBezTo>
                        <a:cubicBezTo>
                          <a:pt x="133859" y="51323"/>
                          <a:pt x="133414" y="48656"/>
                          <a:pt x="133859" y="46497"/>
                        </a:cubicBezTo>
                        <a:cubicBezTo>
                          <a:pt x="134748" y="42814"/>
                          <a:pt x="135763" y="39195"/>
                          <a:pt x="136843" y="35384"/>
                        </a:cubicBezTo>
                        <a:cubicBezTo>
                          <a:pt x="136017" y="35384"/>
                          <a:pt x="135319" y="35384"/>
                          <a:pt x="134557" y="35384"/>
                        </a:cubicBezTo>
                        <a:cubicBezTo>
                          <a:pt x="124461" y="35384"/>
                          <a:pt x="114364" y="35575"/>
                          <a:pt x="104267" y="35384"/>
                        </a:cubicBezTo>
                        <a:cubicBezTo>
                          <a:pt x="96012" y="35194"/>
                          <a:pt x="89536" y="38178"/>
                          <a:pt x="83884" y="44147"/>
                        </a:cubicBezTo>
                        <a:cubicBezTo>
                          <a:pt x="60516" y="68913"/>
                          <a:pt x="37021" y="93487"/>
                          <a:pt x="13526" y="118125"/>
                        </a:cubicBezTo>
                        <a:cubicBezTo>
                          <a:pt x="7048" y="124920"/>
                          <a:pt x="7112" y="132222"/>
                          <a:pt x="13716" y="138890"/>
                        </a:cubicBezTo>
                        <a:cubicBezTo>
                          <a:pt x="33719" y="158892"/>
                          <a:pt x="53722" y="178895"/>
                          <a:pt x="73723" y="198897"/>
                        </a:cubicBezTo>
                        <a:cubicBezTo>
                          <a:pt x="79947" y="205120"/>
                          <a:pt x="87757" y="205184"/>
                          <a:pt x="94107" y="199088"/>
                        </a:cubicBezTo>
                        <a:cubicBezTo>
                          <a:pt x="106744" y="187022"/>
                          <a:pt x="119444" y="174958"/>
                          <a:pt x="132144" y="162893"/>
                        </a:cubicBezTo>
                        <a:cubicBezTo>
                          <a:pt x="144463" y="151145"/>
                          <a:pt x="156782" y="139397"/>
                          <a:pt x="169101" y="127714"/>
                        </a:cubicBezTo>
                        <a:cubicBezTo>
                          <a:pt x="172720" y="124284"/>
                          <a:pt x="175451" y="120411"/>
                          <a:pt x="176403" y="115458"/>
                        </a:cubicBezTo>
                        <a:cubicBezTo>
                          <a:pt x="176785" y="113616"/>
                          <a:pt x="176974" y="111775"/>
                          <a:pt x="176974" y="109934"/>
                        </a:cubicBezTo>
                        <a:cubicBezTo>
                          <a:pt x="176974" y="89804"/>
                          <a:pt x="176974" y="69675"/>
                          <a:pt x="176974" y="49545"/>
                        </a:cubicBezTo>
                        <a:cubicBezTo>
                          <a:pt x="176974" y="41417"/>
                          <a:pt x="171641" y="35702"/>
                          <a:pt x="163767" y="35448"/>
                        </a:cubicBezTo>
                        <a:cubicBezTo>
                          <a:pt x="158560" y="35321"/>
                          <a:pt x="153416" y="35448"/>
                          <a:pt x="148210" y="35448"/>
                        </a:cubicBezTo>
                        <a:cubicBezTo>
                          <a:pt x="147638" y="35448"/>
                          <a:pt x="146748" y="35829"/>
                          <a:pt x="146559" y="36273"/>
                        </a:cubicBezTo>
                        <a:cubicBezTo>
                          <a:pt x="143891" y="41671"/>
                          <a:pt x="142240" y="47450"/>
                          <a:pt x="141796" y="53609"/>
                        </a:cubicBezTo>
                        <a:close/>
                        <a:moveTo>
                          <a:pt x="132779" y="63007"/>
                        </a:moveTo>
                        <a:cubicBezTo>
                          <a:pt x="127127" y="64214"/>
                          <a:pt x="123190" y="70881"/>
                          <a:pt x="124079" y="77358"/>
                        </a:cubicBezTo>
                        <a:cubicBezTo>
                          <a:pt x="125032" y="84089"/>
                          <a:pt x="131255" y="88915"/>
                          <a:pt x="138367" y="88471"/>
                        </a:cubicBezTo>
                        <a:cubicBezTo>
                          <a:pt x="145035" y="88026"/>
                          <a:pt x="150495" y="82121"/>
                          <a:pt x="150495" y="75263"/>
                        </a:cubicBezTo>
                        <a:cubicBezTo>
                          <a:pt x="150495" y="69611"/>
                          <a:pt x="146114" y="63578"/>
                          <a:pt x="141605" y="63197"/>
                        </a:cubicBezTo>
                        <a:cubicBezTo>
                          <a:pt x="141605" y="66944"/>
                          <a:pt x="141605" y="70627"/>
                          <a:pt x="141605" y="74373"/>
                        </a:cubicBezTo>
                        <a:cubicBezTo>
                          <a:pt x="141605" y="75326"/>
                          <a:pt x="141478" y="76342"/>
                          <a:pt x="141160" y="77168"/>
                        </a:cubicBezTo>
                        <a:cubicBezTo>
                          <a:pt x="140398" y="79009"/>
                          <a:pt x="138240" y="80025"/>
                          <a:pt x="136335" y="79581"/>
                        </a:cubicBezTo>
                        <a:cubicBezTo>
                          <a:pt x="134303" y="79136"/>
                          <a:pt x="132842" y="77485"/>
                          <a:pt x="132842" y="75263"/>
                        </a:cubicBezTo>
                        <a:cubicBezTo>
                          <a:pt x="132779" y="71198"/>
                          <a:pt x="132842" y="67134"/>
                          <a:pt x="132842" y="6300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sp>
              <p:nvSpPr>
                <p:cNvPr id="337" name="Полилиния: фигура 336">
                  <a:extLst>
                    <a:ext uri="{FF2B5EF4-FFF2-40B4-BE49-F238E27FC236}">
                      <a16:creationId xmlns="" xmlns:a16="http://schemas.microsoft.com/office/drawing/2014/main" id="{FAE22E57-9320-4FC9-9468-3B5C49E0CD29}"/>
                    </a:ext>
                  </a:extLst>
                </p:cNvPr>
                <p:cNvSpPr/>
                <p:nvPr/>
              </p:nvSpPr>
              <p:spPr>
                <a:xfrm>
                  <a:off x="6069203" y="5168011"/>
                  <a:ext cx="273621" cy="233562"/>
                </a:xfrm>
                <a:custGeom>
                  <a:avLst/>
                  <a:gdLst>
                    <a:gd name="connsiteX0" fmla="*/ 127 w 273621"/>
                    <a:gd name="connsiteY0" fmla="*/ 61659 h 233562"/>
                    <a:gd name="connsiteX1" fmla="*/ 7556 w 273621"/>
                    <a:gd name="connsiteY1" fmla="*/ 55309 h 233562"/>
                    <a:gd name="connsiteX2" fmla="*/ 134239 w 273621"/>
                    <a:gd name="connsiteY2" fmla="*/ 953 h 233562"/>
                    <a:gd name="connsiteX3" fmla="*/ 142938 w 273621"/>
                    <a:gd name="connsiteY3" fmla="*/ 953 h 233562"/>
                    <a:gd name="connsiteX4" fmla="*/ 267652 w 273621"/>
                    <a:gd name="connsiteY4" fmla="*/ 55880 h 233562"/>
                    <a:gd name="connsiteX5" fmla="*/ 273621 w 273621"/>
                    <a:gd name="connsiteY5" fmla="*/ 63881 h 233562"/>
                    <a:gd name="connsiteX6" fmla="*/ 267716 w 273621"/>
                    <a:gd name="connsiteY6" fmla="*/ 71692 h 233562"/>
                    <a:gd name="connsiteX7" fmla="*/ 250825 w 273621"/>
                    <a:gd name="connsiteY7" fmla="*/ 78930 h 233562"/>
                    <a:gd name="connsiteX8" fmla="*/ 248158 w 273621"/>
                    <a:gd name="connsiteY8" fmla="*/ 83058 h 233562"/>
                    <a:gd name="connsiteX9" fmla="*/ 248158 w 273621"/>
                    <a:gd name="connsiteY9" fmla="*/ 222758 h 233562"/>
                    <a:gd name="connsiteX10" fmla="*/ 248031 w 273621"/>
                    <a:gd name="connsiteY10" fmla="*/ 226505 h 233562"/>
                    <a:gd name="connsiteX11" fmla="*/ 240474 w 273621"/>
                    <a:gd name="connsiteY11" fmla="*/ 233553 h 233562"/>
                    <a:gd name="connsiteX12" fmla="*/ 232410 w 273621"/>
                    <a:gd name="connsiteY12" fmla="*/ 227457 h 233562"/>
                    <a:gd name="connsiteX13" fmla="*/ 232092 w 273621"/>
                    <a:gd name="connsiteY13" fmla="*/ 223203 h 233562"/>
                    <a:gd name="connsiteX14" fmla="*/ 232092 w 273621"/>
                    <a:gd name="connsiteY14" fmla="*/ 90996 h 233562"/>
                    <a:gd name="connsiteX15" fmla="*/ 232092 w 273621"/>
                    <a:gd name="connsiteY15" fmla="*/ 87186 h 233562"/>
                    <a:gd name="connsiteX16" fmla="*/ 226377 w 273621"/>
                    <a:gd name="connsiteY16" fmla="*/ 89598 h 233562"/>
                    <a:gd name="connsiteX17" fmla="*/ 210947 w 273621"/>
                    <a:gd name="connsiteY17" fmla="*/ 96266 h 233562"/>
                    <a:gd name="connsiteX18" fmla="*/ 208407 w 273621"/>
                    <a:gd name="connsiteY18" fmla="*/ 100203 h 233562"/>
                    <a:gd name="connsiteX19" fmla="*/ 208407 w 273621"/>
                    <a:gd name="connsiteY19" fmla="*/ 190246 h 233562"/>
                    <a:gd name="connsiteX20" fmla="*/ 198564 w 273621"/>
                    <a:gd name="connsiteY20" fmla="*/ 200088 h 233562"/>
                    <a:gd name="connsiteX21" fmla="*/ 75946 w 273621"/>
                    <a:gd name="connsiteY21" fmla="*/ 200088 h 233562"/>
                    <a:gd name="connsiteX22" fmla="*/ 66230 w 273621"/>
                    <a:gd name="connsiteY22" fmla="*/ 190310 h 233562"/>
                    <a:gd name="connsiteX23" fmla="*/ 66294 w 273621"/>
                    <a:gd name="connsiteY23" fmla="*/ 101600 h 233562"/>
                    <a:gd name="connsiteX24" fmla="*/ 62928 w 273621"/>
                    <a:gd name="connsiteY24" fmla="*/ 96330 h 233562"/>
                    <a:gd name="connsiteX25" fmla="*/ 7366 w 273621"/>
                    <a:gd name="connsiteY25" fmla="*/ 72327 h 233562"/>
                    <a:gd name="connsiteX26" fmla="*/ 0 w 273621"/>
                    <a:gd name="connsiteY26" fmla="*/ 65913 h 233562"/>
                    <a:gd name="connsiteX27" fmla="*/ 0 w 273621"/>
                    <a:gd name="connsiteY27" fmla="*/ 61659 h 233562"/>
                    <a:gd name="connsiteX28" fmla="*/ 28511 w 273621"/>
                    <a:gd name="connsiteY28" fmla="*/ 63881 h 233562"/>
                    <a:gd name="connsiteX29" fmla="*/ 30797 w 273621"/>
                    <a:gd name="connsiteY29" fmla="*/ 64961 h 233562"/>
                    <a:gd name="connsiteX30" fmla="*/ 135001 w 273621"/>
                    <a:gd name="connsiteY30" fmla="*/ 110173 h 233562"/>
                    <a:gd name="connsiteX31" fmla="*/ 139192 w 273621"/>
                    <a:gd name="connsiteY31" fmla="*/ 110046 h 233562"/>
                    <a:gd name="connsiteX32" fmla="*/ 243141 w 273621"/>
                    <a:gd name="connsiteY32" fmla="*/ 64961 h 233562"/>
                    <a:gd name="connsiteX33" fmla="*/ 245300 w 273621"/>
                    <a:gd name="connsiteY33" fmla="*/ 63817 h 233562"/>
                    <a:gd name="connsiteX34" fmla="*/ 243967 w 273621"/>
                    <a:gd name="connsiteY34" fmla="*/ 63119 h 233562"/>
                    <a:gd name="connsiteX35" fmla="*/ 140208 w 273621"/>
                    <a:gd name="connsiteY35" fmla="*/ 17526 h 233562"/>
                    <a:gd name="connsiteX36" fmla="*/ 136525 w 273621"/>
                    <a:gd name="connsiteY36" fmla="*/ 17590 h 233562"/>
                    <a:gd name="connsiteX37" fmla="*/ 41656 w 273621"/>
                    <a:gd name="connsiteY37" fmla="*/ 58230 h 233562"/>
                    <a:gd name="connsiteX38" fmla="*/ 28448 w 273621"/>
                    <a:gd name="connsiteY38" fmla="*/ 63944 h 233562"/>
                    <a:gd name="connsiteX39" fmla="*/ 82550 w 273621"/>
                    <a:gd name="connsiteY39" fmla="*/ 151765 h 233562"/>
                    <a:gd name="connsiteX40" fmla="*/ 192468 w 273621"/>
                    <a:gd name="connsiteY40" fmla="*/ 151765 h 233562"/>
                    <a:gd name="connsiteX41" fmla="*/ 192468 w 273621"/>
                    <a:gd name="connsiteY41" fmla="*/ 104521 h 233562"/>
                    <a:gd name="connsiteX42" fmla="*/ 189611 w 273621"/>
                    <a:gd name="connsiteY42" fmla="*/ 105664 h 233562"/>
                    <a:gd name="connsiteX43" fmla="*/ 141732 w 273621"/>
                    <a:gd name="connsiteY43" fmla="*/ 126492 h 233562"/>
                    <a:gd name="connsiteX44" fmla="*/ 132270 w 273621"/>
                    <a:gd name="connsiteY44" fmla="*/ 126492 h 233562"/>
                    <a:gd name="connsiteX45" fmla="*/ 85344 w 273621"/>
                    <a:gd name="connsiteY45" fmla="*/ 106045 h 233562"/>
                    <a:gd name="connsiteX46" fmla="*/ 82550 w 273621"/>
                    <a:gd name="connsiteY46" fmla="*/ 104966 h 233562"/>
                    <a:gd name="connsiteX47" fmla="*/ 82550 w 273621"/>
                    <a:gd name="connsiteY47" fmla="*/ 151702 h 233562"/>
                    <a:gd name="connsiteX48" fmla="*/ 82613 w 273621"/>
                    <a:gd name="connsiteY48" fmla="*/ 183896 h 233562"/>
                    <a:gd name="connsiteX49" fmla="*/ 192468 w 273621"/>
                    <a:gd name="connsiteY49" fmla="*/ 183896 h 233562"/>
                    <a:gd name="connsiteX50" fmla="*/ 192468 w 273621"/>
                    <a:gd name="connsiteY50" fmla="*/ 168085 h 233562"/>
                    <a:gd name="connsiteX51" fmla="*/ 82613 w 273621"/>
                    <a:gd name="connsiteY51" fmla="*/ 168085 h 233562"/>
                    <a:gd name="connsiteX52" fmla="*/ 82613 w 273621"/>
                    <a:gd name="connsiteY52" fmla="*/ 183896 h 233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273621" h="233562">
                      <a:moveTo>
                        <a:pt x="127" y="61659"/>
                      </a:moveTo>
                      <a:cubicBezTo>
                        <a:pt x="1588" y="58356"/>
                        <a:pt x="4318" y="56642"/>
                        <a:pt x="7556" y="55309"/>
                      </a:cubicBezTo>
                      <a:cubicBezTo>
                        <a:pt x="49847" y="37274"/>
                        <a:pt x="92075" y="19113"/>
                        <a:pt x="134239" y="953"/>
                      </a:cubicBezTo>
                      <a:cubicBezTo>
                        <a:pt x="137223" y="-318"/>
                        <a:pt x="139954" y="-318"/>
                        <a:pt x="142938" y="953"/>
                      </a:cubicBezTo>
                      <a:cubicBezTo>
                        <a:pt x="184467" y="19304"/>
                        <a:pt x="226060" y="37592"/>
                        <a:pt x="267652" y="55880"/>
                      </a:cubicBezTo>
                      <a:cubicBezTo>
                        <a:pt x="271208" y="57467"/>
                        <a:pt x="273621" y="59817"/>
                        <a:pt x="273621" y="63881"/>
                      </a:cubicBezTo>
                      <a:cubicBezTo>
                        <a:pt x="273621" y="67818"/>
                        <a:pt x="271208" y="70167"/>
                        <a:pt x="267716" y="71692"/>
                      </a:cubicBezTo>
                      <a:cubicBezTo>
                        <a:pt x="262064" y="74105"/>
                        <a:pt x="256476" y="76644"/>
                        <a:pt x="250825" y="78930"/>
                      </a:cubicBezTo>
                      <a:cubicBezTo>
                        <a:pt x="248793" y="79756"/>
                        <a:pt x="248158" y="80836"/>
                        <a:pt x="248158" y="83058"/>
                      </a:cubicBezTo>
                      <a:cubicBezTo>
                        <a:pt x="248221" y="129604"/>
                        <a:pt x="248158" y="176212"/>
                        <a:pt x="248158" y="222758"/>
                      </a:cubicBezTo>
                      <a:cubicBezTo>
                        <a:pt x="248158" y="224028"/>
                        <a:pt x="248158" y="225235"/>
                        <a:pt x="248031" y="226505"/>
                      </a:cubicBezTo>
                      <a:cubicBezTo>
                        <a:pt x="247586" y="230378"/>
                        <a:pt x="244411" y="233299"/>
                        <a:pt x="240474" y="233553"/>
                      </a:cubicBezTo>
                      <a:cubicBezTo>
                        <a:pt x="236791" y="233743"/>
                        <a:pt x="233235" y="231140"/>
                        <a:pt x="232410" y="227457"/>
                      </a:cubicBezTo>
                      <a:cubicBezTo>
                        <a:pt x="232092" y="226060"/>
                        <a:pt x="232092" y="224663"/>
                        <a:pt x="232092" y="223203"/>
                      </a:cubicBezTo>
                      <a:cubicBezTo>
                        <a:pt x="232092" y="179134"/>
                        <a:pt x="232092" y="135065"/>
                        <a:pt x="232092" y="90996"/>
                      </a:cubicBezTo>
                      <a:lnTo>
                        <a:pt x="232092" y="87186"/>
                      </a:lnTo>
                      <a:cubicBezTo>
                        <a:pt x="229933" y="88074"/>
                        <a:pt x="228155" y="88836"/>
                        <a:pt x="226377" y="89598"/>
                      </a:cubicBezTo>
                      <a:cubicBezTo>
                        <a:pt x="221234" y="91821"/>
                        <a:pt x="216154" y="94171"/>
                        <a:pt x="210947" y="96266"/>
                      </a:cubicBezTo>
                      <a:cubicBezTo>
                        <a:pt x="208915" y="97092"/>
                        <a:pt x="208407" y="98171"/>
                        <a:pt x="208407" y="100203"/>
                      </a:cubicBezTo>
                      <a:cubicBezTo>
                        <a:pt x="208470" y="130238"/>
                        <a:pt x="208407" y="160211"/>
                        <a:pt x="208407" y="190246"/>
                      </a:cubicBezTo>
                      <a:cubicBezTo>
                        <a:pt x="208407" y="197294"/>
                        <a:pt x="205613" y="200088"/>
                        <a:pt x="198564" y="200088"/>
                      </a:cubicBezTo>
                      <a:cubicBezTo>
                        <a:pt x="157670" y="200088"/>
                        <a:pt x="116840" y="200088"/>
                        <a:pt x="75946" y="200088"/>
                      </a:cubicBezTo>
                      <a:cubicBezTo>
                        <a:pt x="69151" y="200088"/>
                        <a:pt x="66230" y="197167"/>
                        <a:pt x="66230" y="190310"/>
                      </a:cubicBezTo>
                      <a:cubicBezTo>
                        <a:pt x="66230" y="160718"/>
                        <a:pt x="66230" y="131191"/>
                        <a:pt x="66294" y="101600"/>
                      </a:cubicBezTo>
                      <a:cubicBezTo>
                        <a:pt x="66294" y="98806"/>
                        <a:pt x="65532" y="97473"/>
                        <a:pt x="62928" y="96330"/>
                      </a:cubicBezTo>
                      <a:cubicBezTo>
                        <a:pt x="44386" y="88392"/>
                        <a:pt x="25908" y="80264"/>
                        <a:pt x="7366" y="72327"/>
                      </a:cubicBezTo>
                      <a:cubicBezTo>
                        <a:pt x="4127" y="70930"/>
                        <a:pt x="1460" y="69215"/>
                        <a:pt x="0" y="65913"/>
                      </a:cubicBezTo>
                      <a:lnTo>
                        <a:pt x="0" y="61659"/>
                      </a:lnTo>
                      <a:close/>
                      <a:moveTo>
                        <a:pt x="28511" y="63881"/>
                      </a:moveTo>
                      <a:cubicBezTo>
                        <a:pt x="29718" y="64453"/>
                        <a:pt x="30226" y="64706"/>
                        <a:pt x="30797" y="64961"/>
                      </a:cubicBezTo>
                      <a:cubicBezTo>
                        <a:pt x="65532" y="80073"/>
                        <a:pt x="100203" y="95186"/>
                        <a:pt x="135001" y="110173"/>
                      </a:cubicBezTo>
                      <a:cubicBezTo>
                        <a:pt x="136207" y="110680"/>
                        <a:pt x="137985" y="110554"/>
                        <a:pt x="139192" y="110046"/>
                      </a:cubicBezTo>
                      <a:cubicBezTo>
                        <a:pt x="173863" y="95060"/>
                        <a:pt x="208470" y="80010"/>
                        <a:pt x="243141" y="64961"/>
                      </a:cubicBezTo>
                      <a:cubicBezTo>
                        <a:pt x="243840" y="64643"/>
                        <a:pt x="244411" y="64262"/>
                        <a:pt x="245300" y="63817"/>
                      </a:cubicBezTo>
                      <a:cubicBezTo>
                        <a:pt x="244602" y="63436"/>
                        <a:pt x="244284" y="63246"/>
                        <a:pt x="243967" y="63119"/>
                      </a:cubicBezTo>
                      <a:cubicBezTo>
                        <a:pt x="209423" y="47879"/>
                        <a:pt x="174815" y="32639"/>
                        <a:pt x="140208" y="17526"/>
                      </a:cubicBezTo>
                      <a:cubicBezTo>
                        <a:pt x="139192" y="17081"/>
                        <a:pt x="137541" y="17145"/>
                        <a:pt x="136525" y="17590"/>
                      </a:cubicBezTo>
                      <a:cubicBezTo>
                        <a:pt x="104902" y="31115"/>
                        <a:pt x="73279" y="44641"/>
                        <a:pt x="41656" y="58230"/>
                      </a:cubicBezTo>
                      <a:cubicBezTo>
                        <a:pt x="37465" y="60071"/>
                        <a:pt x="33210" y="61849"/>
                        <a:pt x="28448" y="63944"/>
                      </a:cubicBezTo>
                      <a:close/>
                      <a:moveTo>
                        <a:pt x="82550" y="151765"/>
                      </a:moveTo>
                      <a:lnTo>
                        <a:pt x="192468" y="151765"/>
                      </a:lnTo>
                      <a:lnTo>
                        <a:pt x="192468" y="104521"/>
                      </a:lnTo>
                      <a:cubicBezTo>
                        <a:pt x="191389" y="104966"/>
                        <a:pt x="190500" y="105283"/>
                        <a:pt x="189611" y="105664"/>
                      </a:cubicBezTo>
                      <a:cubicBezTo>
                        <a:pt x="173609" y="112586"/>
                        <a:pt x="157670" y="119507"/>
                        <a:pt x="141732" y="126492"/>
                      </a:cubicBezTo>
                      <a:cubicBezTo>
                        <a:pt x="138493" y="127953"/>
                        <a:pt x="135572" y="127953"/>
                        <a:pt x="132270" y="126492"/>
                      </a:cubicBezTo>
                      <a:cubicBezTo>
                        <a:pt x="116649" y="119571"/>
                        <a:pt x="101028" y="112840"/>
                        <a:pt x="85344" y="106045"/>
                      </a:cubicBezTo>
                      <a:cubicBezTo>
                        <a:pt x="84455" y="105664"/>
                        <a:pt x="83566" y="105347"/>
                        <a:pt x="82550" y="104966"/>
                      </a:cubicBezTo>
                      <a:lnTo>
                        <a:pt x="82550" y="151702"/>
                      </a:lnTo>
                      <a:close/>
                      <a:moveTo>
                        <a:pt x="82613" y="183896"/>
                      </a:moveTo>
                      <a:lnTo>
                        <a:pt x="192468" y="183896"/>
                      </a:lnTo>
                      <a:lnTo>
                        <a:pt x="192468" y="168085"/>
                      </a:lnTo>
                      <a:lnTo>
                        <a:pt x="82613" y="168085"/>
                      </a:lnTo>
                      <a:lnTo>
                        <a:pt x="82613" y="1838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8" name="Полилиния: фигура 337">
                  <a:extLst>
                    <a:ext uri="{FF2B5EF4-FFF2-40B4-BE49-F238E27FC236}">
                      <a16:creationId xmlns="" xmlns:a16="http://schemas.microsoft.com/office/drawing/2014/main" id="{16722A59-A2FD-493A-9BC9-76FB8EEFCB90}"/>
                    </a:ext>
                  </a:extLst>
                </p:cNvPr>
                <p:cNvSpPr/>
                <p:nvPr/>
              </p:nvSpPr>
              <p:spPr>
                <a:xfrm>
                  <a:off x="4603677" y="5169350"/>
                  <a:ext cx="193795" cy="231007"/>
                </a:xfrm>
                <a:custGeom>
                  <a:avLst/>
                  <a:gdLst>
                    <a:gd name="connsiteX0" fmla="*/ 39062 w 193795"/>
                    <a:gd name="connsiteY0" fmla="*/ 65971 h 231007"/>
                    <a:gd name="connsiteX1" fmla="*/ 94370 w 193795"/>
                    <a:gd name="connsiteY1" fmla="*/ 58 h 231007"/>
                    <a:gd name="connsiteX2" fmla="*/ 126501 w 193795"/>
                    <a:gd name="connsiteY2" fmla="*/ 8503 h 231007"/>
                    <a:gd name="connsiteX3" fmla="*/ 148790 w 193795"/>
                    <a:gd name="connsiteY3" fmla="*/ 32951 h 231007"/>
                    <a:gd name="connsiteX4" fmla="*/ 154505 w 193795"/>
                    <a:gd name="connsiteY4" fmla="*/ 66034 h 231007"/>
                    <a:gd name="connsiteX5" fmla="*/ 157553 w 193795"/>
                    <a:gd name="connsiteY5" fmla="*/ 66034 h 231007"/>
                    <a:gd name="connsiteX6" fmla="*/ 179714 w 193795"/>
                    <a:gd name="connsiteY6" fmla="*/ 66034 h 231007"/>
                    <a:gd name="connsiteX7" fmla="*/ 187589 w 193795"/>
                    <a:gd name="connsiteY7" fmla="*/ 73654 h 231007"/>
                    <a:gd name="connsiteX8" fmla="*/ 192351 w 193795"/>
                    <a:gd name="connsiteY8" fmla="*/ 175381 h 231007"/>
                    <a:gd name="connsiteX9" fmla="*/ 193748 w 193795"/>
                    <a:gd name="connsiteY9" fmla="*/ 203194 h 231007"/>
                    <a:gd name="connsiteX10" fmla="*/ 172031 w 193795"/>
                    <a:gd name="connsiteY10" fmla="*/ 230816 h 231007"/>
                    <a:gd name="connsiteX11" fmla="*/ 168665 w 193795"/>
                    <a:gd name="connsiteY11" fmla="*/ 231007 h 231007"/>
                    <a:gd name="connsiteX12" fmla="*/ 25092 w 193795"/>
                    <a:gd name="connsiteY12" fmla="*/ 231007 h 231007"/>
                    <a:gd name="connsiteX13" fmla="*/ 9 w 193795"/>
                    <a:gd name="connsiteY13" fmla="*/ 205797 h 231007"/>
                    <a:gd name="connsiteX14" fmla="*/ 2168 w 193795"/>
                    <a:gd name="connsiteY14" fmla="*/ 157157 h 231007"/>
                    <a:gd name="connsiteX15" fmla="*/ 5089 w 193795"/>
                    <a:gd name="connsiteY15" fmla="*/ 96133 h 231007"/>
                    <a:gd name="connsiteX16" fmla="*/ 6105 w 193795"/>
                    <a:gd name="connsiteY16" fmla="*/ 73464 h 231007"/>
                    <a:gd name="connsiteX17" fmla="*/ 14107 w 193795"/>
                    <a:gd name="connsiteY17" fmla="*/ 66034 h 231007"/>
                    <a:gd name="connsiteX18" fmla="*/ 36268 w 193795"/>
                    <a:gd name="connsiteY18" fmla="*/ 66034 h 231007"/>
                    <a:gd name="connsiteX19" fmla="*/ 38998 w 193795"/>
                    <a:gd name="connsiteY19" fmla="*/ 66034 h 231007"/>
                    <a:gd name="connsiteX20" fmla="*/ 22298 w 193795"/>
                    <a:gd name="connsiteY20" fmla="*/ 82608 h 231007"/>
                    <a:gd name="connsiteX21" fmla="*/ 22107 w 193795"/>
                    <a:gd name="connsiteY21" fmla="*/ 85211 h 231007"/>
                    <a:gd name="connsiteX22" fmla="*/ 20901 w 193795"/>
                    <a:gd name="connsiteY22" fmla="*/ 111183 h 231007"/>
                    <a:gd name="connsiteX23" fmla="*/ 16456 w 193795"/>
                    <a:gd name="connsiteY23" fmla="*/ 203829 h 231007"/>
                    <a:gd name="connsiteX24" fmla="*/ 26616 w 193795"/>
                    <a:gd name="connsiteY24" fmla="*/ 214434 h 231007"/>
                    <a:gd name="connsiteX25" fmla="*/ 164982 w 193795"/>
                    <a:gd name="connsiteY25" fmla="*/ 214560 h 231007"/>
                    <a:gd name="connsiteX26" fmla="*/ 177111 w 193795"/>
                    <a:gd name="connsiteY26" fmla="*/ 201416 h 231007"/>
                    <a:gd name="connsiteX27" fmla="*/ 175142 w 193795"/>
                    <a:gd name="connsiteY27" fmla="*/ 162554 h 231007"/>
                    <a:gd name="connsiteX28" fmla="*/ 171840 w 193795"/>
                    <a:gd name="connsiteY28" fmla="*/ 92005 h 231007"/>
                    <a:gd name="connsiteX29" fmla="*/ 171332 w 193795"/>
                    <a:gd name="connsiteY29" fmla="*/ 82544 h 231007"/>
                    <a:gd name="connsiteX30" fmla="*/ 154505 w 193795"/>
                    <a:gd name="connsiteY30" fmla="*/ 82544 h 231007"/>
                    <a:gd name="connsiteX31" fmla="*/ 154505 w 193795"/>
                    <a:gd name="connsiteY31" fmla="*/ 90354 h 231007"/>
                    <a:gd name="connsiteX32" fmla="*/ 146377 w 193795"/>
                    <a:gd name="connsiteY32" fmla="*/ 98927 h 231007"/>
                    <a:gd name="connsiteX33" fmla="*/ 138058 w 193795"/>
                    <a:gd name="connsiteY33" fmla="*/ 90354 h 231007"/>
                    <a:gd name="connsiteX34" fmla="*/ 138058 w 193795"/>
                    <a:gd name="connsiteY34" fmla="*/ 82608 h 231007"/>
                    <a:gd name="connsiteX35" fmla="*/ 55572 w 193795"/>
                    <a:gd name="connsiteY35" fmla="*/ 82608 h 231007"/>
                    <a:gd name="connsiteX36" fmla="*/ 55572 w 193795"/>
                    <a:gd name="connsiteY36" fmla="*/ 90418 h 231007"/>
                    <a:gd name="connsiteX37" fmla="*/ 47380 w 193795"/>
                    <a:gd name="connsiteY37" fmla="*/ 98927 h 231007"/>
                    <a:gd name="connsiteX38" fmla="*/ 39062 w 193795"/>
                    <a:gd name="connsiteY38" fmla="*/ 90291 h 231007"/>
                    <a:gd name="connsiteX39" fmla="*/ 39062 w 193795"/>
                    <a:gd name="connsiteY39" fmla="*/ 82544 h 231007"/>
                    <a:gd name="connsiteX40" fmla="*/ 22234 w 193795"/>
                    <a:gd name="connsiteY40" fmla="*/ 82544 h 231007"/>
                    <a:gd name="connsiteX41" fmla="*/ 137868 w 193795"/>
                    <a:gd name="connsiteY41" fmla="*/ 65907 h 231007"/>
                    <a:gd name="connsiteX42" fmla="*/ 116532 w 193795"/>
                    <a:gd name="connsiteY42" fmla="*/ 21647 h 231007"/>
                    <a:gd name="connsiteX43" fmla="*/ 71574 w 193795"/>
                    <a:gd name="connsiteY43" fmla="*/ 25394 h 231007"/>
                    <a:gd name="connsiteX44" fmla="*/ 56016 w 193795"/>
                    <a:gd name="connsiteY44" fmla="*/ 65907 h 231007"/>
                    <a:gd name="connsiteX45" fmla="*/ 137868 w 193795"/>
                    <a:gd name="connsiteY45" fmla="*/ 65907 h 231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</a:cxnLst>
                  <a:rect l="l" t="t" r="r" b="b"/>
                  <a:pathLst>
                    <a:path w="193795" h="231007">
                      <a:moveTo>
                        <a:pt x="39062" y="65971"/>
                      </a:moveTo>
                      <a:cubicBezTo>
                        <a:pt x="34807" y="32125"/>
                        <a:pt x="61223" y="1518"/>
                        <a:pt x="94370" y="58"/>
                      </a:cubicBezTo>
                      <a:cubicBezTo>
                        <a:pt x="105927" y="-451"/>
                        <a:pt x="116659" y="2407"/>
                        <a:pt x="126501" y="8503"/>
                      </a:cubicBezTo>
                      <a:cubicBezTo>
                        <a:pt x="136280" y="14472"/>
                        <a:pt x="143646" y="22727"/>
                        <a:pt x="148790" y="32951"/>
                      </a:cubicBezTo>
                      <a:cubicBezTo>
                        <a:pt x="153997" y="43301"/>
                        <a:pt x="155203" y="54350"/>
                        <a:pt x="154505" y="66034"/>
                      </a:cubicBezTo>
                      <a:cubicBezTo>
                        <a:pt x="155711" y="66034"/>
                        <a:pt x="156664" y="66034"/>
                        <a:pt x="157553" y="66034"/>
                      </a:cubicBezTo>
                      <a:cubicBezTo>
                        <a:pt x="164919" y="66034"/>
                        <a:pt x="172348" y="66034"/>
                        <a:pt x="179714" y="66034"/>
                      </a:cubicBezTo>
                      <a:cubicBezTo>
                        <a:pt x="183905" y="66034"/>
                        <a:pt x="187398" y="69527"/>
                        <a:pt x="187589" y="73654"/>
                      </a:cubicBezTo>
                      <a:cubicBezTo>
                        <a:pt x="189176" y="107563"/>
                        <a:pt x="190764" y="141472"/>
                        <a:pt x="192351" y="175381"/>
                      </a:cubicBezTo>
                      <a:cubicBezTo>
                        <a:pt x="192795" y="184652"/>
                        <a:pt x="193303" y="193923"/>
                        <a:pt x="193748" y="203194"/>
                      </a:cubicBezTo>
                      <a:cubicBezTo>
                        <a:pt x="194510" y="217735"/>
                        <a:pt x="186064" y="228467"/>
                        <a:pt x="172031" y="230816"/>
                      </a:cubicBezTo>
                      <a:cubicBezTo>
                        <a:pt x="170951" y="231007"/>
                        <a:pt x="169808" y="231007"/>
                        <a:pt x="168665" y="231007"/>
                      </a:cubicBezTo>
                      <a:cubicBezTo>
                        <a:pt x="120786" y="231007"/>
                        <a:pt x="72971" y="231007"/>
                        <a:pt x="25092" y="231007"/>
                      </a:cubicBezTo>
                      <a:cubicBezTo>
                        <a:pt x="10995" y="231007"/>
                        <a:pt x="-372" y="219895"/>
                        <a:pt x="9" y="205797"/>
                      </a:cubicBezTo>
                      <a:cubicBezTo>
                        <a:pt x="454" y="189541"/>
                        <a:pt x="1407" y="173349"/>
                        <a:pt x="2168" y="157157"/>
                      </a:cubicBezTo>
                      <a:cubicBezTo>
                        <a:pt x="3121" y="136836"/>
                        <a:pt x="4137" y="116453"/>
                        <a:pt x="5089" y="96133"/>
                      </a:cubicBezTo>
                      <a:cubicBezTo>
                        <a:pt x="5470" y="88577"/>
                        <a:pt x="5788" y="81020"/>
                        <a:pt x="6105" y="73464"/>
                      </a:cubicBezTo>
                      <a:cubicBezTo>
                        <a:pt x="6296" y="69336"/>
                        <a:pt x="9852" y="66034"/>
                        <a:pt x="14107" y="66034"/>
                      </a:cubicBezTo>
                      <a:cubicBezTo>
                        <a:pt x="21472" y="66034"/>
                        <a:pt x="28902" y="66034"/>
                        <a:pt x="36268" y="66034"/>
                      </a:cubicBezTo>
                      <a:cubicBezTo>
                        <a:pt x="37093" y="66034"/>
                        <a:pt x="37919" y="66034"/>
                        <a:pt x="38998" y="66034"/>
                      </a:cubicBezTo>
                      <a:close/>
                      <a:moveTo>
                        <a:pt x="22298" y="82608"/>
                      </a:moveTo>
                      <a:cubicBezTo>
                        <a:pt x="22234" y="83560"/>
                        <a:pt x="22171" y="84385"/>
                        <a:pt x="22107" y="85211"/>
                      </a:cubicBezTo>
                      <a:cubicBezTo>
                        <a:pt x="21726" y="93847"/>
                        <a:pt x="21345" y="102546"/>
                        <a:pt x="20901" y="111183"/>
                      </a:cubicBezTo>
                      <a:cubicBezTo>
                        <a:pt x="19440" y="142044"/>
                        <a:pt x="17916" y="172968"/>
                        <a:pt x="16456" y="203829"/>
                      </a:cubicBezTo>
                      <a:cubicBezTo>
                        <a:pt x="16139" y="211195"/>
                        <a:pt x="19250" y="214434"/>
                        <a:pt x="26616" y="214434"/>
                      </a:cubicBezTo>
                      <a:cubicBezTo>
                        <a:pt x="72717" y="214434"/>
                        <a:pt x="118882" y="214307"/>
                        <a:pt x="164982" y="214560"/>
                      </a:cubicBezTo>
                      <a:cubicBezTo>
                        <a:pt x="174444" y="214560"/>
                        <a:pt x="177873" y="210941"/>
                        <a:pt x="177111" y="201416"/>
                      </a:cubicBezTo>
                      <a:cubicBezTo>
                        <a:pt x="176095" y="188462"/>
                        <a:pt x="175777" y="175508"/>
                        <a:pt x="175142" y="162554"/>
                      </a:cubicBezTo>
                      <a:cubicBezTo>
                        <a:pt x="174063" y="139059"/>
                        <a:pt x="172983" y="115564"/>
                        <a:pt x="171840" y="92005"/>
                      </a:cubicBezTo>
                      <a:cubicBezTo>
                        <a:pt x="171714" y="88830"/>
                        <a:pt x="171459" y="85719"/>
                        <a:pt x="171332" y="82544"/>
                      </a:cubicBezTo>
                      <a:lnTo>
                        <a:pt x="154505" y="82544"/>
                      </a:lnTo>
                      <a:cubicBezTo>
                        <a:pt x="154505" y="85211"/>
                        <a:pt x="154505" y="87815"/>
                        <a:pt x="154505" y="90354"/>
                      </a:cubicBezTo>
                      <a:cubicBezTo>
                        <a:pt x="154441" y="95244"/>
                        <a:pt x="150949" y="98864"/>
                        <a:pt x="146377" y="98927"/>
                      </a:cubicBezTo>
                      <a:cubicBezTo>
                        <a:pt x="141678" y="98927"/>
                        <a:pt x="138122" y="95308"/>
                        <a:pt x="138058" y="90354"/>
                      </a:cubicBezTo>
                      <a:cubicBezTo>
                        <a:pt x="138058" y="87815"/>
                        <a:pt x="138058" y="85274"/>
                        <a:pt x="138058" y="82608"/>
                      </a:cubicBezTo>
                      <a:lnTo>
                        <a:pt x="55572" y="82608"/>
                      </a:lnTo>
                      <a:cubicBezTo>
                        <a:pt x="55572" y="85338"/>
                        <a:pt x="55572" y="87878"/>
                        <a:pt x="55572" y="90418"/>
                      </a:cubicBezTo>
                      <a:cubicBezTo>
                        <a:pt x="55508" y="95244"/>
                        <a:pt x="51952" y="98864"/>
                        <a:pt x="47380" y="98927"/>
                      </a:cubicBezTo>
                      <a:cubicBezTo>
                        <a:pt x="42682" y="98927"/>
                        <a:pt x="39126" y="95308"/>
                        <a:pt x="39062" y="90291"/>
                      </a:cubicBezTo>
                      <a:cubicBezTo>
                        <a:pt x="39062" y="87751"/>
                        <a:pt x="39062" y="85211"/>
                        <a:pt x="39062" y="82544"/>
                      </a:cubicBezTo>
                      <a:lnTo>
                        <a:pt x="22234" y="82544"/>
                      </a:lnTo>
                      <a:close/>
                      <a:moveTo>
                        <a:pt x="137868" y="65907"/>
                      </a:moveTo>
                      <a:cubicBezTo>
                        <a:pt x="140090" y="46984"/>
                        <a:pt x="132026" y="30284"/>
                        <a:pt x="116532" y="21647"/>
                      </a:cubicBezTo>
                      <a:cubicBezTo>
                        <a:pt x="102054" y="13583"/>
                        <a:pt x="84655" y="14980"/>
                        <a:pt x="71574" y="25394"/>
                      </a:cubicBezTo>
                      <a:cubicBezTo>
                        <a:pt x="57667" y="36507"/>
                        <a:pt x="54048" y="51683"/>
                        <a:pt x="56016" y="65907"/>
                      </a:cubicBezTo>
                      <a:lnTo>
                        <a:pt x="137868" y="659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339" name="Полилиния: фигура 338">
              <a:extLst>
                <a:ext uri="{FF2B5EF4-FFF2-40B4-BE49-F238E27FC236}">
                  <a16:creationId xmlns="" xmlns:a16="http://schemas.microsoft.com/office/drawing/2014/main" id="{8D75A8D6-E683-4E10-AE59-F38DD1242A1B}"/>
                </a:ext>
              </a:extLst>
            </p:cNvPr>
            <p:cNvSpPr/>
            <p:nvPr/>
          </p:nvSpPr>
          <p:spPr>
            <a:xfrm>
              <a:off x="8619934" y="1803400"/>
              <a:ext cx="3120898" cy="4492498"/>
            </a:xfrm>
            <a:custGeom>
              <a:avLst/>
              <a:gdLst>
                <a:gd name="connsiteX0" fmla="*/ 3003931 w 3120898"/>
                <a:gd name="connsiteY0" fmla="*/ 0 h 4492498"/>
                <a:gd name="connsiteX1" fmla="*/ 3120899 w 3120898"/>
                <a:gd name="connsiteY1" fmla="*/ 116967 h 4492498"/>
                <a:gd name="connsiteX2" fmla="*/ 3120899 w 3120898"/>
                <a:gd name="connsiteY2" fmla="*/ 4375531 h 4492498"/>
                <a:gd name="connsiteX3" fmla="*/ 3003931 w 3120898"/>
                <a:gd name="connsiteY3" fmla="*/ 4492498 h 4492498"/>
                <a:gd name="connsiteX4" fmla="*/ 116967 w 3120898"/>
                <a:gd name="connsiteY4" fmla="*/ 4492498 h 4492498"/>
                <a:gd name="connsiteX5" fmla="*/ 0 w 3120898"/>
                <a:gd name="connsiteY5" fmla="*/ 4375531 h 4492498"/>
                <a:gd name="connsiteX6" fmla="*/ 0 w 3120898"/>
                <a:gd name="connsiteY6" fmla="*/ 116967 h 4492498"/>
                <a:gd name="connsiteX7" fmla="*/ 116967 w 3120898"/>
                <a:gd name="connsiteY7" fmla="*/ 0 h 449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0898" h="4492498">
                  <a:moveTo>
                    <a:pt x="3003931" y="0"/>
                  </a:moveTo>
                  <a:cubicBezTo>
                    <a:pt x="3068530" y="0"/>
                    <a:pt x="3120899" y="52368"/>
                    <a:pt x="3120899" y="116967"/>
                  </a:cubicBezTo>
                  <a:lnTo>
                    <a:pt x="3120899" y="4375531"/>
                  </a:lnTo>
                  <a:cubicBezTo>
                    <a:pt x="3120899" y="4440130"/>
                    <a:pt x="3068530" y="4492498"/>
                    <a:pt x="3003931" y="4492498"/>
                  </a:cubicBezTo>
                  <a:lnTo>
                    <a:pt x="116967" y="4492498"/>
                  </a:lnTo>
                  <a:cubicBezTo>
                    <a:pt x="52368" y="4492498"/>
                    <a:pt x="0" y="4440130"/>
                    <a:pt x="0" y="4375531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373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692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4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625176"/>
              </p:ext>
            </p:extLst>
          </p:nvPr>
        </p:nvGraphicFramePr>
        <p:xfrm>
          <a:off x="14295438" y="482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6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482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80138" y="3148500"/>
            <a:ext cx="38865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Разработка и реализация стратегии на </a:t>
            </a:r>
          </a:p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территории </a:t>
            </a:r>
            <a:r>
              <a:rPr lang="ru-RU" sz="1700" b="1" dirty="0" smtClean="0">
                <a:latin typeface="Calibri"/>
                <a:ea typeface="Calibri"/>
                <a:cs typeface="Calibri"/>
                <a:rtl val="0"/>
              </a:rPr>
              <a:t>ответственности.</a:t>
            </a:r>
            <a:endParaRPr lang="ru-RU" sz="1700" b="1" dirty="0"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75" name="TextBox 374"/>
          <p:cNvSpPr txBox="1"/>
          <p:nvPr/>
        </p:nvSpPr>
        <p:spPr>
          <a:xfrm>
            <a:off x="768096" y="3711952"/>
            <a:ext cx="4348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Обеспечение партнерских отношений </a:t>
            </a:r>
            <a:r>
              <a:rPr lang="ru-RU" sz="1400" dirty="0" smtClean="0"/>
              <a:t>с каждым </a:t>
            </a:r>
            <a:r>
              <a:rPr lang="ru-RU" sz="1400" dirty="0"/>
              <a:t>дистрибьютором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87103" y="8251450"/>
            <a:ext cx="2154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 smtClean="0"/>
              <a:t>Контроль присутствия </a:t>
            </a:r>
          </a:p>
          <a:p>
            <a:pPr algn="ctr"/>
            <a:r>
              <a:rPr lang="ru-RU" sz="1600" dirty="0" smtClean="0"/>
              <a:t>обязательных </a:t>
            </a:r>
            <a:r>
              <a:rPr lang="en-US" sz="1600" dirty="0" smtClean="0"/>
              <a:t>SKU</a:t>
            </a:r>
            <a:endParaRPr lang="ru-R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645102" y="1705076"/>
            <a:ext cx="496905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800" b="1" dirty="0">
                <a:latin typeface="Calibri"/>
                <a:ea typeface="Calibri"/>
                <a:cs typeface="Calibri"/>
                <a:rtl val="0"/>
              </a:rPr>
              <a:t>СТРУКТУРА КОМАНДЫ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038729" y="1705076"/>
            <a:ext cx="698306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800" b="1" dirty="0" smtClean="0">
                <a:latin typeface="Calibri"/>
                <a:ea typeface="Calibri"/>
                <a:cs typeface="Calibri"/>
                <a:rtl val="0"/>
              </a:rPr>
              <a:t>ПРИНЦИП МАСШТАБИРОВАНИЯ</a:t>
            </a:r>
            <a:endParaRPr lang="ru-RU" sz="3800" b="1" dirty="0"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785052" y="3764053"/>
            <a:ext cx="48032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Рост </a:t>
            </a:r>
            <a:r>
              <a:rPr lang="ru-RU" dirty="0"/>
              <a:t>нашего присутствия на вашей территории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113853" y="5495049"/>
            <a:ext cx="41139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Каждые 120 активных торговых точек = </a:t>
            </a:r>
            <a:endParaRPr lang="ru-RU" dirty="0" smtClean="0"/>
          </a:p>
          <a:p>
            <a:pPr algn="ctr"/>
            <a:r>
              <a:rPr lang="ru-RU" dirty="0" smtClean="0"/>
              <a:t>+</a:t>
            </a:r>
            <a:r>
              <a:rPr lang="ru-RU" dirty="0"/>
              <a:t>1 ЭТП на вашей территории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682869" y="8263982"/>
            <a:ext cx="129843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/>
              <a:t>Тренинги по </a:t>
            </a:r>
            <a:endParaRPr lang="ru-RU" sz="1600" dirty="0" smtClean="0"/>
          </a:p>
          <a:p>
            <a:pPr algn="ctr"/>
            <a:r>
              <a:rPr lang="ru-RU" sz="1600" dirty="0" smtClean="0"/>
              <a:t>продукту </a:t>
            </a:r>
            <a:r>
              <a:rPr lang="ru-RU" sz="1600" dirty="0"/>
              <a:t>и </a:t>
            </a:r>
            <a:endParaRPr lang="ru-RU" sz="1600" dirty="0" smtClean="0"/>
          </a:p>
          <a:p>
            <a:pPr algn="ctr"/>
            <a:r>
              <a:rPr lang="ru-RU" sz="1600" dirty="0" smtClean="0"/>
              <a:t>продажам </a:t>
            </a:r>
            <a:endParaRPr lang="ru-RU" sz="1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0733410" y="8255160"/>
            <a:ext cx="167142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/>
              <a:t>Контроль полки, </a:t>
            </a:r>
            <a:endParaRPr lang="ru-RU" sz="1600" dirty="0" smtClean="0"/>
          </a:p>
          <a:p>
            <a:pPr algn="ctr"/>
            <a:r>
              <a:rPr lang="ru-RU" sz="1600" dirty="0" smtClean="0"/>
              <a:t>установка </a:t>
            </a:r>
            <a:r>
              <a:rPr lang="en-US" sz="1600" dirty="0"/>
              <a:t>POS </a:t>
            </a:r>
            <a:endParaRPr lang="ru-RU" sz="1600" dirty="0" smtClean="0"/>
          </a:p>
          <a:p>
            <a:pPr algn="ctr"/>
            <a:r>
              <a:rPr lang="ru-RU" sz="1600" dirty="0" smtClean="0"/>
              <a:t>материалов</a:t>
            </a:r>
            <a:endParaRPr lang="ru-RU" sz="16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3170090" y="3919619"/>
            <a:ext cx="401244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НАЧНИТЕ РАБОТАТЬ </a:t>
            </a:r>
            <a:endParaRPr lang="ru-RU" sz="28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С </a:t>
            </a:r>
            <a:r>
              <a:rPr lang="ru-RU" sz="2800" b="1" dirty="0">
                <a:solidFill>
                  <a:schemeClr val="bg1"/>
                </a:solidFill>
              </a:rPr>
              <a:t>ЭМПИЛС 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– 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НАША КОМАНДА ПОМОЖЕТ 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ВАМ МАСШТАБИРОВАТЬ ПРОДАЖИ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04047" y="5530728"/>
            <a:ext cx="473202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Оперативное управление. Контроль отгрузок. </a:t>
            </a:r>
            <a:r>
              <a:rPr lang="en-US" sz="1700" b="1" dirty="0">
                <a:latin typeface="Calibri"/>
                <a:ea typeface="Calibri"/>
                <a:cs typeface="Calibri"/>
                <a:rtl val="0"/>
              </a:rPr>
              <a:t>MML</a:t>
            </a:r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. </a:t>
            </a:r>
            <a:r>
              <a:rPr lang="ru-RU" sz="1700" b="1" dirty="0" smtClean="0">
                <a:latin typeface="Calibri"/>
                <a:ea typeface="Calibri"/>
                <a:cs typeface="Calibri"/>
                <a:rtl val="0"/>
              </a:rPr>
              <a:t>Маркетинговые </a:t>
            </a:r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программы, аналитика</a:t>
            </a:r>
            <a:r>
              <a:rPr lang="ru-RU" sz="1700" b="1" dirty="0"/>
              <a:t>.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715049" y="6120726"/>
            <a:ext cx="44545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Точка контакта для дистрибьютора </a:t>
            </a:r>
            <a:r>
              <a:rPr lang="ru-RU" sz="1400" dirty="0" smtClean="0"/>
              <a:t>на ежедневной </a:t>
            </a:r>
          </a:p>
          <a:p>
            <a:r>
              <a:rPr lang="ru-RU" sz="1400" dirty="0" smtClean="0"/>
              <a:t>основе</a:t>
            </a:r>
            <a:r>
              <a:rPr lang="ru-RU" sz="1400" dirty="0"/>
              <a:t>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403359" y="7551892"/>
            <a:ext cx="3790589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300" b="1" dirty="0">
                <a:solidFill>
                  <a:srgbClr val="FFFFFF"/>
                </a:solidFill>
                <a:latin typeface="Calibri"/>
                <a:ea typeface="Calibri"/>
                <a:cs typeface="Calibri"/>
                <a:rtl val="0"/>
              </a:rPr>
              <a:t>ЭТП – ЭКСКЛЮЗИВНЫЙ </a:t>
            </a:r>
          </a:p>
          <a:p>
            <a:r>
              <a:rPr lang="ru-RU" sz="2300" b="1" dirty="0">
                <a:solidFill>
                  <a:srgbClr val="FFFFFF"/>
                </a:solidFill>
                <a:latin typeface="Calibri"/>
                <a:ea typeface="Calibri"/>
                <a:cs typeface="Calibri"/>
                <a:rtl val="0"/>
              </a:rPr>
              <a:t>ТОРГОВЫЙ ПРЕДСТАВИТЕЛЬ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715049" y="8472115"/>
            <a:ext cx="469372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Полевая работа с АКБ. Визиты в РТТ, </a:t>
            </a:r>
          </a:p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обучение ТП, выкладка, </a:t>
            </a:r>
            <a:r>
              <a:rPr lang="en-US" sz="1700" b="1" dirty="0">
                <a:latin typeface="Calibri"/>
                <a:ea typeface="Calibri"/>
                <a:cs typeface="Calibri"/>
                <a:rtl val="0"/>
              </a:rPr>
              <a:t>POS</a:t>
            </a:r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-материалы.</a:t>
            </a:r>
          </a:p>
        </p:txBody>
      </p:sp>
    </p:spTree>
    <p:extLst>
      <p:ext uri="{BB962C8B-B14F-4D97-AF65-F5344CB8AC3E}">
        <p14:creationId xmlns:p14="http://schemas.microsoft.com/office/powerpoint/2010/main" val="339406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80155"/>
            <a:ext cx="6132769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>
                <a:sym typeface="Calibri"/>
              </a:rPr>
              <a:t>ТРЕЙД-МАРКЕТИНГ</a:t>
            </a: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="" xmlns:a16="http://schemas.microsoft.com/office/drawing/2014/main" id="{65620B3C-AF6F-4AA9-BCE3-142A468FD9BD}"/>
              </a:ext>
            </a:extLst>
          </p:cNvPr>
          <p:cNvSpPr/>
          <p:nvPr/>
        </p:nvSpPr>
        <p:spPr>
          <a:xfrm>
            <a:off x="13538930" y="2768156"/>
            <a:ext cx="3978974" cy="6738747"/>
          </a:xfrm>
          <a:custGeom>
            <a:avLst/>
            <a:gdLst>
              <a:gd name="connsiteX0" fmla="*/ 2535682 w 2652649"/>
              <a:gd name="connsiteY0" fmla="*/ 0 h 4492498"/>
              <a:gd name="connsiteX1" fmla="*/ 2652649 w 2652649"/>
              <a:gd name="connsiteY1" fmla="*/ 116967 h 4492498"/>
              <a:gd name="connsiteX2" fmla="*/ 2652649 w 2652649"/>
              <a:gd name="connsiteY2" fmla="*/ 4375531 h 4492498"/>
              <a:gd name="connsiteX3" fmla="*/ 2535682 w 2652649"/>
              <a:gd name="connsiteY3" fmla="*/ 4492498 h 4492498"/>
              <a:gd name="connsiteX4" fmla="*/ 116967 w 2652649"/>
              <a:gd name="connsiteY4" fmla="*/ 4492498 h 4492498"/>
              <a:gd name="connsiteX5" fmla="*/ -1 w 2652649"/>
              <a:gd name="connsiteY5" fmla="*/ 4375531 h 4492498"/>
              <a:gd name="connsiteX6" fmla="*/ -1 w 2652649"/>
              <a:gd name="connsiteY6" fmla="*/ 116967 h 4492498"/>
              <a:gd name="connsiteX7" fmla="*/ 116967 w 2652649"/>
              <a:gd name="connsiteY7" fmla="*/ 0 h 4492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4492498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4375531"/>
                </a:lnTo>
                <a:cubicBezTo>
                  <a:pt x="2652649" y="4440130"/>
                  <a:pt x="2600281" y="4492498"/>
                  <a:pt x="2535682" y="4492498"/>
                </a:cubicBezTo>
                <a:lnTo>
                  <a:pt x="116967" y="4492498"/>
                </a:lnTo>
                <a:cubicBezTo>
                  <a:pt x="52368" y="4492498"/>
                  <a:pt x="-1" y="4440130"/>
                  <a:pt x="-1" y="4375531"/>
                </a:cubicBezTo>
                <a:lnTo>
                  <a:pt x="-1" y="116967"/>
                </a:lnTo>
                <a:cubicBezTo>
                  <a:pt x="-1" y="52368"/>
                  <a:pt x="52368" y="0"/>
                  <a:pt x="116967" y="0"/>
                </a:cubicBez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Средняя доходность</a:t>
            </a:r>
          </a:p>
          <a:p>
            <a:pPr algn="ctr"/>
            <a:endParaRPr lang="ru-RU" sz="28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800" b="1" dirty="0" smtClean="0">
                <a:solidFill>
                  <a:srgbClr val="F18324"/>
                </a:solidFill>
              </a:rPr>
              <a:t>230 р/кг </a:t>
            </a:r>
          </a:p>
          <a:p>
            <a:pPr algn="ctr"/>
            <a:endParaRPr lang="ru-RU" sz="28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 Зарабатываем вместе</a:t>
            </a:r>
            <a:endParaRPr lang="ru-RU" sz="2400" b="1" dirty="0">
              <a:solidFill>
                <a:schemeClr val="bg1"/>
              </a:solidFill>
            </a:endParaRPr>
          </a:p>
        </p:txBody>
      </p:sp>
      <p:grpSp>
        <p:nvGrpSpPr>
          <p:cNvPr id="2" name="Группа 1"/>
          <p:cNvGrpSpPr/>
          <p:nvPr/>
        </p:nvGrpSpPr>
        <p:grpSpPr>
          <a:xfrm>
            <a:off x="735710" y="1910810"/>
            <a:ext cx="6199540" cy="723275"/>
            <a:chOff x="735710" y="1910810"/>
            <a:chExt cx="6199540" cy="723275"/>
          </a:xfrm>
        </p:grpSpPr>
        <p:sp>
          <p:nvSpPr>
            <p:cNvPr id="303" name="TextBox 302">
              <a:extLst>
                <a:ext uri="{FF2B5EF4-FFF2-40B4-BE49-F238E27FC236}">
                  <a16:creationId xmlns="" xmlns:a16="http://schemas.microsoft.com/office/drawing/2014/main" id="{701E903A-E436-4A72-BFE4-EEFEF95AF794}"/>
                </a:ext>
              </a:extLst>
            </p:cNvPr>
            <p:cNvSpPr txBox="1"/>
            <p:nvPr/>
          </p:nvSpPr>
          <p:spPr>
            <a:xfrm>
              <a:off x="735710" y="1910810"/>
              <a:ext cx="1185902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НАП</a:t>
              </a:r>
            </a:p>
          </p:txBody>
        </p:sp>
        <p:sp>
          <p:nvSpPr>
            <p:cNvPr id="304" name="TextBox 303">
              <a:extLst>
                <a:ext uri="{FF2B5EF4-FFF2-40B4-BE49-F238E27FC236}">
                  <a16:creationId xmlns="" xmlns:a16="http://schemas.microsoft.com/office/drawing/2014/main" id="{EE738E97-52FD-4897-B40C-296EBA10DB35}"/>
                </a:ext>
              </a:extLst>
            </p:cNvPr>
            <p:cNvSpPr txBox="1"/>
            <p:nvPr/>
          </p:nvSpPr>
          <p:spPr>
            <a:xfrm>
              <a:off x="1624679" y="1910810"/>
              <a:ext cx="507831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225" dirty="0"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="" xmlns:a16="http://schemas.microsoft.com/office/drawing/2014/main" id="{2168CFAF-8A8F-45B6-B5F9-BA88DB422517}"/>
                </a:ext>
              </a:extLst>
            </p:cNvPr>
            <p:cNvSpPr txBox="1"/>
            <p:nvPr/>
          </p:nvSpPr>
          <p:spPr>
            <a:xfrm>
              <a:off x="1851660" y="1910810"/>
              <a:ext cx="2710357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АВЛЕНИЯ П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="" xmlns:a16="http://schemas.microsoft.com/office/drawing/2014/main" id="{850EAC2A-731F-40BC-811C-FBA9A790ED1B}"/>
                </a:ext>
              </a:extLst>
            </p:cNvPr>
            <p:cNvSpPr txBox="1"/>
            <p:nvPr/>
          </p:nvSpPr>
          <p:spPr>
            <a:xfrm>
              <a:off x="4231100" y="1910810"/>
              <a:ext cx="598170" cy="7181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113" dirty="0"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="" xmlns:a16="http://schemas.microsoft.com/office/drawing/2014/main" id="{907CFB88-CB20-41CE-8FAF-62485B819E06}"/>
                </a:ext>
              </a:extLst>
            </p:cNvPr>
            <p:cNvSpPr txBox="1"/>
            <p:nvPr/>
          </p:nvSpPr>
          <p:spPr>
            <a:xfrm>
              <a:off x="4540566" y="1910810"/>
              <a:ext cx="1171475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ДДЕ</a:t>
              </a:r>
            </a:p>
          </p:txBody>
        </p:sp>
        <p:sp>
          <p:nvSpPr>
            <p:cNvPr id="308" name="TextBox 307">
              <a:extLst>
                <a:ext uri="{FF2B5EF4-FFF2-40B4-BE49-F238E27FC236}">
                  <a16:creationId xmlns="" xmlns:a16="http://schemas.microsoft.com/office/drawing/2014/main" id="{66C4D77D-CAFB-460E-A01F-1F27DA43D46D}"/>
                </a:ext>
              </a:extLst>
            </p:cNvPr>
            <p:cNvSpPr txBox="1"/>
            <p:nvPr/>
          </p:nvSpPr>
          <p:spPr>
            <a:xfrm>
              <a:off x="5413820" y="1910810"/>
              <a:ext cx="531495" cy="7181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38" dirty="0"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09" name="TextBox 308">
              <a:extLst>
                <a:ext uri="{FF2B5EF4-FFF2-40B4-BE49-F238E27FC236}">
                  <a16:creationId xmlns="" xmlns:a16="http://schemas.microsoft.com/office/drawing/2014/main" id="{5F421EDB-886A-420B-8684-7D2DC70F0294}"/>
                </a:ext>
              </a:extLst>
            </p:cNvPr>
            <p:cNvSpPr txBox="1"/>
            <p:nvPr/>
          </p:nvSpPr>
          <p:spPr>
            <a:xfrm>
              <a:off x="5661183" y="1910810"/>
              <a:ext cx="1274067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ЖКИ</a:t>
              </a:r>
            </a:p>
          </p:txBody>
        </p:sp>
      </p:grpSp>
      <p:sp>
        <p:nvSpPr>
          <p:cNvPr id="310" name="Полилиния: фигура 309">
            <a:extLst>
              <a:ext uri="{FF2B5EF4-FFF2-40B4-BE49-F238E27FC236}">
                <a16:creationId xmlns="" xmlns:a16="http://schemas.microsoft.com/office/drawing/2014/main" id="{6086477C-AE5C-4126-9C9E-CE1782823813}"/>
              </a:ext>
            </a:extLst>
          </p:cNvPr>
          <p:cNvSpPr/>
          <p:nvPr/>
        </p:nvSpPr>
        <p:spPr>
          <a:xfrm>
            <a:off x="9316022" y="2768156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311" name="Полилиния: фигура 310">
            <a:extLst>
              <a:ext uri="{FF2B5EF4-FFF2-40B4-BE49-F238E27FC236}">
                <a16:creationId xmlns="" xmlns:a16="http://schemas.microsoft.com/office/drawing/2014/main" id="{93AA7D34-95AB-42A9-B9D8-5A689EDD8CCC}"/>
              </a:ext>
            </a:extLst>
          </p:cNvPr>
          <p:cNvSpPr/>
          <p:nvPr/>
        </p:nvSpPr>
        <p:spPr>
          <a:xfrm>
            <a:off x="5093113" y="2768156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grpSp>
        <p:nvGrpSpPr>
          <p:cNvPr id="3" name="Группа 2"/>
          <p:cNvGrpSpPr/>
          <p:nvPr/>
        </p:nvGrpSpPr>
        <p:grpSpPr>
          <a:xfrm>
            <a:off x="870109" y="2768156"/>
            <a:ext cx="3978974" cy="2106453"/>
            <a:chOff x="870109" y="2768156"/>
            <a:chExt cx="3978974" cy="2106453"/>
          </a:xfrm>
        </p:grpSpPr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A333E499-EC05-4BD5-80B2-B1D962A94E5D}"/>
                </a:ext>
              </a:extLst>
            </p:cNvPr>
            <p:cNvSpPr txBox="1"/>
            <p:nvPr/>
          </p:nvSpPr>
          <p:spPr>
            <a:xfrm>
              <a:off x="1675733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32AB628B-BA31-40A9-BFA8-A48A45505227}"/>
                </a:ext>
              </a:extLst>
            </p:cNvPr>
            <p:cNvSpPr txBox="1"/>
            <p:nvPr/>
          </p:nvSpPr>
          <p:spPr>
            <a:xfrm>
              <a:off x="2470212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1C6D5489-200F-47A4-BAC1-3C4E04C249BB}"/>
                </a:ext>
              </a:extLst>
            </p:cNvPr>
            <p:cNvSpPr txBox="1"/>
            <p:nvPr/>
          </p:nvSpPr>
          <p:spPr>
            <a:xfrm>
              <a:off x="3055430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0AF062F6-9298-4AD1-ABCA-592F5E44FD1E}"/>
                </a:ext>
              </a:extLst>
            </p:cNvPr>
            <p:cNvSpPr txBox="1"/>
            <p:nvPr/>
          </p:nvSpPr>
          <p:spPr>
            <a:xfrm>
              <a:off x="4280058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12" name="Полилиния: фигура 311">
              <a:extLst>
                <a:ext uri="{FF2B5EF4-FFF2-40B4-BE49-F238E27FC236}">
                  <a16:creationId xmlns="" xmlns:a16="http://schemas.microsoft.com/office/drawing/2014/main" id="{9667A68D-D598-487B-98E5-85AFFFEB6CBF}"/>
                </a:ext>
              </a:extLst>
            </p:cNvPr>
            <p:cNvSpPr/>
            <p:nvPr/>
          </p:nvSpPr>
          <p:spPr>
            <a:xfrm>
              <a:off x="870109" y="2768156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3 h 1404302"/>
                <a:gd name="connsiteX4" fmla="*/ 116967 w 2652649"/>
                <a:gd name="connsiteY4" fmla="*/ 1404303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3"/>
                    <a:pt x="2535682" y="1404303"/>
                  </a:cubicBezTo>
                  <a:lnTo>
                    <a:pt x="116967" y="1404303"/>
                  </a:lnTo>
                  <a:cubicBezTo>
                    <a:pt x="52368" y="1404303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sp>
        <p:nvSpPr>
          <p:cNvPr id="313" name="Полилиния: фигура 312">
            <a:extLst>
              <a:ext uri="{FF2B5EF4-FFF2-40B4-BE49-F238E27FC236}">
                <a16:creationId xmlns="" xmlns:a16="http://schemas.microsoft.com/office/drawing/2014/main" id="{18CE31F2-0637-4B47-8816-1AA670D0B4A1}"/>
              </a:ext>
            </a:extLst>
          </p:cNvPr>
          <p:cNvSpPr/>
          <p:nvPr/>
        </p:nvSpPr>
        <p:spPr>
          <a:xfrm>
            <a:off x="9316022" y="5084255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314" name="Полилиния: фигура 313">
            <a:extLst>
              <a:ext uri="{FF2B5EF4-FFF2-40B4-BE49-F238E27FC236}">
                <a16:creationId xmlns="" xmlns:a16="http://schemas.microsoft.com/office/drawing/2014/main" id="{A724A311-D566-4678-AA36-7CAB54D86274}"/>
              </a:ext>
            </a:extLst>
          </p:cNvPr>
          <p:cNvSpPr/>
          <p:nvPr/>
        </p:nvSpPr>
        <p:spPr>
          <a:xfrm>
            <a:off x="5093113" y="5084255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grpSp>
        <p:nvGrpSpPr>
          <p:cNvPr id="6" name="Группа 5"/>
          <p:cNvGrpSpPr/>
          <p:nvPr/>
        </p:nvGrpSpPr>
        <p:grpSpPr>
          <a:xfrm>
            <a:off x="870109" y="5084255"/>
            <a:ext cx="3978974" cy="2106453"/>
            <a:chOff x="870109" y="5084255"/>
            <a:chExt cx="3978974" cy="2106453"/>
          </a:xfrm>
        </p:grpSpPr>
        <p:sp>
          <p:nvSpPr>
            <p:cNvPr id="88" name="TextBox 87">
              <a:extLst>
                <a:ext uri="{FF2B5EF4-FFF2-40B4-BE49-F238E27FC236}">
                  <a16:creationId xmlns="" xmlns:a16="http://schemas.microsoft.com/office/drawing/2014/main" id="{1453D32E-5ECC-4DA9-A443-52882AE5603C}"/>
                </a:ext>
              </a:extLst>
            </p:cNvPr>
            <p:cNvSpPr txBox="1"/>
            <p:nvPr/>
          </p:nvSpPr>
          <p:spPr>
            <a:xfrm>
              <a:off x="1717167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="" xmlns:a16="http://schemas.microsoft.com/office/drawing/2014/main" id="{579E2DD7-484A-4ED3-9D5F-C37D5486E8A1}"/>
                </a:ext>
              </a:extLst>
            </p:cNvPr>
            <p:cNvSpPr txBox="1"/>
            <p:nvPr/>
          </p:nvSpPr>
          <p:spPr>
            <a:xfrm>
              <a:off x="2195036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="" xmlns:a16="http://schemas.microsoft.com/office/drawing/2014/main" id="{CDE3800B-79B7-42CD-9746-ED2ECE379A2E}"/>
                </a:ext>
              </a:extLst>
            </p:cNvPr>
            <p:cNvSpPr txBox="1"/>
            <p:nvPr/>
          </p:nvSpPr>
          <p:spPr>
            <a:xfrm>
              <a:off x="3244214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="" xmlns:a16="http://schemas.microsoft.com/office/drawing/2014/main" id="{CFD69AC5-B4AC-4D1F-A6BE-A78E32832994}"/>
                </a:ext>
              </a:extLst>
            </p:cNvPr>
            <p:cNvSpPr txBox="1"/>
            <p:nvPr/>
          </p:nvSpPr>
          <p:spPr>
            <a:xfrm>
              <a:off x="4088700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15" name="Полилиния: фигура 314">
              <a:extLst>
                <a:ext uri="{FF2B5EF4-FFF2-40B4-BE49-F238E27FC236}">
                  <a16:creationId xmlns="" xmlns:a16="http://schemas.microsoft.com/office/drawing/2014/main" id="{ABE6BF83-99D1-4F62-AC8A-30B2A8F8FDCD}"/>
                </a:ext>
              </a:extLst>
            </p:cNvPr>
            <p:cNvSpPr/>
            <p:nvPr/>
          </p:nvSpPr>
          <p:spPr>
            <a:xfrm>
              <a:off x="870109" y="5084255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3 h 1404302"/>
                <a:gd name="connsiteX4" fmla="*/ 116967 w 2652649"/>
                <a:gd name="connsiteY4" fmla="*/ 1404303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3"/>
                    <a:pt x="2535682" y="1404303"/>
                  </a:cubicBezTo>
                  <a:lnTo>
                    <a:pt x="116967" y="1404303"/>
                  </a:lnTo>
                  <a:cubicBezTo>
                    <a:pt x="52368" y="1404303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3" name="Группа 322"/>
          <p:cNvGrpSpPr/>
          <p:nvPr/>
        </p:nvGrpSpPr>
        <p:grpSpPr>
          <a:xfrm>
            <a:off x="9316022" y="7400448"/>
            <a:ext cx="3978974" cy="2106453"/>
            <a:chOff x="9316022" y="7400448"/>
            <a:chExt cx="3978974" cy="2106453"/>
          </a:xfrm>
        </p:grpSpPr>
        <p:sp>
          <p:nvSpPr>
            <p:cNvPr id="232" name="TextBox 231">
              <a:extLst>
                <a:ext uri="{FF2B5EF4-FFF2-40B4-BE49-F238E27FC236}">
                  <a16:creationId xmlns="" xmlns:a16="http://schemas.microsoft.com/office/drawing/2014/main" id="{C9A0E7C2-36EF-4002-94C5-933A8B3AB3CD}"/>
                </a:ext>
              </a:extLst>
            </p:cNvPr>
            <p:cNvSpPr txBox="1"/>
            <p:nvPr/>
          </p:nvSpPr>
          <p:spPr>
            <a:xfrm>
              <a:off x="9551861" y="7483412"/>
              <a:ext cx="203644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БРЕНДИРО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="" xmlns:a16="http://schemas.microsoft.com/office/drawing/2014/main" id="{DB94B008-80F4-4F75-98E2-A3A363EB7907}"/>
                </a:ext>
              </a:extLst>
            </p:cNvPr>
            <p:cNvSpPr txBox="1"/>
            <p:nvPr/>
          </p:nvSpPr>
          <p:spPr>
            <a:xfrm>
              <a:off x="11297031" y="7483412"/>
              <a:ext cx="4838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8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="" xmlns:a16="http://schemas.microsoft.com/office/drawing/2014/main" id="{15D48531-D304-4F78-A0BC-2E5BBD6B212B}"/>
                </a:ext>
              </a:extLst>
            </p:cNvPr>
            <p:cNvSpPr txBox="1"/>
            <p:nvPr/>
          </p:nvSpPr>
          <p:spPr>
            <a:xfrm>
              <a:off x="11499152" y="7483412"/>
              <a:ext cx="116014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АНИЕ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="" xmlns:a16="http://schemas.microsoft.com/office/drawing/2014/main" id="{28DE0A5C-16BA-4B57-A851-54AD3CD4F567}"/>
                </a:ext>
              </a:extLst>
            </p:cNvPr>
            <p:cNvSpPr txBox="1"/>
            <p:nvPr/>
          </p:nvSpPr>
          <p:spPr>
            <a:xfrm>
              <a:off x="9551861" y="7835837"/>
              <a:ext cx="22078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И РЕКЛАМА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="" xmlns:a16="http://schemas.microsoft.com/office/drawing/2014/main" id="{575919C8-6EB1-4DB1-B486-8F70005A3BCB}"/>
                </a:ext>
              </a:extLst>
            </p:cNvPr>
            <p:cNvSpPr txBox="1"/>
            <p:nvPr/>
          </p:nvSpPr>
          <p:spPr>
            <a:xfrm>
              <a:off x="9393078" y="8602313"/>
              <a:ext cx="21412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Брендирование машин, 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="" xmlns:a16="http://schemas.microsoft.com/office/drawing/2014/main" id="{69023B5A-800B-4E02-8644-36DD6CF90267}"/>
                </a:ext>
              </a:extLst>
            </p:cNvPr>
            <p:cNvSpPr txBox="1"/>
            <p:nvPr/>
          </p:nvSpPr>
          <p:spPr>
            <a:xfrm>
              <a:off x="11237880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="" xmlns:a16="http://schemas.microsoft.com/office/drawing/2014/main" id="{9A3C7FFA-7653-4FEB-84F9-4DB3F51CD2D6}"/>
                </a:ext>
              </a:extLst>
            </p:cNvPr>
            <p:cNvSpPr txBox="1"/>
            <p:nvPr/>
          </p:nvSpPr>
          <p:spPr>
            <a:xfrm>
              <a:off x="11321700" y="8602313"/>
              <a:ext cx="3505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х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="" xmlns:a16="http://schemas.microsoft.com/office/drawing/2014/main" id="{069FC4D2-9A4B-4897-8089-60EA5BCD02A6}"/>
                </a:ext>
              </a:extLst>
            </p:cNvPr>
            <p:cNvSpPr txBox="1"/>
            <p:nvPr/>
          </p:nvSpPr>
          <p:spPr>
            <a:xfrm>
              <a:off x="11395424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="" xmlns:a16="http://schemas.microsoft.com/office/drawing/2014/main" id="{D8F4FFE1-FDA5-4516-B044-D6C7B5F07320}"/>
                </a:ext>
              </a:extLst>
            </p:cNvPr>
            <p:cNvSpPr txBox="1"/>
            <p:nvPr/>
          </p:nvSpPr>
          <p:spPr>
            <a:xfrm>
              <a:off x="11483722" y="8602313"/>
              <a:ext cx="779144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дных г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="" xmlns:a16="http://schemas.microsoft.com/office/drawing/2014/main" id="{439D8E13-E4E7-4944-94ED-23B01B26BBFB}"/>
                </a:ext>
              </a:extLst>
            </p:cNvPr>
            <p:cNvSpPr txBox="1"/>
            <p:nvPr/>
          </p:nvSpPr>
          <p:spPr>
            <a:xfrm>
              <a:off x="11972162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="" xmlns:a16="http://schemas.microsoft.com/office/drawing/2014/main" id="{92DD24FE-66F9-4D4C-89EB-930D6B23C71A}"/>
                </a:ext>
              </a:extLst>
            </p:cNvPr>
            <p:cNvSpPr txBox="1"/>
            <p:nvPr/>
          </p:nvSpPr>
          <p:spPr>
            <a:xfrm>
              <a:off x="12063794" y="8602313"/>
              <a:ext cx="7124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упп в 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="" xmlns:a16="http://schemas.microsoft.com/office/drawing/2014/main" id="{F1387C4E-9B54-4C9A-829A-AB88E68C1467}"/>
                </a:ext>
              </a:extLst>
            </p:cNvPr>
            <p:cNvSpPr txBox="1"/>
            <p:nvPr/>
          </p:nvSpPr>
          <p:spPr>
            <a:xfrm>
              <a:off x="12492323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="" xmlns:a16="http://schemas.microsoft.com/office/drawing/2014/main" id="{D1369DDE-8CA3-4246-AF37-4BEE9F0FC65D}"/>
                </a:ext>
              </a:extLst>
            </p:cNvPr>
            <p:cNvSpPr txBox="1"/>
            <p:nvPr/>
          </p:nvSpPr>
          <p:spPr>
            <a:xfrm>
              <a:off x="12582333" y="8602313"/>
              <a:ext cx="36516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="" xmlns:a16="http://schemas.microsoft.com/office/drawing/2014/main" id="{F2835719-6ACC-4175-8BBF-6FF32C99151D}"/>
                </a:ext>
              </a:extLst>
            </p:cNvPr>
            <p:cNvSpPr txBox="1"/>
            <p:nvPr/>
          </p:nvSpPr>
          <p:spPr>
            <a:xfrm>
              <a:off x="12668439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1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="" xmlns:a16="http://schemas.microsoft.com/office/drawing/2014/main" id="{1D919295-9291-44FB-9806-A42324AA0508}"/>
                </a:ext>
              </a:extLst>
            </p:cNvPr>
            <p:cNvSpPr txBox="1"/>
            <p:nvPr/>
          </p:nvSpPr>
          <p:spPr>
            <a:xfrm>
              <a:off x="12739877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, 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="" xmlns:a16="http://schemas.microsoft.com/office/drawing/2014/main" id="{285D684A-3A3C-4964-8A99-CCE636AC0BB1}"/>
                </a:ext>
              </a:extLst>
            </p:cNvPr>
            <p:cNvSpPr txBox="1"/>
            <p:nvPr/>
          </p:nvSpPr>
          <p:spPr>
            <a:xfrm>
              <a:off x="9393078" y="8779097"/>
              <a:ext cx="18745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баннерная реклама. 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="" xmlns:a16="http://schemas.microsoft.com/office/drawing/2014/main" id="{F4F48E72-2E38-4A4C-B532-6B8C07109939}"/>
                </a:ext>
              </a:extLst>
            </p:cNvPr>
            <p:cNvSpPr txBox="1"/>
            <p:nvPr/>
          </p:nvSpPr>
          <p:spPr>
            <a:xfrm>
              <a:off x="10970990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="" xmlns:a16="http://schemas.microsoft.com/office/drawing/2014/main" id="{F72EFA76-2067-498D-9131-C3CBB0DE7AD5}"/>
                </a:ext>
              </a:extLst>
            </p:cNvPr>
            <p:cNvSpPr txBox="1"/>
            <p:nvPr/>
          </p:nvSpPr>
          <p:spPr>
            <a:xfrm>
              <a:off x="11059191" y="8779097"/>
              <a:ext cx="7029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знава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="" xmlns:a16="http://schemas.microsoft.com/office/drawing/2014/main" id="{29F88C65-6ED4-4C0A-B28E-78048643532A}"/>
                </a:ext>
              </a:extLst>
            </p:cNvPr>
            <p:cNvSpPr txBox="1"/>
            <p:nvPr/>
          </p:nvSpPr>
          <p:spPr>
            <a:xfrm>
              <a:off x="11482482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="" xmlns:a16="http://schemas.microsoft.com/office/drawing/2014/main" id="{F85A0460-CE13-4ECC-8A82-1C45FB061DEC}"/>
                </a:ext>
              </a:extLst>
            </p:cNvPr>
            <p:cNvSpPr txBox="1"/>
            <p:nvPr/>
          </p:nvSpPr>
          <p:spPr>
            <a:xfrm>
              <a:off x="11569350" y="8779097"/>
              <a:ext cx="7696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мость.</a:t>
              </a:r>
            </a:p>
          </p:txBody>
        </p:sp>
        <p:sp>
          <p:nvSpPr>
            <p:cNvPr id="316" name="Полилиния: фигура 315">
              <a:extLst>
                <a:ext uri="{FF2B5EF4-FFF2-40B4-BE49-F238E27FC236}">
                  <a16:creationId xmlns="" xmlns:a16="http://schemas.microsoft.com/office/drawing/2014/main" id="{F0957C6D-6EC3-4A79-B17C-CEC3F3629A0A}"/>
                </a:ext>
              </a:extLst>
            </p:cNvPr>
            <p:cNvSpPr/>
            <p:nvPr/>
          </p:nvSpPr>
          <p:spPr>
            <a:xfrm>
              <a:off x="9316022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2" name="Группа 321"/>
          <p:cNvGrpSpPr/>
          <p:nvPr/>
        </p:nvGrpSpPr>
        <p:grpSpPr>
          <a:xfrm>
            <a:off x="5093113" y="7400448"/>
            <a:ext cx="3978974" cy="2106453"/>
            <a:chOff x="5093113" y="7400448"/>
            <a:chExt cx="3978974" cy="2106453"/>
          </a:xfrm>
        </p:grpSpPr>
        <p:sp>
          <p:nvSpPr>
            <p:cNvPr id="196" name="TextBox 195">
              <a:extLst>
                <a:ext uri="{FF2B5EF4-FFF2-40B4-BE49-F238E27FC236}">
                  <a16:creationId xmlns="" xmlns:a16="http://schemas.microsoft.com/office/drawing/2014/main" id="{B3C27CE3-E4EB-47DC-B090-F559DFA06F1A}"/>
                </a:ext>
              </a:extLst>
            </p:cNvPr>
            <p:cNvSpPr txBox="1"/>
            <p:nvPr/>
          </p:nvSpPr>
          <p:spPr>
            <a:xfrm>
              <a:off x="5328951" y="7483412"/>
              <a:ext cx="4838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87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="" xmlns:a16="http://schemas.microsoft.com/office/drawing/2014/main" id="{6022BFAD-DEBB-48EE-8C94-458B46D7A441}"/>
                </a:ext>
              </a:extLst>
            </p:cNvPr>
            <p:cNvSpPr txBox="1"/>
            <p:nvPr/>
          </p:nvSpPr>
          <p:spPr>
            <a:xfrm>
              <a:off x="5526881" y="7483412"/>
              <a:ext cx="2617469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ОНТЕНТ И DIGI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="" xmlns:a16="http://schemas.microsoft.com/office/drawing/2014/main" id="{C362B678-6D3B-4488-A45D-547C29B70E84}"/>
                </a:ext>
              </a:extLst>
            </p:cNvPr>
            <p:cNvSpPr txBox="1"/>
            <p:nvPr/>
          </p:nvSpPr>
          <p:spPr>
            <a:xfrm>
              <a:off x="7854219" y="7483412"/>
              <a:ext cx="431465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33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="" xmlns:a16="http://schemas.microsoft.com/office/drawing/2014/main" id="{63F5FA7F-1684-493C-9B12-7FE1DF94971D}"/>
                </a:ext>
              </a:extLst>
            </p:cNvPr>
            <p:cNvSpPr txBox="1"/>
            <p:nvPr/>
          </p:nvSpPr>
          <p:spPr>
            <a:xfrm>
              <a:off x="8007572" y="7483412"/>
              <a:ext cx="65532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AL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="" xmlns:a16="http://schemas.microsoft.com/office/drawing/2014/main" id="{FAA2AAB0-2DE1-461F-B42B-C63130492FC5}"/>
                </a:ext>
              </a:extLst>
            </p:cNvPr>
            <p:cNvSpPr txBox="1"/>
            <p:nvPr/>
          </p:nvSpPr>
          <p:spPr>
            <a:xfrm>
              <a:off x="5170170" y="8602313"/>
              <a:ext cx="4267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="" xmlns:a16="http://schemas.microsoft.com/office/drawing/2014/main" id="{F7F5EEB2-D4A6-4E6D-972A-59075F93C909}"/>
                </a:ext>
              </a:extLst>
            </p:cNvPr>
            <p:cNvSpPr txBox="1"/>
            <p:nvPr/>
          </p:nvSpPr>
          <p:spPr>
            <a:xfrm>
              <a:off x="5321235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="" xmlns:a16="http://schemas.microsoft.com/office/drawing/2014/main" id="{69F168E3-0EA0-4027-9158-6A5B5331D9F4}"/>
                </a:ext>
              </a:extLst>
            </p:cNvPr>
            <p:cNvSpPr txBox="1"/>
            <p:nvPr/>
          </p:nvSpPr>
          <p:spPr>
            <a:xfrm>
              <a:off x="5405438" y="8602313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="" xmlns:a16="http://schemas.microsoft.com/office/drawing/2014/main" id="{5A69BD93-2D32-4637-9B27-795ABA9A7CA7}"/>
                </a:ext>
              </a:extLst>
            </p:cNvPr>
            <p:cNvSpPr txBox="1"/>
            <p:nvPr/>
          </p:nvSpPr>
          <p:spPr>
            <a:xfrm>
              <a:off x="5472302" y="8602313"/>
              <a:ext cx="13887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ериалы для со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="" xmlns:a16="http://schemas.microsoft.com/office/drawing/2014/main" id="{140EC6C2-3259-4C1B-8382-AFF4AA9B15F8}"/>
                </a:ext>
              </a:extLst>
            </p:cNvPr>
            <p:cNvSpPr txBox="1"/>
            <p:nvPr/>
          </p:nvSpPr>
          <p:spPr>
            <a:xfrm>
              <a:off x="6561677" y="8602313"/>
              <a:ext cx="374783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ц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="" xmlns:a16="http://schemas.microsoft.com/office/drawing/2014/main" id="{0F98B46A-543E-42E9-A66C-89A14B1FACF3}"/>
                </a:ext>
              </a:extLst>
            </p:cNvPr>
            <p:cNvSpPr txBox="1"/>
            <p:nvPr/>
          </p:nvSpPr>
          <p:spPr>
            <a:xfrm>
              <a:off x="6655593" y="8602313"/>
              <a:ext cx="3505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="" xmlns:a16="http://schemas.microsoft.com/office/drawing/2014/main" id="{5256469C-5701-4B22-9ADB-CEC72473A0E4}"/>
                </a:ext>
              </a:extLst>
            </p:cNvPr>
            <p:cNvSpPr txBox="1"/>
            <p:nvPr/>
          </p:nvSpPr>
          <p:spPr>
            <a:xfrm>
              <a:off x="6730365" y="8602313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="" xmlns:a16="http://schemas.microsoft.com/office/drawing/2014/main" id="{CF876FE1-941A-491C-958C-84C96C77B9B0}"/>
                </a:ext>
              </a:extLst>
            </p:cNvPr>
            <p:cNvSpPr txBox="1"/>
            <p:nvPr/>
          </p:nvSpPr>
          <p:spPr>
            <a:xfrm>
              <a:off x="6817614" y="8602313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="" xmlns:a16="http://schemas.microsoft.com/office/drawing/2014/main" id="{0EBC3ADA-2B5C-4130-8686-65C7B3942525}"/>
                </a:ext>
              </a:extLst>
            </p:cNvPr>
            <p:cNvSpPr txBox="1"/>
            <p:nvPr/>
          </p:nvSpPr>
          <p:spPr>
            <a:xfrm>
              <a:off x="6884478" y="8602313"/>
              <a:ext cx="73385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ей, ви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="" xmlns:a16="http://schemas.microsoft.com/office/drawing/2014/main" id="{61396354-4000-4497-8704-FC0D8C5A39BE}"/>
                </a:ext>
              </a:extLst>
            </p:cNvPr>
            <p:cNvSpPr txBox="1"/>
            <p:nvPr/>
          </p:nvSpPr>
          <p:spPr>
            <a:xfrm>
              <a:off x="7332249" y="8602313"/>
              <a:ext cx="37909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="" xmlns:a16="http://schemas.microsoft.com/office/drawing/2014/main" id="{4C3C5790-3A9D-42A2-B577-383E50AA6B6F}"/>
                </a:ext>
              </a:extLst>
            </p:cNvPr>
            <p:cNvSpPr txBox="1"/>
            <p:nvPr/>
          </p:nvSpPr>
          <p:spPr>
            <a:xfrm>
              <a:off x="7429214" y="8602313"/>
              <a:ext cx="79957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еоинст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="" xmlns:a16="http://schemas.microsoft.com/office/drawing/2014/main" id="{5DF241B1-5282-49AA-A1F6-3DE297F801D4}"/>
                </a:ext>
              </a:extLst>
            </p:cNvPr>
            <p:cNvSpPr txBox="1"/>
            <p:nvPr/>
          </p:nvSpPr>
          <p:spPr>
            <a:xfrm>
              <a:off x="7943564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="" xmlns:a16="http://schemas.microsoft.com/office/drawing/2014/main" id="{586A6BDC-D69F-430F-8999-6D2C61EFFB4E}"/>
                </a:ext>
              </a:extLst>
            </p:cNvPr>
            <p:cNvSpPr txBox="1"/>
            <p:nvPr/>
          </p:nvSpPr>
          <p:spPr>
            <a:xfrm>
              <a:off x="8035098" y="8602313"/>
              <a:ext cx="8172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укции, 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="" xmlns:a16="http://schemas.microsoft.com/office/drawing/2014/main" id="{3C782CB8-F753-4985-9523-16C8D480875A}"/>
                </a:ext>
              </a:extLst>
            </p:cNvPr>
            <p:cNvSpPr txBox="1"/>
            <p:nvPr/>
          </p:nvSpPr>
          <p:spPr>
            <a:xfrm>
              <a:off x="5170170" y="8779097"/>
              <a:ext cx="3886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ф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="" xmlns:a16="http://schemas.microsoft.com/office/drawing/2014/main" id="{C5C88EF3-9793-49DE-87F2-8FBB80F76B5F}"/>
                </a:ext>
              </a:extLst>
            </p:cNvPr>
            <p:cNvSpPr txBox="1"/>
            <p:nvPr/>
          </p:nvSpPr>
          <p:spPr>
            <a:xfrm>
              <a:off x="5280468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="" xmlns:a16="http://schemas.microsoft.com/office/drawing/2014/main" id="{55A8BB7D-EB69-4002-BFB1-BCB9E0C6F2F7}"/>
                </a:ext>
              </a:extLst>
            </p:cNvPr>
            <p:cNvSpPr txBox="1"/>
            <p:nvPr/>
          </p:nvSpPr>
          <p:spPr>
            <a:xfrm>
              <a:off x="5372385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="" xmlns:a16="http://schemas.microsoft.com/office/drawing/2014/main" id="{B2E2B3F6-A36D-426E-9EE7-05A1D9CEA20F}"/>
                </a:ext>
              </a:extLst>
            </p:cNvPr>
            <p:cNvSpPr txBox="1"/>
            <p:nvPr/>
          </p:nvSpPr>
          <p:spPr>
            <a:xfrm>
              <a:off x="5438776" y="8779097"/>
              <a:ext cx="1341119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 выкрасов. П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="" xmlns:a16="http://schemas.microsoft.com/office/drawing/2014/main" id="{CC1FDB71-53E1-44EE-B7C8-7987CE894222}"/>
                </a:ext>
              </a:extLst>
            </p:cNvPr>
            <p:cNvSpPr txBox="1"/>
            <p:nvPr/>
          </p:nvSpPr>
          <p:spPr>
            <a:xfrm>
              <a:off x="6480905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="" xmlns:a16="http://schemas.microsoft.com/office/drawing/2014/main" id="{A6107045-D8AF-4688-9CE4-528E5667292A}"/>
                </a:ext>
              </a:extLst>
            </p:cNvPr>
            <p:cNvSpPr txBox="1"/>
            <p:nvPr/>
          </p:nvSpPr>
          <p:spPr>
            <a:xfrm>
              <a:off x="6569106" y="8779097"/>
              <a:ext cx="379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="" xmlns:a16="http://schemas.microsoft.com/office/drawing/2014/main" id="{E626CE6D-0A84-4D42-AC90-2F252C4822FA}"/>
                </a:ext>
              </a:extLst>
            </p:cNvPr>
            <p:cNvSpPr txBox="1"/>
            <p:nvPr/>
          </p:nvSpPr>
          <p:spPr>
            <a:xfrm>
              <a:off x="6671882" y="8779097"/>
              <a:ext cx="379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="" xmlns:a16="http://schemas.microsoft.com/office/drawing/2014/main" id="{4CC5B6E2-B746-4CAB-95AE-7805E1C63EA3}"/>
                </a:ext>
              </a:extLst>
            </p:cNvPr>
            <p:cNvSpPr txBox="1"/>
            <p:nvPr/>
          </p:nvSpPr>
          <p:spPr>
            <a:xfrm>
              <a:off x="6768845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="" xmlns:a16="http://schemas.microsoft.com/office/drawing/2014/main" id="{1D201F9D-9B07-460D-A7F3-9DD93026D1AF}"/>
                </a:ext>
              </a:extLst>
            </p:cNvPr>
            <p:cNvSpPr txBox="1"/>
            <p:nvPr/>
          </p:nvSpPr>
          <p:spPr>
            <a:xfrm>
              <a:off x="6856761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="" xmlns:a16="http://schemas.microsoft.com/office/drawing/2014/main" id="{D71E0676-D1DC-4EA0-A4F7-C5B856619A1A}"/>
                </a:ext>
              </a:extLst>
            </p:cNvPr>
            <p:cNvSpPr txBox="1"/>
            <p:nvPr/>
          </p:nvSpPr>
          <p:spPr>
            <a:xfrm>
              <a:off x="6948678" y="8779097"/>
              <a:ext cx="3981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="" xmlns:a16="http://schemas.microsoft.com/office/drawing/2014/main" id="{F950CE5B-179C-4F12-863F-43F949A187B8}"/>
                </a:ext>
              </a:extLst>
            </p:cNvPr>
            <p:cNvSpPr txBox="1"/>
            <p:nvPr/>
          </p:nvSpPr>
          <p:spPr>
            <a:xfrm>
              <a:off x="7070502" y="8779097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="" xmlns:a16="http://schemas.microsoft.com/office/drawing/2014/main" id="{5CCA7B22-2A48-4F00-88CF-B70555A2B863}"/>
                </a:ext>
              </a:extLst>
            </p:cNvPr>
            <p:cNvSpPr txBox="1"/>
            <p:nvPr/>
          </p:nvSpPr>
          <p:spPr>
            <a:xfrm>
              <a:off x="7149844" y="8779097"/>
              <a:ext cx="59759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ин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="" xmlns:a16="http://schemas.microsoft.com/office/drawing/2014/main" id="{B315A279-040C-4344-A5A5-CC607F1336C3}"/>
                </a:ext>
              </a:extLst>
            </p:cNvPr>
            <p:cNvSpPr txBox="1"/>
            <p:nvPr/>
          </p:nvSpPr>
          <p:spPr>
            <a:xfrm>
              <a:off x="7464456" y="8779097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="" xmlns:a16="http://schemas.microsoft.com/office/drawing/2014/main" id="{709C3D29-F354-469E-8403-646A89E36633}"/>
                </a:ext>
              </a:extLst>
            </p:cNvPr>
            <p:cNvSpPr txBox="1"/>
            <p:nvPr/>
          </p:nvSpPr>
          <p:spPr>
            <a:xfrm>
              <a:off x="7531416" y="8779097"/>
              <a:ext cx="55752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ерн</a:t>
              </a:r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="" xmlns:a16="http://schemas.microsoft.com/office/drawing/2014/main" id="{0917C789-943C-4066-A46C-C4912A8ACA91}"/>
                </a:ext>
              </a:extLst>
            </p:cNvPr>
            <p:cNvSpPr txBox="1"/>
            <p:nvPr/>
          </p:nvSpPr>
          <p:spPr>
            <a:xfrm>
              <a:off x="7806689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="" xmlns:a16="http://schemas.microsoft.com/office/drawing/2014/main" id="{30AFE5FA-1CC7-4A50-9FE0-EC06CD2B1DCC}"/>
                </a:ext>
              </a:extLst>
            </p:cNvPr>
            <p:cNvSpPr txBox="1"/>
            <p:nvPr/>
          </p:nvSpPr>
          <p:spPr>
            <a:xfrm>
              <a:off x="7893938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="" xmlns:a16="http://schemas.microsoft.com/office/drawing/2014/main" id="{218446ED-9194-4FFC-B304-2DF7BF47EA2D}"/>
                </a:ext>
              </a:extLst>
            </p:cNvPr>
            <p:cNvSpPr txBox="1"/>
            <p:nvPr/>
          </p:nvSpPr>
          <p:spPr>
            <a:xfrm>
              <a:off x="7958898" y="8779097"/>
              <a:ext cx="5410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-ма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="" xmlns:a16="http://schemas.microsoft.com/office/drawing/2014/main" id="{3287B130-F252-4449-866B-CDCC9642E3B8}"/>
                </a:ext>
              </a:extLst>
            </p:cNvPr>
            <p:cNvSpPr txBox="1"/>
            <p:nvPr/>
          </p:nvSpPr>
          <p:spPr>
            <a:xfrm>
              <a:off x="8217216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="" xmlns:a16="http://schemas.microsoft.com/office/drawing/2014/main" id="{7C481920-D356-4995-8595-85A0EB8E1AC5}"/>
                </a:ext>
              </a:extLst>
            </p:cNvPr>
            <p:cNvSpPr txBox="1"/>
            <p:nvPr/>
          </p:nvSpPr>
          <p:spPr>
            <a:xfrm>
              <a:off x="8277701" y="8779097"/>
              <a:ext cx="760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азина.</a:t>
              </a:r>
            </a:p>
          </p:txBody>
        </p:sp>
        <p:sp>
          <p:nvSpPr>
            <p:cNvPr id="317" name="Полилиния: фигура 316">
              <a:extLst>
                <a:ext uri="{FF2B5EF4-FFF2-40B4-BE49-F238E27FC236}">
                  <a16:creationId xmlns="" xmlns:a16="http://schemas.microsoft.com/office/drawing/2014/main" id="{2298CCEE-0219-4BF8-A8F6-0B31070B8175}"/>
                </a:ext>
              </a:extLst>
            </p:cNvPr>
            <p:cNvSpPr/>
            <p:nvPr/>
          </p:nvSpPr>
          <p:spPr>
            <a:xfrm>
              <a:off x="5093113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1" name="Группа 320"/>
          <p:cNvGrpSpPr/>
          <p:nvPr/>
        </p:nvGrpSpPr>
        <p:grpSpPr>
          <a:xfrm>
            <a:off x="870109" y="7400448"/>
            <a:ext cx="3978974" cy="2106453"/>
            <a:chOff x="870109" y="7400448"/>
            <a:chExt cx="3978974" cy="2106453"/>
          </a:xfrm>
        </p:grpSpPr>
        <p:sp>
          <p:nvSpPr>
            <p:cNvPr id="166" name="TextBox 165">
              <a:extLst>
                <a:ext uri="{FF2B5EF4-FFF2-40B4-BE49-F238E27FC236}">
                  <a16:creationId xmlns="" xmlns:a16="http://schemas.microsoft.com/office/drawing/2014/main" id="{D0413974-754D-4601-96D3-5DCBF6B40E03}"/>
                </a:ext>
              </a:extLst>
            </p:cNvPr>
            <p:cNvSpPr txBox="1"/>
            <p:nvPr/>
          </p:nvSpPr>
          <p:spPr>
            <a:xfrm>
              <a:off x="1105947" y="7483412"/>
              <a:ext cx="7219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PO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="" xmlns:a16="http://schemas.microsoft.com/office/drawing/2014/main" id="{234BE674-95A9-4836-BC7C-EB8808592B89}"/>
                </a:ext>
              </a:extLst>
            </p:cNvPr>
            <p:cNvSpPr txBox="1"/>
            <p:nvPr/>
          </p:nvSpPr>
          <p:spPr>
            <a:xfrm>
              <a:off x="1550955" y="7483412"/>
              <a:ext cx="453329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S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="" xmlns:a16="http://schemas.microsoft.com/office/drawing/2014/main" id="{C710BA10-02E4-4599-82D3-0EECCC051992}"/>
                </a:ext>
              </a:extLst>
            </p:cNvPr>
            <p:cNvSpPr txBox="1"/>
            <p:nvPr/>
          </p:nvSpPr>
          <p:spPr>
            <a:xfrm>
              <a:off x="1723548" y="7483412"/>
              <a:ext cx="7124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-М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="" xmlns:a16="http://schemas.microsoft.com/office/drawing/2014/main" id="{3E682EA0-2679-4170-9B1A-3243E34589F7}"/>
                </a:ext>
              </a:extLst>
            </p:cNvPr>
            <p:cNvSpPr txBox="1"/>
            <p:nvPr/>
          </p:nvSpPr>
          <p:spPr>
            <a:xfrm>
              <a:off x="2158079" y="7483412"/>
              <a:ext cx="476990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03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="" xmlns:a16="http://schemas.microsoft.com/office/drawing/2014/main" id="{EDAC0522-6C12-45C8-96D3-6342B9C8657B}"/>
                </a:ext>
              </a:extLst>
            </p:cNvPr>
            <p:cNvSpPr txBox="1"/>
            <p:nvPr/>
          </p:nvSpPr>
          <p:spPr>
            <a:xfrm>
              <a:off x="2356009" y="7483412"/>
              <a:ext cx="1836419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ТЕРИАЛЫ</a:t>
              </a:r>
            </a:p>
          </p:txBody>
        </p:sp>
        <p:sp>
          <p:nvSpPr>
            <p:cNvPr id="318" name="Полилиния: фигура 317">
              <a:extLst>
                <a:ext uri="{FF2B5EF4-FFF2-40B4-BE49-F238E27FC236}">
                  <a16:creationId xmlns="" xmlns:a16="http://schemas.microsoft.com/office/drawing/2014/main" id="{E1B152BE-A4C3-481D-BD3F-D376D6633220}"/>
                </a:ext>
              </a:extLst>
            </p:cNvPr>
            <p:cNvSpPr/>
            <p:nvPr/>
          </p:nvSpPr>
          <p:spPr>
            <a:xfrm>
              <a:off x="870109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pic>
        <p:nvPicPr>
          <p:cNvPr id="32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8445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6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138924"/>
              </p:ext>
            </p:extLst>
          </p:nvPr>
        </p:nvGraphicFramePr>
        <p:xfrm>
          <a:off x="14295438" y="6350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2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0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411896" y="2802305"/>
            <a:ext cx="367743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ОТСРОЧКА ПЛАТЕЖА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5228709" y="6270543"/>
            <a:ext cx="2723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Бонусная продукция </a:t>
            </a:r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бесплатно. </a:t>
            </a:r>
          </a:p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Стимулирует  увеличение заказа.</a:t>
            </a:r>
            <a:endParaRPr lang="ru-RU" sz="1400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960051" y="8596179"/>
            <a:ext cx="350762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Выкрасы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каталоги, </a:t>
            </a:r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шелфтокеры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воблеры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endParaRPr lang="ru-RU" sz="1400" dirty="0" smtClean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  <a:p>
            <a:r>
              <a:rPr lang="ru-RU" sz="1400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ценникодержатели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планограммы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endParaRPr lang="ru-RU" sz="1400" dirty="0" smtClean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баннеры 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– бесплатно.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119" y="3773861"/>
            <a:ext cx="3568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Конкурсы и премии для ТП </a:t>
            </a:r>
            <a:endParaRPr lang="en-US" sz="1600" dirty="0" smtClean="0"/>
          </a:p>
          <a:p>
            <a:r>
              <a:rPr lang="ru-RU" sz="1600" dirty="0" smtClean="0"/>
              <a:t>дистрибьютора за активные продажи. </a:t>
            </a:r>
            <a:endParaRPr lang="en-US" sz="1600" dirty="0" smtClean="0"/>
          </a:p>
          <a:p>
            <a:r>
              <a:rPr lang="ru-RU" sz="1600" dirty="0" smtClean="0"/>
              <a:t>Призы, бонусы за </a:t>
            </a:r>
            <a:r>
              <a:rPr lang="en-US" sz="1600" dirty="0" smtClean="0"/>
              <a:t>KPI.</a:t>
            </a:r>
            <a:endParaRPr lang="ru-RU" sz="1600" dirty="0"/>
          </a:p>
        </p:txBody>
      </p:sp>
      <p:sp>
        <p:nvSpPr>
          <p:cNvPr id="254" name="TextBox 253"/>
          <p:cNvSpPr txBox="1"/>
          <p:nvPr/>
        </p:nvSpPr>
        <p:spPr>
          <a:xfrm>
            <a:off x="5348523" y="3773542"/>
            <a:ext cx="31477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Программы лояльности для РТТ:</a:t>
            </a:r>
            <a:br>
              <a:rPr lang="ru-RU" sz="1600" dirty="0" smtClean="0"/>
            </a:br>
            <a:r>
              <a:rPr lang="ru-RU" sz="1600" dirty="0" smtClean="0"/>
              <a:t>накопительные бонусы, призы за </a:t>
            </a:r>
          </a:p>
          <a:p>
            <a:r>
              <a:rPr lang="ru-RU" sz="1600" dirty="0"/>
              <a:t>в</a:t>
            </a:r>
            <a:r>
              <a:rPr lang="ru-RU" sz="1600" dirty="0" smtClean="0"/>
              <a:t>ыкладку, рейтинги. </a:t>
            </a:r>
            <a:endParaRPr lang="ru-RU" sz="1600" dirty="0"/>
          </a:p>
        </p:txBody>
      </p:sp>
      <p:sp>
        <p:nvSpPr>
          <p:cNvPr id="255" name="TextBox 254"/>
          <p:cNvSpPr txBox="1"/>
          <p:nvPr/>
        </p:nvSpPr>
        <p:spPr>
          <a:xfrm>
            <a:off x="9381058" y="3764586"/>
            <a:ext cx="38174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Гибкий подход к предоставляемой </a:t>
            </a:r>
          </a:p>
          <a:p>
            <a:r>
              <a:rPr lang="ru-RU" sz="1600" dirty="0" smtClean="0"/>
              <a:t>отсрочке,  направленный на реализацию </a:t>
            </a:r>
          </a:p>
          <a:p>
            <a:r>
              <a:rPr lang="ru-RU" sz="1600" dirty="0" smtClean="0"/>
              <a:t>стратегии компании.</a:t>
            </a:r>
            <a:endParaRPr lang="ru-RU" sz="1600" dirty="0"/>
          </a:p>
        </p:txBody>
      </p:sp>
      <p:sp>
        <p:nvSpPr>
          <p:cNvPr id="256" name="TextBox 255"/>
          <p:cNvSpPr txBox="1"/>
          <p:nvPr/>
        </p:nvSpPr>
        <p:spPr>
          <a:xfrm>
            <a:off x="5333915" y="2798219"/>
            <a:ext cx="295176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МОТИВАЦИЯ </a:t>
            </a:r>
          </a:p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РОЗНИЦЫ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1067205" y="2779348"/>
            <a:ext cx="295176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МОТИВАЦИЯ ТП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030050" y="5097903"/>
            <a:ext cx="36919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ЖЕЛТЫЙ ЦЕННИК </a:t>
            </a:r>
          </a:p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И СПЕЦЦЕНЫ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1067205" y="6135524"/>
            <a:ext cx="32059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Снижение цены на полке на </a:t>
            </a:r>
          </a:p>
          <a:p>
            <a:r>
              <a:rPr lang="ru-RU" sz="1600" dirty="0" smtClean="0"/>
              <a:t>ключевые </a:t>
            </a:r>
            <a:r>
              <a:rPr lang="en-US" sz="1600" dirty="0" smtClean="0"/>
              <a:t>SKU.</a:t>
            </a:r>
            <a:r>
              <a:rPr lang="ru-RU" sz="1600" dirty="0" smtClean="0"/>
              <a:t> Сезонное ценовое </a:t>
            </a:r>
          </a:p>
          <a:p>
            <a:r>
              <a:rPr lang="ru-RU" sz="1600" dirty="0" smtClean="0"/>
              <a:t>продвижение.</a:t>
            </a:r>
            <a:endParaRPr lang="ru-RU" sz="1600" dirty="0"/>
          </a:p>
        </p:txBody>
      </p:sp>
      <p:sp>
        <p:nvSpPr>
          <p:cNvPr id="262" name="TextBox 261"/>
          <p:cNvSpPr txBox="1"/>
          <p:nvPr/>
        </p:nvSpPr>
        <p:spPr>
          <a:xfrm>
            <a:off x="5246385" y="5097903"/>
            <a:ext cx="36919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АКЦИИ «ПОДАРОК ЗА ПОКУПКУ»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9489368" y="5102277"/>
            <a:ext cx="36919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ОБУЧЕНИЕ И МОТИВАЦИЯ ТП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65" name="TextBox 264"/>
          <p:cNvSpPr txBox="1"/>
          <p:nvPr/>
        </p:nvSpPr>
        <p:spPr>
          <a:xfrm>
            <a:off x="9567816" y="6289412"/>
            <a:ext cx="3173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Тренинги по продукту. Мастер-классы. </a:t>
            </a:r>
            <a:b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</a:br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Сравнительные </a:t>
            </a:r>
            <a:r>
              <a:rPr lang="ru-RU" sz="1400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выкрасы</a:t>
            </a:r>
            <a:endParaRPr lang="ru-RU" sz="1400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34453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80155"/>
            <a:ext cx="3904595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 smtClean="0">
                <a:sym typeface="Calibri"/>
              </a:rPr>
              <a:t>МАРКЕТИНГ</a:t>
            </a:r>
            <a:endParaRPr lang="ru-RU" dirty="0">
              <a:sym typeface="Calibri"/>
            </a:endParaRPr>
          </a:p>
        </p:txBody>
      </p:sp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8445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657029"/>
              </p:ext>
            </p:extLst>
          </p:nvPr>
        </p:nvGraphicFramePr>
        <p:xfrm>
          <a:off x="14295438" y="6350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7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0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819" name="Picture 3" descr="C:\Users\zakolodniy\Desktop\IMG_20260811_123502_203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3" t="22132" r="16903" b="21173"/>
          <a:stretch/>
        </p:blipFill>
        <p:spPr bwMode="auto">
          <a:xfrm>
            <a:off x="8704659" y="5519920"/>
            <a:ext cx="3707686" cy="43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0" name="Picture 4" descr="C:\Users\zakolodniy\Desktop\IMG_20260811_123504_690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84" t="33682" r="5788" b="22427"/>
          <a:stretch/>
        </p:blipFill>
        <p:spPr bwMode="auto">
          <a:xfrm>
            <a:off x="12792889" y="5519920"/>
            <a:ext cx="3748259" cy="43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2" name="Picture 6" descr="C:\Users\zakolodniy\Desktop\Empils\16._Federal_networks\Lemana_Pro\Master-klass_iyul\Лемана Про мастер класс.jpg"/>
          <p:cNvPicPr>
            <a:picLocks noChangeAspect="1" noChangeArrowheads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71021" y="5519922"/>
            <a:ext cx="3301249" cy="434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6868" y="3941934"/>
            <a:ext cx="3819525" cy="721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 dirty="0">
                <a:latin typeface="Inter Regular" panose="02000503000000020004" pitchFamily="2" charset="0"/>
              </a:rPr>
              <a:t>Работа с </a:t>
            </a:r>
            <a:r>
              <a:rPr lang="ru-RU" altLang="ru-RU" sz="2200" dirty="0" err="1">
                <a:latin typeface="Inter Regular" panose="02000503000000020004" pitchFamily="2" charset="0"/>
              </a:rPr>
              <a:t>блогером</a:t>
            </a:r>
            <a:r>
              <a:rPr lang="ru-RU" altLang="ru-RU" sz="2200" dirty="0">
                <a:latin typeface="Inter Regular" panose="02000503000000020004" pitchFamily="2" charset="0"/>
              </a:rPr>
              <a:t> / </a:t>
            </a:r>
            <a:r>
              <a:rPr lang="ru-RU" altLang="ru-RU" sz="2200" dirty="0" err="1">
                <a:latin typeface="Inter Regular" panose="02000503000000020004" pitchFamily="2" charset="0"/>
              </a:rPr>
              <a:t>инфлюенсером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="" xmlns:a16="http://schemas.microsoft.com/office/drawing/2014/main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31" y="1924050"/>
            <a:ext cx="10946162" cy="55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 dirty="0" smtClean="0">
                <a:solidFill>
                  <a:srgbClr val="F18324"/>
                </a:solidFill>
                <a:latin typeface="Inter Extra Bold" panose="02000903000000020004" pitchFamily="2" charset="0"/>
              </a:rPr>
              <a:t>Системный подход</a:t>
            </a:r>
            <a:endParaRPr lang="ru-RU" altLang="ru-RU" sz="3800" dirty="0">
              <a:solidFill>
                <a:srgbClr val="F18324"/>
              </a:solidFill>
              <a:latin typeface="Inter Extra Bold" panose="02000903000000020004" pitchFamily="2" charset="0"/>
            </a:endParaRPr>
          </a:p>
        </p:txBody>
      </p:sp>
      <p:sp>
        <p:nvSpPr>
          <p:cNvPr id="15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1382" y="2785167"/>
            <a:ext cx="4369766" cy="744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 dirty="0" err="1" smtClean="0">
                <a:latin typeface="Inter Regular" panose="02000503000000020004" pitchFamily="2" charset="0"/>
              </a:rPr>
              <a:t>Имиджевые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видеоролики,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видеопортфолио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объектов.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16" name="object 26">
            <a:extLst>
              <a:ext uri="{FF2B5EF4-FFF2-40B4-BE49-F238E27FC236}">
                <a16:creationId xmlns="" xmlns:a16="http://schemas.microsoft.com/office/drawing/2014/main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045" y="2729451"/>
            <a:ext cx="4276021" cy="1128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400" dirty="0"/>
              <a:t>Event </a:t>
            </a:r>
            <a:r>
              <a:rPr lang="ru-RU" sz="2400" dirty="0"/>
              <a:t>маркетинг:</a:t>
            </a:r>
            <a:br>
              <a:rPr lang="ru-RU" sz="2400" dirty="0"/>
            </a:br>
            <a:r>
              <a:rPr lang="ru-RU" sz="2400" dirty="0"/>
              <a:t>участие в выставках, мастер-классы</a:t>
            </a:r>
          </a:p>
        </p:txBody>
      </p:sp>
      <p:sp>
        <p:nvSpPr>
          <p:cNvPr id="17" name="object 27">
            <a:extLst>
              <a:ext uri="{FF2B5EF4-FFF2-40B4-BE49-F238E27FC236}">
                <a16:creationId xmlns="" xmlns:a16="http://schemas.microsoft.com/office/drawing/2014/main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4591" y="4019291"/>
            <a:ext cx="4295775" cy="744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sz="2200" dirty="0" smtClean="0">
                <a:latin typeface="Inter Regular" panose="02000503000000020004" pitchFamily="2" charset="0"/>
              </a:rPr>
              <a:t>Контент: фото/видео </a:t>
            </a:r>
            <a:r>
              <a:rPr lang="en-US" sz="2200" dirty="0" err="1">
                <a:latin typeface="Inter Regular" panose="02000503000000020004" pitchFamily="2" charset="0"/>
              </a:rPr>
              <a:t>POSm</a:t>
            </a:r>
            <a:r>
              <a:rPr lang="en-US" sz="2200" dirty="0">
                <a:latin typeface="Inter Regular" panose="02000503000000020004" pitchFamily="2" charset="0"/>
              </a:rPr>
              <a:t> </a:t>
            </a:r>
            <a:r>
              <a:rPr lang="ru-RU" sz="2200" dirty="0" smtClean="0">
                <a:latin typeface="Inter Regular" panose="02000503000000020004" pitchFamily="2" charset="0"/>
              </a:rPr>
              <a:t>на облаке для дистрибьютора</a:t>
            </a:r>
            <a:endParaRPr lang="ru-RU" sz="2200" dirty="0">
              <a:latin typeface="Inter Regular" panose="02000503000000020004" pitchFamily="2" charset="0"/>
            </a:endParaRPr>
          </a:p>
        </p:txBody>
      </p:sp>
      <p:grpSp>
        <p:nvGrpSpPr>
          <p:cNvPr id="18" name="object 18">
            <a:extLst>
              <a:ext uri="{FF2B5EF4-FFF2-40B4-BE49-F238E27FC236}">
                <a16:creationId xmlns="" xmlns:a16="http://schemas.microsoft.com/office/drawing/2014/main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874731" y="2878368"/>
            <a:ext cx="11188949" cy="1405263"/>
            <a:chOff x="1190837" y="4644674"/>
            <a:chExt cx="6516332" cy="857951"/>
          </a:xfrm>
        </p:grpSpPr>
        <p:pic>
          <p:nvPicPr>
            <p:cNvPr id="19" name="object 19">
              <a:extLst>
                <a:ext uri="{FF2B5EF4-FFF2-40B4-BE49-F238E27FC236}">
                  <a16:creationId xmlns="" xmlns:a16="http://schemas.microsoft.com/office/drawing/2014/main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4409" y="5357152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object 20">
              <a:extLst>
                <a:ext uri="{FF2B5EF4-FFF2-40B4-BE49-F238E27FC236}">
                  <a16:creationId xmlns="" xmlns:a16="http://schemas.microsoft.com/office/drawing/2014/main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7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9584" y="4662396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object 22">
              <a:extLst>
                <a:ext uri="{FF2B5EF4-FFF2-40B4-BE49-F238E27FC236}">
                  <a16:creationId xmlns="" xmlns:a16="http://schemas.microsoft.com/office/drawing/2014/main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56165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object 23">
              <a:extLst>
                <a:ext uri="{FF2B5EF4-FFF2-40B4-BE49-F238E27FC236}">
                  <a16:creationId xmlns="" xmlns:a16="http://schemas.microsoft.com/office/drawing/2014/main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5037" y="5409865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8180" y="4659355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4854" name="Picture 38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75"/>
          <a:stretch/>
        </p:blipFill>
        <p:spPr bwMode="auto">
          <a:xfrm>
            <a:off x="4459625" y="5519923"/>
            <a:ext cx="4057810" cy="434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315" y="2781451"/>
            <a:ext cx="4844278" cy="1106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sz="2200" dirty="0" smtClean="0">
                <a:latin typeface="Inter Regular" panose="02000503000000020004" pitchFamily="2" charset="0"/>
              </a:rPr>
              <a:t>Реклама в интернете:</a:t>
            </a:r>
            <a:br>
              <a:rPr lang="ru-RU" sz="2200" dirty="0" smtClean="0">
                <a:latin typeface="Inter Regular" panose="02000503000000020004" pitchFamily="2" charset="0"/>
              </a:rPr>
            </a:br>
            <a:r>
              <a:rPr lang="ru-RU" sz="2200" dirty="0" smtClean="0">
                <a:latin typeface="Inter Regular" panose="02000503000000020004" pitchFamily="2" charset="0"/>
              </a:rPr>
              <a:t>Яндекс </a:t>
            </a:r>
            <a:r>
              <a:rPr lang="ru-RU" sz="2200" dirty="0" err="1" smtClean="0">
                <a:latin typeface="Inter Regular" panose="02000503000000020004" pitchFamily="2" charset="0"/>
              </a:rPr>
              <a:t>Директ</a:t>
            </a:r>
            <a:r>
              <a:rPr lang="ru-RU" sz="2200" dirty="0" smtClean="0">
                <a:latin typeface="Inter Regular" panose="02000503000000020004" pitchFamily="2" charset="0"/>
              </a:rPr>
              <a:t> (поиск </a:t>
            </a:r>
            <a:r>
              <a:rPr lang="ru-RU" sz="2200" dirty="0">
                <a:latin typeface="Inter Regular" panose="02000503000000020004" pitchFamily="2" charset="0"/>
              </a:rPr>
              <a:t>+ р</a:t>
            </a:r>
            <a:r>
              <a:rPr lang="ru-RU" sz="2200" dirty="0" smtClean="0">
                <a:latin typeface="Inter Regular" panose="02000503000000020004" pitchFamily="2" charset="0"/>
              </a:rPr>
              <a:t>екламная сеть Яндекса)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29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693" y="3921486"/>
            <a:ext cx="3819525" cy="149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en-US" altLang="ru-RU" sz="2200" dirty="0" smtClean="0">
                <a:latin typeface="Inter Regular" panose="02000503000000020004" pitchFamily="2" charset="0"/>
              </a:rPr>
              <a:t>POS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материалы на полке:</a:t>
            </a:r>
          </a:p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 dirty="0" err="1" smtClean="0">
                <a:latin typeface="Inter Regular" panose="02000503000000020004" pitchFamily="2" charset="0"/>
              </a:rPr>
              <a:t>выкрасы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шелфтокеры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воблеры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брендированные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ценники 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1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: фигура 27">
            <a:extLst>
              <a:ext uri="{FF2B5EF4-FFF2-40B4-BE49-F238E27FC236}">
                <a16:creationId xmlns="" xmlns:a16="http://schemas.microsoft.com/office/drawing/2014/main" id="{5023D9AB-D031-447E-AC08-2A2FF6F96267}"/>
              </a:ext>
            </a:extLst>
          </p:cNvPr>
          <p:cNvSpPr/>
          <p:nvPr/>
        </p:nvSpPr>
        <p:spPr>
          <a:xfrm>
            <a:off x="368075" y="2048674"/>
            <a:ext cx="10795793" cy="575520"/>
          </a:xfrm>
          <a:custGeom>
            <a:avLst/>
            <a:gdLst>
              <a:gd name="connsiteX0" fmla="*/ 2012696 w 2231326"/>
              <a:gd name="connsiteY0" fmla="*/ 0 h 462152"/>
              <a:gd name="connsiteX1" fmla="*/ 2231326 w 2231326"/>
              <a:gd name="connsiteY1" fmla="*/ 218630 h 462152"/>
              <a:gd name="connsiteX2" fmla="*/ 2231326 w 2231326"/>
              <a:gd name="connsiteY2" fmla="*/ 243522 h 462152"/>
              <a:gd name="connsiteX3" fmla="*/ 2012696 w 2231326"/>
              <a:gd name="connsiteY3" fmla="*/ 462153 h 462152"/>
              <a:gd name="connsiteX4" fmla="*/ 218630 w 2231326"/>
              <a:gd name="connsiteY4" fmla="*/ 462153 h 462152"/>
              <a:gd name="connsiteX5" fmla="*/ 0 w 2231326"/>
              <a:gd name="connsiteY5" fmla="*/ 243522 h 462152"/>
              <a:gd name="connsiteX6" fmla="*/ 0 w 2231326"/>
              <a:gd name="connsiteY6" fmla="*/ 218630 h 462152"/>
              <a:gd name="connsiteX7" fmla="*/ 218630 w 2231326"/>
              <a:gd name="connsiteY7" fmla="*/ 0 h 46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1326" h="462152">
                <a:moveTo>
                  <a:pt x="2012696" y="0"/>
                </a:moveTo>
                <a:cubicBezTo>
                  <a:pt x="2133442" y="0"/>
                  <a:pt x="2231326" y="97884"/>
                  <a:pt x="2231326" y="218630"/>
                </a:cubicBezTo>
                <a:lnTo>
                  <a:pt x="2231326" y="243522"/>
                </a:lnTo>
                <a:cubicBezTo>
                  <a:pt x="2231326" y="364268"/>
                  <a:pt x="2133442" y="462153"/>
                  <a:pt x="2012696" y="462153"/>
                </a:cubicBezTo>
                <a:lnTo>
                  <a:pt x="218630" y="462153"/>
                </a:lnTo>
                <a:cubicBezTo>
                  <a:pt x="97884" y="462153"/>
                  <a:pt x="0" y="364268"/>
                  <a:pt x="0" y="243522"/>
                </a:cubicBezTo>
                <a:lnTo>
                  <a:pt x="0" y="218630"/>
                </a:lnTo>
                <a:cubicBezTo>
                  <a:pt x="0" y="97884"/>
                  <a:pt x="97884" y="0"/>
                  <a:pt x="218630" y="0"/>
                </a:cubicBezTo>
                <a:close/>
              </a:path>
            </a:pathLst>
          </a:custGeom>
          <a:solidFill>
            <a:srgbClr val="FF83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Полилиния: фигура 27">
            <a:extLst>
              <a:ext uri="{FF2B5EF4-FFF2-40B4-BE49-F238E27FC236}">
                <a16:creationId xmlns="" xmlns:a16="http://schemas.microsoft.com/office/drawing/2014/main" id="{5023D9AB-D031-447E-AC08-2A2FF6F96267}"/>
              </a:ext>
            </a:extLst>
          </p:cNvPr>
          <p:cNvSpPr/>
          <p:nvPr/>
        </p:nvSpPr>
        <p:spPr>
          <a:xfrm>
            <a:off x="409019" y="6496337"/>
            <a:ext cx="7875171" cy="575520"/>
          </a:xfrm>
          <a:custGeom>
            <a:avLst/>
            <a:gdLst>
              <a:gd name="connsiteX0" fmla="*/ 2012696 w 2231326"/>
              <a:gd name="connsiteY0" fmla="*/ 0 h 462152"/>
              <a:gd name="connsiteX1" fmla="*/ 2231326 w 2231326"/>
              <a:gd name="connsiteY1" fmla="*/ 218630 h 462152"/>
              <a:gd name="connsiteX2" fmla="*/ 2231326 w 2231326"/>
              <a:gd name="connsiteY2" fmla="*/ 243522 h 462152"/>
              <a:gd name="connsiteX3" fmla="*/ 2012696 w 2231326"/>
              <a:gd name="connsiteY3" fmla="*/ 462153 h 462152"/>
              <a:gd name="connsiteX4" fmla="*/ 218630 w 2231326"/>
              <a:gd name="connsiteY4" fmla="*/ 462153 h 462152"/>
              <a:gd name="connsiteX5" fmla="*/ 0 w 2231326"/>
              <a:gd name="connsiteY5" fmla="*/ 243522 h 462152"/>
              <a:gd name="connsiteX6" fmla="*/ 0 w 2231326"/>
              <a:gd name="connsiteY6" fmla="*/ 218630 h 462152"/>
              <a:gd name="connsiteX7" fmla="*/ 218630 w 2231326"/>
              <a:gd name="connsiteY7" fmla="*/ 0 h 46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1326" h="462152">
                <a:moveTo>
                  <a:pt x="2012696" y="0"/>
                </a:moveTo>
                <a:cubicBezTo>
                  <a:pt x="2133442" y="0"/>
                  <a:pt x="2231326" y="97884"/>
                  <a:pt x="2231326" y="218630"/>
                </a:cubicBezTo>
                <a:lnTo>
                  <a:pt x="2231326" y="243522"/>
                </a:lnTo>
                <a:cubicBezTo>
                  <a:pt x="2231326" y="364268"/>
                  <a:pt x="2133442" y="462153"/>
                  <a:pt x="2012696" y="462153"/>
                </a:cubicBezTo>
                <a:lnTo>
                  <a:pt x="218630" y="462153"/>
                </a:lnTo>
                <a:cubicBezTo>
                  <a:pt x="97884" y="462153"/>
                  <a:pt x="0" y="364268"/>
                  <a:pt x="0" y="243522"/>
                </a:cubicBezTo>
                <a:lnTo>
                  <a:pt x="0" y="218630"/>
                </a:lnTo>
                <a:cubicBezTo>
                  <a:pt x="0" y="97884"/>
                  <a:pt x="97884" y="0"/>
                  <a:pt x="218630" y="0"/>
                </a:cubicBezTo>
                <a:close/>
              </a:path>
            </a:pathLst>
          </a:custGeom>
          <a:solidFill>
            <a:srgbClr val="FF83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80155"/>
            <a:ext cx="5180585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 smtClean="0">
                <a:sym typeface="Calibri"/>
              </a:rPr>
              <a:t>ОБОРУДОВАНИЕ</a:t>
            </a:r>
            <a:endParaRPr lang="ru-RU" dirty="0">
              <a:sym typeface="Calibri"/>
            </a:endParaRPr>
          </a:p>
        </p:txBody>
      </p:sp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8445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74519"/>
              </p:ext>
            </p:extLst>
          </p:nvPr>
        </p:nvGraphicFramePr>
        <p:xfrm>
          <a:off x="14295438" y="6350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5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0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9942" y="2156347"/>
            <a:ext cx="4786376" cy="7186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Объект 2"/>
          <p:cNvSpPr txBox="1">
            <a:spLocks/>
          </p:cNvSpPr>
          <p:nvPr/>
        </p:nvSpPr>
        <p:spPr>
          <a:xfrm>
            <a:off x="657585" y="6537298"/>
            <a:ext cx="8219256" cy="2688608"/>
          </a:xfrm>
          <a:prstGeom prst="rect">
            <a:avLst/>
          </a:prstGeom>
        </p:spPr>
        <p:txBody>
          <a:bodyPr>
            <a:normAutofit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dirty="0">
                <a:latin typeface="Calibri" panose="020F0502020204030204" pitchFamily="34" charset="0"/>
                <a:cs typeface="Arial" panose="020B0604020202020204" pitchFamily="34" charset="0"/>
              </a:rPr>
              <a:t>Рекомендованный объем колеровки в месяц</a:t>
            </a:r>
            <a:r>
              <a:rPr lang="ru-RU" sz="2800" b="1" dirty="0" smtClean="0">
                <a:latin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ru-RU" sz="2800" b="1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100" dirty="0" smtClean="0"/>
              <a:t>«N</a:t>
            </a:r>
            <a:r>
              <a:rPr lang="en-US" sz="2100" dirty="0" err="1" smtClean="0"/>
              <a:t>ew</a:t>
            </a:r>
            <a:r>
              <a:rPr lang="ru-RU" sz="2100" dirty="0" smtClean="0"/>
              <a:t>T</a:t>
            </a:r>
            <a:r>
              <a:rPr lang="en-US" sz="2100" dirty="0" smtClean="0"/>
              <a:t>one</a:t>
            </a:r>
            <a:r>
              <a:rPr lang="ru-RU" sz="2100" dirty="0" smtClean="0"/>
              <a:t>» </a:t>
            </a:r>
          </a:p>
          <a:p>
            <a:pPr marL="0" indent="0">
              <a:buNone/>
            </a:pPr>
            <a:r>
              <a:rPr lang="ru-RU" sz="2100" dirty="0" smtClean="0"/>
              <a:t>                                    1 500 кг.</a:t>
            </a:r>
          </a:p>
          <a:p>
            <a:pPr marL="0" indent="0">
              <a:buNone/>
            </a:pPr>
            <a:r>
              <a:rPr lang="ru-RU" sz="2100" dirty="0" smtClean="0"/>
              <a:t>«</a:t>
            </a:r>
            <a:r>
              <a:rPr lang="en-US" sz="2100" dirty="0" err="1" smtClean="0"/>
              <a:t>AvantGarde</a:t>
            </a:r>
            <a:r>
              <a:rPr lang="ru-RU" sz="2100" dirty="0" smtClean="0"/>
              <a:t>»                                   2 000 кг.      </a:t>
            </a:r>
          </a:p>
          <a:p>
            <a:pPr marL="0" indent="0">
              <a:buNone/>
            </a:pPr>
            <a:endParaRPr lang="ru-RU" sz="2100" dirty="0"/>
          </a:p>
          <a:p>
            <a:pPr marL="0" indent="0">
              <a:buNone/>
            </a:pPr>
            <a:r>
              <a:rPr lang="ru-RU" sz="2100" dirty="0" smtClean="0"/>
              <a:t>«ОРЕОЛ».</a:t>
            </a:r>
          </a:p>
          <a:p>
            <a:pPr marL="0" indent="0">
              <a:buNone/>
            </a:pPr>
            <a:endParaRPr lang="ru-RU" sz="2400" dirty="0" smtClean="0"/>
          </a:p>
          <a:p>
            <a:endParaRPr lang="ru-RU" sz="2400" dirty="0"/>
          </a:p>
        </p:txBody>
      </p:sp>
      <p:sp>
        <p:nvSpPr>
          <p:cNvPr id="12" name="Правая фигурная скобка 11"/>
          <p:cNvSpPr/>
          <p:nvPr/>
        </p:nvSpPr>
        <p:spPr>
          <a:xfrm>
            <a:off x="2552050" y="7190102"/>
            <a:ext cx="155448" cy="946004"/>
          </a:xfrm>
          <a:prstGeom prst="rightBrac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92D050"/>
              </a:solidFill>
            </a:endParaRPr>
          </a:p>
        </p:txBody>
      </p:sp>
      <p:sp>
        <p:nvSpPr>
          <p:cNvPr id="13" name="Правая фигурная скобка 12"/>
          <p:cNvSpPr/>
          <p:nvPr/>
        </p:nvSpPr>
        <p:spPr>
          <a:xfrm>
            <a:off x="4097393" y="7196433"/>
            <a:ext cx="155448" cy="1852051"/>
          </a:xfrm>
          <a:prstGeom prst="rightBrac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92D050"/>
              </a:solidFill>
            </a:endParaRPr>
          </a:p>
        </p:txBody>
      </p:sp>
      <p:sp>
        <p:nvSpPr>
          <p:cNvPr id="14" name="Объект 2"/>
          <p:cNvSpPr txBox="1">
            <a:spLocks/>
          </p:cNvSpPr>
          <p:nvPr/>
        </p:nvSpPr>
        <p:spPr>
          <a:xfrm>
            <a:off x="715013" y="2607077"/>
            <a:ext cx="10134956" cy="1773846"/>
          </a:xfrm>
          <a:prstGeom prst="rect">
            <a:avLst/>
          </a:prstGeom>
        </p:spPr>
        <p:txBody>
          <a:bodyPr>
            <a:noAutofit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/>
              <a:t>Бесплатная </a:t>
            </a:r>
            <a:r>
              <a:rPr lang="ru-RU" sz="2400" b="1" dirty="0"/>
              <a:t>установка и </a:t>
            </a:r>
            <a:r>
              <a:rPr lang="ru-RU" sz="2400" b="1" dirty="0" err="1"/>
              <a:t>пусконаладка</a:t>
            </a:r>
            <a:r>
              <a:rPr lang="ru-RU" sz="2400" dirty="0"/>
              <a:t> </a:t>
            </a:r>
            <a:endParaRPr lang="ru-RU" sz="2400" dirty="0" smtClean="0"/>
          </a:p>
          <a:p>
            <a:r>
              <a:rPr lang="ru-RU" sz="2400" b="1" dirty="0" smtClean="0"/>
              <a:t>Обучение персонала</a:t>
            </a:r>
            <a:endParaRPr lang="ru-RU" sz="2400" dirty="0" smtClean="0"/>
          </a:p>
          <a:p>
            <a:r>
              <a:rPr lang="ru-RU" sz="2400" b="1" dirty="0" smtClean="0"/>
              <a:t>Сервисное обслуживание</a:t>
            </a:r>
          </a:p>
          <a:p>
            <a:r>
              <a:rPr lang="ru-RU" sz="2400" b="1" dirty="0" smtClean="0"/>
              <a:t>Условная плата 700 рублей в месяц</a:t>
            </a:r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742308" y="2087326"/>
            <a:ext cx="112876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>
                <a:latin typeface="+mn-lt"/>
                <a:cs typeface="+mn-cs"/>
              </a:rPr>
              <a:t>Эмпилс</a:t>
            </a:r>
            <a:r>
              <a:rPr lang="ru-RU" sz="2800" b="1" dirty="0" smtClean="0">
                <a:latin typeface="+mn-lt"/>
                <a:cs typeface="+mn-cs"/>
              </a:rPr>
              <a:t> </a:t>
            </a:r>
            <a:r>
              <a:rPr lang="ru-RU" sz="2800" b="1" dirty="0">
                <a:latin typeface="+mn-lt"/>
                <a:cs typeface="+mn-cs"/>
              </a:rPr>
              <a:t>предоставляет </a:t>
            </a:r>
            <a:r>
              <a:rPr lang="ru-RU" sz="2800" b="1" dirty="0" err="1">
                <a:latin typeface="+mn-lt"/>
                <a:cs typeface="+mn-cs"/>
              </a:rPr>
              <a:t>колеровочное</a:t>
            </a:r>
            <a:r>
              <a:rPr lang="ru-RU" sz="2800" b="1" dirty="0">
                <a:latin typeface="+mn-lt"/>
                <a:cs typeface="+mn-cs"/>
              </a:rPr>
              <a:t> </a:t>
            </a:r>
            <a:r>
              <a:rPr lang="ru-RU" sz="2800" b="1" dirty="0" smtClean="0">
                <a:latin typeface="+mn-lt"/>
                <a:cs typeface="+mn-cs"/>
              </a:rPr>
              <a:t>оборудование </a:t>
            </a:r>
            <a:r>
              <a:rPr lang="en-US" sz="2800" b="1" dirty="0">
                <a:latin typeface="+mn-lt"/>
                <a:cs typeface="+mn-cs"/>
              </a:rPr>
              <a:t>COROB D180</a:t>
            </a:r>
            <a:r>
              <a:rPr lang="ru-RU" sz="2800" b="1" dirty="0">
                <a:latin typeface="+mn-lt"/>
                <a:cs typeface="+mn-cs"/>
              </a:rPr>
              <a:t> </a:t>
            </a:r>
          </a:p>
        </p:txBody>
      </p:sp>
      <p:sp>
        <p:nvSpPr>
          <p:cNvPr id="17" name="Полилиния: фигура 27">
            <a:extLst>
              <a:ext uri="{FF2B5EF4-FFF2-40B4-BE49-F238E27FC236}">
                <a16:creationId xmlns="" xmlns:a16="http://schemas.microsoft.com/office/drawing/2014/main" id="{5023D9AB-D031-447E-AC08-2A2FF6F96267}"/>
              </a:ext>
            </a:extLst>
          </p:cNvPr>
          <p:cNvSpPr/>
          <p:nvPr/>
        </p:nvSpPr>
        <p:spPr>
          <a:xfrm>
            <a:off x="340780" y="4521193"/>
            <a:ext cx="10795793" cy="575520"/>
          </a:xfrm>
          <a:custGeom>
            <a:avLst/>
            <a:gdLst>
              <a:gd name="connsiteX0" fmla="*/ 2012696 w 2231326"/>
              <a:gd name="connsiteY0" fmla="*/ 0 h 462152"/>
              <a:gd name="connsiteX1" fmla="*/ 2231326 w 2231326"/>
              <a:gd name="connsiteY1" fmla="*/ 218630 h 462152"/>
              <a:gd name="connsiteX2" fmla="*/ 2231326 w 2231326"/>
              <a:gd name="connsiteY2" fmla="*/ 243522 h 462152"/>
              <a:gd name="connsiteX3" fmla="*/ 2012696 w 2231326"/>
              <a:gd name="connsiteY3" fmla="*/ 462153 h 462152"/>
              <a:gd name="connsiteX4" fmla="*/ 218630 w 2231326"/>
              <a:gd name="connsiteY4" fmla="*/ 462153 h 462152"/>
              <a:gd name="connsiteX5" fmla="*/ 0 w 2231326"/>
              <a:gd name="connsiteY5" fmla="*/ 243522 h 462152"/>
              <a:gd name="connsiteX6" fmla="*/ 0 w 2231326"/>
              <a:gd name="connsiteY6" fmla="*/ 218630 h 462152"/>
              <a:gd name="connsiteX7" fmla="*/ 218630 w 2231326"/>
              <a:gd name="connsiteY7" fmla="*/ 0 h 46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1326" h="462152">
                <a:moveTo>
                  <a:pt x="2012696" y="0"/>
                </a:moveTo>
                <a:cubicBezTo>
                  <a:pt x="2133442" y="0"/>
                  <a:pt x="2231326" y="97884"/>
                  <a:pt x="2231326" y="218630"/>
                </a:cubicBezTo>
                <a:lnTo>
                  <a:pt x="2231326" y="243522"/>
                </a:lnTo>
                <a:cubicBezTo>
                  <a:pt x="2231326" y="364268"/>
                  <a:pt x="2133442" y="462153"/>
                  <a:pt x="2012696" y="462153"/>
                </a:cubicBezTo>
                <a:lnTo>
                  <a:pt x="218630" y="462153"/>
                </a:lnTo>
                <a:cubicBezTo>
                  <a:pt x="97884" y="462153"/>
                  <a:pt x="0" y="364268"/>
                  <a:pt x="0" y="243522"/>
                </a:cubicBezTo>
                <a:lnTo>
                  <a:pt x="0" y="218630"/>
                </a:lnTo>
                <a:cubicBezTo>
                  <a:pt x="0" y="97884"/>
                  <a:pt x="97884" y="0"/>
                  <a:pt x="218630" y="0"/>
                </a:cubicBezTo>
                <a:close/>
              </a:path>
            </a:pathLst>
          </a:custGeom>
          <a:solidFill>
            <a:srgbClr val="FF83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715013" y="4559845"/>
            <a:ext cx="112876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latin typeface="+mn-lt"/>
                <a:cs typeface="+mn-cs"/>
              </a:rPr>
              <a:t>Преимущества для дистрибьютора</a:t>
            </a:r>
            <a:endParaRPr lang="ru-RU" sz="2800" b="1" dirty="0">
              <a:latin typeface="+mn-lt"/>
              <a:cs typeface="+mn-cs"/>
            </a:endParaRPr>
          </a:p>
        </p:txBody>
      </p:sp>
      <p:sp>
        <p:nvSpPr>
          <p:cNvPr id="19" name="Объект 2"/>
          <p:cNvSpPr txBox="1">
            <a:spLocks/>
          </p:cNvSpPr>
          <p:nvPr/>
        </p:nvSpPr>
        <p:spPr>
          <a:xfrm>
            <a:off x="695627" y="5177808"/>
            <a:ext cx="10134956" cy="1086512"/>
          </a:xfrm>
          <a:prstGeom prst="rect">
            <a:avLst/>
          </a:prstGeom>
        </p:spPr>
        <p:txBody>
          <a:bodyPr>
            <a:noAutofit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/>
              <a:t>Бесплатная </a:t>
            </a:r>
            <a:r>
              <a:rPr lang="ru-RU" sz="2400" b="1" dirty="0"/>
              <a:t>установка и </a:t>
            </a:r>
            <a:r>
              <a:rPr lang="ru-RU" sz="2400" b="1" dirty="0" err="1"/>
              <a:t>пусконаладка</a:t>
            </a:r>
            <a:r>
              <a:rPr lang="ru-RU" sz="2400" dirty="0"/>
              <a:t> </a:t>
            </a:r>
            <a:endParaRPr lang="ru-RU" sz="2400" dirty="0" smtClean="0"/>
          </a:p>
          <a:p>
            <a:r>
              <a:rPr lang="ru-RU" sz="2400" b="1" dirty="0"/>
              <a:t>Расширение ассортимента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066523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32"/>
          <p:cNvSpPr/>
          <p:nvPr/>
        </p:nvSpPr>
        <p:spPr>
          <a:xfrm>
            <a:off x="9305504" y="4644028"/>
            <a:ext cx="3960748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32"/>
          <p:cNvSpPr/>
          <p:nvPr/>
        </p:nvSpPr>
        <p:spPr>
          <a:xfrm>
            <a:off x="9248799" y="2475440"/>
            <a:ext cx="4017453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32"/>
          <p:cNvSpPr/>
          <p:nvPr/>
        </p:nvSpPr>
        <p:spPr>
          <a:xfrm>
            <a:off x="13569069" y="2475441"/>
            <a:ext cx="3629539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32"/>
          <p:cNvSpPr/>
          <p:nvPr/>
        </p:nvSpPr>
        <p:spPr>
          <a:xfrm>
            <a:off x="13581007" y="4623203"/>
            <a:ext cx="3617601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32"/>
          <p:cNvSpPr/>
          <p:nvPr/>
        </p:nvSpPr>
        <p:spPr>
          <a:xfrm>
            <a:off x="9396187" y="7006453"/>
            <a:ext cx="3870065" cy="193433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0660" y="337820"/>
            <a:ext cx="5441874" cy="677108"/>
          </a:xfrm>
          <a:prstGeom prst="rect">
            <a:avLst/>
          </a:prstGeom>
          <a:noFill/>
        </p:spPr>
        <p:txBody>
          <a:bodyPr wrap="none" lIns="137160" tIns="0" rIns="137160" bIns="0">
            <a:spAutoFit/>
          </a:bodyPr>
          <a:lstStyle/>
          <a:p>
            <a:r>
              <a:rPr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КЕЙС ПАРТНЁРА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2983" y="1363822"/>
            <a:ext cx="8520842" cy="738664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 defTabSz="457200" eaLnBrk="1" hangingPunct="1"/>
            <a:r>
              <a:rPr lang="ru-RU" sz="4800" b="1" dirty="0" smtClean="0">
                <a:solidFill>
                  <a:srgbClr val="F47629"/>
                </a:solidFill>
                <a:latin typeface="+mn-lt"/>
              </a:rPr>
              <a:t>ДИСТРИБЬЮТОР </a:t>
            </a:r>
            <a:r>
              <a:rPr lang="en-US" sz="4800" b="1" dirty="0">
                <a:solidFill>
                  <a:srgbClr val="F47629"/>
                </a:solidFill>
                <a:latin typeface="+mn-lt"/>
              </a:rPr>
              <a:t>&amp;</a:t>
            </a:r>
            <a:r>
              <a:rPr sz="4800" b="1" dirty="0" smtClean="0">
                <a:solidFill>
                  <a:srgbClr val="F47629"/>
                </a:solidFill>
                <a:latin typeface="+mn-lt"/>
              </a:rPr>
              <a:t>  </a:t>
            </a:r>
            <a:r>
              <a:rPr sz="4800" b="1" dirty="0">
                <a:solidFill>
                  <a:srgbClr val="F47629"/>
                </a:solidFill>
                <a:latin typeface="+mn-lt"/>
              </a:rPr>
              <a:t>ЭМПИЛС</a:t>
            </a:r>
          </a:p>
        </p:txBody>
      </p:sp>
      <p:pic>
        <p:nvPicPr>
          <p:cNvPr id="40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692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745707"/>
              </p:ext>
            </p:extLst>
          </p:nvPr>
        </p:nvGraphicFramePr>
        <p:xfrm>
          <a:off x="14295438" y="482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1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482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51" name="Picture 59" descr="C:\Users\zakolodniy\Desktop\IMG_20260812_084630_249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3"/>
          <a:stretch/>
        </p:blipFill>
        <p:spPr bwMode="auto">
          <a:xfrm>
            <a:off x="367491" y="3003262"/>
            <a:ext cx="3857203" cy="506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852" name="Picture 60" descr="C:\Users\zakolodniy\Desktop\IMG_20260812_084754_170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0" b="1732"/>
          <a:stretch/>
        </p:blipFill>
        <p:spPr bwMode="auto">
          <a:xfrm>
            <a:off x="4452686" y="3003261"/>
            <a:ext cx="4541193" cy="5063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Box 68"/>
          <p:cNvSpPr txBox="1"/>
          <p:nvPr/>
        </p:nvSpPr>
        <p:spPr>
          <a:xfrm>
            <a:off x="9469846" y="2710104"/>
            <a:ext cx="1002197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📐  АКБ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55332" y="3075282"/>
            <a:ext cx="1785361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1 200</a:t>
            </a:r>
            <a:r>
              <a:rPr sz="1400" dirty="0">
                <a:solidFill>
                  <a:srgbClr val="F18324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F18324"/>
                </a:solidFill>
                <a:latin typeface="Calibri"/>
              </a:rPr>
              <a:t>точек</a:t>
            </a:r>
            <a:endParaRPr sz="1600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455332" y="3705054"/>
            <a:ext cx="2421176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● </a:t>
            </a:r>
            <a:r>
              <a:rPr sz="1600" b="1" dirty="0" err="1">
                <a:latin typeface="Calibri"/>
              </a:rPr>
              <a:t>стабильно</a:t>
            </a:r>
            <a:r>
              <a:rPr sz="1600" b="1" dirty="0">
                <a:latin typeface="Calibri"/>
              </a:rPr>
              <a:t> · </a:t>
            </a:r>
            <a:r>
              <a:rPr sz="1600" b="1" dirty="0" err="1">
                <a:latin typeface="Calibri"/>
              </a:rPr>
              <a:t>удержание</a:t>
            </a:r>
            <a:endParaRPr sz="1600" b="1" dirty="0"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455332" y="3977196"/>
            <a:ext cx="3642151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стратегия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удержания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,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не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расширения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3718168" y="2782674"/>
            <a:ext cx="2041521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👥  </a:t>
            </a:r>
            <a:r>
              <a:rPr sz="2000" b="1" dirty="0" err="1">
                <a:latin typeface="Calibri"/>
              </a:rPr>
              <a:t>Команда</a:t>
            </a:r>
            <a:r>
              <a:rPr sz="2000" b="1" dirty="0">
                <a:latin typeface="Calibri"/>
              </a:rPr>
              <a:t> ЭТП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718168" y="3075282"/>
            <a:ext cx="1202380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6</a:t>
            </a:r>
            <a:r>
              <a:rPr sz="1400" dirty="0">
                <a:solidFill>
                  <a:srgbClr val="F18324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F18324"/>
                </a:solidFill>
                <a:latin typeface="Calibri"/>
              </a:rPr>
              <a:t>человек</a:t>
            </a:r>
            <a:endParaRPr sz="1600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3718168" y="3719568"/>
            <a:ext cx="2992742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▲ </a:t>
            </a:r>
            <a:r>
              <a:rPr sz="1600" b="1" dirty="0" err="1">
                <a:latin typeface="Calibri"/>
              </a:rPr>
              <a:t>доля</a:t>
            </a:r>
            <a:r>
              <a:rPr sz="1600" b="1" dirty="0">
                <a:latin typeface="Calibri"/>
              </a:rPr>
              <a:t> </a:t>
            </a:r>
            <a:r>
              <a:rPr lang="ru-RU" sz="1600" b="1" dirty="0" smtClean="0">
                <a:latin typeface="Calibri"/>
              </a:rPr>
              <a:t>7</a:t>
            </a:r>
            <a:r>
              <a:rPr sz="1600" b="1" dirty="0" smtClean="0">
                <a:latin typeface="Calibri"/>
              </a:rPr>
              <a:t>0</a:t>
            </a:r>
            <a:r>
              <a:rPr sz="1600" b="1" dirty="0">
                <a:latin typeface="Calibri"/>
              </a:rPr>
              <a:t>% в </a:t>
            </a:r>
            <a:r>
              <a:rPr sz="1600" b="1" dirty="0" err="1">
                <a:latin typeface="Calibri"/>
              </a:rPr>
              <a:t>общих</a:t>
            </a:r>
            <a:r>
              <a:rPr sz="1600" b="1" dirty="0">
                <a:latin typeface="Calibri"/>
              </a:rPr>
              <a:t> </a:t>
            </a:r>
            <a:r>
              <a:rPr sz="1600" b="1" dirty="0" err="1">
                <a:latin typeface="Calibri"/>
              </a:rPr>
              <a:t>продажах</a:t>
            </a:r>
            <a:endParaRPr sz="1600" b="1" dirty="0">
              <a:latin typeface="Calibr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3718168" y="4006224"/>
            <a:ext cx="3334118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команда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Эмпилс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в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поле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у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партнёра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455332" y="4849212"/>
            <a:ext cx="2910861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🚚  </a:t>
            </a:r>
            <a:r>
              <a:rPr sz="2000" b="1" dirty="0" err="1">
                <a:latin typeface="Calibri"/>
              </a:rPr>
              <a:t>Стоимость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логистики</a:t>
            </a:r>
            <a:endParaRPr sz="2000" b="1" dirty="0">
              <a:latin typeface="Calibr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455332" y="5214390"/>
            <a:ext cx="2161169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5%</a:t>
            </a:r>
            <a:r>
              <a:rPr sz="3600" dirty="0">
                <a:solidFill>
                  <a:srgbClr val="F18324"/>
                </a:solidFill>
                <a:latin typeface="Calibri"/>
              </a:rPr>
              <a:t>  →  </a:t>
            </a:r>
            <a:r>
              <a:rPr sz="3600" b="1" dirty="0">
                <a:solidFill>
                  <a:srgbClr val="F18324"/>
                </a:solidFill>
                <a:latin typeface="Calibri"/>
              </a:rPr>
              <a:t>4%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55332" y="5771592"/>
            <a:ext cx="2316660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▼ </a:t>
            </a:r>
            <a:r>
              <a:rPr sz="1600" b="1" dirty="0">
                <a:latin typeface="Calibri"/>
              </a:rPr>
              <a:t>−1 </a:t>
            </a:r>
            <a:r>
              <a:rPr sz="1600" b="1" dirty="0" err="1">
                <a:latin typeface="Calibri"/>
              </a:rPr>
              <a:t>п.п</a:t>
            </a:r>
            <a:r>
              <a:rPr sz="1600" b="1" dirty="0">
                <a:latin typeface="Calibri"/>
              </a:rPr>
              <a:t>. </a:t>
            </a:r>
            <a:r>
              <a:rPr sz="1600" b="1" dirty="0" err="1">
                <a:latin typeface="Calibri"/>
              </a:rPr>
              <a:t>за</a:t>
            </a:r>
            <a:r>
              <a:rPr sz="1600" b="1" dirty="0">
                <a:latin typeface="Calibri"/>
              </a:rPr>
              <a:t> 2023→2025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98874" y="6116304"/>
            <a:ext cx="3767378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>
                <a:solidFill>
                  <a:srgbClr val="6B6B6B"/>
                </a:solidFill>
                <a:latin typeface="Calibri"/>
              </a:rPr>
              <a:t>%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от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оборота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·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собственный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автопарк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3718168" y="4835423"/>
            <a:ext cx="2482346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💰  </a:t>
            </a:r>
            <a:r>
              <a:rPr sz="2000" b="1" dirty="0" err="1">
                <a:latin typeface="Calibri"/>
              </a:rPr>
              <a:t>Стоимость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тонны</a:t>
            </a:r>
            <a:endParaRPr sz="2000" b="1" dirty="0">
              <a:latin typeface="Calibri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3718168" y="5186087"/>
            <a:ext cx="1218603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+26%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718168" y="5815859"/>
            <a:ext cx="2435282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b="1" dirty="0">
                <a:latin typeface="Calibri"/>
              </a:rPr>
              <a:t>▲ 2024 → 2026 (</a:t>
            </a:r>
            <a:r>
              <a:rPr sz="1600" b="1" dirty="0" err="1">
                <a:latin typeface="Calibri"/>
              </a:rPr>
              <a:t>прогноз</a:t>
            </a:r>
            <a:r>
              <a:rPr sz="1600" b="1" dirty="0">
                <a:latin typeface="Calibri"/>
              </a:rPr>
              <a:t>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718168" y="6088001"/>
            <a:ext cx="3480440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сдвиг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в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средний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+ и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премиум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сегмент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455332" y="7111255"/>
            <a:ext cx="2758384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📦  SKU: </a:t>
            </a:r>
            <a:r>
              <a:rPr sz="2000" b="1" dirty="0" err="1">
                <a:latin typeface="Calibri"/>
              </a:rPr>
              <a:t>сеть</a:t>
            </a:r>
            <a:r>
              <a:rPr sz="2000" b="1" dirty="0">
                <a:latin typeface="Calibri"/>
              </a:rPr>
              <a:t> + </a:t>
            </a:r>
            <a:r>
              <a:rPr sz="2000" b="1" dirty="0" err="1">
                <a:latin typeface="Calibri"/>
              </a:rPr>
              <a:t>розница</a:t>
            </a:r>
            <a:endParaRPr sz="2000" b="1" dirty="0">
              <a:latin typeface="Calibr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455331" y="7529119"/>
            <a:ext cx="3810921" cy="10361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dirty="0" err="1" smtClean="0">
                <a:latin typeface="Calibri"/>
              </a:rPr>
              <a:t>Дистр</a:t>
            </a:r>
            <a:r>
              <a:rPr lang="ru-RU" sz="1600" dirty="0" err="1" smtClean="0">
                <a:latin typeface="Calibri"/>
              </a:rPr>
              <a:t>ибьюторы</a:t>
            </a:r>
            <a:r>
              <a:rPr sz="1600" dirty="0" smtClean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550 SKU </a:t>
            </a:r>
            <a:r>
              <a:rPr sz="1600" b="1" dirty="0" smtClean="0">
                <a:solidFill>
                  <a:srgbClr val="F18324"/>
                </a:solidFill>
                <a:latin typeface="Calibri"/>
              </a:rPr>
              <a:t> </a:t>
            </a:r>
            <a:r>
              <a:rPr sz="1600" dirty="0" err="1">
                <a:latin typeface="Calibri"/>
              </a:rPr>
              <a:t>очищено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от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неликвидов</a:t>
            </a:r>
            <a:endParaRPr sz="1600" dirty="0"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600" dirty="0" err="1">
                <a:latin typeface="Calibri"/>
              </a:rPr>
              <a:t>Сеть</a:t>
            </a:r>
            <a:r>
              <a:rPr sz="1600" dirty="0">
                <a:latin typeface="Calibri"/>
              </a:rPr>
              <a:t> (</a:t>
            </a:r>
            <a:r>
              <a:rPr sz="1600" dirty="0" err="1">
                <a:latin typeface="Calibri"/>
              </a:rPr>
              <a:t>матрица</a:t>
            </a:r>
            <a:r>
              <a:rPr sz="1600" dirty="0">
                <a:latin typeface="Calibri"/>
              </a:rPr>
              <a:t>):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150→200</a:t>
            </a:r>
            <a:r>
              <a:rPr lang="ru-RU" sz="1600" b="1" dirty="0">
                <a:solidFill>
                  <a:srgbClr val="F18324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▲ +33%</a:t>
            </a:r>
          </a:p>
          <a:p>
            <a:pPr algn="l"/>
            <a:r>
              <a:rPr sz="1600" dirty="0" err="1" smtClean="0">
                <a:latin typeface="Calibri"/>
              </a:rPr>
              <a:t>Розница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550 </a:t>
            </a:r>
            <a:r>
              <a:rPr sz="1600" b="1" dirty="0" smtClean="0">
                <a:solidFill>
                  <a:srgbClr val="F18324"/>
                </a:solidFill>
                <a:latin typeface="Calibri"/>
              </a:rPr>
              <a:t>SK</a:t>
            </a:r>
            <a:r>
              <a:rPr lang="en-US" sz="1600" b="1" dirty="0" smtClean="0">
                <a:solidFill>
                  <a:srgbClr val="F18324"/>
                </a:solidFill>
                <a:latin typeface="Calibri"/>
              </a:rPr>
              <a:t>U</a:t>
            </a:r>
            <a:endParaRPr sz="1600" b="1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91" name="Rounded Rectangle 32"/>
          <p:cNvSpPr/>
          <p:nvPr/>
        </p:nvSpPr>
        <p:spPr>
          <a:xfrm>
            <a:off x="13581007" y="6991367"/>
            <a:ext cx="3617601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3718168" y="7080630"/>
            <a:ext cx="2719014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📈  </a:t>
            </a:r>
            <a:r>
              <a:rPr sz="2000" b="1" dirty="0" err="1">
                <a:latin typeface="Calibri"/>
              </a:rPr>
              <a:t>Рост</a:t>
            </a:r>
            <a:r>
              <a:rPr sz="2000" b="1" dirty="0">
                <a:latin typeface="Calibri"/>
              </a:rPr>
              <a:t> ТО </a:t>
            </a:r>
            <a:r>
              <a:rPr sz="2000" b="1" dirty="0" smtClean="0">
                <a:latin typeface="Calibri"/>
              </a:rPr>
              <a:t>2</a:t>
            </a:r>
            <a:r>
              <a:rPr lang="en-US" sz="2000" b="1" dirty="0" smtClean="0">
                <a:latin typeface="Calibri"/>
              </a:rPr>
              <a:t>02</a:t>
            </a:r>
            <a:r>
              <a:rPr sz="2000" b="1" dirty="0" smtClean="0">
                <a:latin typeface="Calibri"/>
              </a:rPr>
              <a:t>5</a:t>
            </a:r>
            <a:r>
              <a:rPr sz="2000" b="1" dirty="0">
                <a:latin typeface="Calibri"/>
              </a:rPr>
              <a:t>→</a:t>
            </a:r>
            <a:r>
              <a:rPr sz="2000" b="1" dirty="0" smtClean="0">
                <a:latin typeface="Calibri"/>
              </a:rPr>
              <a:t>2</a:t>
            </a:r>
            <a:r>
              <a:rPr lang="en-US" sz="2000" b="1" dirty="0" smtClean="0">
                <a:latin typeface="Calibri"/>
              </a:rPr>
              <a:t>02</a:t>
            </a:r>
            <a:r>
              <a:rPr sz="2000" b="1" dirty="0" smtClean="0">
                <a:latin typeface="Calibri"/>
              </a:rPr>
              <a:t>6</a:t>
            </a:r>
            <a:endParaRPr sz="2000" b="1" dirty="0">
              <a:latin typeface="Calibri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3718168" y="7527522"/>
            <a:ext cx="2606040" cy="106182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dirty="0" err="1" smtClean="0">
                <a:latin typeface="Calibri"/>
              </a:rPr>
              <a:t>Первичка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+15% т / +20% ₽</a:t>
            </a:r>
          </a:p>
          <a:p>
            <a:pPr algn="l">
              <a:spcAft>
                <a:spcPts val="200"/>
              </a:spcAft>
            </a:pPr>
            <a:r>
              <a:rPr sz="1600" dirty="0" err="1">
                <a:latin typeface="Calibri"/>
              </a:rPr>
              <a:t>Вторичка</a:t>
            </a:r>
            <a:r>
              <a:rPr sz="1600" b="1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+5% т / +10% ₽</a:t>
            </a:r>
          </a:p>
          <a:p>
            <a:pPr>
              <a:spcAft>
                <a:spcPts val="200"/>
              </a:spcAft>
            </a:pPr>
            <a:r>
              <a:rPr sz="1600" dirty="0" err="1">
                <a:latin typeface="Calibri"/>
              </a:rPr>
              <a:t>Сеть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дистры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+17% ₽</a:t>
            </a:r>
          </a:p>
          <a:p>
            <a:pPr algn="l"/>
            <a:r>
              <a:rPr sz="1600" dirty="0" err="1">
                <a:latin typeface="Calibri"/>
              </a:rPr>
              <a:t>Розница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+2% ₽</a:t>
            </a:r>
          </a:p>
        </p:txBody>
      </p:sp>
    </p:spTree>
    <p:extLst>
      <p:ext uri="{BB962C8B-B14F-4D97-AF65-F5344CB8AC3E}">
        <p14:creationId xmlns:p14="http://schemas.microsoft.com/office/powerpoint/2010/main" val="115596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7040" y="510540"/>
            <a:ext cx="15773400" cy="1477328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 algn="l"/>
            <a:r>
              <a:rPr sz="6600" b="1" dirty="0">
                <a:solidFill>
                  <a:srgbClr val="F08327"/>
                </a:solidFill>
                <a:latin typeface="Inter Extra Bold" panose="02000903000000020004" pitchFamily="2" charset="0"/>
                <a:ea typeface="Inter Extra Bold" panose="02000903000000020004" pitchFamily="2" charset="0"/>
                <a:cs typeface="Inter Extra Bold" panose="02000903000000020004" pitchFamily="2" charset="0"/>
              </a:rPr>
              <a:t>СТАНЬ ПАРТНЁРОМ </a:t>
            </a:r>
            <a:endParaRPr lang="ru-RU" sz="6600" b="1" dirty="0" smtClean="0">
              <a:solidFill>
                <a:srgbClr val="F08327"/>
              </a:solidFill>
              <a:latin typeface="Inter Extra Bold" panose="02000903000000020004" pitchFamily="2" charset="0"/>
              <a:ea typeface="Inter Extra Bold" panose="02000903000000020004" pitchFamily="2" charset="0"/>
              <a:cs typeface="Inter Extra Bold" panose="02000903000000020004" pitchFamily="2" charset="0"/>
            </a:endParaRPr>
          </a:p>
          <a:p>
            <a:pPr algn="l"/>
            <a:r>
              <a:rPr sz="3000" i="1" dirty="0" err="1" smtClean="0">
                <a:latin typeface="Calibri"/>
              </a:rPr>
              <a:t>Развивайте</a:t>
            </a:r>
            <a:r>
              <a:rPr sz="3000" i="1" dirty="0" smtClean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бизнес</a:t>
            </a:r>
            <a:r>
              <a:rPr sz="3000" i="1" dirty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вместе</a:t>
            </a:r>
            <a:r>
              <a:rPr sz="3000" i="1" dirty="0">
                <a:latin typeface="Calibri"/>
              </a:rPr>
              <a:t> с </a:t>
            </a:r>
            <a:r>
              <a:rPr sz="3000" i="1" dirty="0" err="1">
                <a:latin typeface="Calibri"/>
              </a:rPr>
              <a:t>надёжным</a:t>
            </a:r>
            <a:r>
              <a:rPr sz="3000" i="1" dirty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производителем</a:t>
            </a:r>
            <a:r>
              <a:rPr sz="3000" i="1" dirty="0">
                <a:latin typeface="Calibri"/>
              </a:rPr>
              <a:t> ЛКМ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000" y="2731628"/>
            <a:ext cx="2468880" cy="762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7167" y="3028808"/>
            <a:ext cx="9199577" cy="5701561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>
              <a:lnSpc>
                <a:spcPct val="150000"/>
              </a:lnSpc>
            </a:pPr>
            <a:r>
              <a:rPr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ЛИДЕР НА РЫНКЕ ЛКМ -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ТОП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производитель 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органики 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&gt;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100 </a:t>
            </a:r>
            <a:r>
              <a:rPr lang="ru-RU" sz="2300" b="1" cap="all" dirty="0">
                <a:solidFill>
                  <a:srgbClr val="313131"/>
                </a:solidFill>
                <a:latin typeface="Calibri"/>
              </a:rPr>
              <a:t>лет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 </a:t>
            </a:r>
            <a:r>
              <a:rPr lang="ru-RU" sz="2300" b="1" cap="all" dirty="0">
                <a:solidFill>
                  <a:srgbClr val="313131"/>
                </a:solidFill>
                <a:latin typeface="Calibri"/>
              </a:rPr>
              <a:t>непрерывного развития -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с 1906 года    </a:t>
            </a:r>
          </a:p>
          <a:p>
            <a:pPr>
              <a:lnSpc>
                <a:spcPct val="150000"/>
              </a:lnSpc>
            </a:pPr>
            <a:r>
              <a:rPr lang="ru-RU" sz="2800" b="1" dirty="0" smtClean="0">
                <a:solidFill>
                  <a:srgbClr val="F47629"/>
                </a:solidFill>
                <a:latin typeface="Calibri"/>
              </a:rPr>
              <a:t>▸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&gt;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100 ДИСТРИБЬЮТОРОВ </a:t>
            </a:r>
            <a:r>
              <a:rPr lang="ru-RU" sz="2000" b="1" dirty="0">
                <a:solidFill>
                  <a:srgbClr val="313131"/>
                </a:solidFill>
                <a:latin typeface="Calibri"/>
              </a:rPr>
              <a:t>-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 уже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работают с нами в РФ и СНГ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>
                <a:solidFill>
                  <a:srgbClr val="F47629"/>
                </a:solidFill>
                <a:latin typeface="Calibri"/>
              </a:rPr>
              <a:t>▸ </a:t>
            </a:r>
            <a:r>
              <a:rPr sz="2300" b="1" dirty="0" smtClean="0">
                <a:solidFill>
                  <a:srgbClr val="313131"/>
                </a:solidFill>
                <a:latin typeface="Calibri"/>
              </a:rPr>
              <a:t>11 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БРЕНДОВ</a:t>
            </a:r>
            <a:r>
              <a:rPr lang="ru-RU" sz="2300" dirty="0">
                <a:solidFill>
                  <a:srgbClr val="6B6B6B"/>
                </a:solidFill>
                <a:latin typeface="Calibri"/>
              </a:rPr>
              <a:t> </a:t>
            </a:r>
            <a:r>
              <a:rPr lang="ru-RU" sz="2000" b="1" dirty="0" smtClean="0">
                <a:solidFill>
                  <a:srgbClr val="313131"/>
                </a:solidFill>
                <a:latin typeface="Calibri"/>
              </a:rPr>
              <a:t>-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от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эконома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до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премиума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—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полный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спектр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ЛКМ</a:t>
            </a:r>
            <a:endParaRPr sz="2000" dirty="0">
              <a:solidFill>
                <a:srgbClr val="6B6B6B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МАРКЕТИНГОВАЯ И </a:t>
            </a:r>
            <a:r>
              <a:rPr sz="2300" b="1" cap="all" dirty="0" err="1">
                <a:solidFill>
                  <a:srgbClr val="313131"/>
                </a:solidFill>
                <a:latin typeface="Calibri"/>
              </a:rPr>
              <a:t>трейд-маркетинговая</a:t>
            </a:r>
            <a:r>
              <a:rPr sz="2300" b="1" cap="all" dirty="0">
                <a:solidFill>
                  <a:srgbClr val="313131"/>
                </a:solidFill>
                <a:latin typeface="Calibri"/>
              </a:rPr>
              <a:t> </a:t>
            </a:r>
            <a:r>
              <a:rPr sz="2300" b="1" cap="all" dirty="0" err="1" smtClean="0">
                <a:solidFill>
                  <a:srgbClr val="313131"/>
                </a:solidFill>
                <a:latin typeface="Calibri"/>
              </a:rPr>
              <a:t>поддержка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lang="ru-RU" sz="2400" b="1" dirty="0">
                <a:solidFill>
                  <a:srgbClr val="313131"/>
                </a:solidFill>
                <a:latin typeface="Calibri"/>
              </a:rPr>
              <a:t>-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для развития вашего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бизнеса</a:t>
            </a:r>
          </a:p>
          <a:p>
            <a:pPr>
              <a:spcBef>
                <a:spcPts val="1500"/>
              </a:spcBef>
            </a:pPr>
            <a:r>
              <a:rPr lang="ru-RU" sz="2000" b="1" dirty="0" smtClean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ПОДДЕРЖКА ТРЕТИЧНЫХ ПРОДАЖ </a:t>
            </a:r>
            <a:r>
              <a:rPr lang="ru-RU" sz="2000" b="1" dirty="0" smtClean="0">
                <a:solidFill>
                  <a:srgbClr val="313131"/>
                </a:solidFill>
                <a:latin typeface="Calibri"/>
              </a:rPr>
              <a:t>- 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стимулирование спроса на полке и в рознице</a:t>
            </a:r>
          </a:p>
          <a:p>
            <a:pPr>
              <a:spcBef>
                <a:spcPts val="1500"/>
              </a:spcBef>
            </a:pPr>
            <a:r>
              <a:rPr sz="2400" b="1" dirty="0" smtClean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региональная команда </a:t>
            </a:r>
            <a:r>
              <a:rPr lang="ru-RU" sz="2400" b="1" dirty="0">
                <a:solidFill>
                  <a:srgbClr val="313131"/>
                </a:solidFill>
                <a:latin typeface="Calibri"/>
              </a:rPr>
              <a:t>-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РМ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и ЭТП в вашем регионе </a:t>
            </a:r>
            <a:endParaRPr sz="2000" dirty="0">
              <a:solidFill>
                <a:srgbClr val="6B6B6B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НАЛИЧИЕ</a:t>
            </a:r>
            <a:r>
              <a:rPr lang="ru-RU" sz="2400" b="1" dirty="0" smtClean="0">
                <a:solidFill>
                  <a:srgbClr val="F47629"/>
                </a:solidFill>
                <a:latin typeface="Calibri"/>
              </a:rPr>
              <a:t> </a:t>
            </a:r>
            <a:r>
              <a:rPr sz="2300" b="1" dirty="0" smtClean="0">
                <a:solidFill>
                  <a:srgbClr val="313131"/>
                </a:solidFill>
                <a:latin typeface="Calibri"/>
              </a:rPr>
              <a:t>ЭТП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 </a:t>
            </a:r>
            <a:r>
              <a:rPr lang="ru-RU" sz="2000" b="1" dirty="0">
                <a:solidFill>
                  <a:srgbClr val="313131"/>
                </a:solidFill>
                <a:latin typeface="Calibri"/>
              </a:rPr>
              <a:t>- </a:t>
            </a:r>
            <a:r>
              <a:rPr lang="ru-RU" sz="2000" b="1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120 </a:t>
            </a:r>
            <a:r>
              <a:rPr sz="2000" dirty="0">
                <a:solidFill>
                  <a:srgbClr val="6B6B6B"/>
                </a:solidFill>
                <a:latin typeface="Calibri"/>
              </a:rPr>
              <a:t>РТТ </a:t>
            </a:r>
            <a:r>
              <a:rPr sz="2000" dirty="0" err="1">
                <a:solidFill>
                  <a:srgbClr val="6B6B6B"/>
                </a:solidFill>
                <a:latin typeface="Calibri"/>
              </a:rPr>
              <a:t>на</a:t>
            </a:r>
            <a:r>
              <a:rPr sz="2000" dirty="0">
                <a:solidFill>
                  <a:srgbClr val="6B6B6B"/>
                </a:solidFill>
                <a:latin typeface="Calibri"/>
              </a:rPr>
              <a:t> 1 </a:t>
            </a:r>
            <a:r>
              <a:rPr sz="2000" dirty="0" err="1">
                <a:solidFill>
                  <a:srgbClr val="6B6B6B"/>
                </a:solidFill>
                <a:latin typeface="Calibri"/>
              </a:rPr>
              <a:t>представителя</a:t>
            </a:r>
            <a:r>
              <a:rPr sz="2000" dirty="0">
                <a:solidFill>
                  <a:srgbClr val="6B6B6B"/>
                </a:solidFill>
                <a:latin typeface="Calibri"/>
              </a:rPr>
              <a:t> в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поле</a:t>
            </a:r>
            <a:endParaRPr lang="ru-RU" sz="2000" dirty="0" smtClean="0">
              <a:solidFill>
                <a:srgbClr val="6B6B6B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lang="ru-RU" sz="2000" b="1" dirty="0" smtClean="0">
                <a:solidFill>
                  <a:srgbClr val="F47629"/>
                </a:solidFill>
                <a:latin typeface="Calibri"/>
              </a:rPr>
              <a:t>▸ 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Сервис поставок - 98% -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клиент ориентированность</a:t>
            </a:r>
            <a:endParaRPr sz="200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796744" y="3561080"/>
            <a:ext cx="28575" cy="41148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47792" y="3201494"/>
            <a:ext cx="5771645" cy="738664"/>
          </a:xfrm>
          <a:prstGeom prst="rect">
            <a:avLst/>
          </a:prstGeom>
          <a:noFill/>
        </p:spPr>
        <p:txBody>
          <a:bodyPr wrap="none" lIns="137160" tIns="0" rIns="137160" bIns="0">
            <a:spAutoFit/>
          </a:bodyPr>
          <a:lstStyle/>
          <a:p>
            <a:pPr algn="l"/>
            <a:r>
              <a:rPr sz="4800" b="1" dirty="0">
                <a:solidFill>
                  <a:srgbClr val="F47629"/>
                </a:solidFill>
                <a:latin typeface="Calibri"/>
              </a:rPr>
              <a:t>СВЯЖИТЕСЬ С НАМИ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2424" y="4126894"/>
            <a:ext cx="7543800" cy="418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0" tIns="304800" rIns="381000" bIns="304800" rtlCol="0" anchor="ctr"/>
          <a:lstStyle/>
          <a:p>
            <a:pPr algn="l"/>
            <a:r>
              <a:rPr sz="1700" b="1" dirty="0">
                <a:solidFill>
                  <a:srgbClr val="F47629"/>
                </a:solidFill>
                <a:latin typeface="Calibri"/>
              </a:rPr>
              <a:t>ВАШ МЕНЕДЖЕР:  </a:t>
            </a:r>
            <a:r>
              <a:rPr sz="2000" dirty="0">
                <a:solidFill>
                  <a:srgbClr val="6B6B6B"/>
                </a:solidFill>
                <a:latin typeface="Calibri"/>
              </a:rPr>
              <a:t>____________________________</a:t>
            </a:r>
          </a:p>
          <a:p>
            <a:pPr>
              <a:spcBef>
                <a:spcPts val="21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ТЕЛЕФОН</a:t>
            </a:r>
            <a:r>
              <a:rPr sz="1700" b="1" dirty="0">
                <a:solidFill>
                  <a:schemeClr val="tx1"/>
                </a:solidFill>
                <a:latin typeface="Calibri"/>
              </a:rPr>
              <a:t>:  </a:t>
            </a:r>
            <a:r>
              <a:rPr sz="2700" b="1" dirty="0">
                <a:solidFill>
                  <a:schemeClr val="tx1"/>
                </a:solidFill>
                <a:latin typeface="Calibri"/>
              </a:rPr>
              <a:t>+7 (___) ___-__-__</a:t>
            </a:r>
          </a:p>
          <a:p>
            <a:pPr>
              <a:spcBef>
                <a:spcPts val="300"/>
              </a:spcBef>
            </a:pPr>
            <a:r>
              <a:rPr sz="1400" i="1" dirty="0">
                <a:solidFill>
                  <a:srgbClr val="F47629"/>
                </a:solidFill>
                <a:latin typeface="Calibri"/>
              </a:rPr>
              <a:t> </a:t>
            </a:r>
            <a:endParaRPr lang="ru-RU" sz="1400" i="1" dirty="0">
              <a:solidFill>
                <a:srgbClr val="F47629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EMAIL:    </a:t>
            </a:r>
            <a:r>
              <a:rPr sz="2100" dirty="0">
                <a:solidFill>
                  <a:srgbClr val="313131"/>
                </a:solidFill>
                <a:latin typeface="Calibri"/>
              </a:rPr>
              <a:t>info@empils.ru</a:t>
            </a:r>
          </a:p>
          <a:p>
            <a:pPr>
              <a:spcBef>
                <a:spcPts val="15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САЙТ:    </a:t>
            </a:r>
            <a:r>
              <a:rPr sz="2100" dirty="0">
                <a:solidFill>
                  <a:srgbClr val="313131"/>
                </a:solidFill>
                <a:latin typeface="Calibri"/>
              </a:rPr>
              <a:t>www.empils.ru</a:t>
            </a:r>
          </a:p>
          <a:p>
            <a:pPr>
              <a:spcBef>
                <a:spcPts val="15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АДРЕС:    </a:t>
            </a:r>
            <a:r>
              <a:rPr sz="2000" dirty="0">
                <a:solidFill>
                  <a:srgbClr val="313131"/>
                </a:solidFill>
                <a:latin typeface="Calibri"/>
              </a:rPr>
              <a:t>г. </a:t>
            </a:r>
            <a:r>
              <a:rPr sz="2000" dirty="0" err="1">
                <a:solidFill>
                  <a:srgbClr val="313131"/>
                </a:solidFill>
                <a:latin typeface="Calibri"/>
              </a:rPr>
              <a:t>Ростов-на-Дону</a:t>
            </a:r>
            <a:r>
              <a:rPr sz="2000" dirty="0">
                <a:solidFill>
                  <a:srgbClr val="313131"/>
                </a:solidFill>
                <a:latin typeface="Calibri"/>
              </a:rPr>
              <a:t>, </a:t>
            </a:r>
            <a:r>
              <a:rPr lang="ru-RU" sz="2000" dirty="0">
                <a:solidFill>
                  <a:srgbClr val="313131"/>
                </a:solidFill>
              </a:rPr>
              <a:t>пер. 1-й Машиностроительный, 21</a:t>
            </a:r>
            <a:endParaRPr sz="2000" dirty="0">
              <a:solidFill>
                <a:srgbClr val="313131"/>
              </a:solidFill>
              <a:latin typeface="Calibri"/>
            </a:endParaRPr>
          </a:p>
        </p:txBody>
      </p:sp>
      <p:pic>
        <p:nvPicPr>
          <p:cNvPr id="13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627742" y="14160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826421"/>
              </p:ext>
            </p:extLst>
          </p:nvPr>
        </p:nvGraphicFramePr>
        <p:xfrm>
          <a:off x="14574838" y="5969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9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4838" y="5969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9200663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600" b="1" i="0">
                <a:solidFill>
                  <a:srgbClr val="656565"/>
                </a:solidFill>
                <a:latin typeface="Inter Extra Bold"/>
              </a:rPr>
              <a:t>ИСТОРИЯ КОМПАНИИ «ЭМПИЛС»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6459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  <a:latin typeface="Inter Regular"/>
              </a:rPr>
              <a:t>124 года развития — от основания до современного производства полного цикла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7373600" cy="3657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97779"/>
            <a:ext cx="17007840" cy="4572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828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C0C0C0"/>
                </a:solidFill>
                <a:latin typeface="Inter Extra Bold"/>
              </a:rPr>
              <a:t>1901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206240"/>
            <a:ext cx="1828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C0C0C0"/>
                </a:solidFill>
                <a:latin typeface="Inter Extra Bold"/>
              </a:rPr>
              <a:t>1930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206240"/>
            <a:ext cx="1828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C0C0C0"/>
                </a:solidFill>
                <a:latin typeface="Inter Extra Bold"/>
              </a:rPr>
              <a:t>1960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206240"/>
            <a:ext cx="1828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C0C0C0"/>
                </a:solidFill>
                <a:latin typeface="Inter Extra Bold"/>
              </a:rPr>
              <a:t>1990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4206240"/>
            <a:ext cx="1828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C0C0C0"/>
                </a:solidFill>
                <a:latin typeface="Inter Extra Bold"/>
              </a:rPr>
              <a:t>2007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0" y="4206240"/>
            <a:ext cx="1828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C0C0C0"/>
                </a:solidFill>
                <a:latin typeface="Inter Extra Bold"/>
              </a:rPr>
              <a:t>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0" y="4206240"/>
            <a:ext cx="1828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C0C0C0"/>
                </a:solidFill>
                <a:latin typeface="Inter Extra Bold"/>
              </a:rPr>
              <a:t>2026</a:t>
            </a:r>
          </a:p>
        </p:txBody>
      </p:sp>
      <p:sp>
        <p:nvSpPr>
          <p:cNvPr id="13" name="Oval 12"/>
          <p:cNvSpPr/>
          <p:nvPr/>
        </p:nvSpPr>
        <p:spPr>
          <a:xfrm>
            <a:off x="1298448" y="5047488"/>
            <a:ext cx="146304" cy="146304"/>
          </a:xfrm>
          <a:prstGeom prst="ellipse">
            <a:avLst/>
          </a:prstGeom>
          <a:solidFill>
            <a:srgbClr val="F476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41648" y="5047488"/>
            <a:ext cx="146304" cy="146304"/>
          </a:xfrm>
          <a:prstGeom prst="ellipse">
            <a:avLst/>
          </a:prstGeom>
          <a:solidFill>
            <a:srgbClr val="F476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84848" y="5047488"/>
            <a:ext cx="146304" cy="146304"/>
          </a:xfrm>
          <a:prstGeom prst="ellipse">
            <a:avLst/>
          </a:prstGeom>
          <a:solidFill>
            <a:srgbClr val="F476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28048" y="5047488"/>
            <a:ext cx="146304" cy="146304"/>
          </a:xfrm>
          <a:prstGeom prst="ellipse">
            <a:avLst/>
          </a:prstGeom>
          <a:solidFill>
            <a:srgbClr val="F476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271248" y="5047488"/>
            <a:ext cx="146304" cy="146304"/>
          </a:xfrm>
          <a:prstGeom prst="ellipse">
            <a:avLst/>
          </a:prstGeom>
          <a:solidFill>
            <a:srgbClr val="F476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014448" y="5047488"/>
            <a:ext cx="146304" cy="146304"/>
          </a:xfrm>
          <a:prstGeom prst="ellipse">
            <a:avLst/>
          </a:prstGeom>
          <a:solidFill>
            <a:srgbClr val="F476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117568" y="5047488"/>
            <a:ext cx="146304" cy="146304"/>
          </a:xfrm>
          <a:prstGeom prst="ellipse">
            <a:avLst/>
          </a:prstGeom>
          <a:solidFill>
            <a:srgbClr val="F476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1371600" y="4389120"/>
            <a:ext cx="0" cy="658368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14800" y="5193792"/>
            <a:ext cx="0" cy="292608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858000" y="4389120"/>
            <a:ext cx="0" cy="658368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01200" y="5193792"/>
            <a:ext cx="0" cy="292608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344400" y="4389120"/>
            <a:ext cx="0" cy="658368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087600" y="5193792"/>
            <a:ext cx="0" cy="292608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7190720" y="4389120"/>
            <a:ext cx="0" cy="658368"/>
          </a:xfrm>
          <a:prstGeom prst="line">
            <a:avLst/>
          </a:prstGeom>
          <a:ln w="9525">
            <a:solidFill>
              <a:srgbClr val="D0D0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4320" y="420624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47629"/>
                </a:solidFill>
                <a:latin typeface="Inter Extra Bold"/>
              </a:rPr>
              <a:t>Основание завода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2194560"/>
            <a:ext cx="2194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Завод «Русская краска»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в Ростове-на-Дону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Начало производства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органических ЛКМ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48640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47629"/>
                </a:solidFill>
                <a:latin typeface="Inter Extra Bold"/>
              </a:rPr>
              <a:t>Индустриализация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6126480"/>
            <a:ext cx="2194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Расширение производства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Выпуск ЛКМ для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промышленных объектов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страны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20624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47629"/>
                </a:solidFill>
                <a:latin typeface="Inter Extra Bold"/>
              </a:rPr>
              <a:t>Модернизация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194560"/>
            <a:ext cx="2194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Внедрение новых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технологий варки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лаков и эмалей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Расширение ассортимента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48640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47629"/>
                </a:solidFill>
                <a:latin typeface="Inter Extra Bold"/>
              </a:rPr>
              <a:t>Приватизация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6126480"/>
            <a:ext cx="2194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Акционирование завода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Сохранение команды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и технологий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Новый этап развития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420624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47629"/>
                </a:solidFill>
                <a:latin typeface="Inter Extra Bold"/>
              </a:rPr>
              <a:t>Новый этап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2194560"/>
            <a:ext cx="2194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Запуск брендов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ОРЕОЛ, NEWTONE,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AVANTGARDE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Модернизация линий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990320" y="548640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47629"/>
                </a:solidFill>
                <a:latin typeface="Inter Extra Bold"/>
              </a:rPr>
              <a:t>Запуск TITAN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90320" y="6126480"/>
            <a:ext cx="2194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Премиальная линейка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по металлу —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грунт-эмаль 3в1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срок службы 10 лет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93440" y="420624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47629"/>
                </a:solidFill>
                <a:latin typeface="Inter Extra Bold"/>
              </a:rPr>
              <a:t>Сегодня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93440" y="2194560"/>
            <a:ext cx="2194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39,3 тыс. тонн/год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ISO 9001:2015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8% рынка ЛКМ РФ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4A4A"/>
                </a:solidFill>
                <a:latin typeface="Inter Regular"/>
              </a:rPr>
              <a:t>124 года истории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60220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27148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94075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61003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94860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161788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28716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9564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29500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96427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63356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3028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64140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831067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397996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964924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3098780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3665708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4232636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5933420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6500348" y="5106924"/>
            <a:ext cx="27432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9326880"/>
            <a:ext cx="73152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Inter Regular"/>
              </a:rPr>
              <a:t>124 года непрерывного развития — от основания до современного производства полного цикла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544800" y="8961120"/>
            <a:ext cx="2286000" cy="1097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6400" b="1" i="0">
                <a:solidFill>
                  <a:srgbClr val="F47629"/>
                </a:solidFill>
                <a:latin typeface="Inter Extra Bold"/>
              </a:rPr>
              <a:t>124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44800" y="9784080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4A4A4A"/>
                </a:solidFill>
                <a:latin typeface="Inter Regular"/>
              </a:rPr>
              <a:t>года истории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28016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600" b="1" i="0">
                <a:solidFill>
                  <a:srgbClr val="656565"/>
                </a:solidFill>
                <a:latin typeface="Inter Extra Bold"/>
              </a:rPr>
              <a:t>СОБСТВЕННАЯ ТОРГОВАЯ МАРКА (СТМ)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6916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47629"/>
                </a:solidFill>
                <a:latin typeface="Inter Extra Bold"/>
              </a:rPr>
              <a:t>Изготовим под вашей торговой маркой специализированный продукт в необходимой вам таре и объёме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00200"/>
            <a:ext cx="17373600" cy="3657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6916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Inter Regular"/>
              </a:rPr>
              <a:t>У нас есть полный спектр компетенций — от разработки рецептуры до контроля качества готовой партии.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68880"/>
            <a:ext cx="17282160" cy="475488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172821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 Extra Bold"/>
              </a:rPr>
              <a:t>ПОЛНЫЙ ЦИКЛ РАЗРАБОТКИ — 5 ЭТАПОВ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10896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47629"/>
                </a:solidFill>
                <a:latin typeface="Inter Extra Bold"/>
              </a:rPr>
              <a:t>ЭТАП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52044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 Regular"/>
              </a:rPr>
              <a:t>Бриф и дизайн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10896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47629"/>
                </a:solidFill>
                <a:latin typeface="Inter Extra Bold"/>
              </a:rPr>
              <a:t>ЭТАП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52044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 Regular"/>
              </a:rPr>
              <a:t>Разработка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84048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 Regular"/>
              </a:rPr>
              <a:t>рецептуры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10896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47629"/>
                </a:solidFill>
                <a:latin typeface="Inter Extra Bold"/>
              </a:rPr>
              <a:t>ЭТАП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52044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 Regular"/>
              </a:rPr>
              <a:t>Лабораторные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84048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 Regular"/>
              </a:rPr>
              <a:t>испытания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32920" y="310896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47629"/>
                </a:solidFill>
                <a:latin typeface="Inter Extra Bold"/>
              </a:rPr>
              <a:t>ЭТАП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32920" y="352044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 Regular"/>
              </a:rPr>
              <a:t>Производство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32920" y="384048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 Regular"/>
              </a:rPr>
              <a:t>продукта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0" y="310896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47629"/>
                </a:solidFill>
                <a:latin typeface="Inter Extra Bold"/>
              </a:rPr>
              <a:t>ЭТАП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0" y="352044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 Regular"/>
              </a:rPr>
              <a:t>Упаковка 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0" y="384048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 Regular"/>
              </a:rPr>
              <a:t>отгрузка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343400"/>
            <a:ext cx="1280160" cy="1280160"/>
          </a:xfrm>
          <a:prstGeom prst="ellipse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6112" y="4507992"/>
            <a:ext cx="950976" cy="950976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" y="4636008"/>
            <a:ext cx="694943" cy="69494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343400"/>
            <a:ext cx="1280160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F47629"/>
                </a:solidFill>
                <a:latin typeface="Inter Extra Bold"/>
              </a:rPr>
              <a:t>1</a:t>
            </a:r>
          </a:p>
        </p:txBody>
      </p:sp>
      <p:sp>
        <p:nvSpPr>
          <p:cNvPr id="26" name="Oval 25"/>
          <p:cNvSpPr/>
          <p:nvPr/>
        </p:nvSpPr>
        <p:spPr>
          <a:xfrm>
            <a:off x="4617720" y="4343400"/>
            <a:ext cx="1280160" cy="1280160"/>
          </a:xfrm>
          <a:prstGeom prst="ellipse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82312" y="4507992"/>
            <a:ext cx="950976" cy="950976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10328" y="4636008"/>
            <a:ext cx="694943" cy="69494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343400"/>
            <a:ext cx="1280160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F47629"/>
                </a:solidFill>
                <a:latin typeface="Inter Extra Bold"/>
              </a:rPr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8503920" y="4343400"/>
            <a:ext cx="1280160" cy="1280160"/>
          </a:xfrm>
          <a:prstGeom prst="ellipse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68512" y="4507992"/>
            <a:ext cx="950976" cy="950976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96528" y="4636008"/>
            <a:ext cx="694943" cy="69494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343400"/>
            <a:ext cx="1280160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F47629"/>
                </a:solidFill>
                <a:latin typeface="Inter Extra Bold"/>
              </a:rPr>
              <a:t>3</a:t>
            </a:r>
          </a:p>
        </p:txBody>
      </p:sp>
      <p:sp>
        <p:nvSpPr>
          <p:cNvPr id="34" name="Oval 33"/>
          <p:cNvSpPr/>
          <p:nvPr/>
        </p:nvSpPr>
        <p:spPr>
          <a:xfrm>
            <a:off x="12390120" y="4343400"/>
            <a:ext cx="1280160" cy="1280160"/>
          </a:xfrm>
          <a:prstGeom prst="ellipse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554712" y="4507992"/>
            <a:ext cx="950976" cy="950976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682728" y="4636008"/>
            <a:ext cx="694943" cy="69494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90120" y="4343400"/>
            <a:ext cx="1280160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F47629"/>
                </a:solidFill>
                <a:latin typeface="Inter Extra Bold"/>
              </a:rPr>
              <a:t>4</a:t>
            </a:r>
          </a:p>
        </p:txBody>
      </p:sp>
      <p:sp>
        <p:nvSpPr>
          <p:cNvPr id="38" name="Oval 37"/>
          <p:cNvSpPr/>
          <p:nvPr/>
        </p:nvSpPr>
        <p:spPr>
          <a:xfrm>
            <a:off x="16276320" y="4343400"/>
            <a:ext cx="1280160" cy="1280160"/>
          </a:xfrm>
          <a:prstGeom prst="ellipse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6440912" y="4507992"/>
            <a:ext cx="950976" cy="950976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6568928" y="4636008"/>
            <a:ext cx="694943" cy="69494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276320" y="4343400"/>
            <a:ext cx="1280160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F47629"/>
                </a:solidFill>
                <a:latin typeface="Inter Extra Bold"/>
              </a:rPr>
              <a:t>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57400" y="4983480"/>
            <a:ext cx="2514600" cy="0"/>
          </a:xfrm>
          <a:prstGeom prst="line">
            <a:avLst/>
          </a:prstGeom>
          <a:ln w="25400">
            <a:solidFill>
              <a:srgbClr val="FFC1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43599" y="4983480"/>
            <a:ext cx="2514601" cy="0"/>
          </a:xfrm>
          <a:prstGeom prst="line">
            <a:avLst/>
          </a:prstGeom>
          <a:ln w="25400">
            <a:solidFill>
              <a:srgbClr val="FFC1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829800" y="4983480"/>
            <a:ext cx="2514600" cy="0"/>
          </a:xfrm>
          <a:prstGeom prst="line">
            <a:avLst/>
          </a:prstGeom>
          <a:ln w="25400">
            <a:solidFill>
              <a:srgbClr val="FFC1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3716000" y="4983480"/>
            <a:ext cx="2514600" cy="0"/>
          </a:xfrm>
          <a:prstGeom prst="line">
            <a:avLst/>
          </a:prstGeom>
          <a:ln w="25400">
            <a:solidFill>
              <a:srgbClr val="FFC1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2743200" y="6766560"/>
            <a:ext cx="1280160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FFC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17520" y="6949440"/>
            <a:ext cx="502920" cy="502920"/>
          </a:xfrm>
          <a:prstGeom prst="ellipse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0" y="6949440"/>
            <a:ext cx="502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nter Extra Bold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94759" y="6766560"/>
            <a:ext cx="1175004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313131"/>
                </a:solidFill>
                <a:latin typeface="Inter Extra Bold"/>
              </a:rPr>
              <a:t>Сопровождается контролем качества на каждом этапе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7863840"/>
            <a:ext cx="17282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47629"/>
                </a:solidFill>
                <a:latin typeface="Inter Extra Bold"/>
              </a:rPr>
              <a:t>НАШИ КОМПЕТЕНЦИИ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8321040"/>
            <a:ext cx="5577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13131"/>
                </a:solidFill>
                <a:latin typeface="Inter Extra Bold"/>
              </a:rPr>
              <a:t>Разработка рецептуры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8613648"/>
            <a:ext cx="5577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Inter Regular"/>
              </a:rPr>
              <a:t>Собственная лаборатория, 2 НИЛ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8814816"/>
            <a:ext cx="5577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Inter Regular"/>
              </a:rPr>
              <a:t>под любые типы ЛКМ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79" y="8321040"/>
            <a:ext cx="5577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13131"/>
                </a:solidFill>
                <a:latin typeface="Inter Extra Bold"/>
              </a:rPr>
              <a:t>Дизайн упаковки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79" y="8613648"/>
            <a:ext cx="5577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Inter Regular"/>
              </a:rPr>
              <a:t>Брендирование этикетки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79" y="8814816"/>
            <a:ext cx="5577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Inter Regular"/>
              </a:rPr>
              <a:t>и тары под СТМ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15800" y="8321040"/>
            <a:ext cx="5577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13131"/>
                </a:solidFill>
                <a:latin typeface="Inter Extra Bold"/>
              </a:rPr>
              <a:t>Все виды тары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15800" y="8613648"/>
            <a:ext cx="5577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Inter Regular"/>
              </a:rPr>
              <a:t>0,4 / 0,75 / 2 / 5 / 8,5 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15800" y="8814816"/>
            <a:ext cx="5577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Inter Regular"/>
              </a:rPr>
              <a:t>банки, аэрозоли, бочки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9098280"/>
            <a:ext cx="5577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13131"/>
                </a:solidFill>
                <a:latin typeface="Inter Extra Bold"/>
              </a:rPr>
              <a:t>Цвет по каталогу RAL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9390888"/>
            <a:ext cx="5577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Inter Regular"/>
              </a:rPr>
              <a:t>Колеровка в любой цвет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9592056"/>
            <a:ext cx="5577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Inter Regular"/>
              </a:rPr>
              <a:t>RAL, NCS, собственный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5079" y="9098280"/>
            <a:ext cx="5577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13131"/>
                </a:solidFill>
                <a:latin typeface="Inter Extra Bold"/>
              </a:rPr>
              <a:t>Сертификация и ТР ТС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79" y="9390888"/>
            <a:ext cx="5577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Inter Regular"/>
              </a:rPr>
              <a:t>Все необходимые документы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79" y="9592056"/>
            <a:ext cx="5577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Inter Regular"/>
              </a:rPr>
              <a:t>включая СТБ, ГОСТ, ISO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15800" y="9098280"/>
            <a:ext cx="5577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13131"/>
                </a:solidFill>
                <a:latin typeface="Inter Extra Bold"/>
              </a:rPr>
              <a:t>Контроль качества партии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15800" y="9390888"/>
            <a:ext cx="5577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Inter Regular"/>
              </a:rPr>
              <a:t>Каждая партия проходит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15800" y="9592056"/>
            <a:ext cx="5577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Inter Regular"/>
              </a:rPr>
              <a:t>выходной контроль в лаборатории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9784080"/>
            <a:ext cx="172821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1">
                <a:solidFill>
                  <a:srgbClr val="F47629"/>
                </a:solidFill>
                <a:latin typeface="Inter Extra Bold"/>
              </a:rPr>
              <a:t>Готовы обсудить ваш проект СТМ? Свяжитесь с региональным менеджером Эмпилс.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3898</TotalTime>
  <Words>1554</Words>
  <Application>Microsoft Office PowerPoint</Application>
  <PresentationFormat>Произвольный</PresentationFormat>
  <Paragraphs>496</Paragraphs>
  <Slides>27</Slides>
  <Notes>27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43" baseType="lpstr">
      <vt:lpstr>Arial</vt:lpstr>
      <vt:lpstr>Calibri</vt:lpstr>
      <vt:lpstr>Proxima Nova Lt</vt:lpstr>
      <vt:lpstr>Inter Bold</vt:lpstr>
      <vt:lpstr>Roboto</vt:lpstr>
      <vt:lpstr>Proxima Nova Semibold</vt:lpstr>
      <vt:lpstr>Gilroy ExtraBold</vt:lpstr>
      <vt:lpstr>Livvic</vt:lpstr>
      <vt:lpstr>Proxima Nova Regular</vt:lpstr>
      <vt:lpstr>Calibri Light</vt:lpstr>
      <vt:lpstr>Livvic Light</vt:lpstr>
      <vt:lpstr>Inter Extra Bold</vt:lpstr>
      <vt:lpstr>Inter Regular</vt:lpstr>
      <vt:lpstr>Proxima Nova Bold</vt:lpstr>
      <vt:lpstr>Office Theme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ПРОДУКЦИЯ</vt:lpstr>
      <vt:lpstr>КЕЙСЫ ПРИМЕНЕНИЯ</vt:lpstr>
      <vt:lpstr>ПРОМЫШЛЕННЫЕ ПАРТНЕРЫ</vt:lpstr>
      <vt:lpstr>Презентация PowerPoint</vt:lpstr>
      <vt:lpstr>ЦЕНОВОЕ ПОЗИЦИОНИРОВАНИЕ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405</cp:revision>
  <dcterms:created xsi:type="dcterms:W3CDTF">2026-04-13T22:25:45Z</dcterms:created>
  <dcterms:modified xsi:type="dcterms:W3CDTF">2026-08-28T08:10:05Z</dcterms:modified>
</cp:coreProperties>
</file>