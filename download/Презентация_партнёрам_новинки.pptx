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3.vml" ContentType="application/vnd.openxmlformats-officedocument.vmlDrawing"/>
  <Override PartName="/ppt/drawings/vmlDrawing14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2"/>
  </p:notesMasterIdLst>
  <p:sldIdLst>
    <p:sldId id="320" r:id="rId2"/>
    <p:sldId id="306" r:id="rId3"/>
    <p:sldId id="298" r:id="rId4"/>
    <p:sldId id="308" r:id="rId5"/>
    <p:sldId id="309" r:id="rId6"/>
    <p:sldId id="310" r:id="rId7"/>
    <p:sldId id="311" r:id="rId8"/>
    <p:sldId id="335" r:id="rId9"/>
    <p:sldId id="336" r:id="rId10"/>
    <p:sldId id="258" r:id="rId11"/>
    <p:sldId id="259" r:id="rId12"/>
    <p:sldId id="337" r:id="rId13"/>
    <p:sldId id="318" r:id="rId14"/>
    <p:sldId id="330" r:id="rId15"/>
    <p:sldId id="338" r:id="rId16"/>
    <p:sldId id="317" r:id="rId17"/>
    <p:sldId id="341" r:id="rId18"/>
    <p:sldId id="340" r:id="rId19"/>
    <p:sldId id="343" r:id="rId20"/>
    <p:sldId id="344" r:id="rId41"/>
    <p:sldId id="296" r:id="rId21"/>
  </p:sldIdLst>
  <p:sldSz cx="18288000" cy="10287000"/>
  <p:notesSz cx="10287000" cy="18288000"/>
  <p:embeddedFontLst>
    <p:embeddedFont>
      <p:font typeface="Calibri" pitchFamily="34" charset="0"/>
      <p:regular r:id="rId23"/>
      <p:bold r:id="rId24"/>
      <p:italic r:id="rId25"/>
      <p:boldItalic r:id="rId26"/>
    </p:embeddedFont>
    <p:embeddedFont>
      <p:font typeface="Proxima Nova Regular" charset="0"/>
      <p:regular r:id="rId27"/>
    </p:embeddedFont>
    <p:embeddedFont>
      <p:font typeface="Calibri Light" pitchFamily="34" charset="0"/>
      <p:regular r:id="rId28"/>
      <p:italic r:id="rId29"/>
    </p:embeddedFont>
    <p:embeddedFont>
      <p:font typeface="Inter Extra Bold" charset="0"/>
      <p:bold r:id="rId30"/>
      <p:boldItalic r:id="rId31"/>
    </p:embeddedFont>
    <p:embeddedFont>
      <p:font typeface="Proxima Nova Rg" charset="0"/>
      <p:regular r:id="rId32"/>
      <p:bold r:id="rId33"/>
      <p:boldItalic r:id="rId34"/>
    </p:embeddedFont>
    <p:embeddedFont>
      <p:font typeface="Inter Regular" charset="0"/>
      <p:regular r:id="rId35"/>
    </p:embeddedFont>
    <p:embeddedFont>
      <p:font typeface="Inter Bold" charset="0"/>
      <p:bold r:id="rId36"/>
    </p:embeddedFont>
  </p:embeddedFontLst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3921"/>
    <a:srgbClr val="DED09F"/>
    <a:srgbClr val="154889"/>
    <a:srgbClr val="A5A8A6"/>
    <a:srgbClr val="F18324"/>
    <a:srgbClr val="F47629"/>
    <a:srgbClr val="C0C0C0"/>
    <a:srgbClr val="313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966" autoAdjust="0"/>
  </p:normalViewPr>
  <p:slideViewPr>
    <p:cSldViewPr snapToGrid="0" snapToObjects="1">
      <p:cViewPr>
        <p:scale>
          <a:sx n="70" d="100"/>
          <a:sy n="70" d="100"/>
        </p:scale>
        <p:origin x="-768" y="-228"/>
      </p:cViewPr>
      <p:guideLst>
        <p:guide orient="horz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font" Target="fonts/font6.fntdata"/><Relationship Id="rId29" Type="http://schemas.openxmlformats.org/officeDocument/2006/relationships/font" Target="fonts/font7.fntdata"/><Relationship Id="rId30" Type="http://schemas.openxmlformats.org/officeDocument/2006/relationships/font" Target="fonts/font8.fntdata"/><Relationship Id="rId31" Type="http://schemas.openxmlformats.org/officeDocument/2006/relationships/font" Target="fonts/font9.fntdata"/><Relationship Id="rId32" Type="http://schemas.openxmlformats.org/officeDocument/2006/relationships/font" Target="fonts/font10.fntdata"/><Relationship Id="rId33" Type="http://schemas.openxmlformats.org/officeDocument/2006/relationships/font" Target="fonts/font11.fntdata"/><Relationship Id="rId34" Type="http://schemas.openxmlformats.org/officeDocument/2006/relationships/font" Target="fonts/font12.fntdata"/><Relationship Id="rId35" Type="http://schemas.openxmlformats.org/officeDocument/2006/relationships/font" Target="fonts/font13.fntdata"/><Relationship Id="rId36" Type="http://schemas.openxmlformats.org/officeDocument/2006/relationships/font" Target="fonts/font14.fntdata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openxmlformats.org/officeDocument/2006/relationships/slide" Target="slides/slide21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8224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="" xmlns:a16="http://schemas.microsoft.com/office/drawing/2014/main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="" xmlns:a16="http://schemas.microsoft.com/office/drawing/2014/main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="" xmlns:a16="http://schemas.microsoft.com/office/drawing/2014/main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2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="" xmlns:a16="http://schemas.microsoft.com/office/drawing/2014/main" id="{582AC21D-A2E2-43D1-A1F4-5EF46CD75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="" xmlns:a16="http://schemas.microsoft.com/office/drawing/2014/main" id="{725FB78B-39C1-46B2-8FBD-07DF2441A8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1268" name="Slide Number Placeholder 3">
            <a:extLst>
              <a:ext uri="{FF2B5EF4-FFF2-40B4-BE49-F238E27FC236}">
                <a16:creationId xmlns="" xmlns:a16="http://schemas.microsoft.com/office/drawing/2014/main" id="{CE264E41-4D33-4939-BB60-AECF0E2472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1F69BD4-6652-4EDB-B9C4-D20A426F5A2F}" type="slidenum">
              <a:rPr lang="en-US" altLang="ru-RU"/>
              <a:pPr eaLnBrk="1" hangingPunct="1"/>
              <a:t>3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="" xmlns:a16="http://schemas.microsoft.com/office/drawing/2014/main" id="{3E6C915A-0C03-4DF4-A525-0DA5C6804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="" xmlns:a16="http://schemas.microsoft.com/office/drawing/2014/main" id="{96487E9B-FB75-4B93-9B1F-0131BA431F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3316" name="Slide Number Placeholder 3">
            <a:extLst>
              <a:ext uri="{FF2B5EF4-FFF2-40B4-BE49-F238E27FC236}">
                <a16:creationId xmlns="" xmlns:a16="http://schemas.microsoft.com/office/drawing/2014/main" id="{A9F86CD2-8B8C-4786-B99B-A01A39A110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12FF21E-A173-4C3A-A05D-10EF26270EF0}" type="slidenum">
              <a:rPr lang="en-US" altLang="ru-RU"/>
              <a:pPr eaLnBrk="1" hangingPunct="1"/>
              <a:t>4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="" xmlns:a16="http://schemas.microsoft.com/office/drawing/2014/main" id="{BFDD78DF-D51B-4CE3-8F36-EFB0E7578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="" xmlns:a16="http://schemas.microsoft.com/office/drawing/2014/main" id="{E08D97C7-B152-439E-A7FA-7B666ABF85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5364" name="Slide Number Placeholder 3">
            <a:extLst>
              <a:ext uri="{FF2B5EF4-FFF2-40B4-BE49-F238E27FC236}">
                <a16:creationId xmlns="" xmlns:a16="http://schemas.microsoft.com/office/drawing/2014/main" id="{701DA06F-EE9D-4B82-A91B-145C6C61ED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FE6DA3B-6508-4D25-9ACB-566D5CB69300}" type="slidenum">
              <a:rPr lang="en-US" altLang="ru-RU"/>
              <a:pPr eaLnBrk="1" hangingPunct="1"/>
              <a:t>5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="" xmlns:a16="http://schemas.microsoft.com/office/drawing/2014/main" id="{2E9D0E98-798D-40C1-B8DB-BC0119106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="" xmlns:a16="http://schemas.microsoft.com/office/drawing/2014/main" id="{62DC7A03-7D11-4A39-BA19-EB994E373F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7412" name="Slide Number Placeholder 3">
            <a:extLst>
              <a:ext uri="{FF2B5EF4-FFF2-40B4-BE49-F238E27FC236}">
                <a16:creationId xmlns="" xmlns:a16="http://schemas.microsoft.com/office/drawing/2014/main" id="{E4FF45A5-4FFD-4F98-9911-C92B8B620C2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713D92D-92E2-4CE9-AB63-58428A2C1588}" type="slidenum">
              <a:rPr lang="en-US" altLang="ru-RU"/>
              <a:pPr eaLnBrk="1" hangingPunct="1"/>
              <a:t>6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="" xmlns:a16="http://schemas.microsoft.com/office/drawing/2014/main" id="{0A76FA6D-1AD0-4458-A327-2BAD934B9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="" xmlns:a16="http://schemas.microsoft.com/office/drawing/2014/main" id="{D64243B2-12C3-4664-9CCC-F729A1C0B5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9460" name="Slide Number Placeholder 3">
            <a:extLst>
              <a:ext uri="{FF2B5EF4-FFF2-40B4-BE49-F238E27FC236}">
                <a16:creationId xmlns="" xmlns:a16="http://schemas.microsoft.com/office/drawing/2014/main" id="{C9460DC5-1C2A-443C-B246-512F349C26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43DC2B-0C65-425F-A5FB-7BE7099BFDE6}" type="slidenum">
              <a:rPr lang="en-US" altLang="ru-RU"/>
              <a:pPr eaLnBrk="1" hangingPunct="1"/>
              <a:t>7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xmlns="" id="{0A76FA6D-1AD0-4458-A327-2BAD934B9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xmlns="" id="{D64243B2-12C3-4664-9CCC-F729A1C0B5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xmlns="" id="{C9460DC5-1C2A-443C-B246-512F349C26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43DC2B-0C65-425F-A5FB-7BE7099BFDE6}" type="slidenum">
              <a:rPr lang="en-US" altLang="ru-RU"/>
              <a:pPr eaLnBrk="1" hangingPunct="1"/>
              <a:t>8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9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="" xmlns:a16="http://schemas.microsoft.com/office/drawing/2014/main" id="{A415D239-986B-4175-B0B4-0C07F7208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="" xmlns:a16="http://schemas.microsoft.com/office/drawing/2014/main" id="{C33673D6-E772-478A-B5AA-F53AC67CB0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7172" name="Slide Number Placeholder 3">
            <a:extLst>
              <a:ext uri="{FF2B5EF4-FFF2-40B4-BE49-F238E27FC236}">
                <a16:creationId xmlns="" xmlns:a16="http://schemas.microsoft.com/office/drawing/2014/main" id="{C18449C1-4102-4609-BCA4-D761A205DDA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3D07561-702B-442C-9BF7-FEC78C99E8FD}" type="slidenum">
              <a:rPr lang="en-US" altLang="ru-RU"/>
              <a:pPr eaLnBrk="1" hangingPunct="1"/>
              <a:t>10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="" xmlns:a16="http://schemas.microsoft.com/office/drawing/2014/main" id="{D991231F-BE03-4847-98DB-77F55AFC1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="" xmlns:a16="http://schemas.microsoft.com/office/drawing/2014/main" id="{F8975ED4-FCA7-4349-A950-300C4FFA29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9220" name="Slide Number Placeholder 3">
            <a:extLst>
              <a:ext uri="{FF2B5EF4-FFF2-40B4-BE49-F238E27FC236}">
                <a16:creationId xmlns="" xmlns:a16="http://schemas.microsoft.com/office/drawing/2014/main" id="{CF078787-9E7E-4040-A060-602E29BA71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46C23E4-86A9-4250-8546-DBB97165F6B4}" type="slidenum">
              <a:rPr lang="en-US" altLang="ru-RU"/>
              <a:pPr eaLnBrk="1" hangingPunct="1"/>
              <a:t>11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12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Google Shape;368;g33e13d9a7e_0_226:notes">
            <a:extLst>
              <a:ext uri="{FF2B5EF4-FFF2-40B4-BE49-F238E27FC236}">
                <a16:creationId xmlns="" xmlns:a16="http://schemas.microsoft.com/office/drawing/2014/main" id="{0EC0A6A7-8BD4-4113-B221-021F7E65A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-952500" y="1371600"/>
            <a:ext cx="12192000" cy="6858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2531" name="Google Shape;369;g33e13d9a7e_0_226:notes">
            <a:extLst>
              <a:ext uri="{FF2B5EF4-FFF2-40B4-BE49-F238E27FC236}">
                <a16:creationId xmlns="" xmlns:a16="http://schemas.microsoft.com/office/drawing/2014/main" id="{F79C7206-99BC-4A51-B44A-889DECC3C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1028700" y="8686800"/>
            <a:ext cx="8229600" cy="8229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58" tIns="163258" rIns="163258" bIns="163258"/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15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17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="" xmlns:a16="http://schemas.microsoft.com/office/drawing/2014/main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="" xmlns:a16="http://schemas.microsoft.com/office/drawing/2014/main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="" xmlns:a16="http://schemas.microsoft.com/office/drawing/2014/main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18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="" xmlns:a16="http://schemas.microsoft.com/office/drawing/2014/main" id="{7AC85939-0549-44C7-BCD0-08F6EF457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8915" name="Notes Placeholder 2">
            <a:extLst>
              <a:ext uri="{FF2B5EF4-FFF2-40B4-BE49-F238E27FC236}">
                <a16:creationId xmlns="" xmlns:a16="http://schemas.microsoft.com/office/drawing/2014/main" id="{C393DED0-7D90-4972-9123-508F1A90A0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38916" name="Slide Number Placeholder 3">
            <a:extLst>
              <a:ext uri="{FF2B5EF4-FFF2-40B4-BE49-F238E27FC236}">
                <a16:creationId xmlns="" xmlns:a16="http://schemas.microsoft.com/office/drawing/2014/main" id="{683E272A-D514-477C-8814-D5E55165B9E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40E4076-A5D8-4F72-9BF6-4EB5B6539BE1}" type="slidenum">
              <a:rPr lang="en-US" altLang="ru-RU"/>
              <a:pPr eaLnBrk="1" hangingPunct="1"/>
              <a:t>20</a:t>
            </a:fld>
            <a:endParaRPr lang="en-US" altLang="ru-RU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567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277" y="-320710"/>
            <a:ext cx="14808502" cy="2264695"/>
          </a:xfrm>
          <a:prstGeom prst="rect">
            <a:avLst/>
          </a:prstGeom>
        </p:spPr>
        <p:txBody>
          <a:bodyPr lIns="0" tIns="0" rIns="0" bIns="0"/>
          <a:lstStyle>
            <a:lvl1pPr>
              <a:defRPr sz="5800" b="1" i="0">
                <a:solidFill>
                  <a:srgbClr val="F08327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="" xmlns:a16="http://schemas.microsoft.com/office/drawing/2014/main" id="{65A7A8FD-098C-4397-BE20-812DFE7142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18238" y="9566275"/>
            <a:ext cx="5851525" cy="514350"/>
          </a:xfrm>
          <a:prstGeom prst="rect">
            <a:avLst/>
          </a:prstGeom>
        </p:spPr>
        <p:txBody>
          <a:bodyPr lIns="0" tIns="0" rIns="0" bIns="0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="" xmlns:a16="http://schemas.microsoft.com/office/drawing/2014/main" id="{E96FDCAF-9E88-43C9-A58A-AADE49E3C03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14400" y="9566275"/>
            <a:ext cx="4206875" cy="514350"/>
          </a:xfrm>
          <a:prstGeom prst="rect">
            <a:avLst/>
          </a:prstGeom>
        </p:spPr>
        <p:txBody>
          <a:bodyPr lIns="0" tIns="0" rIns="0" bIns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92CFB7-B6AB-44C7-B3A7-8D7A29C6EFC8}" type="datetimeFigureOut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="" xmlns:a16="http://schemas.microsoft.com/office/drawing/2014/main" id="{3458804A-7DDC-4022-8C7B-97901A1D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66725" y="9566275"/>
            <a:ext cx="4206875" cy="51435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3776C29-A00A-4D7E-A9DC-6B22C44C607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57424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Title + desig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 rot="5400000">
            <a:off x="13207190" y="3860450"/>
            <a:ext cx="6962400" cy="975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775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  <a:prstGeom prst="rect">
            <a:avLst/>
          </a:prstGeom>
        </p:spPr>
        <p:txBody>
          <a:bodyPr lIns="163284" tIns="81642" rIns="163284" bIns="81642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  <a:prstGeom prst="rect">
            <a:avLst/>
          </a:prstGeom>
        </p:spPr>
        <p:txBody>
          <a:bodyPr lIns="163284" tIns="81642" rIns="163284" bIns="81642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16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6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2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12839669-DB69-4E70-A268-7CD95E8D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lIns="163284" tIns="81642" rIns="163284" bIns="81642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23120A2-40B9-4CEF-8FFE-F34C92842125}" type="datetimeFigureOut">
              <a:rPr lang="ru-RU"/>
              <a:pPr>
                <a:defRPr/>
              </a:pPr>
              <a:t>06.08.2026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8C54B9FB-A22B-4E00-8B39-2132911D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lIns="163284" tIns="81642" rIns="163284" bIns="81642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3C44BC73-628A-4E70-B837-F07746AD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wrap="square" lIns="163284" tIns="81642" rIns="163284" bIns="81642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45F265D-257C-4149-9076-5AF5696D6D3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92149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0471"/>
            <a:ext cx="2133600" cy="364787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0471"/>
            <a:ext cx="2895600" cy="3647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0471"/>
            <a:ext cx="2133600" cy="3647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089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00" r:id="rId2"/>
    <p:sldLayoutId id="2147483699" r:id="rId3"/>
    <p:sldLayoutId id="2147483701" r:id="rId4"/>
    <p:sldLayoutId id="2147483702" r:id="rId5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4.emf"/><Relationship Id="rId7" Type="http://schemas.openxmlformats.org/officeDocument/2006/relationships/image" Target="../media/image6.png"/><Relationship Id="rId8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4.emf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4.emf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Relationship Id="rId22" Type="http://schemas.openxmlformats.org/officeDocument/2006/relationships/image" Target="../media/image27.png"/><Relationship Id="rId23" Type="http://schemas.openxmlformats.org/officeDocument/2006/relationships/image" Target="../media/image28.png"/><Relationship Id="rId24" Type="http://schemas.openxmlformats.org/officeDocument/2006/relationships/image" Target="../media/image29.png"/><Relationship Id="rId25" Type="http://schemas.openxmlformats.org/officeDocument/2006/relationships/image" Target="../media/image30.png"/><Relationship Id="rId26" Type="http://schemas.openxmlformats.org/officeDocument/2006/relationships/image" Target="../media/image31.png"/><Relationship Id="rId27" Type="http://schemas.openxmlformats.org/officeDocument/2006/relationships/image" Target="../media/image32.png"/><Relationship Id="rId28" Type="http://schemas.openxmlformats.org/officeDocument/2006/relationships/image" Target="../media/image33.png"/><Relationship Id="rId29" Type="http://schemas.openxmlformats.org/officeDocument/2006/relationships/image" Target="../media/image34.png"/><Relationship Id="rId30" Type="http://schemas.openxmlformats.org/officeDocument/2006/relationships/image" Target="../media/image35.png"/><Relationship Id="rId31" Type="http://schemas.openxmlformats.org/officeDocument/2006/relationships/image" Target="../media/image3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4.emf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8" Type="http://schemas.openxmlformats.org/officeDocument/2006/relationships/image" Target="../media/image4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oleObject" Target="../embeddings/oleObject5.bin"/><Relationship Id="rId13" Type="http://schemas.openxmlformats.org/officeDocument/2006/relationships/image" Target="../media/image4.emf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Relationship Id="rId17" Type="http://schemas.openxmlformats.org/officeDocument/2006/relationships/image" Target="../media/image45.png"/><Relationship Id="rId18" Type="http://schemas.openxmlformats.org/officeDocument/2006/relationships/image" Target="../media/image46.png"/><Relationship Id="rId19" Type="http://schemas.openxmlformats.org/officeDocument/2006/relationships/image" Target="../media/image47.png"/><Relationship Id="rId20" Type="http://schemas.openxmlformats.org/officeDocument/2006/relationships/image" Target="../media/image48.png"/><Relationship Id="rId21" Type="http://schemas.openxmlformats.org/officeDocument/2006/relationships/image" Target="../media/image49.png"/><Relationship Id="rId22" Type="http://schemas.openxmlformats.org/officeDocument/2006/relationships/image" Target="../media/image5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oleObject" Target="../embeddings/oleObject6.bin"/><Relationship Id="rId7" Type="http://schemas.openxmlformats.org/officeDocument/2006/relationships/image" Target="../media/image4.emf"/><Relationship Id="rId8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4.emf"/><Relationship Id="rId6" Type="http://schemas.openxmlformats.org/officeDocument/2006/relationships/image" Target="../media/image5.png"/><Relationship Id="rId7" Type="http://schemas.openxmlformats.org/officeDocument/2006/relationships/image" Target="../media/image53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8.bin"/><Relationship Id="rId6" Type="http://schemas.openxmlformats.org/officeDocument/2006/relationships/image" Target="../media/image4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Relationship Id="rId15" Type="http://schemas.openxmlformats.org/officeDocument/2006/relationships/image" Target="../media/image68.png"/><Relationship Id="rId16" Type="http://schemas.openxmlformats.org/officeDocument/2006/relationships/image" Target="../media/image69.png"/><Relationship Id="rId17" Type="http://schemas.openxmlformats.org/officeDocument/2006/relationships/image" Target="../media/image70.png"/><Relationship Id="rId18" Type="http://schemas.openxmlformats.org/officeDocument/2006/relationships/image" Target="../media/image71.png"/><Relationship Id="rId19" Type="http://schemas.openxmlformats.org/officeDocument/2006/relationships/image" Target="../media/image72.png"/><Relationship Id="rId20" Type="http://schemas.openxmlformats.org/officeDocument/2006/relationships/image" Target="../media/image73.png"/><Relationship Id="rId21" Type="http://schemas.openxmlformats.org/officeDocument/2006/relationships/image" Target="../media/image74.png"/><Relationship Id="rId22" Type="http://schemas.openxmlformats.org/officeDocument/2006/relationships/image" Target="../media/image75.png"/><Relationship Id="rId23" Type="http://schemas.openxmlformats.org/officeDocument/2006/relationships/image" Target="../media/image76.png"/><Relationship Id="rId24" Type="http://schemas.openxmlformats.org/officeDocument/2006/relationships/image" Target="../media/image77.png"/><Relationship Id="rId25" Type="http://schemas.openxmlformats.org/officeDocument/2006/relationships/image" Target="../media/image7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9.bin"/><Relationship Id="rId6" Type="http://schemas.openxmlformats.org/officeDocument/2006/relationships/image" Target="../media/image4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Relationship Id="rId10" Type="http://schemas.openxmlformats.org/officeDocument/2006/relationships/oleObject" Target="../embeddings/oleObject10.bin"/><Relationship Id="rId11" Type="http://schemas.openxmlformats.org/officeDocument/2006/relationships/image" Target="../media/image4.emf"/><Relationship Id="rId12" Type="http://schemas.openxmlformats.org/officeDocument/2006/relationships/image" Target="../media/image85.png"/><Relationship Id="rId13" Type="http://schemas.openxmlformats.org/officeDocument/2006/relationships/image" Target="../media/image86.png"/><Relationship Id="rId14" Type="http://schemas.openxmlformats.org/officeDocument/2006/relationships/image" Target="../media/image87.png"/><Relationship Id="rId15" Type="http://schemas.openxmlformats.org/officeDocument/2006/relationships/image" Target="../media/image88.png"/><Relationship Id="rId16" Type="http://schemas.openxmlformats.org/officeDocument/2006/relationships/image" Target="../media/image89.png"/><Relationship Id="rId17" Type="http://schemas.openxmlformats.org/officeDocument/2006/relationships/image" Target="../media/image90.jpeg"/><Relationship Id="rId18" Type="http://schemas.openxmlformats.org/officeDocument/2006/relationships/image" Target="../media/image91.png"/><Relationship Id="rId19" Type="http://schemas.openxmlformats.org/officeDocument/2006/relationships/image" Target="../media/image9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1.bin"/><Relationship Id="rId6" Type="http://schemas.openxmlformats.org/officeDocument/2006/relationships/image" Target="../media/image4.e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93.jpe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Relationship Id="rId10" Type="http://schemas.openxmlformats.org/officeDocument/2006/relationships/image" Target="../media/image100.png"/><Relationship Id="rId11" Type="http://schemas.openxmlformats.org/officeDocument/2006/relationships/image" Target="../media/image101.png"/><Relationship Id="rId12" Type="http://schemas.openxmlformats.org/officeDocument/2006/relationships/image" Target="../media/image102.png"/><Relationship Id="rId13" Type="http://schemas.openxmlformats.org/officeDocument/2006/relationships/image" Target="../media/image103.png"/><Relationship Id="rId14" Type="http://schemas.openxmlformats.org/officeDocument/2006/relationships/image" Target="../media/image104.png"/><Relationship Id="rId15" Type="http://schemas.openxmlformats.org/officeDocument/2006/relationships/image" Target="../media/image105.png"/><Relationship Id="rId16" Type="http://schemas.openxmlformats.org/officeDocument/2006/relationships/oleObject" Target="../embeddings/oleObject12.bin"/><Relationship Id="rId17" Type="http://schemas.openxmlformats.org/officeDocument/2006/relationships/image" Target="../media/image4.e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3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3.bin"/><Relationship Id="rId6" Type="http://schemas.openxmlformats.org/officeDocument/2006/relationships/image" Target="../media/image4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4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4" Type="http://schemas.openxmlformats.org/officeDocument/2006/relationships/oleObject" Target="../embeddings/oleObject14.bin"/><Relationship Id="rId5" Type="http://schemas.openxmlformats.org/officeDocument/2006/relationships/image" Target="../media/image4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2">
            <a:extLst>
              <a:ext uri="{FF2B5EF4-FFF2-40B4-BE49-F238E27FC236}">
                <a16:creationId xmlns="" xmlns:a16="http://schemas.microsoft.com/office/drawing/2014/main" id="{3DA929BC-7B4B-4B46-A646-C21034EBE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6700" y="3098800"/>
            <a:ext cx="13533438" cy="344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ru-RU" altLang="ru-RU" sz="7100">
                <a:latin typeface="Proxima Nova Lt" panose="02000506030000020004" pitchFamily="50" charset="0"/>
              </a:rPr>
              <a:t>Компания «Эмпилс»</a:t>
            </a:r>
            <a:br>
              <a:rPr lang="ru-RU" altLang="ru-RU" sz="7100">
                <a:latin typeface="Proxima Nova Lt" panose="02000506030000020004" pitchFamily="50" charset="0"/>
              </a:rPr>
            </a:br>
            <a:r>
              <a:rPr lang="ru-RU" altLang="ru-RU" sz="7100">
                <a:latin typeface="Proxima Nova Lt" panose="02000506030000020004" pitchFamily="50" charset="0"/>
              </a:rPr>
              <a:t>(г. Ростов-на-Дону)</a:t>
            </a:r>
          </a:p>
          <a:p>
            <a:pPr eaLnBrk="1" hangingPunct="1"/>
            <a:endParaRPr lang="ru-RU" altLang="ru-RU" sz="7100">
              <a:latin typeface="Gilroy ExtraBold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D2EFB349-360F-458A-B536-2BC6BA101D6E}"/>
              </a:ext>
            </a:extLst>
          </p:cNvPr>
          <p:cNvSpPr/>
          <p:nvPr/>
        </p:nvSpPr>
        <p:spPr>
          <a:xfrm>
            <a:off x="0" y="5359400"/>
            <a:ext cx="11015663" cy="6000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076" name="TextBox 9">
            <a:extLst>
              <a:ext uri="{FF2B5EF4-FFF2-40B4-BE49-F238E27FC236}">
                <a16:creationId xmlns="" xmlns:a16="http://schemas.microsoft.com/office/drawing/2014/main" id="{55195ACC-83D9-4904-B534-27B8580C1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5349875"/>
            <a:ext cx="927417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600" b="1">
                <a:latin typeface="Proxima Nova Lt" panose="02000506030000020004" pitchFamily="50" charset="0"/>
              </a:rPr>
              <a:t>2026 г.</a:t>
            </a:r>
          </a:p>
        </p:txBody>
      </p:sp>
      <p:pic>
        <p:nvPicPr>
          <p:cNvPr id="3077" name="Picture 2" descr="D:\Реклама\LOGOS\EMPILS\2024\Горизонтальный лого\Лого EMPILS.png">
            <a:extLst>
              <a:ext uri="{FF2B5EF4-FFF2-40B4-BE49-F238E27FC236}">
                <a16:creationId xmlns="" xmlns:a16="http://schemas.microsoft.com/office/drawing/2014/main" id="{8361674D-EACB-46B5-B243-EAE921C35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606425"/>
            <a:ext cx="5799138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8" name="Группа 3">
            <a:extLst>
              <a:ext uri="{FF2B5EF4-FFF2-40B4-BE49-F238E27FC236}">
                <a16:creationId xmlns="" xmlns:a16="http://schemas.microsoft.com/office/drawing/2014/main" id="{8A73964C-592C-4C83-A4DD-BB205C12158E}"/>
              </a:ext>
            </a:extLst>
          </p:cNvPr>
          <p:cNvGrpSpPr>
            <a:grpSpLocks/>
          </p:cNvGrpSpPr>
          <p:nvPr/>
        </p:nvGrpSpPr>
        <p:grpSpPr bwMode="auto">
          <a:xfrm>
            <a:off x="1079500" y="7843838"/>
            <a:ext cx="16141700" cy="969962"/>
            <a:chOff x="278426" y="4871215"/>
            <a:chExt cx="8071155" cy="646318"/>
          </a:xfrm>
        </p:grpSpPr>
        <p:pic>
          <p:nvPicPr>
            <p:cNvPr id="3079" name="Picture 3" descr="D:\Реклама\LOGOS\EMPILS\logo_EmpilsZinc.png">
              <a:extLst>
                <a:ext uri="{FF2B5EF4-FFF2-40B4-BE49-F238E27FC236}">
                  <a16:creationId xmlns="" xmlns:a16="http://schemas.microsoft.com/office/drawing/2014/main" id="{3F68E790-A592-472F-BB78-0D14DC590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6296" y="4978709"/>
              <a:ext cx="1113285" cy="434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0" name="Picture 2" descr="D:\логотипы.png">
              <a:extLst>
                <a:ext uri="{FF2B5EF4-FFF2-40B4-BE49-F238E27FC236}">
                  <a16:creationId xmlns="" xmlns:a16="http://schemas.microsoft.com/office/drawing/2014/main" id="{C5589E30-C79D-48F7-B454-A954BC422D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0831" r="91489" b="-12656"/>
            <a:stretch>
              <a:fillRect/>
            </a:stretch>
          </p:blipFill>
          <p:spPr bwMode="auto">
            <a:xfrm>
              <a:off x="278426" y="4881703"/>
              <a:ext cx="610807" cy="625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1" name="Picture 2" descr="D:\логотипы.png">
              <a:extLst>
                <a:ext uri="{FF2B5EF4-FFF2-40B4-BE49-F238E27FC236}">
                  <a16:creationId xmlns="" xmlns:a16="http://schemas.microsoft.com/office/drawing/2014/main" id="{D04B8F93-93A5-464F-9440-5F11D8BA7C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222" t="606" r="-1082"/>
            <a:stretch>
              <a:fillRect/>
            </a:stretch>
          </p:blipFill>
          <p:spPr bwMode="auto">
            <a:xfrm>
              <a:off x="6012160" y="4944241"/>
              <a:ext cx="922790" cy="503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2" name="Picture 2" descr="D:\логотипы.png">
              <a:extLst>
                <a:ext uri="{FF2B5EF4-FFF2-40B4-BE49-F238E27FC236}">
                  <a16:creationId xmlns="" xmlns:a16="http://schemas.microsoft.com/office/drawing/2014/main" id="{0999A901-7E1A-41BF-A2E9-4E0DD578CC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78" t="-13754" r="18652" b="-13873"/>
            <a:stretch>
              <a:fillRect/>
            </a:stretch>
          </p:blipFill>
          <p:spPr bwMode="auto">
            <a:xfrm>
              <a:off x="5148064" y="4871215"/>
              <a:ext cx="729842" cy="646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3" name="Picture 2" descr="D:\логотипы.png">
              <a:extLst>
                <a:ext uri="{FF2B5EF4-FFF2-40B4-BE49-F238E27FC236}">
                  <a16:creationId xmlns="" xmlns:a16="http://schemas.microsoft.com/office/drawing/2014/main" id="{7A869586-D8D5-4900-B17D-52EEA98EC0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43" r="32037"/>
            <a:stretch>
              <a:fillRect/>
            </a:stretch>
          </p:blipFill>
          <p:spPr bwMode="auto">
            <a:xfrm>
              <a:off x="999007" y="4941166"/>
              <a:ext cx="4077049" cy="506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32">
            <a:extLst>
              <a:ext uri="{FF2B5EF4-FFF2-40B4-BE49-F238E27FC236}">
                <a16:creationId xmlns="" xmlns:a16="http://schemas.microsoft.com/office/drawing/2014/main" id="{AD2B6CED-33B6-4E65-95F7-65FD2907EC9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708900" y="5059363"/>
            <a:ext cx="2446337" cy="5684838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099" name="Text 2">
            <a:extLst>
              <a:ext uri="{FF2B5EF4-FFF2-40B4-BE49-F238E27FC236}">
                <a16:creationId xmlns="" xmlns:a16="http://schemas.microsoft.com/office/drawing/2014/main" id="{CC555AC7-F7B2-4157-B46B-2559669F9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1076325"/>
            <a:ext cx="74406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313131"/>
                </a:solidFill>
                <a:latin typeface="Proxima Nova Regular" panose="02000506030000020004" pitchFamily="2" charset="0"/>
              </a:rPr>
              <a:t>О КОМПАНИИ «ЭМПИЛС»</a:t>
            </a:r>
            <a:endParaRPr lang="en-US" altLang="ru-RU" sz="4800"/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1" name="Rectangle 132">
            <a:extLst>
              <a:ext uri="{FF2B5EF4-FFF2-40B4-BE49-F238E27FC236}">
                <a16:creationId xmlns="" xmlns:a16="http://schemas.microsoft.com/office/drawing/2014/main" id="{D281D76E-7742-4762-906F-C1EBA73386D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220119" y="1462881"/>
            <a:ext cx="2365375" cy="3706813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pSp>
        <p:nvGrpSpPr>
          <p:cNvPr id="4102" name="Группа 27">
            <a:extLst>
              <a:ext uri="{FF2B5EF4-FFF2-40B4-BE49-F238E27FC236}">
                <a16:creationId xmlns="" xmlns:a16="http://schemas.microsoft.com/office/drawing/2014/main" id="{10D5CF38-88E8-442E-AEC6-56D5B132F598}"/>
              </a:ext>
            </a:extLst>
          </p:cNvPr>
          <p:cNvGrpSpPr>
            <a:grpSpLocks/>
          </p:cNvGrpSpPr>
          <p:nvPr/>
        </p:nvGrpSpPr>
        <p:grpSpPr bwMode="auto">
          <a:xfrm>
            <a:off x="2114550" y="2306638"/>
            <a:ext cx="2717800" cy="2065337"/>
            <a:chOff x="2729024" y="2459630"/>
            <a:chExt cx="2717801" cy="2064502"/>
          </a:xfrm>
        </p:grpSpPr>
        <p:sp>
          <p:nvSpPr>
            <p:cNvPr id="4132" name="Text 6">
              <a:extLst>
                <a:ext uri="{FF2B5EF4-FFF2-40B4-BE49-F238E27FC236}">
                  <a16:creationId xmlns="" xmlns:a16="http://schemas.microsoft.com/office/drawing/2014/main" id="{FA14128C-96F7-4005-966F-6B3A22AD1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599" y="3443482"/>
              <a:ext cx="2557464" cy="108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крупнейших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производителей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ЛКМ в РФ</a:t>
              </a:r>
            </a:p>
          </p:txBody>
        </p:sp>
        <p:sp>
          <p:nvSpPr>
            <p:cNvPr id="4133" name="name_150">
              <a:extLst>
                <a:ext uri="{FF2B5EF4-FFF2-40B4-BE49-F238E27FC236}">
                  <a16:creationId xmlns="" xmlns:a16="http://schemas.microsoft.com/office/drawing/2014/main" id="{E9331E71-CA79-472A-818B-80DDECB5A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9024" y="2810989"/>
              <a:ext cx="2717801" cy="640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3000"/>
                </a:lnSpc>
              </a:pPr>
              <a:r>
                <a:rPr lang="ru-RU" altLang="ru-RU" sz="5400">
                  <a:solidFill>
                    <a:srgbClr val="F47629"/>
                  </a:solidFill>
                  <a:latin typeface="Inter Extra Bold" panose="02000903000000020004" pitchFamily="2" charset="0"/>
                </a:rPr>
                <a:t>ТОП-3</a:t>
              </a:r>
            </a:p>
          </p:txBody>
        </p:sp>
        <p:sp>
          <p:nvSpPr>
            <p:cNvPr id="4134" name="Text 6">
              <a:extLst>
                <a:ext uri="{FF2B5EF4-FFF2-40B4-BE49-F238E27FC236}">
                  <a16:creationId xmlns="" xmlns:a16="http://schemas.microsoft.com/office/drawing/2014/main" id="{97B2685C-A62B-419D-B8CA-0F5DCF7BF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599" y="2459630"/>
              <a:ext cx="1422401" cy="387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Входит в</a:t>
              </a:r>
            </a:p>
          </p:txBody>
        </p:sp>
      </p:grpSp>
      <p:sp>
        <p:nvSpPr>
          <p:cNvPr id="4103" name="Rectangle 132">
            <a:extLst>
              <a:ext uri="{FF2B5EF4-FFF2-40B4-BE49-F238E27FC236}">
                <a16:creationId xmlns="" xmlns:a16="http://schemas.microsoft.com/office/drawing/2014/main" id="{DF1924CC-653F-4768-9B92-C572989B840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04825" y="3167063"/>
            <a:ext cx="23749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4" name="Rectangle 132">
            <a:extLst>
              <a:ext uri="{FF2B5EF4-FFF2-40B4-BE49-F238E27FC236}">
                <a16:creationId xmlns="" xmlns:a16="http://schemas.microsoft.com/office/drawing/2014/main" id="{1771ACFD-7772-4E3A-94B0-33D7E8365695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815138" y="1309687"/>
            <a:ext cx="2374900" cy="4022725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5" name="Text 6">
            <a:extLst>
              <a:ext uri="{FF2B5EF4-FFF2-40B4-BE49-F238E27FC236}">
                <a16:creationId xmlns="" xmlns:a16="http://schemas.microsoft.com/office/drawing/2014/main" id="{F62CEE4A-847A-4861-803A-13BE68337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3095625"/>
            <a:ext cx="314325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доля рынка в денежном 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выражении согласно 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независимым источникам</a:t>
            </a:r>
          </a:p>
        </p:txBody>
      </p:sp>
      <p:sp>
        <p:nvSpPr>
          <p:cNvPr id="4106" name="name_150">
            <a:extLst>
              <a:ext uri="{FF2B5EF4-FFF2-40B4-BE49-F238E27FC236}">
                <a16:creationId xmlns="" xmlns:a16="http://schemas.microsoft.com/office/drawing/2014/main" id="{39CD20FF-5E36-4C07-92E1-4B385876C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2470150"/>
            <a:ext cx="1422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8%</a:t>
            </a:r>
          </a:p>
        </p:txBody>
      </p:sp>
      <p:grpSp>
        <p:nvGrpSpPr>
          <p:cNvPr id="4107" name="Группа 43">
            <a:extLst>
              <a:ext uri="{FF2B5EF4-FFF2-40B4-BE49-F238E27FC236}">
                <a16:creationId xmlns="" xmlns:a16="http://schemas.microsoft.com/office/drawing/2014/main" id="{1C031309-1801-4874-9476-436866D84161}"/>
              </a:ext>
            </a:extLst>
          </p:cNvPr>
          <p:cNvGrpSpPr>
            <a:grpSpLocks/>
          </p:cNvGrpSpPr>
          <p:nvPr/>
        </p:nvGrpSpPr>
        <p:grpSpPr bwMode="auto">
          <a:xfrm>
            <a:off x="5153025" y="3225800"/>
            <a:ext cx="936625" cy="219075"/>
            <a:chOff x="493487" y="3600545"/>
            <a:chExt cx="942115" cy="217715"/>
          </a:xfrm>
        </p:grpSpPr>
        <p:cxnSp>
          <p:nvCxnSpPr>
            <p:cNvPr id="45" name="Прямая соединительная линия 44">
              <a:extLst>
                <a:ext uri="{FF2B5EF4-FFF2-40B4-BE49-F238E27FC236}">
                  <a16:creationId xmlns="" xmlns:a16="http://schemas.microsoft.com/office/drawing/2014/main" id="{9D80DE9A-CA2C-44D1-B702-06588A55B6EC}"/>
                </a:ext>
              </a:extLst>
            </p:cNvPr>
            <p:cNvCxnSpPr>
              <a:cxnSpLocks/>
              <a:stCxn id="70" idx="6"/>
              <a:endCxn id="46" idx="2"/>
            </p:cNvCxnSpPr>
            <p:nvPr/>
          </p:nvCxnSpPr>
          <p:spPr>
            <a:xfrm flipH="1">
              <a:off x="493487" y="3709403"/>
              <a:ext cx="942115" cy="0"/>
            </a:xfrm>
            <a:prstGeom prst="line">
              <a:avLst/>
            </a:prstGeom>
            <a:ln w="38100">
              <a:solidFill>
                <a:srgbClr val="F4762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Овал 45">
              <a:extLst>
                <a:ext uri="{FF2B5EF4-FFF2-40B4-BE49-F238E27FC236}">
                  <a16:creationId xmlns="" xmlns:a16="http://schemas.microsoft.com/office/drawing/2014/main" id="{4E71EB9F-BE7A-4C4E-B059-ECFE4FAB38DB}"/>
                </a:ext>
              </a:extLst>
            </p:cNvPr>
            <p:cNvSpPr/>
            <p:nvPr/>
          </p:nvSpPr>
          <p:spPr>
            <a:xfrm>
              <a:off x="493487" y="3600545"/>
              <a:ext cx="217165" cy="217715"/>
            </a:xfrm>
            <a:prstGeom prst="ellipse">
              <a:avLst/>
            </a:prstGeom>
            <a:solidFill>
              <a:srgbClr val="F47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70" name="Овал 69">
              <a:extLst>
                <a:ext uri="{FF2B5EF4-FFF2-40B4-BE49-F238E27FC236}">
                  <a16:creationId xmlns="" xmlns:a16="http://schemas.microsoft.com/office/drawing/2014/main" id="{C8A25579-763E-4356-BFD3-6077513E23BF}"/>
                </a:ext>
              </a:extLst>
            </p:cNvPr>
            <p:cNvSpPr/>
            <p:nvPr/>
          </p:nvSpPr>
          <p:spPr>
            <a:xfrm>
              <a:off x="1218437" y="3600545"/>
              <a:ext cx="217165" cy="217715"/>
            </a:xfrm>
            <a:prstGeom prst="ellipse">
              <a:avLst/>
            </a:prstGeom>
            <a:solidFill>
              <a:srgbClr val="F47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</p:grpSp>
      <p:sp>
        <p:nvSpPr>
          <p:cNvPr id="4108" name="Rectangle 132">
            <a:extLst>
              <a:ext uri="{FF2B5EF4-FFF2-40B4-BE49-F238E27FC236}">
                <a16:creationId xmlns="" xmlns:a16="http://schemas.microsoft.com/office/drawing/2014/main" id="{0506D3D6-C6A2-4505-BDA9-EF871593D83D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3986213" y="2598737"/>
            <a:ext cx="965200" cy="5851525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9" name="name_150">
            <a:extLst>
              <a:ext uri="{FF2B5EF4-FFF2-40B4-BE49-F238E27FC236}">
                <a16:creationId xmlns="" xmlns:a16="http://schemas.microsoft.com/office/drawing/2014/main" id="{CFA45A7A-9C90-40A6-AA72-AFF52A966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3" y="5054600"/>
            <a:ext cx="27178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2</a:t>
            </a:r>
          </a:p>
        </p:txBody>
      </p:sp>
      <p:sp>
        <p:nvSpPr>
          <p:cNvPr id="4110" name="Text 6">
            <a:extLst>
              <a:ext uri="{FF2B5EF4-FFF2-40B4-BE49-F238E27FC236}">
                <a16:creationId xmlns="" xmlns:a16="http://schemas.microsoft.com/office/drawing/2014/main" id="{F2CA9217-FE1F-4A35-B026-E35E6B2CE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038" y="5213350"/>
            <a:ext cx="4381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современные научно-исследовательские лаборатории</a:t>
            </a:r>
          </a:p>
        </p:txBody>
      </p:sp>
      <p:sp>
        <p:nvSpPr>
          <p:cNvPr id="4111" name="Rectangle 132">
            <a:extLst>
              <a:ext uri="{FF2B5EF4-FFF2-40B4-BE49-F238E27FC236}">
                <a16:creationId xmlns="" xmlns:a16="http://schemas.microsoft.com/office/drawing/2014/main" id="{346BACAE-564A-4853-B94B-CEB27CE76A1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173288" y="6034087"/>
            <a:ext cx="2446338" cy="3706813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pSp>
        <p:nvGrpSpPr>
          <p:cNvPr id="4112" name="Группа 61">
            <a:extLst>
              <a:ext uri="{FF2B5EF4-FFF2-40B4-BE49-F238E27FC236}">
                <a16:creationId xmlns="" xmlns:a16="http://schemas.microsoft.com/office/drawing/2014/main" id="{17ED6701-3C35-4458-A531-9936749926AB}"/>
              </a:ext>
            </a:extLst>
          </p:cNvPr>
          <p:cNvGrpSpPr>
            <a:grpSpLocks/>
          </p:cNvGrpSpPr>
          <p:nvPr/>
        </p:nvGrpSpPr>
        <p:grpSpPr bwMode="auto">
          <a:xfrm>
            <a:off x="2130425" y="6837363"/>
            <a:ext cx="3300413" cy="2055812"/>
            <a:chOff x="2729024" y="2459630"/>
            <a:chExt cx="3300756" cy="2055247"/>
          </a:xfrm>
        </p:grpSpPr>
        <p:sp>
          <p:nvSpPr>
            <p:cNvPr id="4126" name="Text 6">
              <a:extLst>
                <a:ext uri="{FF2B5EF4-FFF2-40B4-BE49-F238E27FC236}">
                  <a16:creationId xmlns="" xmlns:a16="http://schemas.microsoft.com/office/drawing/2014/main" id="{BAF22810-2847-448F-8CFD-3A453FF71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5" y="3494396"/>
              <a:ext cx="3273765" cy="1020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непрерывного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развития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в химической отрасли</a:t>
              </a:r>
            </a:p>
          </p:txBody>
        </p:sp>
        <p:sp>
          <p:nvSpPr>
            <p:cNvPr id="4127" name="name_150">
              <a:extLst>
                <a:ext uri="{FF2B5EF4-FFF2-40B4-BE49-F238E27FC236}">
                  <a16:creationId xmlns="" xmlns:a16="http://schemas.microsoft.com/office/drawing/2014/main" id="{D0CFA5D5-55C1-4C15-96BB-244197642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9024" y="2797063"/>
              <a:ext cx="3091206" cy="755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3000"/>
                </a:lnSpc>
              </a:pPr>
              <a:r>
                <a:rPr lang="ru-RU" altLang="ru-RU" sz="5400">
                  <a:solidFill>
                    <a:srgbClr val="F47629"/>
                  </a:solidFill>
                  <a:latin typeface="Inter Extra Bold" panose="02000903000000020004" pitchFamily="2" charset="0"/>
                </a:rPr>
                <a:t>100 лет</a:t>
              </a:r>
            </a:p>
          </p:txBody>
        </p:sp>
        <p:sp>
          <p:nvSpPr>
            <p:cNvPr id="4128" name="Text 6">
              <a:extLst>
                <a:ext uri="{FF2B5EF4-FFF2-40B4-BE49-F238E27FC236}">
                  <a16:creationId xmlns="" xmlns:a16="http://schemas.microsoft.com/office/drawing/2014/main" id="{9D4E1899-1BC5-4D87-9511-D22F50AFA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5" y="2459630"/>
              <a:ext cx="1424135" cy="387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Более</a:t>
              </a:r>
            </a:p>
          </p:txBody>
        </p:sp>
      </p:grpSp>
      <p:sp>
        <p:nvSpPr>
          <p:cNvPr id="4113" name="Rectangle 132">
            <a:extLst>
              <a:ext uri="{FF2B5EF4-FFF2-40B4-BE49-F238E27FC236}">
                <a16:creationId xmlns="" xmlns:a16="http://schemas.microsoft.com/office/drawing/2014/main" id="{33E26AE1-5241-4F5E-B7AF-408C1E5512D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203325" y="5381625"/>
            <a:ext cx="9652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14" name="Rectangle 132">
            <a:extLst>
              <a:ext uri="{FF2B5EF4-FFF2-40B4-BE49-F238E27FC236}">
                <a16:creationId xmlns="" xmlns:a16="http://schemas.microsoft.com/office/drawing/2014/main" id="{FB32FE8A-92D2-4787-9B57-9F6F2C2701D0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62756" y="7744619"/>
            <a:ext cx="2446338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15" name="Text 6">
            <a:extLst>
              <a:ext uri="{FF2B5EF4-FFF2-40B4-BE49-F238E27FC236}">
                <a16:creationId xmlns="" xmlns:a16="http://schemas.microsoft.com/office/drawing/2014/main" id="{D42E48FA-E2FA-4E0B-9821-E298196F1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6988" y="6853238"/>
            <a:ext cx="5119687" cy="125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Система менеджмента качества предприятия сертифицирована и соответствует </a:t>
            </a:r>
            <a:endParaRPr lang="en-US" altLang="ru-RU" sz="2000">
              <a:solidFill>
                <a:srgbClr val="000000"/>
              </a:solidFill>
              <a:latin typeface="Inter Regular" panose="02000503000000020004" pitchFamily="2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международным стандартам </a:t>
            </a:r>
          </a:p>
        </p:txBody>
      </p:sp>
      <p:sp>
        <p:nvSpPr>
          <p:cNvPr id="4116" name="name_150">
            <a:extLst>
              <a:ext uri="{FF2B5EF4-FFF2-40B4-BE49-F238E27FC236}">
                <a16:creationId xmlns="" xmlns:a16="http://schemas.microsoft.com/office/drawing/2014/main" id="{208EA117-4826-451F-878B-9B9CF5154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8413" y="8172450"/>
            <a:ext cx="514826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en-US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ISO 9001:2015</a:t>
            </a:r>
            <a:endParaRPr lang="ru-RU" altLang="ru-RU" sz="5400">
              <a:solidFill>
                <a:srgbClr val="F47629"/>
              </a:solidFill>
              <a:latin typeface="Inter Extra Bold" panose="02000903000000020004" pitchFamily="2" charset="0"/>
            </a:endParaRPr>
          </a:p>
        </p:txBody>
      </p:sp>
      <p:sp>
        <p:nvSpPr>
          <p:cNvPr id="4117" name="Rectangle 132">
            <a:extLst>
              <a:ext uri="{FF2B5EF4-FFF2-40B4-BE49-F238E27FC236}">
                <a16:creationId xmlns="" xmlns:a16="http://schemas.microsoft.com/office/drawing/2014/main" id="{6D9B342C-559E-4933-8DA1-A3D49DF2F892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755356" y="7797007"/>
            <a:ext cx="2446337" cy="2095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18" name="Объект 90">
            <a:extLst>
              <a:ext uri="{FF2B5EF4-FFF2-40B4-BE49-F238E27FC236}">
                <a16:creationId xmlns="" xmlns:a16="http://schemas.microsoft.com/office/drawing/2014/main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8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9" name="Rectangle 132">
            <a:extLst>
              <a:ext uri="{FF2B5EF4-FFF2-40B4-BE49-F238E27FC236}">
                <a16:creationId xmlns="" xmlns:a16="http://schemas.microsoft.com/office/drawing/2014/main" id="{655CD4A0-2AEB-4BC5-807E-5563821EE9A1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1722894" y="2185194"/>
            <a:ext cx="2363788" cy="2260600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pic>
        <p:nvPicPr>
          <p:cNvPr id="4" name="image 3" descr="preencoded.png">
            <a:extLst>
              <a:ext uri="{FF2B5EF4-FFF2-40B4-BE49-F238E27FC236}">
                <a16:creationId xmlns="" xmlns:a16="http://schemas.microsoft.com/office/drawing/2014/main" id="{6580A00E-391C-4C25-9237-E315150666D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2036976" y="2332293"/>
            <a:ext cx="1389803" cy="1771999"/>
          </a:xfrm>
          <a:prstGeom prst="rect">
            <a:avLst/>
          </a:prstGeom>
        </p:spPr>
      </p:pic>
      <p:pic>
        <p:nvPicPr>
          <p:cNvPr id="4121" name="image 2" descr="preencoded.png">
            <a:extLst>
              <a:ext uri="{FF2B5EF4-FFF2-40B4-BE49-F238E27FC236}">
                <a16:creationId xmlns="" xmlns:a16="http://schemas.microsoft.com/office/drawing/2014/main" id="{79DCBCA0-5088-4925-AE71-6A016F76A8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8375" y="2133600"/>
            <a:ext cx="4619625" cy="699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2" name="Rectangle 132">
            <a:extLst>
              <a:ext uri="{FF2B5EF4-FFF2-40B4-BE49-F238E27FC236}">
                <a16:creationId xmlns="" xmlns:a16="http://schemas.microsoft.com/office/drawing/2014/main" id="{E9F805EF-CF27-46F1-8156-44E71CC5A228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445625" y="3781425"/>
            <a:ext cx="965200" cy="3511550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23" name="Rectangle 132">
            <a:extLst>
              <a:ext uri="{FF2B5EF4-FFF2-40B4-BE49-F238E27FC236}">
                <a16:creationId xmlns="" xmlns:a16="http://schemas.microsoft.com/office/drawing/2014/main" id="{4023D5A6-78B8-4FB4-8F18-D3A712306C7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689850" y="5381625"/>
            <a:ext cx="9652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7" name="name_393">
            <a:extLst>
              <a:ext uri="{FF2B5EF4-FFF2-40B4-BE49-F238E27FC236}">
                <a16:creationId xmlns="" xmlns:a16="http://schemas.microsoft.com/office/drawing/2014/main" id="{526C47DD-D3F9-426C-B7AB-F3991E95AC10}"/>
              </a:ext>
            </a:extLst>
          </p:cNvPr>
          <p:cNvSpPr/>
          <p:nvPr/>
        </p:nvSpPr>
        <p:spPr>
          <a:xfrm>
            <a:off x="8382000" y="5124450"/>
            <a:ext cx="1362075" cy="80010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kern="0" spc="-150" dirty="0">
                <a:solidFill>
                  <a:srgbClr val="F476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39,3</a:t>
            </a:r>
            <a:endParaRPr lang="en-US" sz="4800" dirty="0">
              <a:solidFill>
                <a:srgbClr val="F47629"/>
              </a:solidFill>
              <a:latin typeface="+mn-lt"/>
              <a:cs typeface="+mn-cs"/>
            </a:endParaRPr>
          </a:p>
        </p:txBody>
      </p:sp>
      <p:sp>
        <p:nvSpPr>
          <p:cNvPr id="4125" name="Text 6">
            <a:extLst>
              <a:ext uri="{FF2B5EF4-FFF2-40B4-BE49-F238E27FC236}">
                <a16:creationId xmlns="" xmlns:a16="http://schemas.microsoft.com/office/drawing/2014/main" id="{B68FDB4D-04A2-4934-B2E8-7985C2F1D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550" y="5218113"/>
            <a:ext cx="3143250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*тыс. тонн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за 2025 год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="" xmlns:a16="http://schemas.microsoft.com/office/drawing/2014/main" id="{D5D3589A-7E14-43A6-845A-8829C841F34C}"/>
              </a:ext>
            </a:extLst>
          </p:cNvPr>
          <p:cNvSpPr/>
          <p:nvPr/>
        </p:nvSpPr>
        <p:spPr>
          <a:xfrm>
            <a:off x="1543050" y="1076325"/>
            <a:ext cx="7440613" cy="581025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800" kern="0" spc="-150" dirty="0">
                <a:solidFill>
                  <a:srgbClr val="313131"/>
                </a:solidFill>
                <a:latin typeface="Proxima Nova Regular" pitchFamily="34" charset="0"/>
                <a:cs typeface="+mn-cs"/>
              </a:rPr>
              <a:t>ПРОИЗВОДСТВО</a:t>
            </a:r>
            <a:endParaRPr lang="en-US" sz="4800" dirty="0">
              <a:latin typeface="+mn-lt"/>
              <a:cs typeface="+mn-cs"/>
            </a:endParaRP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0050CB0E-93D3-4180-8BA1-EB6644E931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44" name="Объект 90">
            <a:extLst>
              <a:ext uri="{FF2B5EF4-FFF2-40B4-BE49-F238E27FC236}">
                <a16:creationId xmlns="" xmlns:a16="http://schemas.microsoft.com/office/drawing/2014/main" id="{A54ABDC7-ED58-427C-B545-68592BB84A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5" name="object 3">
            <a:extLst>
              <a:ext uri="{FF2B5EF4-FFF2-40B4-BE49-F238E27FC236}">
                <a16:creationId xmlns="" xmlns:a16="http://schemas.microsoft.com/office/drawing/2014/main" id="{281C2646-7F2F-4CF1-90E3-B7C1E00CE308}"/>
              </a:ext>
            </a:extLst>
          </p:cNvPr>
          <p:cNvGrpSpPr>
            <a:grpSpLocks/>
          </p:cNvGrpSpPr>
          <p:nvPr/>
        </p:nvGrpSpPr>
        <p:grpSpPr bwMode="auto">
          <a:xfrm>
            <a:off x="1782763" y="2895600"/>
            <a:ext cx="6149975" cy="5784850"/>
            <a:chOff x="871169" y="2268219"/>
            <a:chExt cx="4154551" cy="4151504"/>
          </a:xfrm>
        </p:grpSpPr>
        <p:sp>
          <p:nvSpPr>
            <p:cNvPr id="10291" name="object 4">
              <a:extLst>
                <a:ext uri="{FF2B5EF4-FFF2-40B4-BE49-F238E27FC236}">
                  <a16:creationId xmlns="" xmlns:a16="http://schemas.microsoft.com/office/drawing/2014/main" id="{1CE8E977-76EA-42D9-94FF-374B8C222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754" y="4198861"/>
              <a:ext cx="1329690" cy="269240"/>
            </a:xfrm>
            <a:custGeom>
              <a:avLst/>
              <a:gdLst>
                <a:gd name="T0" fmla="*/ 77050 w 1329689"/>
                <a:gd name="T1" fmla="*/ 217888 h 269239"/>
                <a:gd name="T2" fmla="*/ 167373 w 1329689"/>
                <a:gd name="T3" fmla="*/ 154388 h 269239"/>
                <a:gd name="T4" fmla="*/ 77050 w 1329689"/>
                <a:gd name="T5" fmla="*/ 111201 h 269239"/>
                <a:gd name="T6" fmla="*/ 193268 w 1329689"/>
                <a:gd name="T7" fmla="*/ 50241 h 269239"/>
                <a:gd name="T8" fmla="*/ 0 w 1329689"/>
                <a:gd name="T9" fmla="*/ 3251 h 269239"/>
                <a:gd name="T10" fmla="*/ 0 w 1329689"/>
                <a:gd name="T11" fmla="*/ 111201 h 269239"/>
                <a:gd name="T12" fmla="*/ 0 w 1329689"/>
                <a:gd name="T13" fmla="*/ 217888 h 269239"/>
                <a:gd name="T14" fmla="*/ 195249 w 1329689"/>
                <a:gd name="T15" fmla="*/ 268688 h 269239"/>
                <a:gd name="T16" fmla="*/ 543560 w 1329689"/>
                <a:gd name="T17" fmla="*/ 3048 h 269239"/>
                <a:gd name="T18" fmla="*/ 466509 w 1329689"/>
                <a:gd name="T19" fmla="*/ 3048 h 269239"/>
                <a:gd name="T20" fmla="*/ 322618 w 1329689"/>
                <a:gd name="T21" fmla="*/ 3048 h 269239"/>
                <a:gd name="T22" fmla="*/ 232498 w 1329689"/>
                <a:gd name="T23" fmla="*/ 268650 h 269239"/>
                <a:gd name="T24" fmla="*/ 283768 w 1329689"/>
                <a:gd name="T25" fmla="*/ 119786 h 269239"/>
                <a:gd name="T26" fmla="*/ 395185 w 1329689"/>
                <a:gd name="T27" fmla="*/ 268650 h 269239"/>
                <a:gd name="T28" fmla="*/ 466509 w 1329689"/>
                <a:gd name="T29" fmla="*/ 268650 h 269239"/>
                <a:gd name="T30" fmla="*/ 543560 w 1329689"/>
                <a:gd name="T31" fmla="*/ 3048 h 269239"/>
                <a:gd name="T32" fmla="*/ 818928 w 1329689"/>
                <a:gd name="T33" fmla="*/ 62191 h 269239"/>
                <a:gd name="T34" fmla="*/ 798163 w 1329689"/>
                <a:gd name="T35" fmla="*/ 31407 h 269239"/>
                <a:gd name="T36" fmla="*/ 746411 w 1329689"/>
                <a:gd name="T37" fmla="*/ 6438 h 269239"/>
                <a:gd name="T38" fmla="*/ 742791 w 1329689"/>
                <a:gd name="T39" fmla="*/ 122542 h 269239"/>
                <a:gd name="T40" fmla="*/ 718319 w 1329689"/>
                <a:gd name="T41" fmla="*/ 150222 h 269239"/>
                <a:gd name="T42" fmla="*/ 664413 w 1329689"/>
                <a:gd name="T43" fmla="*/ 154299 h 269239"/>
                <a:gd name="T44" fmla="*/ 662432 w 1329689"/>
                <a:gd name="T45" fmla="*/ 50558 h 269239"/>
                <a:gd name="T46" fmla="*/ 700551 w 1329689"/>
                <a:gd name="T47" fmla="*/ 50317 h 269239"/>
                <a:gd name="T48" fmla="*/ 732936 w 1329689"/>
                <a:gd name="T49" fmla="*/ 65532 h 269239"/>
                <a:gd name="T50" fmla="*/ 746411 w 1329689"/>
                <a:gd name="T51" fmla="*/ 102311 h 269239"/>
                <a:gd name="T52" fmla="*/ 729647 w 1329689"/>
                <a:gd name="T53" fmla="*/ 3048 h 269239"/>
                <a:gd name="T54" fmla="*/ 585431 w 1329689"/>
                <a:gd name="T55" fmla="*/ 268624 h 269239"/>
                <a:gd name="T56" fmla="*/ 662432 w 1329689"/>
                <a:gd name="T57" fmla="*/ 204883 h 269239"/>
                <a:gd name="T58" fmla="*/ 691064 w 1329689"/>
                <a:gd name="T59" fmla="*/ 204299 h 269239"/>
                <a:gd name="T60" fmla="*/ 767366 w 1329689"/>
                <a:gd name="T61" fmla="*/ 196691 h 269239"/>
                <a:gd name="T62" fmla="*/ 812756 w 1329689"/>
                <a:gd name="T63" fmla="*/ 154299 h 269239"/>
                <a:gd name="T64" fmla="*/ 826535 w 1329689"/>
                <a:gd name="T65" fmla="*/ 107467 h 269239"/>
                <a:gd name="T66" fmla="*/ 935730 w 1329689"/>
                <a:gd name="T67" fmla="*/ 3035 h 269239"/>
                <a:gd name="T68" fmla="*/ 858628 w 1329689"/>
                <a:gd name="T69" fmla="*/ 268535 h 269239"/>
                <a:gd name="T70" fmla="*/ 935730 w 1329689"/>
                <a:gd name="T71" fmla="*/ 3035 h 269239"/>
                <a:gd name="T72" fmla="*/ 1053281 w 1329689"/>
                <a:gd name="T73" fmla="*/ 217888 h 269239"/>
                <a:gd name="T74" fmla="*/ 976179 w 1329689"/>
                <a:gd name="T75" fmla="*/ 3048 h 269239"/>
                <a:gd name="T76" fmla="*/ 1105008 w 1329689"/>
                <a:gd name="T77" fmla="*/ 268726 h 269239"/>
                <a:gd name="T78" fmla="*/ 1329544 w 1329689"/>
                <a:gd name="T79" fmla="*/ 178873 h 269239"/>
                <a:gd name="T80" fmla="*/ 1302582 w 1329689"/>
                <a:gd name="T81" fmla="*/ 136341 h 269239"/>
                <a:gd name="T82" fmla="*/ 1214050 w 1329689"/>
                <a:gd name="T83" fmla="*/ 82169 h 269239"/>
                <a:gd name="T84" fmla="*/ 1208437 w 1329689"/>
                <a:gd name="T85" fmla="*/ 74955 h 269239"/>
                <a:gd name="T86" fmla="*/ 1210698 w 1329689"/>
                <a:gd name="T87" fmla="*/ 58864 h 269239"/>
                <a:gd name="T88" fmla="*/ 1222636 w 1329689"/>
                <a:gd name="T89" fmla="*/ 51358 h 269239"/>
                <a:gd name="T90" fmla="*/ 1317974 w 1329689"/>
                <a:gd name="T91" fmla="*/ 50342 h 269239"/>
                <a:gd name="T92" fmla="*/ 1212679 w 1329689"/>
                <a:gd name="T93" fmla="*/ 2603 h 269239"/>
                <a:gd name="T94" fmla="*/ 1145051 w 1329689"/>
                <a:gd name="T95" fmla="*/ 6045 h 269239"/>
                <a:gd name="T96" fmla="*/ 1129214 w 1329689"/>
                <a:gd name="T97" fmla="*/ 68897 h 269239"/>
                <a:gd name="T98" fmla="*/ 1151236 w 1329689"/>
                <a:gd name="T99" fmla="*/ 129184 h 269239"/>
                <a:gd name="T100" fmla="*/ 1218140 w 1329689"/>
                <a:gd name="T101" fmla="*/ 173006 h 269239"/>
                <a:gd name="T102" fmla="*/ 1245457 w 1329689"/>
                <a:gd name="T103" fmla="*/ 192183 h 269239"/>
                <a:gd name="T104" fmla="*/ 1246702 w 1329689"/>
                <a:gd name="T105" fmla="*/ 200235 h 269239"/>
                <a:gd name="T106" fmla="*/ 1149141 w 1329689"/>
                <a:gd name="T107" fmla="*/ 218015 h 269239"/>
                <a:gd name="T108" fmla="*/ 1250588 w 1329689"/>
                <a:gd name="T109" fmla="*/ 268777 h 269239"/>
                <a:gd name="T110" fmla="*/ 1306011 w 1329689"/>
                <a:gd name="T111" fmla="*/ 261957 h 269239"/>
                <a:gd name="T112" fmla="*/ 1327322 w 1329689"/>
                <a:gd name="T113" fmla="*/ 213722 h 26923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9689" h="269239">
                  <a:moveTo>
                    <a:pt x="195249" y="217881"/>
                  </a:moveTo>
                  <a:lnTo>
                    <a:pt x="77050" y="217881"/>
                  </a:lnTo>
                  <a:lnTo>
                    <a:pt x="77050" y="154381"/>
                  </a:lnTo>
                  <a:lnTo>
                    <a:pt x="167373" y="154381"/>
                  </a:lnTo>
                  <a:lnTo>
                    <a:pt x="167373" y="111201"/>
                  </a:lnTo>
                  <a:lnTo>
                    <a:pt x="77050" y="111201"/>
                  </a:lnTo>
                  <a:lnTo>
                    <a:pt x="77050" y="50241"/>
                  </a:lnTo>
                  <a:lnTo>
                    <a:pt x="193268" y="50241"/>
                  </a:lnTo>
                  <a:lnTo>
                    <a:pt x="193268" y="3251"/>
                  </a:lnTo>
                  <a:lnTo>
                    <a:pt x="0" y="3251"/>
                  </a:lnTo>
                  <a:lnTo>
                    <a:pt x="0" y="50241"/>
                  </a:lnTo>
                  <a:lnTo>
                    <a:pt x="0" y="111201"/>
                  </a:lnTo>
                  <a:lnTo>
                    <a:pt x="0" y="154381"/>
                  </a:lnTo>
                  <a:lnTo>
                    <a:pt x="0" y="217881"/>
                  </a:lnTo>
                  <a:lnTo>
                    <a:pt x="0" y="268681"/>
                  </a:lnTo>
                  <a:lnTo>
                    <a:pt x="195249" y="268681"/>
                  </a:lnTo>
                  <a:lnTo>
                    <a:pt x="195249" y="217881"/>
                  </a:lnTo>
                  <a:close/>
                </a:path>
                <a:path w="1329689" h="269239">
                  <a:moveTo>
                    <a:pt x="543560" y="3048"/>
                  </a:moveTo>
                  <a:lnTo>
                    <a:pt x="537895" y="3048"/>
                  </a:lnTo>
                  <a:lnTo>
                    <a:pt x="466509" y="3048"/>
                  </a:lnTo>
                  <a:lnTo>
                    <a:pt x="395592" y="153123"/>
                  </a:lnTo>
                  <a:lnTo>
                    <a:pt x="322618" y="3048"/>
                  </a:lnTo>
                  <a:lnTo>
                    <a:pt x="232498" y="3048"/>
                  </a:lnTo>
                  <a:lnTo>
                    <a:pt x="232498" y="268643"/>
                  </a:lnTo>
                  <a:lnTo>
                    <a:pt x="283768" y="268643"/>
                  </a:lnTo>
                  <a:lnTo>
                    <a:pt x="283768" y="119786"/>
                  </a:lnTo>
                  <a:lnTo>
                    <a:pt x="357492" y="268643"/>
                  </a:lnTo>
                  <a:lnTo>
                    <a:pt x="395185" y="268643"/>
                  </a:lnTo>
                  <a:lnTo>
                    <a:pt x="466509" y="116293"/>
                  </a:lnTo>
                  <a:lnTo>
                    <a:pt x="466509" y="268643"/>
                  </a:lnTo>
                  <a:lnTo>
                    <a:pt x="543560" y="268643"/>
                  </a:lnTo>
                  <a:lnTo>
                    <a:pt x="543560" y="3048"/>
                  </a:lnTo>
                  <a:close/>
                </a:path>
                <a:path w="1329689" h="269239">
                  <a:moveTo>
                    <a:pt x="826528" y="99898"/>
                  </a:moveTo>
                  <a:lnTo>
                    <a:pt x="818921" y="62191"/>
                  </a:lnTo>
                  <a:lnTo>
                    <a:pt x="810907" y="50317"/>
                  </a:lnTo>
                  <a:lnTo>
                    <a:pt x="798156" y="31407"/>
                  </a:lnTo>
                  <a:lnTo>
                    <a:pt x="767359" y="10655"/>
                  </a:lnTo>
                  <a:lnTo>
                    <a:pt x="746404" y="6438"/>
                  </a:lnTo>
                  <a:lnTo>
                    <a:pt x="746404" y="102311"/>
                  </a:lnTo>
                  <a:lnTo>
                    <a:pt x="742784" y="122542"/>
                  </a:lnTo>
                  <a:lnTo>
                    <a:pt x="732929" y="139065"/>
                  </a:lnTo>
                  <a:lnTo>
                    <a:pt x="718312" y="150215"/>
                  </a:lnTo>
                  <a:lnTo>
                    <a:pt x="700430" y="154292"/>
                  </a:lnTo>
                  <a:lnTo>
                    <a:pt x="664413" y="154292"/>
                  </a:lnTo>
                  <a:lnTo>
                    <a:pt x="662432" y="154076"/>
                  </a:lnTo>
                  <a:lnTo>
                    <a:pt x="662432" y="50558"/>
                  </a:lnTo>
                  <a:lnTo>
                    <a:pt x="663943" y="50317"/>
                  </a:lnTo>
                  <a:lnTo>
                    <a:pt x="700544" y="50317"/>
                  </a:lnTo>
                  <a:lnTo>
                    <a:pt x="718312" y="54381"/>
                  </a:lnTo>
                  <a:lnTo>
                    <a:pt x="732929" y="65532"/>
                  </a:lnTo>
                  <a:lnTo>
                    <a:pt x="742784" y="82067"/>
                  </a:lnTo>
                  <a:lnTo>
                    <a:pt x="746404" y="102311"/>
                  </a:lnTo>
                  <a:lnTo>
                    <a:pt x="746404" y="6438"/>
                  </a:lnTo>
                  <a:lnTo>
                    <a:pt x="729640" y="3048"/>
                  </a:lnTo>
                  <a:lnTo>
                    <a:pt x="585431" y="3048"/>
                  </a:lnTo>
                  <a:lnTo>
                    <a:pt x="585431" y="268617"/>
                  </a:lnTo>
                  <a:lnTo>
                    <a:pt x="662432" y="268617"/>
                  </a:lnTo>
                  <a:lnTo>
                    <a:pt x="662432" y="204876"/>
                  </a:lnTo>
                  <a:lnTo>
                    <a:pt x="691057" y="204876"/>
                  </a:lnTo>
                  <a:lnTo>
                    <a:pt x="691057" y="204292"/>
                  </a:lnTo>
                  <a:lnTo>
                    <a:pt x="729653" y="204292"/>
                  </a:lnTo>
                  <a:lnTo>
                    <a:pt x="767359" y="196684"/>
                  </a:lnTo>
                  <a:lnTo>
                    <a:pt x="798156" y="175920"/>
                  </a:lnTo>
                  <a:lnTo>
                    <a:pt x="812749" y="154292"/>
                  </a:lnTo>
                  <a:lnTo>
                    <a:pt x="818921" y="145148"/>
                  </a:lnTo>
                  <a:lnTo>
                    <a:pt x="826528" y="107467"/>
                  </a:lnTo>
                  <a:lnTo>
                    <a:pt x="826528" y="99898"/>
                  </a:lnTo>
                  <a:close/>
                </a:path>
                <a:path w="1329689" h="269239">
                  <a:moveTo>
                    <a:pt x="935723" y="3035"/>
                  </a:moveTo>
                  <a:lnTo>
                    <a:pt x="858621" y="3035"/>
                  </a:lnTo>
                  <a:lnTo>
                    <a:pt x="858621" y="268528"/>
                  </a:lnTo>
                  <a:lnTo>
                    <a:pt x="935723" y="268528"/>
                  </a:lnTo>
                  <a:lnTo>
                    <a:pt x="935723" y="3035"/>
                  </a:lnTo>
                  <a:close/>
                </a:path>
                <a:path w="1329689" h="269239">
                  <a:moveTo>
                    <a:pt x="1128026" y="217881"/>
                  </a:moveTo>
                  <a:lnTo>
                    <a:pt x="1053274" y="217881"/>
                  </a:lnTo>
                  <a:lnTo>
                    <a:pt x="1053274" y="3048"/>
                  </a:lnTo>
                  <a:lnTo>
                    <a:pt x="976172" y="3048"/>
                  </a:lnTo>
                  <a:lnTo>
                    <a:pt x="976172" y="268643"/>
                  </a:lnTo>
                  <a:lnTo>
                    <a:pt x="1105001" y="268719"/>
                  </a:lnTo>
                  <a:lnTo>
                    <a:pt x="1128026" y="217881"/>
                  </a:lnTo>
                  <a:close/>
                </a:path>
                <a:path w="1329689" h="269239">
                  <a:moveTo>
                    <a:pt x="1329537" y="178866"/>
                  </a:moveTo>
                  <a:lnTo>
                    <a:pt x="1318729" y="153377"/>
                  </a:lnTo>
                  <a:lnTo>
                    <a:pt x="1302575" y="136334"/>
                  </a:lnTo>
                  <a:lnTo>
                    <a:pt x="1288846" y="126733"/>
                  </a:lnTo>
                  <a:lnTo>
                    <a:pt x="1214043" y="82169"/>
                  </a:lnTo>
                  <a:lnTo>
                    <a:pt x="1211351" y="79616"/>
                  </a:lnTo>
                  <a:lnTo>
                    <a:pt x="1208430" y="74955"/>
                  </a:lnTo>
                  <a:lnTo>
                    <a:pt x="1208430" y="66586"/>
                  </a:lnTo>
                  <a:lnTo>
                    <a:pt x="1210691" y="58864"/>
                  </a:lnTo>
                  <a:lnTo>
                    <a:pt x="1216113" y="53987"/>
                  </a:lnTo>
                  <a:lnTo>
                    <a:pt x="1222629" y="51358"/>
                  </a:lnTo>
                  <a:lnTo>
                    <a:pt x="1228140" y="50342"/>
                  </a:lnTo>
                  <a:lnTo>
                    <a:pt x="1317967" y="50342"/>
                  </a:lnTo>
                  <a:lnTo>
                    <a:pt x="1317967" y="2603"/>
                  </a:lnTo>
                  <a:lnTo>
                    <a:pt x="1212672" y="2603"/>
                  </a:lnTo>
                  <a:lnTo>
                    <a:pt x="1168476" y="0"/>
                  </a:lnTo>
                  <a:lnTo>
                    <a:pt x="1145044" y="6045"/>
                  </a:lnTo>
                  <a:lnTo>
                    <a:pt x="1134567" y="26936"/>
                  </a:lnTo>
                  <a:lnTo>
                    <a:pt x="1129207" y="68897"/>
                  </a:lnTo>
                  <a:lnTo>
                    <a:pt x="1131125" y="93878"/>
                  </a:lnTo>
                  <a:lnTo>
                    <a:pt x="1151229" y="129184"/>
                  </a:lnTo>
                  <a:lnTo>
                    <a:pt x="1174089" y="146126"/>
                  </a:lnTo>
                  <a:lnTo>
                    <a:pt x="1218133" y="172999"/>
                  </a:lnTo>
                  <a:lnTo>
                    <a:pt x="1239799" y="186982"/>
                  </a:lnTo>
                  <a:lnTo>
                    <a:pt x="1245450" y="192176"/>
                  </a:lnTo>
                  <a:lnTo>
                    <a:pt x="1247648" y="195973"/>
                  </a:lnTo>
                  <a:lnTo>
                    <a:pt x="1246695" y="200228"/>
                  </a:lnTo>
                  <a:lnTo>
                    <a:pt x="1235989" y="218008"/>
                  </a:lnTo>
                  <a:lnTo>
                    <a:pt x="1149134" y="218008"/>
                  </a:lnTo>
                  <a:lnTo>
                    <a:pt x="1124699" y="268770"/>
                  </a:lnTo>
                  <a:lnTo>
                    <a:pt x="1250581" y="268770"/>
                  </a:lnTo>
                  <a:lnTo>
                    <a:pt x="1286154" y="267957"/>
                  </a:lnTo>
                  <a:lnTo>
                    <a:pt x="1306004" y="261950"/>
                  </a:lnTo>
                  <a:lnTo>
                    <a:pt x="1317320" y="245592"/>
                  </a:lnTo>
                  <a:lnTo>
                    <a:pt x="1327315" y="213715"/>
                  </a:lnTo>
                  <a:lnTo>
                    <a:pt x="1329537" y="178866"/>
                  </a:lnTo>
                  <a:close/>
                </a:path>
              </a:pathLst>
            </a:custGeom>
            <a:solidFill>
              <a:srgbClr val="7170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92" name="object 5">
              <a:extLst>
                <a:ext uri="{FF2B5EF4-FFF2-40B4-BE49-F238E27FC236}">
                  <a16:creationId xmlns="" xmlns:a16="http://schemas.microsoft.com/office/drawing/2014/main" id="{2702419A-9F70-4B8D-AE3D-C4487D6D79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69" y="2268219"/>
              <a:ext cx="1994662" cy="1994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3" name="object 6">
              <a:extLst>
                <a:ext uri="{FF2B5EF4-FFF2-40B4-BE49-F238E27FC236}">
                  <a16:creationId xmlns="" xmlns:a16="http://schemas.microsoft.com/office/drawing/2014/main" id="{6E934156-6203-4B63-9F2F-8DA7F3918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1185" y="2268220"/>
              <a:ext cx="1994535" cy="1994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4" name="object 7">
              <a:extLst>
                <a:ext uri="{FF2B5EF4-FFF2-40B4-BE49-F238E27FC236}">
                  <a16:creationId xmlns="" xmlns:a16="http://schemas.microsoft.com/office/drawing/2014/main" id="{BB64A11A-6871-4ED7-9F0E-657B1F04E3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69" y="4425188"/>
              <a:ext cx="1994662" cy="1994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5" name="object 8">
              <a:extLst>
                <a:ext uri="{FF2B5EF4-FFF2-40B4-BE49-F238E27FC236}">
                  <a16:creationId xmlns="" xmlns:a16="http://schemas.microsoft.com/office/drawing/2014/main" id="{0351ABDB-60B9-4EDB-B6FE-FB9886B8E4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1185" y="4425188"/>
              <a:ext cx="1994535" cy="1994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46" name="object 12">
            <a:extLst>
              <a:ext uri="{FF2B5EF4-FFF2-40B4-BE49-F238E27FC236}">
                <a16:creationId xmlns="" xmlns:a16="http://schemas.microsoft.com/office/drawing/2014/main" id="{0A773D7C-48B4-4D4B-BBE8-A85617520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925" y="7029450"/>
            <a:ext cx="2400300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35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125"/>
              </a:lnSpc>
              <a:spcBef>
                <a:spcPts val="825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эмалей</a:t>
            </a:r>
            <a:endParaRPr lang="ru-RU" altLang="ru-RU" sz="3500">
              <a:latin typeface="Inter Bold" panose="02000803000000020004" pitchFamily="2" charset="0"/>
            </a:endParaRPr>
          </a:p>
          <a:p>
            <a:pPr eaLnBrk="1" hangingPunct="1">
              <a:lnSpc>
                <a:spcPts val="1850"/>
              </a:lnSpc>
              <a:spcBef>
                <a:spcPts val="1038"/>
              </a:spcBef>
            </a:pPr>
            <a:r>
              <a:rPr lang="ru-RU" altLang="ru-RU">
                <a:solidFill>
                  <a:srgbClr val="FFFFFF"/>
                </a:solidFill>
                <a:latin typeface="Inter Regular" panose="02000503000000020004" pitchFamily="2" charset="0"/>
              </a:rPr>
              <a:t>(малотоннажные партии)</a:t>
            </a:r>
            <a:endParaRPr lang="ru-RU" altLang="ru-RU">
              <a:latin typeface="Inter Regular" panose="02000503000000020004" pitchFamily="2" charset="0"/>
            </a:endParaRPr>
          </a:p>
        </p:txBody>
      </p:sp>
      <p:sp>
        <p:nvSpPr>
          <p:cNvPr id="10247" name="object 13">
            <a:extLst>
              <a:ext uri="{FF2B5EF4-FFF2-40B4-BE49-F238E27FC236}">
                <a16:creationId xmlns="" xmlns:a16="http://schemas.microsoft.com/office/drawing/2014/main" id="{0CEEA934-769B-46C9-A603-4B0A63DA7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0563" y="3108325"/>
            <a:ext cx="1606550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293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525"/>
              </a:lnSpc>
              <a:spcBef>
                <a:spcPts val="913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лаков</a:t>
            </a:r>
            <a:endParaRPr lang="ru-RU" altLang="ru-RU" sz="3500">
              <a:latin typeface="Inter Bold" panose="02000803000000020004" pitchFamily="2" charset="0"/>
            </a:endParaRPr>
          </a:p>
        </p:txBody>
      </p:sp>
      <p:sp>
        <p:nvSpPr>
          <p:cNvPr id="10248" name="object 14">
            <a:extLst>
              <a:ext uri="{FF2B5EF4-FFF2-40B4-BE49-F238E27FC236}">
                <a16:creationId xmlns="" xmlns:a16="http://schemas.microsoft.com/office/drawing/2014/main" id="{DA1E6035-9FB7-4EB3-8AC1-762E55AF6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338" y="7069138"/>
            <a:ext cx="274955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293" rIns="0" bIns="0">
            <a:spAutoFit/>
          </a:bodyPr>
          <a:lstStyle>
            <a:lvl1pPr marL="19050" indent="13223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lnSpc>
                <a:spcPts val="3525"/>
              </a:lnSpc>
              <a:spcBef>
                <a:spcPts val="913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водных покрытий</a:t>
            </a:r>
            <a:endParaRPr lang="ru-RU" altLang="ru-RU" sz="3500">
              <a:latin typeface="Inter Bold" panose="02000803000000020004" pitchFamily="2" charset="0"/>
            </a:endParaRPr>
          </a:p>
        </p:txBody>
      </p:sp>
      <p:sp>
        <p:nvSpPr>
          <p:cNvPr id="10249" name="object 15">
            <a:extLst>
              <a:ext uri="{FF2B5EF4-FFF2-40B4-BE49-F238E27FC236}">
                <a16:creationId xmlns="" xmlns:a16="http://schemas.microsoft.com/office/drawing/2014/main" id="{975CE483-3413-4F9C-B226-0518AEA55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5" y="3108325"/>
            <a:ext cx="2366963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354" rIns="0" bIns="0">
            <a:spAutoFit/>
          </a:bodyPr>
          <a:lstStyle>
            <a:lvl1pPr marL="714375" indent="6794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125"/>
              </a:lnSpc>
              <a:spcBef>
                <a:spcPts val="825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Цехэмалей</a:t>
            </a:r>
            <a:endParaRPr lang="ru-RU" altLang="ru-RU" sz="3500">
              <a:latin typeface="Inter Bold" panose="02000803000000020004" pitchFamily="2" charset="0"/>
            </a:endParaRPr>
          </a:p>
          <a:p>
            <a:pPr algn="r" eaLnBrk="1" hangingPunct="1">
              <a:lnSpc>
                <a:spcPts val="2000"/>
              </a:lnSpc>
              <a:spcBef>
                <a:spcPts val="713"/>
              </a:spcBef>
            </a:pPr>
            <a:r>
              <a:rPr lang="ru-RU" altLang="ru-RU">
                <a:solidFill>
                  <a:srgbClr val="FFFFFF"/>
                </a:solidFill>
                <a:latin typeface="Inter Regular" panose="02000503000000020004" pitchFamily="2" charset="0"/>
              </a:rPr>
              <a:t>(крупнотоннажные</a:t>
            </a:r>
            <a:endParaRPr lang="ru-RU" altLang="ru-RU">
              <a:latin typeface="Inter Regular" panose="02000503000000020004" pitchFamily="2" charset="0"/>
            </a:endParaRPr>
          </a:p>
          <a:p>
            <a:pPr algn="r" eaLnBrk="1" hangingPunct="1">
              <a:lnSpc>
                <a:spcPts val="2000"/>
              </a:lnSpc>
            </a:pPr>
            <a:r>
              <a:rPr lang="ru-RU" altLang="ru-RU">
                <a:solidFill>
                  <a:srgbClr val="FFFFFF"/>
                </a:solidFill>
                <a:latin typeface="Inter Regular" panose="02000503000000020004" pitchFamily="2" charset="0"/>
              </a:rPr>
              <a:t>партии)</a:t>
            </a:r>
            <a:endParaRPr lang="ru-RU" altLang="ru-RU">
              <a:latin typeface="Inter Regular" panose="02000503000000020004" pitchFamily="2" charset="0"/>
            </a:endParaRPr>
          </a:p>
        </p:txBody>
      </p:sp>
      <p:sp>
        <p:nvSpPr>
          <p:cNvPr id="10250" name="object 16">
            <a:extLst>
              <a:ext uri="{FF2B5EF4-FFF2-40B4-BE49-F238E27FC236}">
                <a16:creationId xmlns="" xmlns:a16="http://schemas.microsoft.com/office/drawing/2014/main" id="{36F0A2EE-23E0-4190-A7D8-F8080B79BDD2}"/>
              </a:ext>
            </a:extLst>
          </p:cNvPr>
          <p:cNvSpPr>
            <a:spLocks/>
          </p:cNvSpPr>
          <p:nvPr/>
        </p:nvSpPr>
        <p:spPr bwMode="auto">
          <a:xfrm>
            <a:off x="6299200" y="3867150"/>
            <a:ext cx="12700" cy="11113"/>
          </a:xfrm>
          <a:custGeom>
            <a:avLst/>
            <a:gdLst>
              <a:gd name="T0" fmla="*/ 105708 w 7620"/>
              <a:gd name="T1" fmla="*/ 0 h 7619"/>
              <a:gd name="T2" fmla="*/ 42187 w 7620"/>
              <a:gd name="T3" fmla="*/ 14090 h 7619"/>
              <a:gd name="T4" fmla="*/ 0 w 7620"/>
              <a:gd name="T5" fmla="*/ 63131 h 7619"/>
              <a:gd name="T6" fmla="*/ 28575 w 7620"/>
              <a:gd name="T7" fmla="*/ 89718 h 7619"/>
              <a:gd name="T8" fmla="*/ 145603 w 7620"/>
              <a:gd name="T9" fmla="*/ 104343 h 7619"/>
              <a:gd name="T10" fmla="*/ 210047 w 7620"/>
              <a:gd name="T11" fmla="*/ 89541 h 7619"/>
              <a:gd name="T12" fmla="*/ 230453 w 7620"/>
              <a:gd name="T13" fmla="*/ 65635 h 7619"/>
              <a:gd name="T14" fmla="*/ 252222 w 7620"/>
              <a:gd name="T15" fmla="*/ 40485 h 7619"/>
              <a:gd name="T16" fmla="*/ 222742 w 7620"/>
              <a:gd name="T17" fmla="*/ 14617 h 7619"/>
              <a:gd name="T18" fmla="*/ 163750 w 7620"/>
              <a:gd name="T19" fmla="*/ 7138 h 7619"/>
              <a:gd name="T20" fmla="*/ 105708 w 7620"/>
              <a:gd name="T21" fmla="*/ 0 h 761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20" h="7619">
                <a:moveTo>
                  <a:pt x="2959" y="0"/>
                </a:moveTo>
                <a:lnTo>
                  <a:pt x="1181" y="1003"/>
                </a:lnTo>
                <a:lnTo>
                  <a:pt x="0" y="4495"/>
                </a:lnTo>
                <a:lnTo>
                  <a:pt x="800" y="6388"/>
                </a:lnTo>
                <a:lnTo>
                  <a:pt x="4076" y="7429"/>
                </a:lnTo>
                <a:lnTo>
                  <a:pt x="5880" y="6375"/>
                </a:lnTo>
                <a:lnTo>
                  <a:pt x="6451" y="4673"/>
                </a:lnTo>
                <a:lnTo>
                  <a:pt x="7061" y="2882"/>
                </a:lnTo>
                <a:lnTo>
                  <a:pt x="6235" y="1041"/>
                </a:lnTo>
                <a:lnTo>
                  <a:pt x="4584" y="508"/>
                </a:lnTo>
                <a:lnTo>
                  <a:pt x="295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1" name="object 17">
            <a:extLst>
              <a:ext uri="{FF2B5EF4-FFF2-40B4-BE49-F238E27FC236}">
                <a16:creationId xmlns="" xmlns:a16="http://schemas.microsoft.com/office/drawing/2014/main" id="{5D9E549F-E883-43F4-8199-9229EEBDBDA7}"/>
              </a:ext>
            </a:extLst>
          </p:cNvPr>
          <p:cNvSpPr>
            <a:spLocks/>
          </p:cNvSpPr>
          <p:nvPr/>
        </p:nvSpPr>
        <p:spPr bwMode="auto">
          <a:xfrm>
            <a:off x="2566988" y="7505700"/>
            <a:ext cx="6350" cy="4763"/>
          </a:xfrm>
          <a:custGeom>
            <a:avLst/>
            <a:gdLst>
              <a:gd name="T0" fmla="*/ 54437 w 3810"/>
              <a:gd name="T1" fmla="*/ 0 h 3810"/>
              <a:gd name="T2" fmla="*/ 21283 w 3810"/>
              <a:gd name="T3" fmla="*/ 2482 h 3810"/>
              <a:gd name="T4" fmla="*/ 10867 w 3810"/>
              <a:gd name="T5" fmla="*/ 6423 h 3810"/>
              <a:gd name="T6" fmla="*/ 0 w 3810"/>
              <a:gd name="T7" fmla="*/ 10782 h 3810"/>
              <a:gd name="T8" fmla="*/ 16333 w 3810"/>
              <a:gd name="T9" fmla="*/ 15152 h 3810"/>
              <a:gd name="T10" fmla="*/ 45333 w 3810"/>
              <a:gd name="T11" fmla="*/ 16363 h 3810"/>
              <a:gd name="T12" fmla="*/ 74367 w 3810"/>
              <a:gd name="T13" fmla="*/ 17628 h 3810"/>
              <a:gd name="T14" fmla="*/ 105230 w 3810"/>
              <a:gd name="T15" fmla="*/ 15270 h 3810"/>
              <a:gd name="T16" fmla="*/ 116550 w 3810"/>
              <a:gd name="T17" fmla="*/ 10910 h 3810"/>
              <a:gd name="T18" fmla="*/ 126563 w 3810"/>
              <a:gd name="T19" fmla="*/ 6966 h 3810"/>
              <a:gd name="T20" fmla="*/ 112487 w 3810"/>
              <a:gd name="T21" fmla="*/ 2482 h 3810"/>
              <a:gd name="T22" fmla="*/ 83437 w 3810"/>
              <a:gd name="T23" fmla="*/ 1218 h 3810"/>
              <a:gd name="T24" fmla="*/ 54437 w 3810"/>
              <a:gd name="T25" fmla="*/ 0 h 381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10" h="3810">
                <a:moveTo>
                  <a:pt x="1524" y="0"/>
                </a:moveTo>
                <a:lnTo>
                  <a:pt x="596" y="520"/>
                </a:lnTo>
                <a:lnTo>
                  <a:pt x="304" y="1346"/>
                </a:lnTo>
                <a:lnTo>
                  <a:pt x="0" y="2260"/>
                </a:lnTo>
                <a:lnTo>
                  <a:pt x="457" y="3175"/>
                </a:lnTo>
                <a:lnTo>
                  <a:pt x="1269" y="3429"/>
                </a:lnTo>
                <a:lnTo>
                  <a:pt x="2082" y="3695"/>
                </a:lnTo>
                <a:lnTo>
                  <a:pt x="2946" y="3200"/>
                </a:lnTo>
                <a:lnTo>
                  <a:pt x="3263" y="2286"/>
                </a:lnTo>
                <a:lnTo>
                  <a:pt x="3543" y="1460"/>
                </a:lnTo>
                <a:lnTo>
                  <a:pt x="3149" y="520"/>
                </a:lnTo>
                <a:lnTo>
                  <a:pt x="2336" y="254"/>
                </a:lnTo>
                <a:lnTo>
                  <a:pt x="152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2" name="object 18">
            <a:extLst>
              <a:ext uri="{FF2B5EF4-FFF2-40B4-BE49-F238E27FC236}">
                <a16:creationId xmlns="" xmlns:a16="http://schemas.microsoft.com/office/drawing/2014/main" id="{9193D31E-E3B5-425B-91CF-89670A8FDCD8}"/>
              </a:ext>
            </a:extLst>
          </p:cNvPr>
          <p:cNvSpPr>
            <a:spLocks/>
          </p:cNvSpPr>
          <p:nvPr/>
        </p:nvSpPr>
        <p:spPr bwMode="auto">
          <a:xfrm>
            <a:off x="1751013" y="7126288"/>
            <a:ext cx="1587" cy="1587"/>
          </a:xfrm>
          <a:custGeom>
            <a:avLst/>
            <a:gdLst>
              <a:gd name="T0" fmla="*/ 2489 w 1269"/>
              <a:gd name="T1" fmla="*/ 0 h 1270"/>
              <a:gd name="T2" fmla="*/ 974 w 1269"/>
              <a:gd name="T3" fmla="*/ 721 h 1270"/>
              <a:gd name="T4" fmla="*/ 485 w 1269"/>
              <a:gd name="T5" fmla="*/ 2229 h 1270"/>
              <a:gd name="T6" fmla="*/ 0 w 1269"/>
              <a:gd name="T7" fmla="*/ 3565 h 1270"/>
              <a:gd name="T8" fmla="*/ 790 w 1269"/>
              <a:gd name="T9" fmla="*/ 5013 h 1270"/>
              <a:gd name="T10" fmla="*/ 2061 w 1269"/>
              <a:gd name="T11" fmla="*/ 5435 h 1270"/>
              <a:gd name="T12" fmla="*/ 3340 w 1269"/>
              <a:gd name="T13" fmla="*/ 5799 h 1270"/>
              <a:gd name="T14" fmla="*/ 4736 w 1269"/>
              <a:gd name="T15" fmla="*/ 5068 h 1270"/>
              <a:gd name="T16" fmla="*/ 5161 w 1269"/>
              <a:gd name="T17" fmla="*/ 3743 h 1270"/>
              <a:gd name="T18" fmla="*/ 5709 w 1269"/>
              <a:gd name="T19" fmla="*/ 2229 h 1270"/>
              <a:gd name="T20" fmla="*/ 5041 w 1269"/>
              <a:gd name="T21" fmla="*/ 782 h 1270"/>
              <a:gd name="T22" fmla="*/ 3826 w 1269"/>
              <a:gd name="T23" fmla="*/ 417 h 1270"/>
              <a:gd name="T24" fmla="*/ 2489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520" y="0"/>
                </a:moveTo>
                <a:lnTo>
                  <a:pt x="203" y="152"/>
                </a:lnTo>
                <a:lnTo>
                  <a:pt x="101" y="469"/>
                </a:lnTo>
                <a:lnTo>
                  <a:pt x="0" y="749"/>
                </a:lnTo>
                <a:lnTo>
                  <a:pt x="165" y="1054"/>
                </a:lnTo>
                <a:lnTo>
                  <a:pt x="431" y="1143"/>
                </a:lnTo>
                <a:lnTo>
                  <a:pt x="698" y="1219"/>
                </a:lnTo>
                <a:lnTo>
                  <a:pt x="990" y="1066"/>
                </a:lnTo>
                <a:lnTo>
                  <a:pt x="1079" y="787"/>
                </a:lnTo>
                <a:lnTo>
                  <a:pt x="1193" y="469"/>
                </a:lnTo>
                <a:lnTo>
                  <a:pt x="1054" y="165"/>
                </a:lnTo>
                <a:lnTo>
                  <a:pt x="800" y="88"/>
                </a:lnTo>
                <a:lnTo>
                  <a:pt x="520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3" name="object 19">
            <a:extLst>
              <a:ext uri="{FF2B5EF4-FFF2-40B4-BE49-F238E27FC236}">
                <a16:creationId xmlns="" xmlns:a16="http://schemas.microsoft.com/office/drawing/2014/main" id="{EDF4B1B6-2551-44BC-A1B7-2DF1134F08F0}"/>
              </a:ext>
            </a:extLst>
          </p:cNvPr>
          <p:cNvSpPr>
            <a:spLocks/>
          </p:cNvSpPr>
          <p:nvPr/>
        </p:nvSpPr>
        <p:spPr bwMode="auto">
          <a:xfrm>
            <a:off x="6657975" y="3959225"/>
            <a:ext cx="14288" cy="11113"/>
          </a:xfrm>
          <a:custGeom>
            <a:avLst/>
            <a:gdLst>
              <a:gd name="T0" fmla="*/ 96804 w 8889"/>
              <a:gd name="T1" fmla="*/ 0 h 8889"/>
              <a:gd name="T2" fmla="*/ 38370 w 8889"/>
              <a:gd name="T3" fmla="*/ 5515 h 8889"/>
              <a:gd name="T4" fmla="*/ 0 w 8889"/>
              <a:gd name="T5" fmla="*/ 25094 h 8889"/>
              <a:gd name="T6" fmla="*/ 27433 w 8889"/>
              <a:gd name="T7" fmla="*/ 35342 h 8889"/>
              <a:gd name="T8" fmla="*/ 133059 w 8889"/>
              <a:gd name="T9" fmla="*/ 41099 h 8889"/>
              <a:gd name="T10" fmla="*/ 191162 w 8889"/>
              <a:gd name="T11" fmla="*/ 35583 h 8889"/>
              <a:gd name="T12" fmla="*/ 210520 w 8889"/>
              <a:gd name="T13" fmla="*/ 25700 h 8889"/>
              <a:gd name="T14" fmla="*/ 229547 w 8889"/>
              <a:gd name="T15" fmla="*/ 16065 h 8889"/>
              <a:gd name="T16" fmla="*/ 202430 w 8889"/>
              <a:gd name="T17" fmla="*/ 5818 h 8889"/>
              <a:gd name="T18" fmla="*/ 96804 w 8889"/>
              <a:gd name="T19" fmla="*/ 0 h 888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8889" h="8889">
                <a:moveTo>
                  <a:pt x="3492" y="0"/>
                </a:moveTo>
                <a:lnTo>
                  <a:pt x="1384" y="1155"/>
                </a:lnTo>
                <a:lnTo>
                  <a:pt x="0" y="5257"/>
                </a:lnTo>
                <a:lnTo>
                  <a:pt x="990" y="7404"/>
                </a:lnTo>
                <a:lnTo>
                  <a:pt x="4800" y="8610"/>
                </a:lnTo>
                <a:lnTo>
                  <a:pt x="6896" y="7454"/>
                </a:lnTo>
                <a:lnTo>
                  <a:pt x="7594" y="5384"/>
                </a:lnTo>
                <a:lnTo>
                  <a:pt x="8280" y="3365"/>
                </a:lnTo>
                <a:lnTo>
                  <a:pt x="7302" y="1219"/>
                </a:lnTo>
                <a:lnTo>
                  <a:pt x="3492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4" name="object 20">
            <a:extLst>
              <a:ext uri="{FF2B5EF4-FFF2-40B4-BE49-F238E27FC236}">
                <a16:creationId xmlns="" xmlns:a16="http://schemas.microsoft.com/office/drawing/2014/main" id="{C5AEF9B5-81BA-49E2-8491-3FF42482794F}"/>
              </a:ext>
            </a:extLst>
          </p:cNvPr>
          <p:cNvSpPr>
            <a:spLocks/>
          </p:cNvSpPr>
          <p:nvPr/>
        </p:nvSpPr>
        <p:spPr bwMode="auto">
          <a:xfrm>
            <a:off x="6811963" y="4333875"/>
            <a:ext cx="12700" cy="11113"/>
          </a:xfrm>
          <a:custGeom>
            <a:avLst/>
            <a:gdLst>
              <a:gd name="T0" fmla="*/ 106133 w 7620"/>
              <a:gd name="T1" fmla="*/ 0 h 7619"/>
              <a:gd name="T2" fmla="*/ 42187 w 7620"/>
              <a:gd name="T3" fmla="*/ 14252 h 7619"/>
              <a:gd name="T4" fmla="*/ 0 w 7620"/>
              <a:gd name="T5" fmla="*/ 63314 h 7619"/>
              <a:gd name="T6" fmla="*/ 29938 w 7620"/>
              <a:gd name="T7" fmla="*/ 88480 h 7619"/>
              <a:gd name="T8" fmla="*/ 146063 w 7620"/>
              <a:gd name="T9" fmla="*/ 103092 h 7619"/>
              <a:gd name="T10" fmla="*/ 210047 w 7620"/>
              <a:gd name="T11" fmla="*/ 89718 h 7619"/>
              <a:gd name="T12" fmla="*/ 231328 w 7620"/>
              <a:gd name="T13" fmla="*/ 65110 h 7619"/>
              <a:gd name="T14" fmla="*/ 252662 w 7620"/>
              <a:gd name="T15" fmla="*/ 40485 h 7619"/>
              <a:gd name="T16" fmla="*/ 222313 w 7620"/>
              <a:gd name="T17" fmla="*/ 14617 h 7619"/>
              <a:gd name="T18" fmla="*/ 106133 w 7620"/>
              <a:gd name="T19" fmla="*/ 0 h 76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20" h="7619">
                <a:moveTo>
                  <a:pt x="2971" y="0"/>
                </a:moveTo>
                <a:lnTo>
                  <a:pt x="1181" y="1015"/>
                </a:lnTo>
                <a:lnTo>
                  <a:pt x="0" y="4508"/>
                </a:lnTo>
                <a:lnTo>
                  <a:pt x="838" y="6299"/>
                </a:lnTo>
                <a:lnTo>
                  <a:pt x="4089" y="7340"/>
                </a:lnTo>
                <a:lnTo>
                  <a:pt x="5880" y="6388"/>
                </a:lnTo>
                <a:lnTo>
                  <a:pt x="6476" y="4635"/>
                </a:lnTo>
                <a:lnTo>
                  <a:pt x="7073" y="2882"/>
                </a:lnTo>
                <a:lnTo>
                  <a:pt x="6223" y="1041"/>
                </a:lnTo>
                <a:lnTo>
                  <a:pt x="297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5" name="object 21">
            <a:extLst>
              <a:ext uri="{FF2B5EF4-FFF2-40B4-BE49-F238E27FC236}">
                <a16:creationId xmlns="" xmlns:a16="http://schemas.microsoft.com/office/drawing/2014/main" id="{1FE277AA-5C48-406F-BF53-5F9258ED36D3}"/>
              </a:ext>
            </a:extLst>
          </p:cNvPr>
          <p:cNvSpPr>
            <a:spLocks/>
          </p:cNvSpPr>
          <p:nvPr/>
        </p:nvSpPr>
        <p:spPr bwMode="auto">
          <a:xfrm>
            <a:off x="6848475" y="4516438"/>
            <a:ext cx="42863" cy="34925"/>
          </a:xfrm>
          <a:custGeom>
            <a:avLst/>
            <a:gdLst>
              <a:gd name="T0" fmla="*/ 407315 w 25400"/>
              <a:gd name="T1" fmla="*/ 0 h 26035"/>
              <a:gd name="T2" fmla="*/ 161808 w 25400"/>
              <a:gd name="T3" fmla="*/ 27293 h 26035"/>
              <a:gd name="T4" fmla="*/ 0 w 25400"/>
              <a:gd name="T5" fmla="*/ 123199 h 26035"/>
              <a:gd name="T6" fmla="*/ 114805 w 25400"/>
              <a:gd name="T7" fmla="*/ 173530 h 26035"/>
              <a:gd name="T8" fmla="*/ 558270 w 25400"/>
              <a:gd name="T9" fmla="*/ 201922 h 26035"/>
              <a:gd name="T10" fmla="*/ 803735 w 25400"/>
              <a:gd name="T11" fmla="*/ 174632 h 26035"/>
              <a:gd name="T12" fmla="*/ 884414 w 25400"/>
              <a:gd name="T13" fmla="*/ 126872 h 26035"/>
              <a:gd name="T14" fmla="*/ 965600 w 25400"/>
              <a:gd name="T15" fmla="*/ 78725 h 26035"/>
              <a:gd name="T16" fmla="*/ 850771 w 25400"/>
              <a:gd name="T17" fmla="*/ 28393 h 26035"/>
              <a:gd name="T18" fmla="*/ 407315 w 25400"/>
              <a:gd name="T19" fmla="*/ 0 h 2603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400" h="26035">
                <a:moveTo>
                  <a:pt x="10452" y="0"/>
                </a:moveTo>
                <a:lnTo>
                  <a:pt x="4152" y="3492"/>
                </a:lnTo>
                <a:lnTo>
                  <a:pt x="0" y="15760"/>
                </a:lnTo>
                <a:lnTo>
                  <a:pt x="2946" y="22199"/>
                </a:lnTo>
                <a:lnTo>
                  <a:pt x="14325" y="25831"/>
                </a:lnTo>
                <a:lnTo>
                  <a:pt x="20624" y="22339"/>
                </a:lnTo>
                <a:lnTo>
                  <a:pt x="22694" y="16230"/>
                </a:lnTo>
                <a:lnTo>
                  <a:pt x="24777" y="10071"/>
                </a:lnTo>
                <a:lnTo>
                  <a:pt x="21831" y="3632"/>
                </a:lnTo>
                <a:lnTo>
                  <a:pt x="10452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6" name="object 22">
            <a:extLst>
              <a:ext uri="{FF2B5EF4-FFF2-40B4-BE49-F238E27FC236}">
                <a16:creationId xmlns="" xmlns:a16="http://schemas.microsoft.com/office/drawing/2014/main" id="{F8A660E2-05D7-4297-B743-1FF79023DF26}"/>
              </a:ext>
            </a:extLst>
          </p:cNvPr>
          <p:cNvSpPr>
            <a:spLocks/>
          </p:cNvSpPr>
          <p:nvPr/>
        </p:nvSpPr>
        <p:spPr bwMode="auto">
          <a:xfrm>
            <a:off x="2363788" y="7686675"/>
            <a:ext cx="7937" cy="6350"/>
          </a:xfrm>
          <a:custGeom>
            <a:avLst/>
            <a:gdLst>
              <a:gd name="T0" fmla="*/ 45294 w 5080"/>
              <a:gd name="T1" fmla="*/ 0 h 5079"/>
              <a:gd name="T2" fmla="*/ 17896 w 5080"/>
              <a:gd name="T3" fmla="*/ 2969 h 5079"/>
              <a:gd name="T4" fmla="*/ 0 w 5080"/>
              <a:gd name="T5" fmla="*/ 14184 h 5079"/>
              <a:gd name="T6" fmla="*/ 13265 w 5080"/>
              <a:gd name="T7" fmla="*/ 19950 h 5079"/>
              <a:gd name="T8" fmla="*/ 62343 w 5080"/>
              <a:gd name="T9" fmla="*/ 23226 h 5079"/>
              <a:gd name="T10" fmla="*/ 89754 w 5080"/>
              <a:gd name="T11" fmla="*/ 20250 h 5079"/>
              <a:gd name="T12" fmla="*/ 98711 w 5080"/>
              <a:gd name="T13" fmla="*/ 14734 h 5079"/>
              <a:gd name="T14" fmla="*/ 107935 w 5080"/>
              <a:gd name="T15" fmla="*/ 9033 h 5079"/>
              <a:gd name="T16" fmla="*/ 94658 w 5080"/>
              <a:gd name="T17" fmla="*/ 3271 h 5079"/>
              <a:gd name="T18" fmla="*/ 45294 w 5080"/>
              <a:gd name="T19" fmla="*/ 0 h 50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080" h="5079">
                <a:moveTo>
                  <a:pt x="1993" y="0"/>
                </a:moveTo>
                <a:lnTo>
                  <a:pt x="787" y="622"/>
                </a:lnTo>
                <a:lnTo>
                  <a:pt x="0" y="2971"/>
                </a:lnTo>
                <a:lnTo>
                  <a:pt x="584" y="4178"/>
                </a:lnTo>
                <a:lnTo>
                  <a:pt x="2743" y="4864"/>
                </a:lnTo>
                <a:lnTo>
                  <a:pt x="3949" y="4241"/>
                </a:lnTo>
                <a:lnTo>
                  <a:pt x="4343" y="3086"/>
                </a:lnTo>
                <a:lnTo>
                  <a:pt x="4749" y="1892"/>
                </a:lnTo>
                <a:lnTo>
                  <a:pt x="4165" y="685"/>
                </a:lnTo>
                <a:lnTo>
                  <a:pt x="1993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7" name="object 23">
            <a:extLst>
              <a:ext uri="{FF2B5EF4-FFF2-40B4-BE49-F238E27FC236}">
                <a16:creationId xmlns="" xmlns:a16="http://schemas.microsoft.com/office/drawing/2014/main" id="{D44DC73E-90D1-4C2F-9710-CDDA635ABA9A}"/>
              </a:ext>
            </a:extLst>
          </p:cNvPr>
          <p:cNvSpPr>
            <a:spLocks/>
          </p:cNvSpPr>
          <p:nvPr/>
        </p:nvSpPr>
        <p:spPr bwMode="auto">
          <a:xfrm>
            <a:off x="2147888" y="7607300"/>
            <a:ext cx="7937" cy="6350"/>
          </a:xfrm>
          <a:custGeom>
            <a:avLst/>
            <a:gdLst>
              <a:gd name="T0" fmla="*/ 45592 w 5080"/>
              <a:gd name="T1" fmla="*/ 0 h 5079"/>
              <a:gd name="T2" fmla="*/ 18182 w 5080"/>
              <a:gd name="T3" fmla="*/ 3271 h 5079"/>
              <a:gd name="T4" fmla="*/ 0 w 5080"/>
              <a:gd name="T5" fmla="*/ 14489 h 5079"/>
              <a:gd name="T6" fmla="*/ 12682 w 5080"/>
              <a:gd name="T7" fmla="*/ 20434 h 5079"/>
              <a:gd name="T8" fmla="*/ 61748 w 5080"/>
              <a:gd name="T9" fmla="*/ 23705 h 5079"/>
              <a:gd name="T10" fmla="*/ 89462 w 5080"/>
              <a:gd name="T11" fmla="*/ 20434 h 5079"/>
              <a:gd name="T12" fmla="*/ 98413 w 5080"/>
              <a:gd name="T13" fmla="*/ 14977 h 5079"/>
              <a:gd name="T14" fmla="*/ 107653 w 5080"/>
              <a:gd name="T15" fmla="*/ 9277 h 5079"/>
              <a:gd name="T16" fmla="*/ 94658 w 5080"/>
              <a:gd name="T17" fmla="*/ 3271 h 5079"/>
              <a:gd name="T18" fmla="*/ 45592 w 5080"/>
              <a:gd name="T19" fmla="*/ 0 h 50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080" h="5079">
                <a:moveTo>
                  <a:pt x="2006" y="0"/>
                </a:moveTo>
                <a:lnTo>
                  <a:pt x="800" y="685"/>
                </a:lnTo>
                <a:lnTo>
                  <a:pt x="0" y="3035"/>
                </a:lnTo>
                <a:lnTo>
                  <a:pt x="558" y="4279"/>
                </a:lnTo>
                <a:lnTo>
                  <a:pt x="2717" y="4965"/>
                </a:lnTo>
                <a:lnTo>
                  <a:pt x="3936" y="4279"/>
                </a:lnTo>
                <a:lnTo>
                  <a:pt x="4330" y="3136"/>
                </a:lnTo>
                <a:lnTo>
                  <a:pt x="4737" y="1943"/>
                </a:lnTo>
                <a:lnTo>
                  <a:pt x="4165" y="685"/>
                </a:lnTo>
                <a:lnTo>
                  <a:pt x="2006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8" name="object 24">
            <a:extLst>
              <a:ext uri="{FF2B5EF4-FFF2-40B4-BE49-F238E27FC236}">
                <a16:creationId xmlns="" xmlns:a16="http://schemas.microsoft.com/office/drawing/2014/main" id="{E514F39A-4D4E-4109-85A5-917BF7E25658}"/>
              </a:ext>
            </a:extLst>
          </p:cNvPr>
          <p:cNvSpPr>
            <a:spLocks/>
          </p:cNvSpPr>
          <p:nvPr/>
        </p:nvSpPr>
        <p:spPr bwMode="auto">
          <a:xfrm>
            <a:off x="1939925" y="7515225"/>
            <a:ext cx="7938" cy="4763"/>
          </a:xfrm>
          <a:custGeom>
            <a:avLst/>
            <a:gdLst>
              <a:gd name="T0" fmla="*/ 257984 w 3809"/>
              <a:gd name="T1" fmla="*/ 0 h 3810"/>
              <a:gd name="T2" fmla="*/ 101725 w 3809"/>
              <a:gd name="T3" fmla="*/ 2236 h 3810"/>
              <a:gd name="T4" fmla="*/ 51925 w 3809"/>
              <a:gd name="T5" fmla="*/ 6423 h 3810"/>
              <a:gd name="T6" fmla="*/ 0 w 3809"/>
              <a:gd name="T7" fmla="*/ 10605 h 3810"/>
              <a:gd name="T8" fmla="*/ 75796 w 3809"/>
              <a:gd name="T9" fmla="*/ 15152 h 3810"/>
              <a:gd name="T10" fmla="*/ 214637 w 3809"/>
              <a:gd name="T11" fmla="*/ 16363 h 3810"/>
              <a:gd name="T12" fmla="*/ 353390 w 3809"/>
              <a:gd name="T13" fmla="*/ 17628 h 3810"/>
              <a:gd name="T14" fmla="*/ 505212 w 3809"/>
              <a:gd name="T15" fmla="*/ 15089 h 3810"/>
              <a:gd name="T16" fmla="*/ 555014 w 3809"/>
              <a:gd name="T17" fmla="*/ 10910 h 3810"/>
              <a:gd name="T18" fmla="*/ 604903 w 3809"/>
              <a:gd name="T19" fmla="*/ 6721 h 3810"/>
              <a:gd name="T20" fmla="*/ 535353 w 3809"/>
              <a:gd name="T21" fmla="*/ 2482 h 3810"/>
              <a:gd name="T22" fmla="*/ 396756 w 3809"/>
              <a:gd name="T23" fmla="*/ 1218 h 3810"/>
              <a:gd name="T24" fmla="*/ 257984 w 3809"/>
              <a:gd name="T25" fmla="*/ 0 h 381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09" h="3810">
                <a:moveTo>
                  <a:pt x="1511" y="0"/>
                </a:moveTo>
                <a:lnTo>
                  <a:pt x="596" y="469"/>
                </a:lnTo>
                <a:lnTo>
                  <a:pt x="304" y="1346"/>
                </a:lnTo>
                <a:lnTo>
                  <a:pt x="0" y="2222"/>
                </a:lnTo>
                <a:lnTo>
                  <a:pt x="444" y="3175"/>
                </a:lnTo>
                <a:lnTo>
                  <a:pt x="1257" y="3429"/>
                </a:lnTo>
                <a:lnTo>
                  <a:pt x="2070" y="3695"/>
                </a:lnTo>
                <a:lnTo>
                  <a:pt x="2959" y="3162"/>
                </a:lnTo>
                <a:lnTo>
                  <a:pt x="3251" y="2286"/>
                </a:lnTo>
                <a:lnTo>
                  <a:pt x="3543" y="1409"/>
                </a:lnTo>
                <a:lnTo>
                  <a:pt x="3136" y="520"/>
                </a:lnTo>
                <a:lnTo>
                  <a:pt x="2324" y="254"/>
                </a:lnTo>
                <a:lnTo>
                  <a:pt x="151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9" name="object 25">
            <a:extLst>
              <a:ext uri="{FF2B5EF4-FFF2-40B4-BE49-F238E27FC236}">
                <a16:creationId xmlns="" xmlns:a16="http://schemas.microsoft.com/office/drawing/2014/main" id="{5985029A-F698-4FCE-9AC9-860B7AEC9D6D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0" name="object 26">
            <a:extLst>
              <a:ext uri="{FF2B5EF4-FFF2-40B4-BE49-F238E27FC236}">
                <a16:creationId xmlns="" xmlns:a16="http://schemas.microsoft.com/office/drawing/2014/main" id="{46AB877F-F47E-471D-8AB1-C499E2B82DAE}"/>
              </a:ext>
            </a:extLst>
          </p:cNvPr>
          <p:cNvSpPr>
            <a:spLocks/>
          </p:cNvSpPr>
          <p:nvPr/>
        </p:nvSpPr>
        <p:spPr bwMode="auto">
          <a:xfrm>
            <a:off x="6913563" y="3875088"/>
            <a:ext cx="12700" cy="9525"/>
          </a:xfrm>
          <a:custGeom>
            <a:avLst/>
            <a:gdLst>
              <a:gd name="T0" fmla="*/ 106133 w 7620"/>
              <a:gd name="T1" fmla="*/ 0 h 7619"/>
              <a:gd name="T2" fmla="*/ 42187 w 7620"/>
              <a:gd name="T3" fmla="*/ 4787 h 7619"/>
              <a:gd name="T4" fmla="*/ 0 w 7620"/>
              <a:gd name="T5" fmla="*/ 21518 h 7619"/>
              <a:gd name="T6" fmla="*/ 29478 w 7620"/>
              <a:gd name="T7" fmla="*/ 30309 h 7619"/>
              <a:gd name="T8" fmla="*/ 145603 w 7620"/>
              <a:gd name="T9" fmla="*/ 35217 h 7619"/>
              <a:gd name="T10" fmla="*/ 210047 w 7620"/>
              <a:gd name="T11" fmla="*/ 30490 h 7619"/>
              <a:gd name="T12" fmla="*/ 231328 w 7620"/>
              <a:gd name="T13" fmla="*/ 22124 h 7619"/>
              <a:gd name="T14" fmla="*/ 252662 w 7620"/>
              <a:gd name="T15" fmla="*/ 13756 h 7619"/>
              <a:gd name="T16" fmla="*/ 222313 w 7620"/>
              <a:gd name="T17" fmla="*/ 4967 h 7619"/>
              <a:gd name="T18" fmla="*/ 106133 w 7620"/>
              <a:gd name="T19" fmla="*/ 0 h 76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20" h="7619">
                <a:moveTo>
                  <a:pt x="2971" y="0"/>
                </a:moveTo>
                <a:lnTo>
                  <a:pt x="1181" y="1003"/>
                </a:lnTo>
                <a:lnTo>
                  <a:pt x="0" y="4508"/>
                </a:lnTo>
                <a:lnTo>
                  <a:pt x="825" y="6350"/>
                </a:lnTo>
                <a:lnTo>
                  <a:pt x="4076" y="7378"/>
                </a:lnTo>
                <a:lnTo>
                  <a:pt x="5880" y="6388"/>
                </a:lnTo>
                <a:lnTo>
                  <a:pt x="6476" y="4635"/>
                </a:lnTo>
                <a:lnTo>
                  <a:pt x="7073" y="2882"/>
                </a:lnTo>
                <a:lnTo>
                  <a:pt x="6223" y="1041"/>
                </a:lnTo>
                <a:lnTo>
                  <a:pt x="297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1" name="object 27">
            <a:extLst>
              <a:ext uri="{FF2B5EF4-FFF2-40B4-BE49-F238E27FC236}">
                <a16:creationId xmlns="" xmlns:a16="http://schemas.microsoft.com/office/drawing/2014/main" id="{838AE12E-4306-42DC-932F-B7E25504B9A4}"/>
              </a:ext>
            </a:extLst>
          </p:cNvPr>
          <p:cNvSpPr>
            <a:spLocks/>
          </p:cNvSpPr>
          <p:nvPr/>
        </p:nvSpPr>
        <p:spPr bwMode="auto">
          <a:xfrm>
            <a:off x="2606675" y="7991475"/>
            <a:ext cx="12700" cy="11113"/>
          </a:xfrm>
          <a:custGeom>
            <a:avLst/>
            <a:gdLst>
              <a:gd name="T0" fmla="*/ 105342 w 7619"/>
              <a:gd name="T1" fmla="*/ 0 h 7620"/>
              <a:gd name="T2" fmla="*/ 42239 w 7619"/>
              <a:gd name="T3" fmla="*/ 14259 h 7620"/>
              <a:gd name="T4" fmla="*/ 21299 w 7619"/>
              <a:gd name="T5" fmla="*/ 38846 h 7620"/>
              <a:gd name="T6" fmla="*/ 0 w 7619"/>
              <a:gd name="T7" fmla="*/ 63257 h 7620"/>
              <a:gd name="T8" fmla="*/ 28619 w 7619"/>
              <a:gd name="T9" fmla="*/ 89105 h 7620"/>
              <a:gd name="T10" fmla="*/ 145732 w 7619"/>
              <a:gd name="T11" fmla="*/ 103713 h 7620"/>
              <a:gd name="T12" fmla="*/ 209786 w 7619"/>
              <a:gd name="T13" fmla="*/ 89635 h 7620"/>
              <a:gd name="T14" fmla="*/ 230655 w 7619"/>
              <a:gd name="T15" fmla="*/ 65043 h 7620"/>
              <a:gd name="T16" fmla="*/ 251551 w 7619"/>
              <a:gd name="T17" fmla="*/ 40443 h 7620"/>
              <a:gd name="T18" fmla="*/ 222509 w 7619"/>
              <a:gd name="T19" fmla="*/ 14607 h 7620"/>
              <a:gd name="T20" fmla="*/ 10534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46" y="0"/>
                </a:moveTo>
                <a:lnTo>
                  <a:pt x="1181" y="1016"/>
                </a:lnTo>
                <a:lnTo>
                  <a:pt x="596" y="2768"/>
                </a:lnTo>
                <a:lnTo>
                  <a:pt x="0" y="4508"/>
                </a:lnTo>
                <a:lnTo>
                  <a:pt x="800" y="6350"/>
                </a:lnTo>
                <a:lnTo>
                  <a:pt x="4076" y="7391"/>
                </a:lnTo>
                <a:lnTo>
                  <a:pt x="5867" y="6388"/>
                </a:lnTo>
                <a:lnTo>
                  <a:pt x="6451" y="4635"/>
                </a:lnTo>
                <a:lnTo>
                  <a:pt x="7035" y="2882"/>
                </a:lnTo>
                <a:lnTo>
                  <a:pt x="6223" y="1041"/>
                </a:lnTo>
                <a:lnTo>
                  <a:pt x="2946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2" name="object 28">
            <a:extLst>
              <a:ext uri="{FF2B5EF4-FFF2-40B4-BE49-F238E27FC236}">
                <a16:creationId xmlns="" xmlns:a16="http://schemas.microsoft.com/office/drawing/2014/main" id="{0058A7BD-918C-498A-B857-8323C3D9FFF3}"/>
              </a:ext>
            </a:extLst>
          </p:cNvPr>
          <p:cNvSpPr>
            <a:spLocks/>
          </p:cNvSpPr>
          <p:nvPr/>
        </p:nvSpPr>
        <p:spPr bwMode="auto">
          <a:xfrm>
            <a:off x="1741488" y="7683500"/>
            <a:ext cx="12700" cy="11113"/>
          </a:xfrm>
          <a:custGeom>
            <a:avLst/>
            <a:gdLst>
              <a:gd name="T0" fmla="*/ 107172 w 7619"/>
              <a:gd name="T1" fmla="*/ 0 h 7620"/>
              <a:gd name="T2" fmla="*/ 42239 w 7619"/>
              <a:gd name="T3" fmla="*/ 14081 h 7620"/>
              <a:gd name="T4" fmla="*/ 21299 w 7619"/>
              <a:gd name="T5" fmla="*/ 38659 h 7620"/>
              <a:gd name="T6" fmla="*/ 0 w 7619"/>
              <a:gd name="T7" fmla="*/ 63080 h 7620"/>
              <a:gd name="T8" fmla="*/ 30397 w 7619"/>
              <a:gd name="T9" fmla="*/ 89105 h 7620"/>
              <a:gd name="T10" fmla="*/ 146674 w 7619"/>
              <a:gd name="T11" fmla="*/ 103526 h 7620"/>
              <a:gd name="T12" fmla="*/ 211606 w 7619"/>
              <a:gd name="T13" fmla="*/ 89635 h 7620"/>
              <a:gd name="T14" fmla="*/ 232486 w 7619"/>
              <a:gd name="T15" fmla="*/ 65043 h 7620"/>
              <a:gd name="T16" fmla="*/ 253370 w 7619"/>
              <a:gd name="T17" fmla="*/ 40443 h 7620"/>
              <a:gd name="T18" fmla="*/ 223411 w 7619"/>
              <a:gd name="T19" fmla="*/ 14607 h 7620"/>
              <a:gd name="T20" fmla="*/ 10717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97" y="0"/>
                </a:moveTo>
                <a:lnTo>
                  <a:pt x="1181" y="1003"/>
                </a:lnTo>
                <a:lnTo>
                  <a:pt x="596" y="2755"/>
                </a:lnTo>
                <a:lnTo>
                  <a:pt x="0" y="4495"/>
                </a:lnTo>
                <a:lnTo>
                  <a:pt x="850" y="6350"/>
                </a:lnTo>
                <a:lnTo>
                  <a:pt x="4102" y="7378"/>
                </a:lnTo>
                <a:lnTo>
                  <a:pt x="5918" y="6388"/>
                </a:lnTo>
                <a:lnTo>
                  <a:pt x="6502" y="4635"/>
                </a:lnTo>
                <a:lnTo>
                  <a:pt x="7086" y="2882"/>
                </a:lnTo>
                <a:lnTo>
                  <a:pt x="6248" y="1041"/>
                </a:lnTo>
                <a:lnTo>
                  <a:pt x="299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3" name="object 29">
            <a:extLst>
              <a:ext uri="{FF2B5EF4-FFF2-40B4-BE49-F238E27FC236}">
                <a16:creationId xmlns="" xmlns:a16="http://schemas.microsoft.com/office/drawing/2014/main" id="{CE9EF593-F705-4ED6-8502-DED69E718DCE}"/>
              </a:ext>
            </a:extLst>
          </p:cNvPr>
          <p:cNvSpPr>
            <a:spLocks/>
          </p:cNvSpPr>
          <p:nvPr/>
        </p:nvSpPr>
        <p:spPr bwMode="auto">
          <a:xfrm>
            <a:off x="7062788" y="3605213"/>
            <a:ext cx="28575" cy="22225"/>
          </a:xfrm>
          <a:custGeom>
            <a:avLst/>
            <a:gdLst>
              <a:gd name="T0" fmla="*/ 395730 w 15875"/>
              <a:gd name="T1" fmla="*/ 0 h 16510"/>
              <a:gd name="T2" fmla="*/ 157043 w 15875"/>
              <a:gd name="T3" fmla="*/ 16983 h 16510"/>
              <a:gd name="T4" fmla="*/ 0 w 15875"/>
              <a:gd name="T5" fmla="*/ 77718 h 16510"/>
              <a:gd name="T6" fmla="*/ 111902 w 15875"/>
              <a:gd name="T7" fmla="*/ 109767 h 16510"/>
              <a:gd name="T8" fmla="*/ 544198 w 15875"/>
              <a:gd name="T9" fmla="*/ 127781 h 16510"/>
              <a:gd name="T10" fmla="*/ 783720 w 15875"/>
              <a:gd name="T11" fmla="*/ 110480 h 16510"/>
              <a:gd name="T12" fmla="*/ 861458 w 15875"/>
              <a:gd name="T13" fmla="*/ 80264 h 16510"/>
              <a:gd name="T14" fmla="*/ 940743 w 15875"/>
              <a:gd name="T15" fmla="*/ 49642 h 16510"/>
              <a:gd name="T16" fmla="*/ 828027 w 15875"/>
              <a:gd name="T17" fmla="*/ 18103 h 16510"/>
              <a:gd name="T18" fmla="*/ 395730 w 15875"/>
              <a:gd name="T19" fmla="*/ 0 h 165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75" h="16510">
                <a:moveTo>
                  <a:pt x="6464" y="0"/>
                </a:moveTo>
                <a:lnTo>
                  <a:pt x="2565" y="2120"/>
                </a:lnTo>
                <a:lnTo>
                  <a:pt x="0" y="9702"/>
                </a:lnTo>
                <a:lnTo>
                  <a:pt x="1828" y="13703"/>
                </a:lnTo>
                <a:lnTo>
                  <a:pt x="8889" y="15951"/>
                </a:lnTo>
                <a:lnTo>
                  <a:pt x="12801" y="13792"/>
                </a:lnTo>
                <a:lnTo>
                  <a:pt x="14071" y="10020"/>
                </a:lnTo>
                <a:lnTo>
                  <a:pt x="15366" y="6197"/>
                </a:lnTo>
                <a:lnTo>
                  <a:pt x="13525" y="2260"/>
                </a:lnTo>
                <a:lnTo>
                  <a:pt x="646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4" name="object 30">
            <a:extLst>
              <a:ext uri="{FF2B5EF4-FFF2-40B4-BE49-F238E27FC236}">
                <a16:creationId xmlns="" xmlns:a16="http://schemas.microsoft.com/office/drawing/2014/main" id="{C2DF814A-12C7-4486-8973-51C1FECEA993}"/>
              </a:ext>
            </a:extLst>
          </p:cNvPr>
          <p:cNvSpPr>
            <a:spLocks/>
          </p:cNvSpPr>
          <p:nvPr/>
        </p:nvSpPr>
        <p:spPr bwMode="auto">
          <a:xfrm>
            <a:off x="7156450" y="3779838"/>
            <a:ext cx="38100" cy="30162"/>
          </a:xfrm>
          <a:custGeom>
            <a:avLst/>
            <a:gdLst>
              <a:gd name="T0" fmla="*/ 478642 w 21589"/>
              <a:gd name="T1" fmla="*/ 0 h 22225"/>
              <a:gd name="T2" fmla="*/ 189538 w 21589"/>
              <a:gd name="T3" fmla="*/ 25513 h 22225"/>
              <a:gd name="T4" fmla="*/ 0 w 21589"/>
              <a:gd name="T5" fmla="*/ 114783 h 22225"/>
              <a:gd name="T6" fmla="*/ 136069 w 21589"/>
              <a:gd name="T7" fmla="*/ 161415 h 22225"/>
              <a:gd name="T8" fmla="*/ 656077 w 21589"/>
              <a:gd name="T9" fmla="*/ 187787 h 22225"/>
              <a:gd name="T10" fmla="*/ 943185 w 21589"/>
              <a:gd name="T11" fmla="*/ 162588 h 22225"/>
              <a:gd name="T12" fmla="*/ 1038625 w 21589"/>
              <a:gd name="T13" fmla="*/ 117793 h 22225"/>
              <a:gd name="T14" fmla="*/ 1132762 w 21589"/>
              <a:gd name="T15" fmla="*/ 73321 h 22225"/>
              <a:gd name="T16" fmla="*/ 999385 w 21589"/>
              <a:gd name="T17" fmla="*/ 26378 h 22225"/>
              <a:gd name="T18" fmla="*/ 478642 w 21589"/>
              <a:gd name="T19" fmla="*/ 0 h 222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89" h="22225">
                <a:moveTo>
                  <a:pt x="8978" y="0"/>
                </a:moveTo>
                <a:lnTo>
                  <a:pt x="3555" y="3009"/>
                </a:lnTo>
                <a:lnTo>
                  <a:pt x="0" y="13538"/>
                </a:lnTo>
                <a:lnTo>
                  <a:pt x="2552" y="19037"/>
                </a:lnTo>
                <a:lnTo>
                  <a:pt x="12306" y="22148"/>
                </a:lnTo>
                <a:lnTo>
                  <a:pt x="17691" y="19176"/>
                </a:lnTo>
                <a:lnTo>
                  <a:pt x="19481" y="13893"/>
                </a:lnTo>
                <a:lnTo>
                  <a:pt x="21247" y="8648"/>
                </a:lnTo>
                <a:lnTo>
                  <a:pt x="18745" y="3111"/>
                </a:lnTo>
                <a:lnTo>
                  <a:pt x="8978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5" name="object 31">
            <a:extLst>
              <a:ext uri="{FF2B5EF4-FFF2-40B4-BE49-F238E27FC236}">
                <a16:creationId xmlns="" xmlns:a16="http://schemas.microsoft.com/office/drawing/2014/main" id="{05EC8827-F645-413A-9766-ED79902DE33B}"/>
              </a:ext>
            </a:extLst>
          </p:cNvPr>
          <p:cNvSpPr>
            <a:spLocks/>
          </p:cNvSpPr>
          <p:nvPr/>
        </p:nvSpPr>
        <p:spPr bwMode="auto">
          <a:xfrm>
            <a:off x="7246938" y="3968750"/>
            <a:ext cx="26987" cy="23813"/>
          </a:xfrm>
          <a:custGeom>
            <a:avLst/>
            <a:gdLst>
              <a:gd name="T0" fmla="*/ 264668 w 15875"/>
              <a:gd name="T1" fmla="*/ 0 h 16510"/>
              <a:gd name="T2" fmla="*/ 105230 w 15875"/>
              <a:gd name="T3" fmla="*/ 27533 h 16510"/>
              <a:gd name="T4" fmla="*/ 0 w 15875"/>
              <a:gd name="T5" fmla="*/ 125990 h 16510"/>
              <a:gd name="T6" fmla="*/ 75021 w 15875"/>
              <a:gd name="T7" fmla="*/ 177777 h 16510"/>
              <a:gd name="T8" fmla="*/ 363690 w 15875"/>
              <a:gd name="T9" fmla="*/ 206963 h 16510"/>
              <a:gd name="T10" fmla="*/ 524189 w 15875"/>
              <a:gd name="T11" fmla="*/ 178932 h 16510"/>
              <a:gd name="T12" fmla="*/ 576294 w 15875"/>
              <a:gd name="T13" fmla="*/ 129942 h 16510"/>
              <a:gd name="T14" fmla="*/ 629410 w 15875"/>
              <a:gd name="T15" fmla="*/ 80475 h 16510"/>
              <a:gd name="T16" fmla="*/ 553894 w 15875"/>
              <a:gd name="T17" fmla="*/ 29183 h 16510"/>
              <a:gd name="T18" fmla="*/ 264668 w 15875"/>
              <a:gd name="T19" fmla="*/ 0 h 165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75" h="16510">
                <a:moveTo>
                  <a:pt x="6451" y="0"/>
                </a:moveTo>
                <a:lnTo>
                  <a:pt x="2565" y="2120"/>
                </a:lnTo>
                <a:lnTo>
                  <a:pt x="0" y="9702"/>
                </a:lnTo>
                <a:lnTo>
                  <a:pt x="1828" y="13690"/>
                </a:lnTo>
                <a:lnTo>
                  <a:pt x="8864" y="15938"/>
                </a:lnTo>
                <a:lnTo>
                  <a:pt x="12776" y="13779"/>
                </a:lnTo>
                <a:lnTo>
                  <a:pt x="14046" y="10007"/>
                </a:lnTo>
                <a:lnTo>
                  <a:pt x="15341" y="6197"/>
                </a:lnTo>
                <a:lnTo>
                  <a:pt x="13500" y="2247"/>
                </a:lnTo>
                <a:lnTo>
                  <a:pt x="645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6" name="object 32">
            <a:extLst>
              <a:ext uri="{FF2B5EF4-FFF2-40B4-BE49-F238E27FC236}">
                <a16:creationId xmlns="" xmlns:a16="http://schemas.microsoft.com/office/drawing/2014/main" id="{CFC050A1-DB22-47CF-88EC-2D9B6FB48AE1}"/>
              </a:ext>
            </a:extLst>
          </p:cNvPr>
          <p:cNvSpPr>
            <a:spLocks/>
          </p:cNvSpPr>
          <p:nvPr/>
        </p:nvSpPr>
        <p:spPr bwMode="auto">
          <a:xfrm>
            <a:off x="7354888" y="4340225"/>
            <a:ext cx="58737" cy="49213"/>
          </a:xfrm>
          <a:custGeom>
            <a:avLst/>
            <a:gdLst>
              <a:gd name="T0" fmla="*/ 623857 w 34289"/>
              <a:gd name="T1" fmla="*/ 0 h 36195"/>
              <a:gd name="T2" fmla="*/ 247311 w 34289"/>
              <a:gd name="T3" fmla="*/ 41346 h 36195"/>
              <a:gd name="T4" fmla="*/ 0 w 34289"/>
              <a:gd name="T5" fmla="*/ 186664 h 36195"/>
              <a:gd name="T6" fmla="*/ 175844 w 34289"/>
              <a:gd name="T7" fmla="*/ 262925 h 36195"/>
              <a:gd name="T8" fmla="*/ 857491 w 34289"/>
              <a:gd name="T9" fmla="*/ 306135 h 36195"/>
              <a:gd name="T10" fmla="*/ 1233419 w 34289"/>
              <a:gd name="T11" fmla="*/ 264781 h 36195"/>
              <a:gd name="T12" fmla="*/ 1357125 w 34289"/>
              <a:gd name="T13" fmla="*/ 192120 h 36195"/>
              <a:gd name="T14" fmla="*/ 1480788 w 34289"/>
              <a:gd name="T15" fmla="*/ 119456 h 36195"/>
              <a:gd name="T16" fmla="*/ 1305428 w 34289"/>
              <a:gd name="T17" fmla="*/ 43090 h 36195"/>
              <a:gd name="T18" fmla="*/ 623857 w 34289"/>
              <a:gd name="T19" fmla="*/ 0 h 3619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4289" h="36195">
                <a:moveTo>
                  <a:pt x="14414" y="0"/>
                </a:moveTo>
                <a:lnTo>
                  <a:pt x="5714" y="4813"/>
                </a:lnTo>
                <a:lnTo>
                  <a:pt x="0" y="21729"/>
                </a:lnTo>
                <a:lnTo>
                  <a:pt x="4063" y="30607"/>
                </a:lnTo>
                <a:lnTo>
                  <a:pt x="19812" y="35636"/>
                </a:lnTo>
                <a:lnTo>
                  <a:pt x="28498" y="30822"/>
                </a:lnTo>
                <a:lnTo>
                  <a:pt x="31356" y="22364"/>
                </a:lnTo>
                <a:lnTo>
                  <a:pt x="34213" y="13906"/>
                </a:lnTo>
                <a:lnTo>
                  <a:pt x="30162" y="5016"/>
                </a:lnTo>
                <a:lnTo>
                  <a:pt x="1441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7" name="object 33">
            <a:extLst>
              <a:ext uri="{FF2B5EF4-FFF2-40B4-BE49-F238E27FC236}">
                <a16:creationId xmlns="" xmlns:a16="http://schemas.microsoft.com/office/drawing/2014/main" id="{0FF15437-9A6A-4BBD-BC59-D481FF3488CF}"/>
              </a:ext>
            </a:extLst>
          </p:cNvPr>
          <p:cNvSpPr>
            <a:spLocks/>
          </p:cNvSpPr>
          <p:nvPr/>
        </p:nvSpPr>
        <p:spPr bwMode="auto">
          <a:xfrm>
            <a:off x="7388225" y="4530725"/>
            <a:ext cx="71438" cy="60325"/>
          </a:xfrm>
          <a:custGeom>
            <a:avLst/>
            <a:gdLst>
              <a:gd name="T0" fmla="*/ 828642 w 41910"/>
              <a:gd name="T1" fmla="*/ 0 h 43814"/>
              <a:gd name="T2" fmla="*/ 503518 w 41910"/>
              <a:gd name="T3" fmla="*/ 23667 h 43814"/>
              <a:gd name="T4" fmla="*/ 232629 w 41910"/>
              <a:gd name="T5" fmla="*/ 73974 h 43814"/>
              <a:gd name="T6" fmla="*/ 51849 w 41910"/>
              <a:gd name="T7" fmla="*/ 146522 h 43814"/>
              <a:gd name="T8" fmla="*/ 0 w 41910"/>
              <a:gd name="T9" fmla="*/ 228319 h 43814"/>
              <a:gd name="T10" fmla="*/ 80985 w 41910"/>
              <a:gd name="T11" fmla="*/ 303967 h 43814"/>
              <a:gd name="T12" fmla="*/ 278153 w 41910"/>
              <a:gd name="T13" fmla="*/ 365197 h 43814"/>
              <a:gd name="T14" fmla="*/ 574850 w 41910"/>
              <a:gd name="T15" fmla="*/ 403700 h 43814"/>
              <a:gd name="T16" fmla="*/ 918526 w 41910"/>
              <a:gd name="T17" fmla="*/ 411033 h 43814"/>
              <a:gd name="T18" fmla="*/ 1243867 w 41910"/>
              <a:gd name="T19" fmla="*/ 387201 h 43814"/>
              <a:gd name="T20" fmla="*/ 1514898 w 41910"/>
              <a:gd name="T21" fmla="*/ 336770 h 43814"/>
              <a:gd name="T22" fmla="*/ 1695781 w 41910"/>
              <a:gd name="T23" fmla="*/ 264212 h 43814"/>
              <a:gd name="T24" fmla="*/ 1747497 w 41910"/>
              <a:gd name="T25" fmla="*/ 182494 h 43814"/>
              <a:gd name="T26" fmla="*/ 1666171 w 41910"/>
              <a:gd name="T27" fmla="*/ 106983 h 43814"/>
              <a:gd name="T28" fmla="*/ 1468793 w 41910"/>
              <a:gd name="T29" fmla="*/ 45898 h 43814"/>
              <a:gd name="T30" fmla="*/ 1172239 w 41910"/>
              <a:gd name="T31" fmla="*/ 7381 h 43814"/>
              <a:gd name="T32" fmla="*/ 828642 w 41910"/>
              <a:gd name="T33" fmla="*/ 0 h 43814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1910" h="43814">
                <a:moveTo>
                  <a:pt x="19819" y="0"/>
                </a:moveTo>
                <a:lnTo>
                  <a:pt x="12043" y="2523"/>
                </a:lnTo>
                <a:lnTo>
                  <a:pt x="5564" y="7887"/>
                </a:lnTo>
                <a:lnTo>
                  <a:pt x="1240" y="15621"/>
                </a:lnTo>
                <a:lnTo>
                  <a:pt x="0" y="24342"/>
                </a:lnTo>
                <a:lnTo>
                  <a:pt x="1937" y="32407"/>
                </a:lnTo>
                <a:lnTo>
                  <a:pt x="6653" y="38935"/>
                </a:lnTo>
                <a:lnTo>
                  <a:pt x="13749" y="43040"/>
                </a:lnTo>
                <a:lnTo>
                  <a:pt x="21969" y="43821"/>
                </a:lnTo>
                <a:lnTo>
                  <a:pt x="29750" y="41281"/>
                </a:lnTo>
                <a:lnTo>
                  <a:pt x="36233" y="35904"/>
                </a:lnTo>
                <a:lnTo>
                  <a:pt x="40559" y="28169"/>
                </a:lnTo>
                <a:lnTo>
                  <a:pt x="41796" y="19456"/>
                </a:lnTo>
                <a:lnTo>
                  <a:pt x="39851" y="11406"/>
                </a:lnTo>
                <a:lnTo>
                  <a:pt x="35130" y="4893"/>
                </a:lnTo>
                <a:lnTo>
                  <a:pt x="28037" y="787"/>
                </a:lnTo>
                <a:lnTo>
                  <a:pt x="1981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8" name="object 34">
            <a:extLst>
              <a:ext uri="{FF2B5EF4-FFF2-40B4-BE49-F238E27FC236}">
                <a16:creationId xmlns="" xmlns:a16="http://schemas.microsoft.com/office/drawing/2014/main" id="{5F4CA324-D6D2-4895-B7B4-10A2EA149B02}"/>
              </a:ext>
            </a:extLst>
          </p:cNvPr>
          <p:cNvSpPr>
            <a:spLocks/>
          </p:cNvSpPr>
          <p:nvPr/>
        </p:nvSpPr>
        <p:spPr bwMode="auto">
          <a:xfrm>
            <a:off x="1744663" y="7950200"/>
            <a:ext cx="20637" cy="17463"/>
          </a:xfrm>
          <a:custGeom>
            <a:avLst/>
            <a:gdLst>
              <a:gd name="T0" fmla="*/ 212701 w 12065"/>
              <a:gd name="T1" fmla="*/ 0 h 12700"/>
              <a:gd name="T2" fmla="*/ 84291 w 12065"/>
              <a:gd name="T3" fmla="*/ 15336 h 12700"/>
              <a:gd name="T4" fmla="*/ 0 w 12065"/>
              <a:gd name="T5" fmla="*/ 69516 h 12700"/>
              <a:gd name="T6" fmla="*/ 60358 w 12065"/>
              <a:gd name="T7" fmla="*/ 97845 h 12700"/>
              <a:gd name="T8" fmla="*/ 293747 w 12065"/>
              <a:gd name="T9" fmla="*/ 114021 h 12700"/>
              <a:gd name="T10" fmla="*/ 421626 w 12065"/>
              <a:gd name="T11" fmla="*/ 98783 h 12700"/>
              <a:gd name="T12" fmla="*/ 464075 w 12065"/>
              <a:gd name="T13" fmla="*/ 71403 h 12700"/>
              <a:gd name="T14" fmla="*/ 505931 w 12065"/>
              <a:gd name="T15" fmla="*/ 44489 h 12700"/>
              <a:gd name="T16" fmla="*/ 446649 w 12065"/>
              <a:gd name="T17" fmla="*/ 16164 h 12700"/>
              <a:gd name="T18" fmla="*/ 212701 w 12065"/>
              <a:gd name="T19" fmla="*/ 0 h 12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65" h="12700">
                <a:moveTo>
                  <a:pt x="4965" y="0"/>
                </a:moveTo>
                <a:lnTo>
                  <a:pt x="1968" y="1650"/>
                </a:lnTo>
                <a:lnTo>
                  <a:pt x="0" y="7480"/>
                </a:lnTo>
                <a:lnTo>
                  <a:pt x="1409" y="10528"/>
                </a:lnTo>
                <a:lnTo>
                  <a:pt x="6857" y="12268"/>
                </a:lnTo>
                <a:lnTo>
                  <a:pt x="9842" y="10629"/>
                </a:lnTo>
                <a:lnTo>
                  <a:pt x="10833" y="7683"/>
                </a:lnTo>
                <a:lnTo>
                  <a:pt x="11810" y="4787"/>
                </a:lnTo>
                <a:lnTo>
                  <a:pt x="10426" y="1739"/>
                </a:lnTo>
                <a:lnTo>
                  <a:pt x="496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9" name="object 35">
            <a:extLst>
              <a:ext uri="{FF2B5EF4-FFF2-40B4-BE49-F238E27FC236}">
                <a16:creationId xmlns="" xmlns:a16="http://schemas.microsoft.com/office/drawing/2014/main" id="{C3842F49-803D-4EDE-92CD-0A294FDFF2BC}"/>
              </a:ext>
            </a:extLst>
          </p:cNvPr>
          <p:cNvSpPr>
            <a:spLocks/>
          </p:cNvSpPr>
          <p:nvPr/>
        </p:nvSpPr>
        <p:spPr bwMode="auto">
          <a:xfrm>
            <a:off x="7486650" y="3871913"/>
            <a:ext cx="57150" cy="47625"/>
          </a:xfrm>
          <a:custGeom>
            <a:avLst/>
            <a:gdLst>
              <a:gd name="T0" fmla="*/ 566849 w 33654"/>
              <a:gd name="T1" fmla="*/ 0 h 34925"/>
              <a:gd name="T2" fmla="*/ 224968 w 33654"/>
              <a:gd name="T3" fmla="*/ 40861 h 34925"/>
              <a:gd name="T4" fmla="*/ 0 w 33654"/>
              <a:gd name="T5" fmla="*/ 183946 h 34925"/>
              <a:gd name="T6" fmla="*/ 159818 w 33654"/>
              <a:gd name="T7" fmla="*/ 259219 h 34925"/>
              <a:gd name="T8" fmla="*/ 778370 w 33654"/>
              <a:gd name="T9" fmla="*/ 301755 h 34925"/>
              <a:gd name="T10" fmla="*/ 1121272 w 33654"/>
              <a:gd name="T11" fmla="*/ 261000 h 34925"/>
              <a:gd name="T12" fmla="*/ 1233526 w 33654"/>
              <a:gd name="T13" fmla="*/ 189634 h 34925"/>
              <a:gd name="T14" fmla="*/ 1346280 w 33654"/>
              <a:gd name="T15" fmla="*/ 117920 h 34925"/>
              <a:gd name="T16" fmla="*/ 1185407 w 33654"/>
              <a:gd name="T17" fmla="*/ 42530 h 34925"/>
              <a:gd name="T18" fmla="*/ 566849 w 33654"/>
              <a:gd name="T19" fmla="*/ 0 h 349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3654" h="34925">
                <a:moveTo>
                  <a:pt x="13919" y="0"/>
                </a:moveTo>
                <a:lnTo>
                  <a:pt x="5524" y="4660"/>
                </a:lnTo>
                <a:lnTo>
                  <a:pt x="0" y="20980"/>
                </a:lnTo>
                <a:lnTo>
                  <a:pt x="3924" y="29565"/>
                </a:lnTo>
                <a:lnTo>
                  <a:pt x="19113" y="34416"/>
                </a:lnTo>
                <a:lnTo>
                  <a:pt x="27533" y="29768"/>
                </a:lnTo>
                <a:lnTo>
                  <a:pt x="30289" y="21628"/>
                </a:lnTo>
                <a:lnTo>
                  <a:pt x="33058" y="13449"/>
                </a:lnTo>
                <a:lnTo>
                  <a:pt x="29108" y="4851"/>
                </a:lnTo>
                <a:lnTo>
                  <a:pt x="1391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70" name="object 36">
            <a:extLst>
              <a:ext uri="{FF2B5EF4-FFF2-40B4-BE49-F238E27FC236}">
                <a16:creationId xmlns="" xmlns:a16="http://schemas.microsoft.com/office/drawing/2014/main" id="{3700D154-19E1-42FA-B5A7-E347F663A2E3}"/>
              </a:ext>
            </a:extLst>
          </p:cNvPr>
          <p:cNvSpPr>
            <a:spLocks/>
          </p:cNvSpPr>
          <p:nvPr/>
        </p:nvSpPr>
        <p:spPr bwMode="auto">
          <a:xfrm>
            <a:off x="1749425" y="8208963"/>
            <a:ext cx="33338" cy="26987"/>
          </a:xfrm>
          <a:custGeom>
            <a:avLst/>
            <a:gdLst>
              <a:gd name="T0" fmla="*/ 399001 w 19050"/>
              <a:gd name="T1" fmla="*/ 0 h 19685"/>
              <a:gd name="T2" fmla="*/ 158297 w 19050"/>
              <a:gd name="T3" fmla="*/ 24152 h 19685"/>
              <a:gd name="T4" fmla="*/ 0 w 19050"/>
              <a:gd name="T5" fmla="*/ 109113 h 19685"/>
              <a:gd name="T6" fmla="*/ 111720 w 19050"/>
              <a:gd name="T7" fmla="*/ 153624 h 19685"/>
              <a:gd name="T8" fmla="*/ 548400 w 19050"/>
              <a:gd name="T9" fmla="*/ 178820 h 19685"/>
              <a:gd name="T10" fmla="*/ 791010 w 19050"/>
              <a:gd name="T11" fmla="*/ 154888 h 19685"/>
              <a:gd name="T12" fmla="*/ 870187 w 19050"/>
              <a:gd name="T13" fmla="*/ 112579 h 19685"/>
              <a:gd name="T14" fmla="*/ 949942 w 19050"/>
              <a:gd name="T15" fmla="*/ 69928 h 19685"/>
              <a:gd name="T16" fmla="*/ 835683 w 19050"/>
              <a:gd name="T17" fmla="*/ 25313 h 19685"/>
              <a:gd name="T18" fmla="*/ 399001 w 19050"/>
              <a:gd name="T19" fmla="*/ 0 h 196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050" h="19685">
                <a:moveTo>
                  <a:pt x="7937" y="0"/>
                </a:moveTo>
                <a:lnTo>
                  <a:pt x="3149" y="2654"/>
                </a:lnTo>
                <a:lnTo>
                  <a:pt x="0" y="11988"/>
                </a:lnTo>
                <a:lnTo>
                  <a:pt x="2222" y="16878"/>
                </a:lnTo>
                <a:lnTo>
                  <a:pt x="10909" y="19646"/>
                </a:lnTo>
                <a:lnTo>
                  <a:pt x="15735" y="17017"/>
                </a:lnTo>
                <a:lnTo>
                  <a:pt x="17310" y="12369"/>
                </a:lnTo>
                <a:lnTo>
                  <a:pt x="18897" y="7683"/>
                </a:lnTo>
                <a:lnTo>
                  <a:pt x="16624" y="2781"/>
                </a:lnTo>
                <a:lnTo>
                  <a:pt x="793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0271" name="object 38">
            <a:extLst>
              <a:ext uri="{FF2B5EF4-FFF2-40B4-BE49-F238E27FC236}">
                <a16:creationId xmlns="" xmlns:a16="http://schemas.microsoft.com/office/drawing/2014/main" id="{0DB83702-43CF-4E18-875F-209D9F49BBDB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0275" name="object 39">
              <a:extLst>
                <a:ext uri="{FF2B5EF4-FFF2-40B4-BE49-F238E27FC236}">
                  <a16:creationId xmlns="" xmlns:a16="http://schemas.microsoft.com/office/drawing/2014/main" id="{D8E64BC5-4BCA-4A5B-AE87-BA9BEB74F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0276" name="object 40">
              <a:extLst>
                <a:ext uri="{FF2B5EF4-FFF2-40B4-BE49-F238E27FC236}">
                  <a16:creationId xmlns="" xmlns:a16="http://schemas.microsoft.com/office/drawing/2014/main" id="{FDF77E16-E54A-4C08-9879-EAFEF1B8E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0277" name="object 41">
              <a:extLst>
                <a:ext uri="{FF2B5EF4-FFF2-40B4-BE49-F238E27FC236}">
                  <a16:creationId xmlns="" xmlns:a16="http://schemas.microsoft.com/office/drawing/2014/main" id="{C00A80CC-8E3A-43E6-BE95-394815614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78" name="object 42">
              <a:extLst>
                <a:ext uri="{FF2B5EF4-FFF2-40B4-BE49-F238E27FC236}">
                  <a16:creationId xmlns="" xmlns:a16="http://schemas.microsoft.com/office/drawing/2014/main" id="{751FB811-484A-4248-AEEE-CCDA80DD3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79" name="object 43">
              <a:extLst>
                <a:ext uri="{FF2B5EF4-FFF2-40B4-BE49-F238E27FC236}">
                  <a16:creationId xmlns="" xmlns:a16="http://schemas.microsoft.com/office/drawing/2014/main" id="{3DDE317E-97C6-4808-8265-6A61A9ACA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0" name="object 44">
              <a:extLst>
                <a:ext uri="{FF2B5EF4-FFF2-40B4-BE49-F238E27FC236}">
                  <a16:creationId xmlns="" xmlns:a16="http://schemas.microsoft.com/office/drawing/2014/main" id="{580D1538-D4C5-4129-83DB-9E5C80E13A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1" name="object 45">
              <a:extLst>
                <a:ext uri="{FF2B5EF4-FFF2-40B4-BE49-F238E27FC236}">
                  <a16:creationId xmlns="" xmlns:a16="http://schemas.microsoft.com/office/drawing/2014/main" id="{DBA91F51-5836-45EC-9480-9F84ACFF7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2" name="object 46">
              <a:extLst>
                <a:ext uri="{FF2B5EF4-FFF2-40B4-BE49-F238E27FC236}">
                  <a16:creationId xmlns="" xmlns:a16="http://schemas.microsoft.com/office/drawing/2014/main" id="{7A89B851-CB28-44F7-8435-9DF7104FFC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3" name="object 47">
              <a:extLst>
                <a:ext uri="{FF2B5EF4-FFF2-40B4-BE49-F238E27FC236}">
                  <a16:creationId xmlns="" xmlns:a16="http://schemas.microsoft.com/office/drawing/2014/main" id="{EF45B5B7-5245-47F1-9481-AE0D5603BC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4" name="object 48">
              <a:extLst>
                <a:ext uri="{FF2B5EF4-FFF2-40B4-BE49-F238E27FC236}">
                  <a16:creationId xmlns="" xmlns:a16="http://schemas.microsoft.com/office/drawing/2014/main" id="{BCA31A8D-D61D-4314-9F36-A230BEE19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5" name="object 49">
              <a:extLst>
                <a:ext uri="{FF2B5EF4-FFF2-40B4-BE49-F238E27FC236}">
                  <a16:creationId xmlns="" xmlns:a16="http://schemas.microsoft.com/office/drawing/2014/main" id="{F675855E-7B58-486C-AB3F-A25EBB093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6" name="object 50">
              <a:extLst>
                <a:ext uri="{FF2B5EF4-FFF2-40B4-BE49-F238E27FC236}">
                  <a16:creationId xmlns="" xmlns:a16="http://schemas.microsoft.com/office/drawing/2014/main" id="{82D06FB0-F2B9-4E60-801B-4A94DC8B71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7" name="object 51">
              <a:extLst>
                <a:ext uri="{FF2B5EF4-FFF2-40B4-BE49-F238E27FC236}">
                  <a16:creationId xmlns="" xmlns:a16="http://schemas.microsoft.com/office/drawing/2014/main" id="{D0CDCFA9-FE45-4BD2-AECC-F2393B046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8" name="object 52">
              <a:extLst>
                <a:ext uri="{FF2B5EF4-FFF2-40B4-BE49-F238E27FC236}">
                  <a16:creationId xmlns="" xmlns:a16="http://schemas.microsoft.com/office/drawing/2014/main" id="{915D8B0F-3AD9-4246-B639-0A793F32C8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9" name="object 53">
              <a:extLst>
                <a:ext uri="{FF2B5EF4-FFF2-40B4-BE49-F238E27FC236}">
                  <a16:creationId xmlns="" xmlns:a16="http://schemas.microsoft.com/office/drawing/2014/main" id="{B33D696D-E449-4810-BBB2-3669C88514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90" name="object 54">
              <a:extLst>
                <a:ext uri="{FF2B5EF4-FFF2-40B4-BE49-F238E27FC236}">
                  <a16:creationId xmlns="" xmlns:a16="http://schemas.microsoft.com/office/drawing/2014/main" id="{422D9C1C-DCD6-49B7-BF27-7313CE6D1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0272" name="object 9">
            <a:extLst>
              <a:ext uri="{FF2B5EF4-FFF2-40B4-BE49-F238E27FC236}">
                <a16:creationId xmlns="" xmlns:a16="http://schemas.microsoft.com/office/drawing/2014/main" id="{CAD07731-2609-41B9-8F12-60D988DEC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2384425"/>
            <a:ext cx="447675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9512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913"/>
              </a:lnSpc>
              <a:spcBef>
                <a:spcPts val="625"/>
              </a:spcBef>
            </a:pPr>
            <a:r>
              <a:rPr lang="ru-RU" altLang="ru-RU" sz="3600" b="1">
                <a:solidFill>
                  <a:srgbClr val="4D4C4C"/>
                </a:solidFill>
                <a:latin typeface="Inter Extra Bold" panose="02000903000000020004" pitchFamily="2" charset="0"/>
              </a:rPr>
              <a:t>СОВРЕМЕННЫЕ ПРОМЫШЛЕННЫЕ ТЕХНОЛОГИИ</a:t>
            </a:r>
            <a:endParaRPr lang="ru-RU" altLang="ru-RU" sz="3600">
              <a:latin typeface="Inter Extra Bold" panose="02000903000000020004" pitchFamily="2" charset="0"/>
            </a:endParaRPr>
          </a:p>
        </p:txBody>
      </p:sp>
      <p:sp>
        <p:nvSpPr>
          <p:cNvPr id="10273" name="object 10">
            <a:extLst>
              <a:ext uri="{FF2B5EF4-FFF2-40B4-BE49-F238E27FC236}">
                <a16:creationId xmlns="" xmlns:a16="http://schemas.microsoft.com/office/drawing/2014/main" id="{1B4B62E2-712A-4D6F-AF40-11BADED82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4302125"/>
            <a:ext cx="65214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000">
                <a:solidFill>
                  <a:srgbClr val="1D1D1B"/>
                </a:solidFill>
                <a:latin typeface="Inter Regular" panose="02000503000000020004" pitchFamily="2" charset="0"/>
              </a:rPr>
              <a:t>Все продукты компании отвечают актуальным требованиям к качеству, функциональности, безопасности и экологичности.</a:t>
            </a:r>
            <a:endParaRPr lang="ru-RU" altLang="ru-RU" sz="2000">
              <a:latin typeface="Inter Regular" panose="02000503000000020004" pitchFamily="2" charset="0"/>
            </a:endParaRPr>
          </a:p>
        </p:txBody>
      </p:sp>
      <p:sp>
        <p:nvSpPr>
          <p:cNvPr id="10274" name="object 11">
            <a:extLst>
              <a:ext uri="{FF2B5EF4-FFF2-40B4-BE49-F238E27FC236}">
                <a16:creationId xmlns="" xmlns:a16="http://schemas.microsoft.com/office/drawing/2014/main" id="{7E4A8B94-4A7C-4B8B-ABCE-9BF440B8E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5545138"/>
            <a:ext cx="6519863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000">
                <a:solidFill>
                  <a:srgbClr val="1D1D1B"/>
                </a:solidFill>
                <a:latin typeface="Inter Regular" panose="02000503000000020004" pitchFamily="2" charset="0"/>
              </a:rPr>
              <a:t>Мы проводим анализ сырья и мониторинг продукции, соблюдая санитарные нормы и реализуя программы по снижению воздействия на окружающую среду.</a:t>
            </a:r>
            <a:endParaRPr lang="ru-RU" altLang="ru-RU" sz="2000">
              <a:latin typeface="Inter Regular" panose="020005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="" xmlns:a16="http://schemas.microsoft.com/office/drawing/2014/main" id="{7536FA3B-EE3E-4904-8AC1-DF714E9D618D}"/>
              </a:ext>
            </a:extLst>
          </p:cNvPr>
          <p:cNvSpPr/>
          <p:nvPr/>
        </p:nvSpPr>
        <p:spPr>
          <a:xfrm>
            <a:off x="1543050" y="1076325"/>
            <a:ext cx="7440613" cy="581025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800" kern="0" spc="-150" dirty="0">
                <a:solidFill>
                  <a:srgbClr val="313131"/>
                </a:solidFill>
                <a:latin typeface="Proxima Nova Regular" pitchFamily="34" charset="0"/>
                <a:cs typeface="+mn-cs"/>
              </a:rPr>
              <a:t>ПРОИЗВОДСТВО</a:t>
            </a:r>
            <a:endParaRPr lang="en-US" sz="4800" dirty="0">
              <a:latin typeface="+mn-lt"/>
              <a:cs typeface="+mn-cs"/>
            </a:endParaRP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641C6907-5630-4B01-BF42-4544AB9AA15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92" name="Объект 90">
            <a:extLst>
              <a:ext uri="{FF2B5EF4-FFF2-40B4-BE49-F238E27FC236}">
                <a16:creationId xmlns="" xmlns:a16="http://schemas.microsoft.com/office/drawing/2014/main" id="{C382515D-6F70-492B-A443-1EF1013E70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3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object 18">
            <a:extLst>
              <a:ext uri="{FF2B5EF4-FFF2-40B4-BE49-F238E27FC236}">
                <a16:creationId xmlns="" xmlns:a16="http://schemas.microsoft.com/office/drawing/2014/main" id="{0F60DE95-92A0-49CC-BBE1-3A0EBB13C898}"/>
              </a:ext>
            </a:extLst>
          </p:cNvPr>
          <p:cNvSpPr>
            <a:spLocks/>
          </p:cNvSpPr>
          <p:nvPr/>
        </p:nvSpPr>
        <p:spPr bwMode="auto">
          <a:xfrm>
            <a:off x="1751013" y="7126288"/>
            <a:ext cx="1587" cy="1587"/>
          </a:xfrm>
          <a:custGeom>
            <a:avLst/>
            <a:gdLst>
              <a:gd name="T0" fmla="*/ 2489 w 1269"/>
              <a:gd name="T1" fmla="*/ 0 h 1270"/>
              <a:gd name="T2" fmla="*/ 974 w 1269"/>
              <a:gd name="T3" fmla="*/ 721 h 1270"/>
              <a:gd name="T4" fmla="*/ 485 w 1269"/>
              <a:gd name="T5" fmla="*/ 2229 h 1270"/>
              <a:gd name="T6" fmla="*/ 0 w 1269"/>
              <a:gd name="T7" fmla="*/ 3565 h 1270"/>
              <a:gd name="T8" fmla="*/ 790 w 1269"/>
              <a:gd name="T9" fmla="*/ 5013 h 1270"/>
              <a:gd name="T10" fmla="*/ 2061 w 1269"/>
              <a:gd name="T11" fmla="*/ 5435 h 1270"/>
              <a:gd name="T12" fmla="*/ 3340 w 1269"/>
              <a:gd name="T13" fmla="*/ 5799 h 1270"/>
              <a:gd name="T14" fmla="*/ 4736 w 1269"/>
              <a:gd name="T15" fmla="*/ 5068 h 1270"/>
              <a:gd name="T16" fmla="*/ 5161 w 1269"/>
              <a:gd name="T17" fmla="*/ 3743 h 1270"/>
              <a:gd name="T18" fmla="*/ 5709 w 1269"/>
              <a:gd name="T19" fmla="*/ 2229 h 1270"/>
              <a:gd name="T20" fmla="*/ 5041 w 1269"/>
              <a:gd name="T21" fmla="*/ 782 h 1270"/>
              <a:gd name="T22" fmla="*/ 3826 w 1269"/>
              <a:gd name="T23" fmla="*/ 417 h 1270"/>
              <a:gd name="T24" fmla="*/ 2489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520" y="0"/>
                </a:moveTo>
                <a:lnTo>
                  <a:pt x="203" y="152"/>
                </a:lnTo>
                <a:lnTo>
                  <a:pt x="101" y="469"/>
                </a:lnTo>
                <a:lnTo>
                  <a:pt x="0" y="749"/>
                </a:lnTo>
                <a:lnTo>
                  <a:pt x="165" y="1054"/>
                </a:lnTo>
                <a:lnTo>
                  <a:pt x="431" y="1143"/>
                </a:lnTo>
                <a:lnTo>
                  <a:pt x="698" y="1219"/>
                </a:lnTo>
                <a:lnTo>
                  <a:pt x="990" y="1066"/>
                </a:lnTo>
                <a:lnTo>
                  <a:pt x="1079" y="787"/>
                </a:lnTo>
                <a:lnTo>
                  <a:pt x="1193" y="469"/>
                </a:lnTo>
                <a:lnTo>
                  <a:pt x="1054" y="165"/>
                </a:lnTo>
                <a:lnTo>
                  <a:pt x="800" y="88"/>
                </a:lnTo>
                <a:lnTo>
                  <a:pt x="520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4" name="object 25">
            <a:extLst>
              <a:ext uri="{FF2B5EF4-FFF2-40B4-BE49-F238E27FC236}">
                <a16:creationId xmlns="" xmlns:a16="http://schemas.microsoft.com/office/drawing/2014/main" id="{4E335A40-0758-4F65-AB6E-F1214ECA4A74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5" name="object 28">
            <a:extLst>
              <a:ext uri="{FF2B5EF4-FFF2-40B4-BE49-F238E27FC236}">
                <a16:creationId xmlns="" xmlns:a16="http://schemas.microsoft.com/office/drawing/2014/main" id="{69EDD3ED-3AD0-4B35-A825-E30CFB8EF9EB}"/>
              </a:ext>
            </a:extLst>
          </p:cNvPr>
          <p:cNvSpPr>
            <a:spLocks/>
          </p:cNvSpPr>
          <p:nvPr/>
        </p:nvSpPr>
        <p:spPr bwMode="auto">
          <a:xfrm>
            <a:off x="1741488" y="7683500"/>
            <a:ext cx="12700" cy="11113"/>
          </a:xfrm>
          <a:custGeom>
            <a:avLst/>
            <a:gdLst>
              <a:gd name="T0" fmla="*/ 107172 w 7619"/>
              <a:gd name="T1" fmla="*/ 0 h 7620"/>
              <a:gd name="T2" fmla="*/ 42239 w 7619"/>
              <a:gd name="T3" fmla="*/ 14081 h 7620"/>
              <a:gd name="T4" fmla="*/ 21299 w 7619"/>
              <a:gd name="T5" fmla="*/ 38659 h 7620"/>
              <a:gd name="T6" fmla="*/ 0 w 7619"/>
              <a:gd name="T7" fmla="*/ 63080 h 7620"/>
              <a:gd name="T8" fmla="*/ 30397 w 7619"/>
              <a:gd name="T9" fmla="*/ 89105 h 7620"/>
              <a:gd name="T10" fmla="*/ 146674 w 7619"/>
              <a:gd name="T11" fmla="*/ 103526 h 7620"/>
              <a:gd name="T12" fmla="*/ 211606 w 7619"/>
              <a:gd name="T13" fmla="*/ 89635 h 7620"/>
              <a:gd name="T14" fmla="*/ 232486 w 7619"/>
              <a:gd name="T15" fmla="*/ 65043 h 7620"/>
              <a:gd name="T16" fmla="*/ 253370 w 7619"/>
              <a:gd name="T17" fmla="*/ 40443 h 7620"/>
              <a:gd name="T18" fmla="*/ 223411 w 7619"/>
              <a:gd name="T19" fmla="*/ 14607 h 7620"/>
              <a:gd name="T20" fmla="*/ 10717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97" y="0"/>
                </a:moveTo>
                <a:lnTo>
                  <a:pt x="1181" y="1003"/>
                </a:lnTo>
                <a:lnTo>
                  <a:pt x="596" y="2755"/>
                </a:lnTo>
                <a:lnTo>
                  <a:pt x="0" y="4495"/>
                </a:lnTo>
                <a:lnTo>
                  <a:pt x="850" y="6350"/>
                </a:lnTo>
                <a:lnTo>
                  <a:pt x="4102" y="7378"/>
                </a:lnTo>
                <a:lnTo>
                  <a:pt x="5918" y="6388"/>
                </a:lnTo>
                <a:lnTo>
                  <a:pt x="6502" y="4635"/>
                </a:lnTo>
                <a:lnTo>
                  <a:pt x="7086" y="2882"/>
                </a:lnTo>
                <a:lnTo>
                  <a:pt x="6248" y="1041"/>
                </a:lnTo>
                <a:lnTo>
                  <a:pt x="299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6" name="object 34">
            <a:extLst>
              <a:ext uri="{FF2B5EF4-FFF2-40B4-BE49-F238E27FC236}">
                <a16:creationId xmlns="" xmlns:a16="http://schemas.microsoft.com/office/drawing/2014/main" id="{986202E7-63F9-469F-8B52-0C807289B85F}"/>
              </a:ext>
            </a:extLst>
          </p:cNvPr>
          <p:cNvSpPr>
            <a:spLocks/>
          </p:cNvSpPr>
          <p:nvPr/>
        </p:nvSpPr>
        <p:spPr bwMode="auto">
          <a:xfrm>
            <a:off x="1744663" y="7950200"/>
            <a:ext cx="20637" cy="17463"/>
          </a:xfrm>
          <a:custGeom>
            <a:avLst/>
            <a:gdLst>
              <a:gd name="T0" fmla="*/ 212701 w 12065"/>
              <a:gd name="T1" fmla="*/ 0 h 12700"/>
              <a:gd name="T2" fmla="*/ 84291 w 12065"/>
              <a:gd name="T3" fmla="*/ 15336 h 12700"/>
              <a:gd name="T4" fmla="*/ 0 w 12065"/>
              <a:gd name="T5" fmla="*/ 69516 h 12700"/>
              <a:gd name="T6" fmla="*/ 60358 w 12065"/>
              <a:gd name="T7" fmla="*/ 97845 h 12700"/>
              <a:gd name="T8" fmla="*/ 293747 w 12065"/>
              <a:gd name="T9" fmla="*/ 114021 h 12700"/>
              <a:gd name="T10" fmla="*/ 421626 w 12065"/>
              <a:gd name="T11" fmla="*/ 98783 h 12700"/>
              <a:gd name="T12" fmla="*/ 464075 w 12065"/>
              <a:gd name="T13" fmla="*/ 71403 h 12700"/>
              <a:gd name="T14" fmla="*/ 505931 w 12065"/>
              <a:gd name="T15" fmla="*/ 44489 h 12700"/>
              <a:gd name="T16" fmla="*/ 446649 w 12065"/>
              <a:gd name="T17" fmla="*/ 16164 h 12700"/>
              <a:gd name="T18" fmla="*/ 212701 w 12065"/>
              <a:gd name="T19" fmla="*/ 0 h 12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65" h="12700">
                <a:moveTo>
                  <a:pt x="4965" y="0"/>
                </a:moveTo>
                <a:lnTo>
                  <a:pt x="1968" y="1650"/>
                </a:lnTo>
                <a:lnTo>
                  <a:pt x="0" y="7480"/>
                </a:lnTo>
                <a:lnTo>
                  <a:pt x="1409" y="10528"/>
                </a:lnTo>
                <a:lnTo>
                  <a:pt x="6857" y="12268"/>
                </a:lnTo>
                <a:lnTo>
                  <a:pt x="9842" y="10629"/>
                </a:lnTo>
                <a:lnTo>
                  <a:pt x="10833" y="7683"/>
                </a:lnTo>
                <a:lnTo>
                  <a:pt x="11810" y="4787"/>
                </a:lnTo>
                <a:lnTo>
                  <a:pt x="10426" y="1739"/>
                </a:lnTo>
                <a:lnTo>
                  <a:pt x="496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7" name="object 36">
            <a:extLst>
              <a:ext uri="{FF2B5EF4-FFF2-40B4-BE49-F238E27FC236}">
                <a16:creationId xmlns="" xmlns:a16="http://schemas.microsoft.com/office/drawing/2014/main" id="{8A4B3A3B-5242-4FF2-A60C-35DDFEA08A55}"/>
              </a:ext>
            </a:extLst>
          </p:cNvPr>
          <p:cNvSpPr>
            <a:spLocks/>
          </p:cNvSpPr>
          <p:nvPr/>
        </p:nvSpPr>
        <p:spPr bwMode="auto">
          <a:xfrm>
            <a:off x="1749425" y="8208963"/>
            <a:ext cx="33338" cy="26987"/>
          </a:xfrm>
          <a:custGeom>
            <a:avLst/>
            <a:gdLst>
              <a:gd name="T0" fmla="*/ 399001 w 19050"/>
              <a:gd name="T1" fmla="*/ 0 h 19685"/>
              <a:gd name="T2" fmla="*/ 158297 w 19050"/>
              <a:gd name="T3" fmla="*/ 24152 h 19685"/>
              <a:gd name="T4" fmla="*/ 0 w 19050"/>
              <a:gd name="T5" fmla="*/ 109113 h 19685"/>
              <a:gd name="T6" fmla="*/ 111720 w 19050"/>
              <a:gd name="T7" fmla="*/ 153624 h 19685"/>
              <a:gd name="T8" fmla="*/ 548400 w 19050"/>
              <a:gd name="T9" fmla="*/ 178820 h 19685"/>
              <a:gd name="T10" fmla="*/ 791010 w 19050"/>
              <a:gd name="T11" fmla="*/ 154888 h 19685"/>
              <a:gd name="T12" fmla="*/ 870187 w 19050"/>
              <a:gd name="T13" fmla="*/ 112579 h 19685"/>
              <a:gd name="T14" fmla="*/ 949942 w 19050"/>
              <a:gd name="T15" fmla="*/ 69928 h 19685"/>
              <a:gd name="T16" fmla="*/ 835683 w 19050"/>
              <a:gd name="T17" fmla="*/ 25313 h 19685"/>
              <a:gd name="T18" fmla="*/ 399001 w 19050"/>
              <a:gd name="T19" fmla="*/ 0 h 196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050" h="19685">
                <a:moveTo>
                  <a:pt x="7937" y="0"/>
                </a:moveTo>
                <a:lnTo>
                  <a:pt x="3149" y="2654"/>
                </a:lnTo>
                <a:lnTo>
                  <a:pt x="0" y="11988"/>
                </a:lnTo>
                <a:lnTo>
                  <a:pt x="2222" y="16878"/>
                </a:lnTo>
                <a:lnTo>
                  <a:pt x="10909" y="19646"/>
                </a:lnTo>
                <a:lnTo>
                  <a:pt x="15735" y="17017"/>
                </a:lnTo>
                <a:lnTo>
                  <a:pt x="17310" y="12369"/>
                </a:lnTo>
                <a:lnTo>
                  <a:pt x="18897" y="7683"/>
                </a:lnTo>
                <a:lnTo>
                  <a:pt x="16624" y="2781"/>
                </a:lnTo>
                <a:lnTo>
                  <a:pt x="793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2298" name="object 38">
            <a:extLst>
              <a:ext uri="{FF2B5EF4-FFF2-40B4-BE49-F238E27FC236}">
                <a16:creationId xmlns="" xmlns:a16="http://schemas.microsoft.com/office/drawing/2014/main" id="{FB7E4ACF-E765-4D15-B6B0-A60D55D3B0F4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2354" name="object 39">
              <a:extLst>
                <a:ext uri="{FF2B5EF4-FFF2-40B4-BE49-F238E27FC236}">
                  <a16:creationId xmlns="" xmlns:a16="http://schemas.microsoft.com/office/drawing/2014/main" id="{FAB775C5-524E-4B01-86C5-8301E97B5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5" name="object 40">
              <a:extLst>
                <a:ext uri="{FF2B5EF4-FFF2-40B4-BE49-F238E27FC236}">
                  <a16:creationId xmlns="" xmlns:a16="http://schemas.microsoft.com/office/drawing/2014/main" id="{A4ACE113-E153-489B-B40C-AA6057D66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6" name="object 41">
              <a:extLst>
                <a:ext uri="{FF2B5EF4-FFF2-40B4-BE49-F238E27FC236}">
                  <a16:creationId xmlns="" xmlns:a16="http://schemas.microsoft.com/office/drawing/2014/main" id="{F694E97B-9F01-4BCD-A6CB-9C104271F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57" name="object 42">
              <a:extLst>
                <a:ext uri="{FF2B5EF4-FFF2-40B4-BE49-F238E27FC236}">
                  <a16:creationId xmlns="" xmlns:a16="http://schemas.microsoft.com/office/drawing/2014/main" id="{51B3E846-44A4-4CA7-9B3E-F3832FCBDF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58" name="object 43">
              <a:extLst>
                <a:ext uri="{FF2B5EF4-FFF2-40B4-BE49-F238E27FC236}">
                  <a16:creationId xmlns="" xmlns:a16="http://schemas.microsoft.com/office/drawing/2014/main" id="{65F20981-D950-4EDD-BE10-79CE148C8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59" name="object 44">
              <a:extLst>
                <a:ext uri="{FF2B5EF4-FFF2-40B4-BE49-F238E27FC236}">
                  <a16:creationId xmlns="" xmlns:a16="http://schemas.microsoft.com/office/drawing/2014/main" id="{C145ED48-F5CA-4EC0-918E-B22A30D1A9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0" name="object 45">
              <a:extLst>
                <a:ext uri="{FF2B5EF4-FFF2-40B4-BE49-F238E27FC236}">
                  <a16:creationId xmlns="" xmlns:a16="http://schemas.microsoft.com/office/drawing/2014/main" id="{2E435FB2-90B5-4648-8529-4D93AD927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1" name="object 46">
              <a:extLst>
                <a:ext uri="{FF2B5EF4-FFF2-40B4-BE49-F238E27FC236}">
                  <a16:creationId xmlns="" xmlns:a16="http://schemas.microsoft.com/office/drawing/2014/main" id="{29E1C356-6DDC-45D8-ADEC-A6A3A0E588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2" name="object 47">
              <a:extLst>
                <a:ext uri="{FF2B5EF4-FFF2-40B4-BE49-F238E27FC236}">
                  <a16:creationId xmlns="" xmlns:a16="http://schemas.microsoft.com/office/drawing/2014/main" id="{79547E79-F8AF-4859-A1A7-54BEDA85D7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3" name="object 48">
              <a:extLst>
                <a:ext uri="{FF2B5EF4-FFF2-40B4-BE49-F238E27FC236}">
                  <a16:creationId xmlns="" xmlns:a16="http://schemas.microsoft.com/office/drawing/2014/main" id="{7E785215-0BBA-4AC9-9759-D066643B7E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4" name="object 49">
              <a:extLst>
                <a:ext uri="{FF2B5EF4-FFF2-40B4-BE49-F238E27FC236}">
                  <a16:creationId xmlns="" xmlns:a16="http://schemas.microsoft.com/office/drawing/2014/main" id="{D67DD6CC-C6B7-4CBA-BE55-E45961817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5" name="object 50">
              <a:extLst>
                <a:ext uri="{FF2B5EF4-FFF2-40B4-BE49-F238E27FC236}">
                  <a16:creationId xmlns="" xmlns:a16="http://schemas.microsoft.com/office/drawing/2014/main" id="{17CB043E-6CED-4B87-AE20-87EE6F31B3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6" name="object 51">
              <a:extLst>
                <a:ext uri="{FF2B5EF4-FFF2-40B4-BE49-F238E27FC236}">
                  <a16:creationId xmlns="" xmlns:a16="http://schemas.microsoft.com/office/drawing/2014/main" id="{6A910E8D-8FB4-40ED-AAA5-34507F923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7" name="object 52">
              <a:extLst>
                <a:ext uri="{FF2B5EF4-FFF2-40B4-BE49-F238E27FC236}">
                  <a16:creationId xmlns="" xmlns:a16="http://schemas.microsoft.com/office/drawing/2014/main" id="{62390654-E725-4968-A815-9B8F259E7B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8" name="object 53">
              <a:extLst>
                <a:ext uri="{FF2B5EF4-FFF2-40B4-BE49-F238E27FC236}">
                  <a16:creationId xmlns="" xmlns:a16="http://schemas.microsoft.com/office/drawing/2014/main" id="{7FDDA106-03AF-4D20-8749-32EDA1442E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9" name="object 54">
              <a:extLst>
                <a:ext uri="{FF2B5EF4-FFF2-40B4-BE49-F238E27FC236}">
                  <a16:creationId xmlns="" xmlns:a16="http://schemas.microsoft.com/office/drawing/2014/main" id="{2B8D75AB-6D2A-4E97-B18A-9CD90BBA0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2299" name="object 2">
            <a:extLst>
              <a:ext uri="{FF2B5EF4-FFF2-40B4-BE49-F238E27FC236}">
                <a16:creationId xmlns="" xmlns:a16="http://schemas.microsoft.com/office/drawing/2014/main" id="{DC1CAB08-F8D4-4A80-8F34-3AE0E20F9612}"/>
              </a:ext>
            </a:extLst>
          </p:cNvPr>
          <p:cNvSpPr>
            <a:spLocks/>
          </p:cNvSpPr>
          <p:nvPr/>
        </p:nvSpPr>
        <p:spPr bwMode="auto">
          <a:xfrm>
            <a:off x="1400175" y="6259513"/>
            <a:ext cx="16135350" cy="3319462"/>
          </a:xfrm>
          <a:custGeom>
            <a:avLst/>
            <a:gdLst>
              <a:gd name="T0" fmla="*/ 394014650 w 9434830"/>
              <a:gd name="T1" fmla="*/ 0 h 2439670"/>
              <a:gd name="T2" fmla="*/ 9652795 w 9434830"/>
              <a:gd name="T3" fmla="*/ 0 h 2439670"/>
              <a:gd name="T4" fmla="*/ 7713789 w 9434830"/>
              <a:gd name="T5" fmla="*/ 39745 h 2439670"/>
              <a:gd name="T6" fmla="*/ 5904825 w 9434830"/>
              <a:gd name="T7" fmla="*/ 153670 h 2439670"/>
              <a:gd name="T8" fmla="*/ 4265550 w 9434830"/>
              <a:gd name="T9" fmla="*/ 333787 h 2439670"/>
              <a:gd name="T10" fmla="*/ 2835524 w 9434830"/>
              <a:gd name="T11" fmla="*/ 572112 h 2439670"/>
              <a:gd name="T12" fmla="*/ 1654349 w 9434830"/>
              <a:gd name="T13" fmla="*/ 860638 h 2439670"/>
              <a:gd name="T14" fmla="*/ 761645 w 9434830"/>
              <a:gd name="T15" fmla="*/ 1191395 h 2439670"/>
              <a:gd name="T16" fmla="*/ 196993 w 9434830"/>
              <a:gd name="T17" fmla="*/ 1556372 h 2439670"/>
              <a:gd name="T18" fmla="*/ 0 w 9434830"/>
              <a:gd name="T19" fmla="*/ 1947596 h 2439670"/>
              <a:gd name="T20" fmla="*/ 0 w 9434830"/>
              <a:gd name="T21" fmla="*/ 19113477 h 2439670"/>
              <a:gd name="T22" fmla="*/ 196993 w 9434830"/>
              <a:gd name="T23" fmla="*/ 19504729 h 2439670"/>
              <a:gd name="T24" fmla="*/ 761645 w 9434830"/>
              <a:gd name="T25" fmla="*/ 19869741 h 2439670"/>
              <a:gd name="T26" fmla="*/ 1654349 w 9434830"/>
              <a:gd name="T27" fmla="*/ 20200507 h 2439670"/>
              <a:gd name="T28" fmla="*/ 2835524 w 9434830"/>
              <a:gd name="T29" fmla="*/ 20489054 h 2439670"/>
              <a:gd name="T30" fmla="*/ 4265550 w 9434830"/>
              <a:gd name="T31" fmla="*/ 20727379 h 2439670"/>
              <a:gd name="T32" fmla="*/ 5904825 w 9434830"/>
              <a:gd name="T33" fmla="*/ 20907497 h 2439670"/>
              <a:gd name="T34" fmla="*/ 7713789 w 9434830"/>
              <a:gd name="T35" fmla="*/ 21021429 h 2439670"/>
              <a:gd name="T36" fmla="*/ 9652795 w 9434830"/>
              <a:gd name="T37" fmla="*/ 21061183 h 2439670"/>
              <a:gd name="T38" fmla="*/ 394014650 w 9434830"/>
              <a:gd name="T39" fmla="*/ 21061183 h 2439670"/>
              <a:gd name="T40" fmla="*/ 395953887 w 9434830"/>
              <a:gd name="T41" fmla="*/ 21021429 h 2439670"/>
              <a:gd name="T42" fmla="*/ 397762934 w 9434830"/>
              <a:gd name="T43" fmla="*/ 20907497 h 2439670"/>
              <a:gd name="T44" fmla="*/ 399402315 w 9434830"/>
              <a:gd name="T45" fmla="*/ 20727379 h 2439670"/>
              <a:gd name="T46" fmla="*/ 400832383 w 9434830"/>
              <a:gd name="T47" fmla="*/ 20489054 h 2439670"/>
              <a:gd name="T48" fmla="*/ 402013599 w 9434830"/>
              <a:gd name="T49" fmla="*/ 20200507 h 2439670"/>
              <a:gd name="T50" fmla="*/ 402906335 w 9434830"/>
              <a:gd name="T51" fmla="*/ 19869741 h 2439670"/>
              <a:gd name="T52" fmla="*/ 403471016 w 9434830"/>
              <a:gd name="T53" fmla="*/ 19504729 h 2439670"/>
              <a:gd name="T54" fmla="*/ 403668035 w 9434830"/>
              <a:gd name="T55" fmla="*/ 19113477 h 2439670"/>
              <a:gd name="T56" fmla="*/ 403668035 w 9434830"/>
              <a:gd name="T57" fmla="*/ 1947596 h 2439670"/>
              <a:gd name="T58" fmla="*/ 403471016 w 9434830"/>
              <a:gd name="T59" fmla="*/ 1556372 h 2439670"/>
              <a:gd name="T60" fmla="*/ 402906335 w 9434830"/>
              <a:gd name="T61" fmla="*/ 1191395 h 2439670"/>
              <a:gd name="T62" fmla="*/ 402013599 w 9434830"/>
              <a:gd name="T63" fmla="*/ 860638 h 2439670"/>
              <a:gd name="T64" fmla="*/ 400832383 w 9434830"/>
              <a:gd name="T65" fmla="*/ 572112 h 2439670"/>
              <a:gd name="T66" fmla="*/ 399402315 w 9434830"/>
              <a:gd name="T67" fmla="*/ 333787 h 2439670"/>
              <a:gd name="T68" fmla="*/ 397762934 w 9434830"/>
              <a:gd name="T69" fmla="*/ 153670 h 2439670"/>
              <a:gd name="T70" fmla="*/ 395953887 w 9434830"/>
              <a:gd name="T71" fmla="*/ 39745 h 2439670"/>
              <a:gd name="T72" fmla="*/ 394014650 w 9434830"/>
              <a:gd name="T73" fmla="*/ 0 h 243967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434830" h="2439670">
                <a:moveTo>
                  <a:pt x="9208782" y="0"/>
                </a:moveTo>
                <a:lnTo>
                  <a:pt x="225602" y="0"/>
                </a:lnTo>
                <a:lnTo>
                  <a:pt x="180284" y="4604"/>
                </a:lnTo>
                <a:lnTo>
                  <a:pt x="138006" y="17801"/>
                </a:lnTo>
                <a:lnTo>
                  <a:pt x="99693" y="38665"/>
                </a:lnTo>
                <a:lnTo>
                  <a:pt x="66271" y="66271"/>
                </a:lnTo>
                <a:lnTo>
                  <a:pt x="38665" y="99693"/>
                </a:lnTo>
                <a:lnTo>
                  <a:pt x="17801" y="138006"/>
                </a:lnTo>
                <a:lnTo>
                  <a:pt x="4604" y="180284"/>
                </a:lnTo>
                <a:lnTo>
                  <a:pt x="0" y="225602"/>
                </a:lnTo>
                <a:lnTo>
                  <a:pt x="0" y="2214029"/>
                </a:lnTo>
                <a:lnTo>
                  <a:pt x="4604" y="2259351"/>
                </a:lnTo>
                <a:lnTo>
                  <a:pt x="17801" y="2301632"/>
                </a:lnTo>
                <a:lnTo>
                  <a:pt x="38665" y="2339947"/>
                </a:lnTo>
                <a:lnTo>
                  <a:pt x="66271" y="2373371"/>
                </a:lnTo>
                <a:lnTo>
                  <a:pt x="99693" y="2400977"/>
                </a:lnTo>
                <a:lnTo>
                  <a:pt x="138006" y="2421842"/>
                </a:lnTo>
                <a:lnTo>
                  <a:pt x="180284" y="2435039"/>
                </a:lnTo>
                <a:lnTo>
                  <a:pt x="225602" y="2439644"/>
                </a:lnTo>
                <a:lnTo>
                  <a:pt x="9208782" y="2439644"/>
                </a:lnTo>
                <a:lnTo>
                  <a:pt x="9254105" y="2435039"/>
                </a:lnTo>
                <a:lnTo>
                  <a:pt x="9296386" y="2421842"/>
                </a:lnTo>
                <a:lnTo>
                  <a:pt x="9334701" y="2400977"/>
                </a:lnTo>
                <a:lnTo>
                  <a:pt x="9368124" y="2373371"/>
                </a:lnTo>
                <a:lnTo>
                  <a:pt x="9395731" y="2339947"/>
                </a:lnTo>
                <a:lnTo>
                  <a:pt x="9416596" y="2301632"/>
                </a:lnTo>
                <a:lnTo>
                  <a:pt x="9429793" y="2259351"/>
                </a:lnTo>
                <a:lnTo>
                  <a:pt x="9434398" y="2214029"/>
                </a:lnTo>
                <a:lnTo>
                  <a:pt x="9434398" y="225602"/>
                </a:lnTo>
                <a:lnTo>
                  <a:pt x="9429793" y="180284"/>
                </a:lnTo>
                <a:lnTo>
                  <a:pt x="9416596" y="138006"/>
                </a:lnTo>
                <a:lnTo>
                  <a:pt x="9395731" y="99693"/>
                </a:lnTo>
                <a:lnTo>
                  <a:pt x="9368124" y="66271"/>
                </a:lnTo>
                <a:lnTo>
                  <a:pt x="9334701" y="38665"/>
                </a:lnTo>
                <a:lnTo>
                  <a:pt x="9296386" y="17801"/>
                </a:lnTo>
                <a:lnTo>
                  <a:pt x="9254105" y="4604"/>
                </a:lnTo>
                <a:lnTo>
                  <a:pt x="920878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2300" name="object 4">
            <a:extLst>
              <a:ext uri="{FF2B5EF4-FFF2-40B4-BE49-F238E27FC236}">
                <a16:creationId xmlns="" xmlns:a16="http://schemas.microsoft.com/office/drawing/2014/main" id="{67F4FA03-6E6C-4813-AD41-8CE1E6F3DCE0}"/>
              </a:ext>
            </a:extLst>
          </p:cNvPr>
          <p:cNvGrpSpPr>
            <a:grpSpLocks/>
          </p:cNvGrpSpPr>
          <p:nvPr/>
        </p:nvGrpSpPr>
        <p:grpSpPr bwMode="auto">
          <a:xfrm>
            <a:off x="2541588" y="4568825"/>
            <a:ext cx="74612" cy="377825"/>
            <a:chOff x="1372943" y="3358972"/>
            <a:chExt cx="52705" cy="278130"/>
          </a:xfrm>
        </p:grpSpPr>
        <p:sp>
          <p:nvSpPr>
            <p:cNvPr id="12352" name="object 5">
              <a:extLst>
                <a:ext uri="{FF2B5EF4-FFF2-40B4-BE49-F238E27FC236}">
                  <a16:creationId xmlns="" xmlns:a16="http://schemas.microsoft.com/office/drawing/2014/main" id="{8AE4EB47-1DB6-4B95-9A15-8909DE9C9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111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3" name="object 6">
              <a:extLst>
                <a:ext uri="{FF2B5EF4-FFF2-40B4-BE49-F238E27FC236}">
                  <a16:creationId xmlns="" xmlns:a16="http://schemas.microsoft.com/office/drawing/2014/main" id="{CC4499B2-434C-49CF-931A-74EDE01A3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2933" y="3358971"/>
              <a:ext cx="52705" cy="278130"/>
            </a:xfrm>
            <a:custGeom>
              <a:avLst/>
              <a:gdLst>
                <a:gd name="T0" fmla="*/ 52336 w 52705"/>
                <a:gd name="T1" fmla="*/ 251822 h 278129"/>
                <a:gd name="T2" fmla="*/ 50279 w 52705"/>
                <a:gd name="T3" fmla="*/ 241599 h 278129"/>
                <a:gd name="T4" fmla="*/ 44678 w 52705"/>
                <a:gd name="T5" fmla="*/ 233242 h 278129"/>
                <a:gd name="T6" fmla="*/ 36347 w 52705"/>
                <a:gd name="T7" fmla="*/ 227616 h 278129"/>
                <a:gd name="T8" fmla="*/ 26162 w 52705"/>
                <a:gd name="T9" fmla="*/ 225546 h 278129"/>
                <a:gd name="T10" fmla="*/ 15976 w 52705"/>
                <a:gd name="T11" fmla="*/ 227616 h 278129"/>
                <a:gd name="T12" fmla="*/ 7670 w 52705"/>
                <a:gd name="T13" fmla="*/ 233242 h 278129"/>
                <a:gd name="T14" fmla="*/ 2057 w 52705"/>
                <a:gd name="T15" fmla="*/ 241599 h 278129"/>
                <a:gd name="T16" fmla="*/ 0 w 52705"/>
                <a:gd name="T17" fmla="*/ 251822 h 278129"/>
                <a:gd name="T18" fmla="*/ 2057 w 52705"/>
                <a:gd name="T19" fmla="*/ 262058 h 278129"/>
                <a:gd name="T20" fmla="*/ 7670 w 52705"/>
                <a:gd name="T21" fmla="*/ 270415 h 278129"/>
                <a:gd name="T22" fmla="*/ 15976 w 52705"/>
                <a:gd name="T23" fmla="*/ 276041 h 278129"/>
                <a:gd name="T24" fmla="*/ 26162 w 52705"/>
                <a:gd name="T25" fmla="*/ 278098 h 278129"/>
                <a:gd name="T26" fmla="*/ 36347 w 52705"/>
                <a:gd name="T27" fmla="*/ 276041 h 278129"/>
                <a:gd name="T28" fmla="*/ 44678 w 52705"/>
                <a:gd name="T29" fmla="*/ 270415 h 278129"/>
                <a:gd name="T30" fmla="*/ 50279 w 52705"/>
                <a:gd name="T31" fmla="*/ 262058 h 278129"/>
                <a:gd name="T32" fmla="*/ 52336 w 52705"/>
                <a:gd name="T33" fmla="*/ 251822 h 278129"/>
                <a:gd name="T34" fmla="*/ 52336 w 52705"/>
                <a:gd name="T35" fmla="*/ 26276 h 278129"/>
                <a:gd name="T36" fmla="*/ 50279 w 52705"/>
                <a:gd name="T37" fmla="*/ 16052 h 278129"/>
                <a:gd name="T38" fmla="*/ 44678 w 52705"/>
                <a:gd name="T39" fmla="*/ 7696 h 278129"/>
                <a:gd name="T40" fmla="*/ 36347 w 52705"/>
                <a:gd name="T41" fmla="*/ 2070 h 278129"/>
                <a:gd name="T42" fmla="*/ 26162 w 52705"/>
                <a:gd name="T43" fmla="*/ 0 h 278129"/>
                <a:gd name="T44" fmla="*/ 15976 w 52705"/>
                <a:gd name="T45" fmla="*/ 2070 h 278129"/>
                <a:gd name="T46" fmla="*/ 7670 w 52705"/>
                <a:gd name="T47" fmla="*/ 7696 h 278129"/>
                <a:gd name="T48" fmla="*/ 2057 w 52705"/>
                <a:gd name="T49" fmla="*/ 16052 h 278129"/>
                <a:gd name="T50" fmla="*/ 0 w 52705"/>
                <a:gd name="T51" fmla="*/ 26276 h 278129"/>
                <a:gd name="T52" fmla="*/ 2057 w 52705"/>
                <a:gd name="T53" fmla="*/ 36512 h 278129"/>
                <a:gd name="T54" fmla="*/ 7670 w 52705"/>
                <a:gd name="T55" fmla="*/ 44869 h 278129"/>
                <a:gd name="T56" fmla="*/ 15976 w 52705"/>
                <a:gd name="T57" fmla="*/ 50495 h 278129"/>
                <a:gd name="T58" fmla="*/ 26162 w 52705"/>
                <a:gd name="T59" fmla="*/ 52552 h 278129"/>
                <a:gd name="T60" fmla="*/ 36347 w 52705"/>
                <a:gd name="T61" fmla="*/ 50495 h 278129"/>
                <a:gd name="T62" fmla="*/ 44678 w 52705"/>
                <a:gd name="T63" fmla="*/ 44869 h 278129"/>
                <a:gd name="T64" fmla="*/ 50279 w 52705"/>
                <a:gd name="T65" fmla="*/ 36512 h 278129"/>
                <a:gd name="T66" fmla="*/ 52336 w 52705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5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5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1" name="object 7">
            <a:extLst>
              <a:ext uri="{FF2B5EF4-FFF2-40B4-BE49-F238E27FC236}">
                <a16:creationId xmlns="" xmlns:a16="http://schemas.microsoft.com/office/drawing/2014/main" id="{F88CEF67-57C1-431F-98AD-9A412E0F41BE}"/>
              </a:ext>
            </a:extLst>
          </p:cNvPr>
          <p:cNvGrpSpPr>
            <a:grpSpLocks/>
          </p:cNvGrpSpPr>
          <p:nvPr/>
        </p:nvGrpSpPr>
        <p:grpSpPr bwMode="auto">
          <a:xfrm>
            <a:off x="5964238" y="4568825"/>
            <a:ext cx="73025" cy="377825"/>
            <a:chOff x="3373653" y="3358972"/>
            <a:chExt cx="52705" cy="278130"/>
          </a:xfrm>
        </p:grpSpPr>
        <p:sp>
          <p:nvSpPr>
            <p:cNvPr id="12350" name="object 8">
              <a:extLst>
                <a:ext uri="{FF2B5EF4-FFF2-40B4-BE49-F238E27FC236}">
                  <a16:creationId xmlns="" xmlns:a16="http://schemas.microsoft.com/office/drawing/2014/main" id="{32542251-1D5C-4B17-8481-739B86429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821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1" name="object 9">
              <a:extLst>
                <a:ext uri="{FF2B5EF4-FFF2-40B4-BE49-F238E27FC236}">
                  <a16:creationId xmlns="" xmlns:a16="http://schemas.microsoft.com/office/drawing/2014/main" id="{1784DDD6-1875-4FBE-AEB6-2D3927DD9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653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72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58 w 52704"/>
                <a:gd name="T13" fmla="*/ 233242 h 278129"/>
                <a:gd name="T14" fmla="*/ 2044 w 52704"/>
                <a:gd name="T15" fmla="*/ 241599 h 278129"/>
                <a:gd name="T16" fmla="*/ 0 w 52704"/>
                <a:gd name="T17" fmla="*/ 251822 h 278129"/>
                <a:gd name="T18" fmla="*/ 2044 w 52704"/>
                <a:gd name="T19" fmla="*/ 262058 h 278129"/>
                <a:gd name="T20" fmla="*/ 7658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72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72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58 w 52704"/>
                <a:gd name="T47" fmla="*/ 7696 h 278129"/>
                <a:gd name="T48" fmla="*/ 2044 w 52704"/>
                <a:gd name="T49" fmla="*/ 16052 h 278129"/>
                <a:gd name="T50" fmla="*/ 0 w 52704"/>
                <a:gd name="T51" fmla="*/ 26276 h 278129"/>
                <a:gd name="T52" fmla="*/ 2044 w 52704"/>
                <a:gd name="T53" fmla="*/ 36512 h 278129"/>
                <a:gd name="T54" fmla="*/ 7658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72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65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58" y="233235"/>
                  </a:lnTo>
                  <a:lnTo>
                    <a:pt x="2044" y="241592"/>
                  </a:lnTo>
                  <a:lnTo>
                    <a:pt x="0" y="251815"/>
                  </a:lnTo>
                  <a:lnTo>
                    <a:pt x="2044" y="262051"/>
                  </a:lnTo>
                  <a:lnTo>
                    <a:pt x="7658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65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65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58" y="7696"/>
                  </a:lnTo>
                  <a:lnTo>
                    <a:pt x="2044" y="16052"/>
                  </a:lnTo>
                  <a:lnTo>
                    <a:pt x="0" y="26276"/>
                  </a:lnTo>
                  <a:lnTo>
                    <a:pt x="2044" y="36512"/>
                  </a:lnTo>
                  <a:lnTo>
                    <a:pt x="7658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65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2" name="object 10">
            <a:extLst>
              <a:ext uri="{FF2B5EF4-FFF2-40B4-BE49-F238E27FC236}">
                <a16:creationId xmlns="" xmlns:a16="http://schemas.microsoft.com/office/drawing/2014/main" id="{8115E732-1AF3-486F-8944-4489DFAD3613}"/>
              </a:ext>
            </a:extLst>
          </p:cNvPr>
          <p:cNvGrpSpPr>
            <a:grpSpLocks/>
          </p:cNvGrpSpPr>
          <p:nvPr/>
        </p:nvGrpSpPr>
        <p:grpSpPr bwMode="auto">
          <a:xfrm>
            <a:off x="9374188" y="4568825"/>
            <a:ext cx="73025" cy="377825"/>
            <a:chOff x="5367817" y="3358972"/>
            <a:chExt cx="52705" cy="278130"/>
          </a:xfrm>
        </p:grpSpPr>
        <p:sp>
          <p:nvSpPr>
            <p:cNvPr id="12348" name="object 11">
              <a:extLst>
                <a:ext uri="{FF2B5EF4-FFF2-40B4-BE49-F238E27FC236}">
                  <a16:creationId xmlns="" xmlns:a16="http://schemas.microsoft.com/office/drawing/2014/main" id="{990FD691-4AAF-47F1-A774-2F93B2C50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3986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9" name="object 12">
              <a:extLst>
                <a:ext uri="{FF2B5EF4-FFF2-40B4-BE49-F238E27FC236}">
                  <a16:creationId xmlns="" xmlns:a16="http://schemas.microsoft.com/office/drawing/2014/main" id="{FB798F95-699A-4262-A042-248A101BB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7807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85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70 w 52704"/>
                <a:gd name="T13" fmla="*/ 233242 h 278129"/>
                <a:gd name="T14" fmla="*/ 2057 w 52704"/>
                <a:gd name="T15" fmla="*/ 241599 h 278129"/>
                <a:gd name="T16" fmla="*/ 0 w 52704"/>
                <a:gd name="T17" fmla="*/ 251822 h 278129"/>
                <a:gd name="T18" fmla="*/ 2057 w 52704"/>
                <a:gd name="T19" fmla="*/ 262058 h 278129"/>
                <a:gd name="T20" fmla="*/ 7670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85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85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70 w 52704"/>
                <a:gd name="T47" fmla="*/ 7696 h 278129"/>
                <a:gd name="T48" fmla="*/ 2057 w 52704"/>
                <a:gd name="T49" fmla="*/ 16052 h 278129"/>
                <a:gd name="T50" fmla="*/ 0 w 52704"/>
                <a:gd name="T51" fmla="*/ 26276 h 278129"/>
                <a:gd name="T52" fmla="*/ 2057 w 52704"/>
                <a:gd name="T53" fmla="*/ 36512 h 278129"/>
                <a:gd name="T54" fmla="*/ 7670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85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3" name="object 13">
            <a:extLst>
              <a:ext uri="{FF2B5EF4-FFF2-40B4-BE49-F238E27FC236}">
                <a16:creationId xmlns="" xmlns:a16="http://schemas.microsoft.com/office/drawing/2014/main" id="{FF975638-90F4-4600-B17B-8AD428E6AA24}"/>
              </a:ext>
            </a:extLst>
          </p:cNvPr>
          <p:cNvGrpSpPr>
            <a:grpSpLocks/>
          </p:cNvGrpSpPr>
          <p:nvPr/>
        </p:nvGrpSpPr>
        <p:grpSpPr bwMode="auto">
          <a:xfrm>
            <a:off x="12804775" y="4568825"/>
            <a:ext cx="73025" cy="377825"/>
            <a:chOff x="7373694" y="3358972"/>
            <a:chExt cx="52705" cy="278130"/>
          </a:xfrm>
        </p:grpSpPr>
        <p:sp>
          <p:nvSpPr>
            <p:cNvPr id="12346" name="object 14">
              <a:extLst>
                <a:ext uri="{FF2B5EF4-FFF2-40B4-BE49-F238E27FC236}">
                  <a16:creationId xmlns="" xmlns:a16="http://schemas.microsoft.com/office/drawing/2014/main" id="{86BD7AE0-C9DA-4955-B170-1D5230BF1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9863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7" name="object 15">
              <a:extLst>
                <a:ext uri="{FF2B5EF4-FFF2-40B4-BE49-F238E27FC236}">
                  <a16:creationId xmlns="" xmlns:a16="http://schemas.microsoft.com/office/drawing/2014/main" id="{80EA6D0C-4065-4380-B8CB-F899A4CC2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3683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85 w 52704"/>
                <a:gd name="T5" fmla="*/ 233242 h 278129"/>
                <a:gd name="T6" fmla="*/ 36367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70 w 52704"/>
                <a:gd name="T13" fmla="*/ 233242 h 278129"/>
                <a:gd name="T14" fmla="*/ 2057 w 52704"/>
                <a:gd name="T15" fmla="*/ 241599 h 278129"/>
                <a:gd name="T16" fmla="*/ 0 w 52704"/>
                <a:gd name="T17" fmla="*/ 251822 h 278129"/>
                <a:gd name="T18" fmla="*/ 2057 w 52704"/>
                <a:gd name="T19" fmla="*/ 262058 h 278129"/>
                <a:gd name="T20" fmla="*/ 7670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67 w 52704"/>
                <a:gd name="T27" fmla="*/ 276041 h 278129"/>
                <a:gd name="T28" fmla="*/ 44685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85 w 52704"/>
                <a:gd name="T39" fmla="*/ 7696 h 278129"/>
                <a:gd name="T40" fmla="*/ 36367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70 w 52704"/>
                <a:gd name="T47" fmla="*/ 7696 h 278129"/>
                <a:gd name="T48" fmla="*/ 2057 w 52704"/>
                <a:gd name="T49" fmla="*/ 16052 h 278129"/>
                <a:gd name="T50" fmla="*/ 0 w 52704"/>
                <a:gd name="T51" fmla="*/ 26276 h 278129"/>
                <a:gd name="T52" fmla="*/ 2057 w 52704"/>
                <a:gd name="T53" fmla="*/ 36512 h 278129"/>
                <a:gd name="T54" fmla="*/ 7670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67 w 52704"/>
                <a:gd name="T61" fmla="*/ 50495 h 278129"/>
                <a:gd name="T62" fmla="*/ 44685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60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60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60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60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4" name="object 16">
            <a:extLst>
              <a:ext uri="{FF2B5EF4-FFF2-40B4-BE49-F238E27FC236}">
                <a16:creationId xmlns="" xmlns:a16="http://schemas.microsoft.com/office/drawing/2014/main" id="{913DE5E8-5B10-4551-BB9F-7C27D49E7E69}"/>
              </a:ext>
            </a:extLst>
          </p:cNvPr>
          <p:cNvGrpSpPr>
            <a:grpSpLocks/>
          </p:cNvGrpSpPr>
          <p:nvPr/>
        </p:nvGrpSpPr>
        <p:grpSpPr bwMode="auto">
          <a:xfrm>
            <a:off x="16246475" y="4568825"/>
            <a:ext cx="74613" cy="377825"/>
            <a:chOff x="9386430" y="3358972"/>
            <a:chExt cx="52705" cy="278130"/>
          </a:xfrm>
        </p:grpSpPr>
        <p:sp>
          <p:nvSpPr>
            <p:cNvPr id="12344" name="object 17">
              <a:extLst>
                <a:ext uri="{FF2B5EF4-FFF2-40B4-BE49-F238E27FC236}">
                  <a16:creationId xmlns="" xmlns:a16="http://schemas.microsoft.com/office/drawing/2014/main" id="{B9058304-3741-4A3B-964F-67D08D42C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2597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5" name="object 18">
              <a:extLst>
                <a:ext uri="{FF2B5EF4-FFF2-40B4-BE49-F238E27FC236}">
                  <a16:creationId xmlns="" xmlns:a16="http://schemas.microsoft.com/office/drawing/2014/main" id="{4B8689A0-13DC-4BD9-BF43-9CAFB262F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6430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72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58 w 52704"/>
                <a:gd name="T13" fmla="*/ 233242 h 278129"/>
                <a:gd name="T14" fmla="*/ 2044 w 52704"/>
                <a:gd name="T15" fmla="*/ 241599 h 278129"/>
                <a:gd name="T16" fmla="*/ 0 w 52704"/>
                <a:gd name="T17" fmla="*/ 251822 h 278129"/>
                <a:gd name="T18" fmla="*/ 2044 w 52704"/>
                <a:gd name="T19" fmla="*/ 262058 h 278129"/>
                <a:gd name="T20" fmla="*/ 7658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72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72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58 w 52704"/>
                <a:gd name="T47" fmla="*/ 7696 h 278129"/>
                <a:gd name="T48" fmla="*/ 2044 w 52704"/>
                <a:gd name="T49" fmla="*/ 16052 h 278129"/>
                <a:gd name="T50" fmla="*/ 0 w 52704"/>
                <a:gd name="T51" fmla="*/ 26276 h 278129"/>
                <a:gd name="T52" fmla="*/ 2044 w 52704"/>
                <a:gd name="T53" fmla="*/ 36512 h 278129"/>
                <a:gd name="T54" fmla="*/ 7658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72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65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58" y="233235"/>
                  </a:lnTo>
                  <a:lnTo>
                    <a:pt x="2044" y="241592"/>
                  </a:lnTo>
                  <a:lnTo>
                    <a:pt x="0" y="251815"/>
                  </a:lnTo>
                  <a:lnTo>
                    <a:pt x="2044" y="262051"/>
                  </a:lnTo>
                  <a:lnTo>
                    <a:pt x="7658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65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65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58" y="7696"/>
                  </a:lnTo>
                  <a:lnTo>
                    <a:pt x="2044" y="16052"/>
                  </a:lnTo>
                  <a:lnTo>
                    <a:pt x="0" y="26276"/>
                  </a:lnTo>
                  <a:lnTo>
                    <a:pt x="2044" y="36512"/>
                  </a:lnTo>
                  <a:lnTo>
                    <a:pt x="7658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65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2305" name="object 19">
            <a:extLst>
              <a:ext uri="{FF2B5EF4-FFF2-40B4-BE49-F238E27FC236}">
                <a16:creationId xmlns="" xmlns:a16="http://schemas.microsoft.com/office/drawing/2014/main" id="{93CC3990-A9CB-40C3-8EE2-742204E12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6799263"/>
            <a:ext cx="108807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63"/>
              </a:spcBef>
            </a:pPr>
            <a:r>
              <a:rPr lang="ru-RU" altLang="ru-RU" sz="2700" b="1">
                <a:solidFill>
                  <a:srgbClr val="4D4C4C"/>
                </a:solidFill>
                <a:latin typeface="Inter Extra Bold" panose="02000903000000020004" pitchFamily="2" charset="0"/>
              </a:rPr>
              <a:t>НАЦПРОЕКТ «ПРОИЗВОДИТЕЛЬНОСТЬ ТРУДА»</a:t>
            </a:r>
            <a:endParaRPr lang="ru-RU" altLang="ru-RU" sz="2700">
              <a:latin typeface="Inter Extra Bold" panose="02000903000000020004" pitchFamily="2" charset="0"/>
            </a:endParaRPr>
          </a:p>
          <a:p>
            <a:pPr algn="just" eaLnBrk="1" hangingPunct="1">
              <a:lnSpc>
                <a:spcPts val="1875"/>
              </a:lnSpc>
              <a:spcBef>
                <a:spcPts val="2663"/>
              </a:spcBef>
            </a:pPr>
            <a:r>
              <a:rPr lang="ru-RU" altLang="ru-RU" sz="1900">
                <a:solidFill>
                  <a:srgbClr val="1D1D1B"/>
                </a:solidFill>
                <a:latin typeface="Inter Regular" panose="02000503000000020004" pitchFamily="2" charset="0"/>
              </a:rPr>
              <a:t>Мы внедряем принципы бережливого производства: сокращение времени производства, минимизация излишних запасов и увеличение объемов выпускаемой продукции.</a:t>
            </a:r>
          </a:p>
          <a:p>
            <a:pPr algn="just" eaLnBrk="1" hangingPunct="1">
              <a:lnSpc>
                <a:spcPts val="2188"/>
              </a:lnSpc>
              <a:spcBef>
                <a:spcPts val="1475"/>
              </a:spcBef>
            </a:pPr>
            <a:r>
              <a:rPr lang="ru-RU" altLang="ru-RU" sz="1900">
                <a:solidFill>
                  <a:srgbClr val="1D1D1B"/>
                </a:solidFill>
                <a:latin typeface="Inter Regular" panose="02000503000000020004" pitchFamily="2" charset="0"/>
              </a:rPr>
              <a:t>Наше руководство  проходит обучение по программе «Декомпозиция целей», что позволит более точно планировать деятельность компании и эффективно распределять обязанности между сотрудниками для достижения высоких результатов.</a:t>
            </a:r>
            <a:endParaRPr lang="ru-RU" altLang="ru-RU" sz="1900">
              <a:latin typeface="Inter Regular" panose="02000503000000020004" pitchFamily="2" charset="0"/>
            </a:endParaRPr>
          </a:p>
        </p:txBody>
      </p:sp>
      <p:grpSp>
        <p:nvGrpSpPr>
          <p:cNvPr id="12306" name="object 20">
            <a:extLst>
              <a:ext uri="{FF2B5EF4-FFF2-40B4-BE49-F238E27FC236}">
                <a16:creationId xmlns="" xmlns:a16="http://schemas.microsoft.com/office/drawing/2014/main" id="{E34E18C9-BCE9-465C-AFD8-D29B802160E4}"/>
              </a:ext>
            </a:extLst>
          </p:cNvPr>
          <p:cNvGrpSpPr>
            <a:grpSpLocks/>
          </p:cNvGrpSpPr>
          <p:nvPr/>
        </p:nvGrpSpPr>
        <p:grpSpPr bwMode="auto">
          <a:xfrm>
            <a:off x="1747838" y="2819400"/>
            <a:ext cx="1662112" cy="1619250"/>
            <a:chOff x="804202" y="2073097"/>
            <a:chExt cx="1189990" cy="1189990"/>
          </a:xfrm>
        </p:grpSpPr>
        <p:pic>
          <p:nvPicPr>
            <p:cNvPr id="12338" name="object 21">
              <a:extLst>
                <a:ext uri="{FF2B5EF4-FFF2-40B4-BE49-F238E27FC236}">
                  <a16:creationId xmlns="" xmlns:a16="http://schemas.microsoft.com/office/drawing/2014/main" id="{35F48705-27E3-4760-A881-97DB0B3273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202" y="2073097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9" name="object 22">
              <a:extLst>
                <a:ext uri="{FF2B5EF4-FFF2-40B4-BE49-F238E27FC236}">
                  <a16:creationId xmlns="" xmlns:a16="http://schemas.microsoft.com/office/drawing/2014/main" id="{DF56801C-F2FF-405A-8E34-CDAF7884B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623" y="2879204"/>
              <a:ext cx="539115" cy="40005"/>
            </a:xfrm>
            <a:custGeom>
              <a:avLst/>
              <a:gdLst>
                <a:gd name="T0" fmla="*/ 538499 w 539114"/>
                <a:gd name="T1" fmla="*/ 0 h 40005"/>
                <a:gd name="T2" fmla="*/ 0 w 539114"/>
                <a:gd name="T3" fmla="*/ 0 h 40005"/>
                <a:gd name="T4" fmla="*/ 0 w 539114"/>
                <a:gd name="T5" fmla="*/ 39877 h 40005"/>
                <a:gd name="T6" fmla="*/ 538499 w 539114"/>
                <a:gd name="T7" fmla="*/ 39877 h 40005"/>
                <a:gd name="T8" fmla="*/ 538499 w 539114"/>
                <a:gd name="T9" fmla="*/ 0 h 400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9114" h="40005">
                  <a:moveTo>
                    <a:pt x="538492" y="0"/>
                  </a:moveTo>
                  <a:lnTo>
                    <a:pt x="0" y="0"/>
                  </a:lnTo>
                  <a:lnTo>
                    <a:pt x="0" y="39877"/>
                  </a:lnTo>
                  <a:lnTo>
                    <a:pt x="538492" y="39877"/>
                  </a:lnTo>
                  <a:lnTo>
                    <a:pt x="5384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40" name="object 23">
              <a:extLst>
                <a:ext uri="{FF2B5EF4-FFF2-40B4-BE49-F238E27FC236}">
                  <a16:creationId xmlns="" xmlns:a16="http://schemas.microsoft.com/office/drawing/2014/main" id="{145DDFCD-89C5-4ED4-A26F-EDEB5DCC67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5359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1" name="object 24">
              <a:extLst>
                <a:ext uri="{FF2B5EF4-FFF2-40B4-BE49-F238E27FC236}">
                  <a16:creationId xmlns="" xmlns:a16="http://schemas.microsoft.com/office/drawing/2014/main" id="{E70EF0A6-9C0E-415F-9153-FF7B66F21F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817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2" name="object 25">
              <a:extLst>
                <a:ext uri="{FF2B5EF4-FFF2-40B4-BE49-F238E27FC236}">
                  <a16:creationId xmlns="" xmlns:a16="http://schemas.microsoft.com/office/drawing/2014/main" id="{867985D6-4CFA-4503-AC1B-64DE10A915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5304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43" name="object 26">
              <a:extLst>
                <a:ext uri="{FF2B5EF4-FFF2-40B4-BE49-F238E27FC236}">
                  <a16:creationId xmlns="" xmlns:a16="http://schemas.microsoft.com/office/drawing/2014/main" id="{207B98C6-CA1D-40C0-BF39-94AEFEEA0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919" y="2341003"/>
              <a:ext cx="680720" cy="681990"/>
            </a:xfrm>
            <a:custGeom>
              <a:avLst/>
              <a:gdLst>
                <a:gd name="T0" fmla="*/ 439757 w 680719"/>
                <a:gd name="T1" fmla="*/ 299021 h 681989"/>
                <a:gd name="T2" fmla="*/ 439757 w 680719"/>
                <a:gd name="T3" fmla="*/ 510013 h 681989"/>
                <a:gd name="T4" fmla="*/ 411144 w 680719"/>
                <a:gd name="T5" fmla="*/ 537788 h 681989"/>
                <a:gd name="T6" fmla="*/ 340245 w 680719"/>
                <a:gd name="T7" fmla="*/ 466897 h 681989"/>
                <a:gd name="T8" fmla="*/ 411144 w 680719"/>
                <a:gd name="T9" fmla="*/ 481400 h 681989"/>
                <a:gd name="T10" fmla="*/ 439757 w 680719"/>
                <a:gd name="T11" fmla="*/ 367392 h 681989"/>
                <a:gd name="T12" fmla="*/ 411093 w 680719"/>
                <a:gd name="T13" fmla="*/ 299021 h 681989"/>
                <a:gd name="T14" fmla="*/ 340245 w 680719"/>
                <a:gd name="T15" fmla="*/ 410509 h 681989"/>
                <a:gd name="T16" fmla="*/ 312051 w 680719"/>
                <a:gd name="T17" fmla="*/ 438703 h 681989"/>
                <a:gd name="T18" fmla="*/ 240741 w 680719"/>
                <a:gd name="T19" fmla="*/ 367392 h 681989"/>
                <a:gd name="T20" fmla="*/ 312051 w 680719"/>
                <a:gd name="T21" fmla="*/ 382315 h 681989"/>
                <a:gd name="T22" fmla="*/ 411093 w 680719"/>
                <a:gd name="T23" fmla="*/ 339661 h 681989"/>
                <a:gd name="T24" fmla="*/ 200875 w 680719"/>
                <a:gd name="T25" fmla="*/ 299021 h 681989"/>
                <a:gd name="T26" fmla="*/ 200875 w 680719"/>
                <a:gd name="T27" fmla="*/ 537788 h 681989"/>
                <a:gd name="T28" fmla="*/ 479635 w 680719"/>
                <a:gd name="T29" fmla="*/ 578428 h 681989"/>
                <a:gd name="T30" fmla="*/ 479635 w 680719"/>
                <a:gd name="T31" fmla="*/ 537788 h 681989"/>
                <a:gd name="T32" fmla="*/ 479635 w 680719"/>
                <a:gd name="T33" fmla="*/ 339191 h 681989"/>
                <a:gd name="T34" fmla="*/ 610203 w 680719"/>
                <a:gd name="T35" fmla="*/ 641941 h 681989"/>
                <a:gd name="T36" fmla="*/ 71704 w 680719"/>
                <a:gd name="T37" fmla="*/ 681819 h 681989"/>
                <a:gd name="T38" fmla="*/ 610203 w 680719"/>
                <a:gd name="T39" fmla="*/ 641941 h 681989"/>
                <a:gd name="T40" fmla="*/ 392437 w 680719"/>
                <a:gd name="T41" fmla="*/ 0 h 681989"/>
                <a:gd name="T42" fmla="*/ 392437 w 680719"/>
                <a:gd name="T43" fmla="*/ 79311 h 681989"/>
                <a:gd name="T44" fmla="*/ 288061 w 680719"/>
                <a:gd name="T45" fmla="*/ 39941 h 681989"/>
                <a:gd name="T46" fmla="*/ 392437 w 680719"/>
                <a:gd name="T47" fmla="*/ 0 h 681989"/>
                <a:gd name="T48" fmla="*/ 0 w 680719"/>
                <a:gd name="T49" fmla="*/ 39865 h 681989"/>
                <a:gd name="T50" fmla="*/ 248183 w 680719"/>
                <a:gd name="T51" fmla="*/ 79311 h 681989"/>
                <a:gd name="T52" fmla="*/ 320306 w 680719"/>
                <a:gd name="T53" fmla="*/ 119951 h 681989"/>
                <a:gd name="T54" fmla="*/ 135318 w 680719"/>
                <a:gd name="T55" fmla="*/ 164287 h 681989"/>
                <a:gd name="T56" fmla="*/ 135318 w 680719"/>
                <a:gd name="T57" fmla="*/ 263347 h 681989"/>
                <a:gd name="T58" fmla="*/ 175183 w 680719"/>
                <a:gd name="T59" fmla="*/ 203657 h 681989"/>
                <a:gd name="T60" fmla="*/ 505289 w 680719"/>
                <a:gd name="T61" fmla="*/ 263347 h 681989"/>
                <a:gd name="T62" fmla="*/ 545167 w 680719"/>
                <a:gd name="T63" fmla="*/ 203657 h 681989"/>
                <a:gd name="T64" fmla="*/ 360191 w 680719"/>
                <a:gd name="T65" fmla="*/ 164287 h 681989"/>
                <a:gd name="T66" fmla="*/ 432315 w 680719"/>
                <a:gd name="T67" fmla="*/ 119951 h 681989"/>
                <a:gd name="T68" fmla="*/ 432315 w 680719"/>
                <a:gd name="T69" fmla="*/ 79311 h 681989"/>
                <a:gd name="T70" fmla="*/ 680498 w 680719"/>
                <a:gd name="T71" fmla="*/ 39865 h 68198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80719" h="681989">
                  <a:moveTo>
                    <a:pt x="479628" y="299021"/>
                  </a:moveTo>
                  <a:lnTo>
                    <a:pt x="439750" y="299021"/>
                  </a:lnTo>
                  <a:lnTo>
                    <a:pt x="439750" y="367385"/>
                  </a:lnTo>
                  <a:lnTo>
                    <a:pt x="439750" y="510006"/>
                  </a:lnTo>
                  <a:lnTo>
                    <a:pt x="411137" y="481393"/>
                  </a:lnTo>
                  <a:lnTo>
                    <a:pt x="411137" y="537781"/>
                  </a:lnTo>
                  <a:lnTo>
                    <a:pt x="269354" y="537781"/>
                  </a:lnTo>
                  <a:lnTo>
                    <a:pt x="340245" y="466890"/>
                  </a:lnTo>
                  <a:lnTo>
                    <a:pt x="411137" y="537781"/>
                  </a:lnTo>
                  <a:lnTo>
                    <a:pt x="411137" y="481393"/>
                  </a:lnTo>
                  <a:lnTo>
                    <a:pt x="368439" y="438696"/>
                  </a:lnTo>
                  <a:lnTo>
                    <a:pt x="439750" y="367385"/>
                  </a:lnTo>
                  <a:lnTo>
                    <a:pt x="439750" y="299021"/>
                  </a:lnTo>
                  <a:lnTo>
                    <a:pt x="411086" y="299021"/>
                  </a:lnTo>
                  <a:lnTo>
                    <a:pt x="411086" y="339661"/>
                  </a:lnTo>
                  <a:lnTo>
                    <a:pt x="340245" y="410502"/>
                  </a:lnTo>
                  <a:lnTo>
                    <a:pt x="312051" y="382308"/>
                  </a:lnTo>
                  <a:lnTo>
                    <a:pt x="312051" y="438696"/>
                  </a:lnTo>
                  <a:lnTo>
                    <a:pt x="240741" y="510006"/>
                  </a:lnTo>
                  <a:lnTo>
                    <a:pt x="240741" y="367385"/>
                  </a:lnTo>
                  <a:lnTo>
                    <a:pt x="312051" y="438696"/>
                  </a:lnTo>
                  <a:lnTo>
                    <a:pt x="312051" y="382308"/>
                  </a:lnTo>
                  <a:lnTo>
                    <a:pt x="269405" y="339661"/>
                  </a:lnTo>
                  <a:lnTo>
                    <a:pt x="411086" y="339661"/>
                  </a:lnTo>
                  <a:lnTo>
                    <a:pt x="411086" y="299021"/>
                  </a:lnTo>
                  <a:lnTo>
                    <a:pt x="200875" y="299021"/>
                  </a:lnTo>
                  <a:lnTo>
                    <a:pt x="200875" y="339661"/>
                  </a:lnTo>
                  <a:lnTo>
                    <a:pt x="200875" y="537781"/>
                  </a:lnTo>
                  <a:lnTo>
                    <a:pt x="200875" y="578421"/>
                  </a:lnTo>
                  <a:lnTo>
                    <a:pt x="479628" y="578421"/>
                  </a:lnTo>
                  <a:lnTo>
                    <a:pt x="479628" y="538200"/>
                  </a:lnTo>
                  <a:lnTo>
                    <a:pt x="479628" y="537781"/>
                  </a:lnTo>
                  <a:lnTo>
                    <a:pt x="479628" y="339661"/>
                  </a:lnTo>
                  <a:lnTo>
                    <a:pt x="479628" y="339191"/>
                  </a:lnTo>
                  <a:lnTo>
                    <a:pt x="479628" y="299021"/>
                  </a:lnTo>
                  <a:close/>
                </a:path>
                <a:path w="680719" h="681989">
                  <a:moveTo>
                    <a:pt x="610196" y="641934"/>
                  </a:moveTo>
                  <a:lnTo>
                    <a:pt x="71704" y="641934"/>
                  </a:lnTo>
                  <a:lnTo>
                    <a:pt x="71704" y="681812"/>
                  </a:lnTo>
                  <a:lnTo>
                    <a:pt x="610196" y="681812"/>
                  </a:lnTo>
                  <a:lnTo>
                    <a:pt x="610196" y="641934"/>
                  </a:lnTo>
                  <a:close/>
                </a:path>
                <a:path w="680719" h="681989">
                  <a:moveTo>
                    <a:pt x="680491" y="0"/>
                  </a:moveTo>
                  <a:lnTo>
                    <a:pt x="392430" y="0"/>
                  </a:lnTo>
                  <a:lnTo>
                    <a:pt x="392430" y="39941"/>
                  </a:lnTo>
                  <a:lnTo>
                    <a:pt x="392430" y="79311"/>
                  </a:lnTo>
                  <a:lnTo>
                    <a:pt x="288061" y="79311"/>
                  </a:lnTo>
                  <a:lnTo>
                    <a:pt x="288061" y="39941"/>
                  </a:lnTo>
                  <a:lnTo>
                    <a:pt x="392430" y="39941"/>
                  </a:lnTo>
                  <a:lnTo>
                    <a:pt x="392430" y="0"/>
                  </a:lnTo>
                  <a:lnTo>
                    <a:pt x="0" y="0"/>
                  </a:lnTo>
                  <a:lnTo>
                    <a:pt x="0" y="39865"/>
                  </a:lnTo>
                  <a:lnTo>
                    <a:pt x="248183" y="39865"/>
                  </a:lnTo>
                  <a:lnTo>
                    <a:pt x="248183" y="79311"/>
                  </a:lnTo>
                  <a:lnTo>
                    <a:pt x="248183" y="119951"/>
                  </a:lnTo>
                  <a:lnTo>
                    <a:pt x="320306" y="119951"/>
                  </a:lnTo>
                  <a:lnTo>
                    <a:pt x="320306" y="164287"/>
                  </a:lnTo>
                  <a:lnTo>
                    <a:pt x="135318" y="164287"/>
                  </a:lnTo>
                  <a:lnTo>
                    <a:pt x="135318" y="203657"/>
                  </a:lnTo>
                  <a:lnTo>
                    <a:pt x="135318" y="263347"/>
                  </a:lnTo>
                  <a:lnTo>
                    <a:pt x="175183" y="263347"/>
                  </a:lnTo>
                  <a:lnTo>
                    <a:pt x="175183" y="203657"/>
                  </a:lnTo>
                  <a:lnTo>
                    <a:pt x="505282" y="203657"/>
                  </a:lnTo>
                  <a:lnTo>
                    <a:pt x="505282" y="263347"/>
                  </a:lnTo>
                  <a:lnTo>
                    <a:pt x="545160" y="263347"/>
                  </a:lnTo>
                  <a:lnTo>
                    <a:pt x="545160" y="203657"/>
                  </a:lnTo>
                  <a:lnTo>
                    <a:pt x="545160" y="164287"/>
                  </a:lnTo>
                  <a:lnTo>
                    <a:pt x="360184" y="164287"/>
                  </a:lnTo>
                  <a:lnTo>
                    <a:pt x="360184" y="119951"/>
                  </a:lnTo>
                  <a:lnTo>
                    <a:pt x="432308" y="119951"/>
                  </a:lnTo>
                  <a:lnTo>
                    <a:pt x="432308" y="79743"/>
                  </a:lnTo>
                  <a:lnTo>
                    <a:pt x="432308" y="79311"/>
                  </a:lnTo>
                  <a:lnTo>
                    <a:pt x="432308" y="39941"/>
                  </a:lnTo>
                  <a:lnTo>
                    <a:pt x="680491" y="39865"/>
                  </a:lnTo>
                  <a:lnTo>
                    <a:pt x="6804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7" name="object 27">
            <a:extLst>
              <a:ext uri="{FF2B5EF4-FFF2-40B4-BE49-F238E27FC236}">
                <a16:creationId xmlns="" xmlns:a16="http://schemas.microsoft.com/office/drawing/2014/main" id="{19F5609B-F14C-43A3-952A-E6C141345DB1}"/>
              </a:ext>
            </a:extLst>
          </p:cNvPr>
          <p:cNvGrpSpPr>
            <a:grpSpLocks/>
          </p:cNvGrpSpPr>
          <p:nvPr/>
        </p:nvGrpSpPr>
        <p:grpSpPr bwMode="auto">
          <a:xfrm>
            <a:off x="5168900" y="2819400"/>
            <a:ext cx="1663700" cy="1619250"/>
            <a:chOff x="2804909" y="2073097"/>
            <a:chExt cx="1189990" cy="1189990"/>
          </a:xfrm>
        </p:grpSpPr>
        <p:pic>
          <p:nvPicPr>
            <p:cNvPr id="12334" name="object 28">
              <a:extLst>
                <a:ext uri="{FF2B5EF4-FFF2-40B4-BE49-F238E27FC236}">
                  <a16:creationId xmlns="" xmlns:a16="http://schemas.microsoft.com/office/drawing/2014/main" id="{A8EDF9B3-D58D-4389-82C3-584ACA2763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4909" y="2073097"/>
              <a:ext cx="1189824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5" name="object 29">
              <a:extLst>
                <a:ext uri="{FF2B5EF4-FFF2-40B4-BE49-F238E27FC236}">
                  <a16:creationId xmlns="" xmlns:a16="http://schemas.microsoft.com/office/drawing/2014/main" id="{8365C883-D8D0-4BC2-B8D7-FC9223B18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4759" y="2455264"/>
              <a:ext cx="318135" cy="346075"/>
            </a:xfrm>
            <a:custGeom>
              <a:avLst/>
              <a:gdLst>
                <a:gd name="T0" fmla="*/ 158750 w 318135"/>
                <a:gd name="T1" fmla="*/ 0 h 346075"/>
                <a:gd name="T2" fmla="*/ 0 w 318135"/>
                <a:gd name="T3" fmla="*/ 79374 h 346075"/>
                <a:gd name="T4" fmla="*/ 0 w 318135"/>
                <a:gd name="T5" fmla="*/ 266166 h 346075"/>
                <a:gd name="T6" fmla="*/ 158750 w 318135"/>
                <a:gd name="T7" fmla="*/ 345554 h 346075"/>
                <a:gd name="T8" fmla="*/ 282844 w 318135"/>
                <a:gd name="T9" fmla="*/ 283502 h 346075"/>
                <a:gd name="T10" fmla="*/ 136080 w 318135"/>
                <a:gd name="T11" fmla="*/ 283502 h 346075"/>
                <a:gd name="T12" fmla="*/ 45351 w 318135"/>
                <a:gd name="T13" fmla="*/ 238137 h 346075"/>
                <a:gd name="T14" fmla="*/ 45351 w 318135"/>
                <a:gd name="T15" fmla="*/ 130086 h 346075"/>
                <a:gd name="T16" fmla="*/ 146762 w 318135"/>
                <a:gd name="T17" fmla="*/ 130086 h 346075"/>
                <a:gd name="T18" fmla="*/ 73393 w 318135"/>
                <a:gd name="T19" fmla="*/ 93395 h 346075"/>
                <a:gd name="T20" fmla="*/ 158750 w 318135"/>
                <a:gd name="T21" fmla="*/ 50711 h 346075"/>
                <a:gd name="T22" fmla="*/ 260180 w 318135"/>
                <a:gd name="T23" fmla="*/ 50711 h 346075"/>
                <a:gd name="T24" fmla="*/ 158750 w 318135"/>
                <a:gd name="T25" fmla="*/ 0 h 346075"/>
                <a:gd name="T26" fmla="*/ 146762 w 318135"/>
                <a:gd name="T27" fmla="*/ 130086 h 346075"/>
                <a:gd name="T28" fmla="*/ 45351 w 318135"/>
                <a:gd name="T29" fmla="*/ 130086 h 346075"/>
                <a:gd name="T30" fmla="*/ 136080 w 318135"/>
                <a:gd name="T31" fmla="*/ 175450 h 346075"/>
                <a:gd name="T32" fmla="*/ 136080 w 318135"/>
                <a:gd name="T33" fmla="*/ 283502 h 346075"/>
                <a:gd name="T34" fmla="*/ 181432 w 318135"/>
                <a:gd name="T35" fmla="*/ 283502 h 346075"/>
                <a:gd name="T36" fmla="*/ 181432 w 318135"/>
                <a:gd name="T37" fmla="*/ 175450 h 346075"/>
                <a:gd name="T38" fmla="*/ 260161 w 318135"/>
                <a:gd name="T39" fmla="*/ 136080 h 346075"/>
                <a:gd name="T40" fmla="*/ 158750 w 318135"/>
                <a:gd name="T41" fmla="*/ 136080 h 346075"/>
                <a:gd name="T42" fmla="*/ 146762 w 318135"/>
                <a:gd name="T43" fmla="*/ 130086 h 346075"/>
                <a:gd name="T44" fmla="*/ 317512 w 318135"/>
                <a:gd name="T45" fmla="*/ 130086 h 346075"/>
                <a:gd name="T46" fmla="*/ 272148 w 318135"/>
                <a:gd name="T47" fmla="*/ 130086 h 346075"/>
                <a:gd name="T48" fmla="*/ 272148 w 318135"/>
                <a:gd name="T49" fmla="*/ 238137 h 346075"/>
                <a:gd name="T50" fmla="*/ 181432 w 318135"/>
                <a:gd name="T51" fmla="*/ 283502 h 346075"/>
                <a:gd name="T52" fmla="*/ 282844 w 318135"/>
                <a:gd name="T53" fmla="*/ 283502 h 346075"/>
                <a:gd name="T54" fmla="*/ 317512 w 318135"/>
                <a:gd name="T55" fmla="*/ 266166 h 346075"/>
                <a:gd name="T56" fmla="*/ 317512 w 318135"/>
                <a:gd name="T57" fmla="*/ 130086 h 346075"/>
                <a:gd name="T58" fmla="*/ 260180 w 318135"/>
                <a:gd name="T59" fmla="*/ 50711 h 346075"/>
                <a:gd name="T60" fmla="*/ 158750 w 318135"/>
                <a:gd name="T61" fmla="*/ 50711 h 346075"/>
                <a:gd name="T62" fmla="*/ 244119 w 318135"/>
                <a:gd name="T63" fmla="*/ 93395 h 346075"/>
                <a:gd name="T64" fmla="*/ 158750 w 318135"/>
                <a:gd name="T65" fmla="*/ 136080 h 346075"/>
                <a:gd name="T66" fmla="*/ 260161 w 318135"/>
                <a:gd name="T67" fmla="*/ 136080 h 346075"/>
                <a:gd name="T68" fmla="*/ 272148 w 318135"/>
                <a:gd name="T69" fmla="*/ 130086 h 346075"/>
                <a:gd name="T70" fmla="*/ 317512 w 318135"/>
                <a:gd name="T71" fmla="*/ 130086 h 346075"/>
                <a:gd name="T72" fmla="*/ 317512 w 318135"/>
                <a:gd name="T73" fmla="*/ 79374 h 346075"/>
                <a:gd name="T74" fmla="*/ 260180 w 318135"/>
                <a:gd name="T75" fmla="*/ 50711 h 34607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18135" h="346075">
                  <a:moveTo>
                    <a:pt x="158750" y="0"/>
                  </a:moveTo>
                  <a:lnTo>
                    <a:pt x="0" y="79374"/>
                  </a:lnTo>
                  <a:lnTo>
                    <a:pt x="0" y="266166"/>
                  </a:lnTo>
                  <a:lnTo>
                    <a:pt x="158750" y="345554"/>
                  </a:lnTo>
                  <a:lnTo>
                    <a:pt x="282844" y="283502"/>
                  </a:lnTo>
                  <a:lnTo>
                    <a:pt x="136080" y="283502"/>
                  </a:lnTo>
                  <a:lnTo>
                    <a:pt x="45351" y="238137"/>
                  </a:lnTo>
                  <a:lnTo>
                    <a:pt x="45351" y="130086"/>
                  </a:lnTo>
                  <a:lnTo>
                    <a:pt x="146762" y="130086"/>
                  </a:lnTo>
                  <a:lnTo>
                    <a:pt x="73393" y="93395"/>
                  </a:lnTo>
                  <a:lnTo>
                    <a:pt x="158750" y="50711"/>
                  </a:lnTo>
                  <a:lnTo>
                    <a:pt x="260180" y="50711"/>
                  </a:lnTo>
                  <a:lnTo>
                    <a:pt x="158750" y="0"/>
                  </a:lnTo>
                  <a:close/>
                </a:path>
                <a:path w="318135" h="346075">
                  <a:moveTo>
                    <a:pt x="146762" y="130086"/>
                  </a:moveTo>
                  <a:lnTo>
                    <a:pt x="45351" y="130086"/>
                  </a:lnTo>
                  <a:lnTo>
                    <a:pt x="136080" y="175450"/>
                  </a:lnTo>
                  <a:lnTo>
                    <a:pt x="136080" y="283502"/>
                  </a:lnTo>
                  <a:lnTo>
                    <a:pt x="181432" y="283502"/>
                  </a:lnTo>
                  <a:lnTo>
                    <a:pt x="181432" y="175450"/>
                  </a:lnTo>
                  <a:lnTo>
                    <a:pt x="260161" y="136080"/>
                  </a:lnTo>
                  <a:lnTo>
                    <a:pt x="158750" y="136080"/>
                  </a:lnTo>
                  <a:lnTo>
                    <a:pt x="146762" y="130086"/>
                  </a:lnTo>
                  <a:close/>
                </a:path>
                <a:path w="318135" h="346075">
                  <a:moveTo>
                    <a:pt x="317512" y="130086"/>
                  </a:moveTo>
                  <a:lnTo>
                    <a:pt x="272148" y="130086"/>
                  </a:lnTo>
                  <a:lnTo>
                    <a:pt x="272148" y="238137"/>
                  </a:lnTo>
                  <a:lnTo>
                    <a:pt x="181432" y="283502"/>
                  </a:lnTo>
                  <a:lnTo>
                    <a:pt x="282844" y="283502"/>
                  </a:lnTo>
                  <a:lnTo>
                    <a:pt x="317512" y="266166"/>
                  </a:lnTo>
                  <a:lnTo>
                    <a:pt x="317512" y="130086"/>
                  </a:lnTo>
                  <a:close/>
                </a:path>
                <a:path w="318135" h="346075">
                  <a:moveTo>
                    <a:pt x="260180" y="50711"/>
                  </a:moveTo>
                  <a:lnTo>
                    <a:pt x="158750" y="50711"/>
                  </a:lnTo>
                  <a:lnTo>
                    <a:pt x="244119" y="93395"/>
                  </a:lnTo>
                  <a:lnTo>
                    <a:pt x="158750" y="136080"/>
                  </a:lnTo>
                  <a:lnTo>
                    <a:pt x="260161" y="136080"/>
                  </a:lnTo>
                  <a:lnTo>
                    <a:pt x="272148" y="130086"/>
                  </a:lnTo>
                  <a:lnTo>
                    <a:pt x="317512" y="130086"/>
                  </a:lnTo>
                  <a:lnTo>
                    <a:pt x="317512" y="79374"/>
                  </a:lnTo>
                  <a:lnTo>
                    <a:pt x="260180" y="507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36" name="object 30">
              <a:extLst>
                <a:ext uri="{FF2B5EF4-FFF2-40B4-BE49-F238E27FC236}">
                  <a16:creationId xmlns="" xmlns:a16="http://schemas.microsoft.com/office/drawing/2014/main" id="{46DFD8BF-5C28-42A2-9D4A-29D5C3902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7920" y="2804779"/>
              <a:ext cx="239852" cy="168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7" name="object 31">
              <a:extLst>
                <a:ext uri="{FF2B5EF4-FFF2-40B4-BE49-F238E27FC236}">
                  <a16:creationId xmlns="" xmlns:a16="http://schemas.microsoft.com/office/drawing/2014/main" id="{EC7921CC-E7DA-47CA-94DD-29431916E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08" y="2259456"/>
              <a:ext cx="635635" cy="652145"/>
            </a:xfrm>
            <a:custGeom>
              <a:avLst/>
              <a:gdLst>
                <a:gd name="T0" fmla="*/ 192671 w 635635"/>
                <a:gd name="T1" fmla="*/ 101930 h 652144"/>
                <a:gd name="T2" fmla="*/ 115176 w 635635"/>
                <a:gd name="T3" fmla="*/ 166738 h 652144"/>
                <a:gd name="T4" fmla="*/ 63906 w 635635"/>
                <a:gd name="T5" fmla="*/ 254165 h 652144"/>
                <a:gd name="T6" fmla="*/ 45364 w 635635"/>
                <a:gd name="T7" fmla="*/ 357258 h 652144"/>
                <a:gd name="T8" fmla="*/ 64744 w 635635"/>
                <a:gd name="T9" fmla="*/ 462502 h 652144"/>
                <a:gd name="T10" fmla="*/ 120446 w 635635"/>
                <a:gd name="T11" fmla="*/ 553815 h 652144"/>
                <a:gd name="T12" fmla="*/ 127038 w 635635"/>
                <a:gd name="T13" fmla="*/ 486925 h 652144"/>
                <a:gd name="T14" fmla="*/ 94881 w 635635"/>
                <a:gd name="T15" fmla="*/ 402749 h 652144"/>
                <a:gd name="T16" fmla="*/ 96304 w 635635"/>
                <a:gd name="T17" fmla="*/ 304977 h 652144"/>
                <a:gd name="T18" fmla="*/ 138290 w 635635"/>
                <a:gd name="T19" fmla="*/ 210908 h 652144"/>
                <a:gd name="T20" fmla="*/ 215392 w 635635"/>
                <a:gd name="T21" fmla="*/ 141173 h 652144"/>
                <a:gd name="T22" fmla="*/ 631304 w 635635"/>
                <a:gd name="T23" fmla="*/ 310286 h 652144"/>
                <a:gd name="T24" fmla="*/ 603148 w 635635"/>
                <a:gd name="T25" fmla="*/ 223939 h 652144"/>
                <a:gd name="T26" fmla="*/ 551281 w 635635"/>
                <a:gd name="T27" fmla="*/ 151599 h 652144"/>
                <a:gd name="T28" fmla="*/ 480377 w 635635"/>
                <a:gd name="T29" fmla="*/ 97917 h 652144"/>
                <a:gd name="T30" fmla="*/ 395058 w 635635"/>
                <a:gd name="T31" fmla="*/ 67538 h 652144"/>
                <a:gd name="T32" fmla="*/ 378917 w 635635"/>
                <a:gd name="T33" fmla="*/ 32067 h 652144"/>
                <a:gd name="T34" fmla="*/ 262763 w 635635"/>
                <a:gd name="T35" fmla="*/ 84074 h 652144"/>
                <a:gd name="T36" fmla="*/ 378917 w 635635"/>
                <a:gd name="T37" fmla="*/ 136080 h 652144"/>
                <a:gd name="T38" fmla="*/ 399186 w 635635"/>
                <a:gd name="T39" fmla="*/ 114833 h 652144"/>
                <a:gd name="T40" fmla="*/ 484708 w 635635"/>
                <a:gd name="T41" fmla="*/ 154000 h 652144"/>
                <a:gd name="T42" fmla="*/ 549084 w 635635"/>
                <a:gd name="T43" fmla="*/ 220980 h 652144"/>
                <a:gd name="T44" fmla="*/ 584847 w 635635"/>
                <a:gd name="T45" fmla="*/ 308292 h 652144"/>
                <a:gd name="T46" fmla="*/ 585647 w 635635"/>
                <a:gd name="T47" fmla="*/ 402038 h 652144"/>
                <a:gd name="T48" fmla="*/ 555561 w 635635"/>
                <a:gd name="T49" fmla="*/ 483076 h 652144"/>
                <a:gd name="T50" fmla="*/ 500837 w 635635"/>
                <a:gd name="T51" fmla="*/ 547986 h 652144"/>
                <a:gd name="T52" fmla="*/ 427151 w 635635"/>
                <a:gd name="T53" fmla="*/ 591103 h 652144"/>
                <a:gd name="T54" fmla="*/ 340194 w 635635"/>
                <a:gd name="T55" fmla="*/ 606736 h 652144"/>
                <a:gd name="T56" fmla="*/ 0 w 635635"/>
                <a:gd name="T57" fmla="*/ 652101 h 652144"/>
                <a:gd name="T58" fmla="*/ 387959 w 635635"/>
                <a:gd name="T59" fmla="*/ 648227 h 652144"/>
                <a:gd name="T60" fmla="*/ 475576 w 635635"/>
                <a:gd name="T61" fmla="*/ 619144 h 652144"/>
                <a:gd name="T62" fmla="*/ 548589 w 635635"/>
                <a:gd name="T63" fmla="*/ 565639 h 652144"/>
                <a:gd name="T64" fmla="*/ 602081 w 635635"/>
                <a:gd name="T65" fmla="*/ 492640 h 652144"/>
                <a:gd name="T66" fmla="*/ 631177 w 635635"/>
                <a:gd name="T67" fmla="*/ 405022 h 65214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35635" h="652144">
                  <a:moveTo>
                    <a:pt x="215392" y="141173"/>
                  </a:moveTo>
                  <a:lnTo>
                    <a:pt x="192671" y="101930"/>
                  </a:lnTo>
                  <a:lnTo>
                    <a:pt x="151053" y="131076"/>
                  </a:lnTo>
                  <a:lnTo>
                    <a:pt x="115176" y="166738"/>
                  </a:lnTo>
                  <a:lnTo>
                    <a:pt x="85852" y="208064"/>
                  </a:lnTo>
                  <a:lnTo>
                    <a:pt x="63906" y="254165"/>
                  </a:lnTo>
                  <a:lnTo>
                    <a:pt x="50139" y="304177"/>
                  </a:lnTo>
                  <a:lnTo>
                    <a:pt x="45364" y="357251"/>
                  </a:lnTo>
                  <a:lnTo>
                    <a:pt x="50292" y="411010"/>
                  </a:lnTo>
                  <a:lnTo>
                    <a:pt x="64744" y="462495"/>
                  </a:lnTo>
                  <a:lnTo>
                    <a:pt x="88290" y="510501"/>
                  </a:lnTo>
                  <a:lnTo>
                    <a:pt x="120446" y="553808"/>
                  </a:lnTo>
                  <a:lnTo>
                    <a:pt x="154241" y="523557"/>
                  </a:lnTo>
                  <a:lnTo>
                    <a:pt x="127038" y="486918"/>
                  </a:lnTo>
                  <a:lnTo>
                    <a:pt x="107124" y="446303"/>
                  </a:lnTo>
                  <a:lnTo>
                    <a:pt x="94881" y="402742"/>
                  </a:lnTo>
                  <a:lnTo>
                    <a:pt x="90716" y="357251"/>
                  </a:lnTo>
                  <a:lnTo>
                    <a:pt x="96304" y="304977"/>
                  </a:lnTo>
                  <a:lnTo>
                    <a:pt x="112458" y="255676"/>
                  </a:lnTo>
                  <a:lnTo>
                    <a:pt x="138290" y="210908"/>
                  </a:lnTo>
                  <a:lnTo>
                    <a:pt x="172897" y="172224"/>
                  </a:lnTo>
                  <a:lnTo>
                    <a:pt x="215392" y="141173"/>
                  </a:lnTo>
                  <a:close/>
                </a:path>
                <a:path w="635635" h="652144">
                  <a:moveTo>
                    <a:pt x="635038" y="357251"/>
                  </a:moveTo>
                  <a:lnTo>
                    <a:pt x="631304" y="310286"/>
                  </a:lnTo>
                  <a:lnTo>
                    <a:pt x="620471" y="265645"/>
                  </a:lnTo>
                  <a:lnTo>
                    <a:pt x="603148" y="223939"/>
                  </a:lnTo>
                  <a:lnTo>
                    <a:pt x="579882" y="185724"/>
                  </a:lnTo>
                  <a:lnTo>
                    <a:pt x="551281" y="151599"/>
                  </a:lnTo>
                  <a:lnTo>
                    <a:pt x="517918" y="122135"/>
                  </a:lnTo>
                  <a:lnTo>
                    <a:pt x="480377" y="97917"/>
                  </a:lnTo>
                  <a:lnTo>
                    <a:pt x="439229" y="79527"/>
                  </a:lnTo>
                  <a:lnTo>
                    <a:pt x="395058" y="67538"/>
                  </a:lnTo>
                  <a:lnTo>
                    <a:pt x="348462" y="62534"/>
                  </a:lnTo>
                  <a:lnTo>
                    <a:pt x="378917" y="32067"/>
                  </a:lnTo>
                  <a:lnTo>
                    <a:pt x="346849" y="0"/>
                  </a:lnTo>
                  <a:lnTo>
                    <a:pt x="262763" y="84074"/>
                  </a:lnTo>
                  <a:lnTo>
                    <a:pt x="346837" y="168148"/>
                  </a:lnTo>
                  <a:lnTo>
                    <a:pt x="378917" y="136080"/>
                  </a:lnTo>
                  <a:lnTo>
                    <a:pt x="350850" y="108013"/>
                  </a:lnTo>
                  <a:lnTo>
                    <a:pt x="399186" y="114833"/>
                  </a:lnTo>
                  <a:lnTo>
                    <a:pt x="444119" y="130479"/>
                  </a:lnTo>
                  <a:lnTo>
                    <a:pt x="484708" y="154000"/>
                  </a:lnTo>
                  <a:lnTo>
                    <a:pt x="520001" y="184480"/>
                  </a:lnTo>
                  <a:lnTo>
                    <a:pt x="549084" y="220980"/>
                  </a:lnTo>
                  <a:lnTo>
                    <a:pt x="571004" y="262559"/>
                  </a:lnTo>
                  <a:lnTo>
                    <a:pt x="584847" y="308292"/>
                  </a:lnTo>
                  <a:lnTo>
                    <a:pt x="589673" y="357251"/>
                  </a:lnTo>
                  <a:lnTo>
                    <a:pt x="585647" y="402031"/>
                  </a:lnTo>
                  <a:lnTo>
                    <a:pt x="574040" y="444207"/>
                  </a:lnTo>
                  <a:lnTo>
                    <a:pt x="555561" y="483069"/>
                  </a:lnTo>
                  <a:lnTo>
                    <a:pt x="530923" y="517893"/>
                  </a:lnTo>
                  <a:lnTo>
                    <a:pt x="500837" y="547979"/>
                  </a:lnTo>
                  <a:lnTo>
                    <a:pt x="466013" y="572617"/>
                  </a:lnTo>
                  <a:lnTo>
                    <a:pt x="427151" y="591096"/>
                  </a:lnTo>
                  <a:lnTo>
                    <a:pt x="384975" y="602703"/>
                  </a:lnTo>
                  <a:lnTo>
                    <a:pt x="340194" y="606729"/>
                  </a:lnTo>
                  <a:lnTo>
                    <a:pt x="0" y="606729"/>
                  </a:lnTo>
                  <a:lnTo>
                    <a:pt x="0" y="652094"/>
                  </a:lnTo>
                  <a:lnTo>
                    <a:pt x="340194" y="652094"/>
                  </a:lnTo>
                  <a:lnTo>
                    <a:pt x="387959" y="648220"/>
                  </a:lnTo>
                  <a:lnTo>
                    <a:pt x="433285" y="637032"/>
                  </a:lnTo>
                  <a:lnTo>
                    <a:pt x="475576" y="619137"/>
                  </a:lnTo>
                  <a:lnTo>
                    <a:pt x="514210" y="595134"/>
                  </a:lnTo>
                  <a:lnTo>
                    <a:pt x="548589" y="565632"/>
                  </a:lnTo>
                  <a:lnTo>
                    <a:pt x="578078" y="531266"/>
                  </a:lnTo>
                  <a:lnTo>
                    <a:pt x="602081" y="492633"/>
                  </a:lnTo>
                  <a:lnTo>
                    <a:pt x="619975" y="450342"/>
                  </a:lnTo>
                  <a:lnTo>
                    <a:pt x="631177" y="405015"/>
                  </a:lnTo>
                  <a:lnTo>
                    <a:pt x="635038" y="3572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8" name="object 32">
            <a:extLst>
              <a:ext uri="{FF2B5EF4-FFF2-40B4-BE49-F238E27FC236}">
                <a16:creationId xmlns="" xmlns:a16="http://schemas.microsoft.com/office/drawing/2014/main" id="{B90E06CC-B831-4F32-93A8-30F84F4472E5}"/>
              </a:ext>
            </a:extLst>
          </p:cNvPr>
          <p:cNvGrpSpPr>
            <a:grpSpLocks/>
          </p:cNvGrpSpPr>
          <p:nvPr/>
        </p:nvGrpSpPr>
        <p:grpSpPr bwMode="auto">
          <a:xfrm>
            <a:off x="8580438" y="2819400"/>
            <a:ext cx="1662112" cy="1619250"/>
            <a:chOff x="4799076" y="2073096"/>
            <a:chExt cx="1189990" cy="1189990"/>
          </a:xfrm>
        </p:grpSpPr>
        <p:pic>
          <p:nvPicPr>
            <p:cNvPr id="12330" name="object 33">
              <a:extLst>
                <a:ext uri="{FF2B5EF4-FFF2-40B4-BE49-F238E27FC236}">
                  <a16:creationId xmlns="" xmlns:a16="http://schemas.microsoft.com/office/drawing/2014/main" id="{5885FCC1-792C-4AF1-A5F1-EB41079B81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9076" y="2073096"/>
              <a:ext cx="1189824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1" name="object 34">
              <a:extLst>
                <a:ext uri="{FF2B5EF4-FFF2-40B4-BE49-F238E27FC236}">
                  <a16:creationId xmlns="" xmlns:a16="http://schemas.microsoft.com/office/drawing/2014/main" id="{A8CF5113-35BD-4806-A012-0B6E81FA0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9507" y="2458415"/>
              <a:ext cx="441325" cy="504825"/>
            </a:xfrm>
            <a:custGeom>
              <a:avLst/>
              <a:gdLst>
                <a:gd name="T0" fmla="*/ 441121 w 441325"/>
                <a:gd name="T1" fmla="*/ 0 h 504825"/>
                <a:gd name="T2" fmla="*/ 71996 w 441325"/>
                <a:gd name="T3" fmla="*/ 0 h 504825"/>
                <a:gd name="T4" fmla="*/ 71996 w 441325"/>
                <a:gd name="T5" fmla="*/ 39370 h 504825"/>
                <a:gd name="T6" fmla="*/ 71996 w 441325"/>
                <a:gd name="T7" fmla="*/ 73660 h 504825"/>
                <a:gd name="T8" fmla="*/ 71996 w 441325"/>
                <a:gd name="T9" fmla="*/ 113030 h 504825"/>
                <a:gd name="T10" fmla="*/ 111467 w 441325"/>
                <a:gd name="T11" fmla="*/ 113030 h 504825"/>
                <a:gd name="T12" fmla="*/ 115582 w 441325"/>
                <a:gd name="T13" fmla="*/ 138404 h 504825"/>
                <a:gd name="T14" fmla="*/ 136690 w 441325"/>
                <a:gd name="T15" fmla="*/ 179184 h 504825"/>
                <a:gd name="T16" fmla="*/ 168871 w 441325"/>
                <a:gd name="T17" fmla="*/ 211366 h 504825"/>
                <a:gd name="T18" fmla="*/ 175729 w 441325"/>
                <a:gd name="T19" fmla="*/ 214934 h 504825"/>
                <a:gd name="T20" fmla="*/ 158330 w 441325"/>
                <a:gd name="T21" fmla="*/ 220192 h 504825"/>
                <a:gd name="T22" fmla="*/ 114300 w 441325"/>
                <a:gd name="T23" fmla="*/ 243763 h 504825"/>
                <a:gd name="T24" fmla="*/ 75145 w 441325"/>
                <a:gd name="T25" fmla="*/ 275945 h 504825"/>
                <a:gd name="T26" fmla="*/ 42964 w 441325"/>
                <a:gd name="T27" fmla="*/ 315099 h 504825"/>
                <a:gd name="T28" fmla="*/ 19405 w 441325"/>
                <a:gd name="T29" fmla="*/ 359130 h 504825"/>
                <a:gd name="T30" fmla="*/ 4927 w 441325"/>
                <a:gd name="T31" fmla="*/ 406920 h 504825"/>
                <a:gd name="T32" fmla="*/ 0 w 441325"/>
                <a:gd name="T33" fmla="*/ 457365 h 504825"/>
                <a:gd name="T34" fmla="*/ 0 w 441325"/>
                <a:gd name="T35" fmla="*/ 504482 h 504825"/>
                <a:gd name="T36" fmla="*/ 309600 w 441325"/>
                <a:gd name="T37" fmla="*/ 504482 h 504825"/>
                <a:gd name="T38" fmla="*/ 309600 w 441325"/>
                <a:gd name="T39" fmla="*/ 465213 h 504825"/>
                <a:gd name="T40" fmla="*/ 39268 w 441325"/>
                <a:gd name="T41" fmla="*/ 465213 h 504825"/>
                <a:gd name="T42" fmla="*/ 39268 w 441325"/>
                <a:gd name="T43" fmla="*/ 457365 h 504825"/>
                <a:gd name="T44" fmla="*/ 45021 w 441325"/>
                <a:gd name="T45" fmla="*/ 407593 h 504825"/>
                <a:gd name="T46" fmla="*/ 61391 w 441325"/>
                <a:gd name="T47" fmla="*/ 361886 h 504825"/>
                <a:gd name="T48" fmla="*/ 87058 w 441325"/>
                <a:gd name="T49" fmla="*/ 321538 h 504825"/>
                <a:gd name="T50" fmla="*/ 120738 w 441325"/>
                <a:gd name="T51" fmla="*/ 287858 h 504825"/>
                <a:gd name="T52" fmla="*/ 161086 w 441325"/>
                <a:gd name="T53" fmla="*/ 262178 h 504825"/>
                <a:gd name="T54" fmla="*/ 206794 w 441325"/>
                <a:gd name="T55" fmla="*/ 245808 h 504825"/>
                <a:gd name="T56" fmla="*/ 256565 w 441325"/>
                <a:gd name="T57" fmla="*/ 240068 h 504825"/>
                <a:gd name="T58" fmla="*/ 288861 w 441325"/>
                <a:gd name="T59" fmla="*/ 242443 h 504825"/>
                <a:gd name="T60" fmla="*/ 320154 w 441325"/>
                <a:gd name="T61" fmla="*/ 249504 h 504825"/>
                <a:gd name="T62" fmla="*/ 350024 w 441325"/>
                <a:gd name="T63" fmla="*/ 261124 h 504825"/>
                <a:gd name="T64" fmla="*/ 378028 w 441325"/>
                <a:gd name="T65" fmla="*/ 277164 h 504825"/>
                <a:gd name="T66" fmla="*/ 400011 w 441325"/>
                <a:gd name="T67" fmla="*/ 244627 h 504825"/>
                <a:gd name="T68" fmla="*/ 366928 w 441325"/>
                <a:gd name="T69" fmla="*/ 225679 h 504825"/>
                <a:gd name="T70" fmla="*/ 338175 w 441325"/>
                <a:gd name="T71" fmla="*/ 214503 h 504825"/>
                <a:gd name="T72" fmla="*/ 344233 w 441325"/>
                <a:gd name="T73" fmla="*/ 211366 h 504825"/>
                <a:gd name="T74" fmla="*/ 376415 w 441325"/>
                <a:gd name="T75" fmla="*/ 179184 h 504825"/>
                <a:gd name="T76" fmla="*/ 397535 w 441325"/>
                <a:gd name="T77" fmla="*/ 138404 h 504825"/>
                <a:gd name="T78" fmla="*/ 401624 w 441325"/>
                <a:gd name="T79" fmla="*/ 113030 h 504825"/>
                <a:gd name="T80" fmla="*/ 441121 w 441325"/>
                <a:gd name="T81" fmla="*/ 113030 h 504825"/>
                <a:gd name="T82" fmla="*/ 441121 w 441325"/>
                <a:gd name="T83" fmla="*/ 73660 h 504825"/>
                <a:gd name="T84" fmla="*/ 361492 w 441325"/>
                <a:gd name="T85" fmla="*/ 73660 h 504825"/>
                <a:gd name="T86" fmla="*/ 361492 w 441325"/>
                <a:gd name="T87" fmla="*/ 113030 h 504825"/>
                <a:gd name="T88" fmla="*/ 357251 w 441325"/>
                <a:gd name="T89" fmla="*/ 134010 h 504825"/>
                <a:gd name="T90" fmla="*/ 333806 w 441325"/>
                <a:gd name="T91" fmla="*/ 168744 h 504825"/>
                <a:gd name="T92" fmla="*/ 299059 w 441325"/>
                <a:gd name="T93" fmla="*/ 192201 h 504825"/>
                <a:gd name="T94" fmla="*/ 256565 w 441325"/>
                <a:gd name="T95" fmla="*/ 200799 h 504825"/>
                <a:gd name="T96" fmla="*/ 214058 w 441325"/>
                <a:gd name="T97" fmla="*/ 192201 h 504825"/>
                <a:gd name="T98" fmla="*/ 179311 w 441325"/>
                <a:gd name="T99" fmla="*/ 168744 h 504825"/>
                <a:gd name="T100" fmla="*/ 155867 w 441325"/>
                <a:gd name="T101" fmla="*/ 134010 h 504825"/>
                <a:gd name="T102" fmla="*/ 151612 w 441325"/>
                <a:gd name="T103" fmla="*/ 113030 h 504825"/>
                <a:gd name="T104" fmla="*/ 361492 w 441325"/>
                <a:gd name="T105" fmla="*/ 113030 h 504825"/>
                <a:gd name="T106" fmla="*/ 361492 w 441325"/>
                <a:gd name="T107" fmla="*/ 73660 h 504825"/>
                <a:gd name="T108" fmla="*/ 111264 w 441325"/>
                <a:gd name="T109" fmla="*/ 73660 h 504825"/>
                <a:gd name="T110" fmla="*/ 111264 w 441325"/>
                <a:gd name="T111" fmla="*/ 39370 h 504825"/>
                <a:gd name="T112" fmla="*/ 401853 w 441325"/>
                <a:gd name="T113" fmla="*/ 39370 h 504825"/>
                <a:gd name="T114" fmla="*/ 401853 w 441325"/>
                <a:gd name="T115" fmla="*/ 73164 h 504825"/>
                <a:gd name="T116" fmla="*/ 441121 w 441325"/>
                <a:gd name="T117" fmla="*/ 73164 h 504825"/>
                <a:gd name="T118" fmla="*/ 441121 w 441325"/>
                <a:gd name="T119" fmla="*/ 39370 h 504825"/>
                <a:gd name="T120" fmla="*/ 441121 w 441325"/>
                <a:gd name="T121" fmla="*/ 38811 h 504825"/>
                <a:gd name="T122" fmla="*/ 441121 w 441325"/>
                <a:gd name="T123" fmla="*/ 0 h 50482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41325" h="504825">
                  <a:moveTo>
                    <a:pt x="441121" y="0"/>
                  </a:moveTo>
                  <a:lnTo>
                    <a:pt x="71996" y="0"/>
                  </a:lnTo>
                  <a:lnTo>
                    <a:pt x="71996" y="39370"/>
                  </a:lnTo>
                  <a:lnTo>
                    <a:pt x="71996" y="73660"/>
                  </a:lnTo>
                  <a:lnTo>
                    <a:pt x="71996" y="113030"/>
                  </a:lnTo>
                  <a:lnTo>
                    <a:pt x="111467" y="113030"/>
                  </a:lnTo>
                  <a:lnTo>
                    <a:pt x="115582" y="138404"/>
                  </a:lnTo>
                  <a:lnTo>
                    <a:pt x="136690" y="179184"/>
                  </a:lnTo>
                  <a:lnTo>
                    <a:pt x="168871" y="211366"/>
                  </a:lnTo>
                  <a:lnTo>
                    <a:pt x="175729" y="214934"/>
                  </a:lnTo>
                  <a:lnTo>
                    <a:pt x="158330" y="220192"/>
                  </a:lnTo>
                  <a:lnTo>
                    <a:pt x="114300" y="243763"/>
                  </a:lnTo>
                  <a:lnTo>
                    <a:pt x="75145" y="275945"/>
                  </a:lnTo>
                  <a:lnTo>
                    <a:pt x="42964" y="315099"/>
                  </a:lnTo>
                  <a:lnTo>
                    <a:pt x="19405" y="359130"/>
                  </a:lnTo>
                  <a:lnTo>
                    <a:pt x="4927" y="406920"/>
                  </a:lnTo>
                  <a:lnTo>
                    <a:pt x="0" y="457365"/>
                  </a:lnTo>
                  <a:lnTo>
                    <a:pt x="0" y="504482"/>
                  </a:lnTo>
                  <a:lnTo>
                    <a:pt x="309600" y="504482"/>
                  </a:lnTo>
                  <a:lnTo>
                    <a:pt x="309600" y="465213"/>
                  </a:lnTo>
                  <a:lnTo>
                    <a:pt x="39268" y="465213"/>
                  </a:lnTo>
                  <a:lnTo>
                    <a:pt x="39268" y="457365"/>
                  </a:lnTo>
                  <a:lnTo>
                    <a:pt x="45021" y="407593"/>
                  </a:lnTo>
                  <a:lnTo>
                    <a:pt x="61391" y="361886"/>
                  </a:lnTo>
                  <a:lnTo>
                    <a:pt x="87058" y="321538"/>
                  </a:lnTo>
                  <a:lnTo>
                    <a:pt x="120738" y="287858"/>
                  </a:lnTo>
                  <a:lnTo>
                    <a:pt x="161086" y="262178"/>
                  </a:lnTo>
                  <a:lnTo>
                    <a:pt x="206794" y="245808"/>
                  </a:lnTo>
                  <a:lnTo>
                    <a:pt x="256565" y="240068"/>
                  </a:lnTo>
                  <a:lnTo>
                    <a:pt x="288861" y="242443"/>
                  </a:lnTo>
                  <a:lnTo>
                    <a:pt x="320154" y="249504"/>
                  </a:lnTo>
                  <a:lnTo>
                    <a:pt x="350024" y="261124"/>
                  </a:lnTo>
                  <a:lnTo>
                    <a:pt x="378028" y="277164"/>
                  </a:lnTo>
                  <a:lnTo>
                    <a:pt x="400011" y="244627"/>
                  </a:lnTo>
                  <a:lnTo>
                    <a:pt x="366928" y="225679"/>
                  </a:lnTo>
                  <a:lnTo>
                    <a:pt x="338175" y="214503"/>
                  </a:lnTo>
                  <a:lnTo>
                    <a:pt x="344233" y="211366"/>
                  </a:lnTo>
                  <a:lnTo>
                    <a:pt x="376415" y="179184"/>
                  </a:lnTo>
                  <a:lnTo>
                    <a:pt x="397535" y="138404"/>
                  </a:lnTo>
                  <a:lnTo>
                    <a:pt x="401624" y="113030"/>
                  </a:lnTo>
                  <a:lnTo>
                    <a:pt x="441121" y="113030"/>
                  </a:lnTo>
                  <a:lnTo>
                    <a:pt x="441121" y="73660"/>
                  </a:lnTo>
                  <a:lnTo>
                    <a:pt x="361492" y="73660"/>
                  </a:lnTo>
                  <a:lnTo>
                    <a:pt x="361492" y="113030"/>
                  </a:lnTo>
                  <a:lnTo>
                    <a:pt x="357251" y="134010"/>
                  </a:lnTo>
                  <a:lnTo>
                    <a:pt x="333806" y="168744"/>
                  </a:lnTo>
                  <a:lnTo>
                    <a:pt x="299059" y="192201"/>
                  </a:lnTo>
                  <a:lnTo>
                    <a:pt x="256565" y="200799"/>
                  </a:lnTo>
                  <a:lnTo>
                    <a:pt x="214058" y="192201"/>
                  </a:lnTo>
                  <a:lnTo>
                    <a:pt x="179311" y="168744"/>
                  </a:lnTo>
                  <a:lnTo>
                    <a:pt x="155867" y="134010"/>
                  </a:lnTo>
                  <a:lnTo>
                    <a:pt x="151612" y="113030"/>
                  </a:lnTo>
                  <a:lnTo>
                    <a:pt x="361492" y="113030"/>
                  </a:lnTo>
                  <a:lnTo>
                    <a:pt x="361492" y="73660"/>
                  </a:lnTo>
                  <a:lnTo>
                    <a:pt x="111264" y="73660"/>
                  </a:lnTo>
                  <a:lnTo>
                    <a:pt x="111264" y="39370"/>
                  </a:lnTo>
                  <a:lnTo>
                    <a:pt x="401853" y="39370"/>
                  </a:lnTo>
                  <a:lnTo>
                    <a:pt x="401853" y="73164"/>
                  </a:lnTo>
                  <a:lnTo>
                    <a:pt x="441121" y="73164"/>
                  </a:lnTo>
                  <a:lnTo>
                    <a:pt x="441121" y="39370"/>
                  </a:lnTo>
                  <a:lnTo>
                    <a:pt x="441121" y="38811"/>
                  </a:lnTo>
                  <a:lnTo>
                    <a:pt x="4411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32" name="object 35">
              <a:extLst>
                <a:ext uri="{FF2B5EF4-FFF2-40B4-BE49-F238E27FC236}">
                  <a16:creationId xmlns="" xmlns:a16="http://schemas.microsoft.com/office/drawing/2014/main" id="{640FBE62-FFA3-4CC9-94B8-7FC7649B8C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006" y="2293400"/>
              <a:ext cx="310130" cy="184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3" name="object 36">
              <a:extLst>
                <a:ext uri="{FF2B5EF4-FFF2-40B4-BE49-F238E27FC236}">
                  <a16:creationId xmlns="" xmlns:a16="http://schemas.microsoft.com/office/drawing/2014/main" id="{7E846DE7-F9F3-46BD-A374-871199C5A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1948" y="2595092"/>
              <a:ext cx="596900" cy="367665"/>
            </a:xfrm>
            <a:custGeom>
              <a:avLst/>
              <a:gdLst>
                <a:gd name="T0" fmla="*/ 0 w 596900"/>
                <a:gd name="T1" fmla="*/ 150317 h 367664"/>
                <a:gd name="T2" fmla="*/ 39268 w 596900"/>
                <a:gd name="T3" fmla="*/ 348025 h 367664"/>
                <a:gd name="T4" fmla="*/ 99034 w 596900"/>
                <a:gd name="T5" fmla="*/ 287814 h 367664"/>
                <a:gd name="T6" fmla="*/ 93167 w 596900"/>
                <a:gd name="T7" fmla="*/ 274009 h 367664"/>
                <a:gd name="T8" fmla="*/ 79400 w 596900"/>
                <a:gd name="T9" fmla="*/ 268180 h 367664"/>
                <a:gd name="T10" fmla="*/ 65557 w 596900"/>
                <a:gd name="T11" fmla="*/ 274022 h 367664"/>
                <a:gd name="T12" fmla="*/ 59766 w 596900"/>
                <a:gd name="T13" fmla="*/ 287814 h 367664"/>
                <a:gd name="T14" fmla="*/ 65633 w 596900"/>
                <a:gd name="T15" fmla="*/ 301632 h 367664"/>
                <a:gd name="T16" fmla="*/ 79400 w 596900"/>
                <a:gd name="T17" fmla="*/ 307448 h 367664"/>
                <a:gd name="T18" fmla="*/ 93243 w 596900"/>
                <a:gd name="T19" fmla="*/ 301606 h 367664"/>
                <a:gd name="T20" fmla="*/ 99034 w 596900"/>
                <a:gd name="T21" fmla="*/ 287814 h 367664"/>
                <a:gd name="T22" fmla="*/ 371411 w 596900"/>
                <a:gd name="T23" fmla="*/ 257436 h 367664"/>
                <a:gd name="T24" fmla="*/ 410679 w 596900"/>
                <a:gd name="T25" fmla="*/ 293694 h 367664"/>
                <a:gd name="T26" fmla="*/ 410679 w 596900"/>
                <a:gd name="T27" fmla="*/ 129235 h 367664"/>
                <a:gd name="T28" fmla="*/ 371411 w 596900"/>
                <a:gd name="T29" fmla="*/ 228810 h 367664"/>
                <a:gd name="T30" fmla="*/ 410679 w 596900"/>
                <a:gd name="T31" fmla="*/ 129235 h 367664"/>
                <a:gd name="T32" fmla="*/ 595058 w 596900"/>
                <a:gd name="T33" fmla="*/ 312985 h 367664"/>
                <a:gd name="T34" fmla="*/ 557618 w 596900"/>
                <a:gd name="T35" fmla="*/ 245193 h 367664"/>
                <a:gd name="T36" fmla="*/ 557174 w 596900"/>
                <a:gd name="T37" fmla="*/ 325177 h 367664"/>
                <a:gd name="T38" fmla="*/ 555040 w 596900"/>
                <a:gd name="T39" fmla="*/ 328162 h 367664"/>
                <a:gd name="T40" fmla="*/ 225971 w 596900"/>
                <a:gd name="T41" fmla="*/ 327044 h 367664"/>
                <a:gd name="T42" fmla="*/ 224561 w 596900"/>
                <a:gd name="T43" fmla="*/ 324072 h 367664"/>
                <a:gd name="T44" fmla="*/ 388467 w 596900"/>
                <a:gd name="T45" fmla="*/ 39624 h 367664"/>
                <a:gd name="T46" fmla="*/ 392112 w 596900"/>
                <a:gd name="T47" fmla="*/ 39268 h 367664"/>
                <a:gd name="T48" fmla="*/ 557618 w 596900"/>
                <a:gd name="T49" fmla="*/ 323704 h 367664"/>
                <a:gd name="T50" fmla="*/ 438746 w 596900"/>
                <a:gd name="T51" fmla="*/ 39268 h 367664"/>
                <a:gd name="T52" fmla="*/ 391033 w 596900"/>
                <a:gd name="T53" fmla="*/ 0 h 367664"/>
                <a:gd name="T54" fmla="*/ 369316 w 596900"/>
                <a:gd name="T55" fmla="*/ 5753 h 367664"/>
                <a:gd name="T56" fmla="*/ 353479 w 596900"/>
                <a:gd name="T57" fmla="*/ 21678 h 367664"/>
                <a:gd name="T58" fmla="*/ 111277 w 596900"/>
                <a:gd name="T59" fmla="*/ 202254 h 367664"/>
                <a:gd name="T60" fmla="*/ 72009 w 596900"/>
                <a:gd name="T61" fmla="*/ 101917 h 367664"/>
                <a:gd name="T62" fmla="*/ 72009 w 596900"/>
                <a:gd name="T63" fmla="*/ 241624 h 367664"/>
                <a:gd name="T64" fmla="*/ 191414 w 596900"/>
                <a:gd name="T65" fmla="*/ 302381 h 367664"/>
                <a:gd name="T66" fmla="*/ 185585 w 596900"/>
                <a:gd name="T67" fmla="*/ 323704 h 367664"/>
                <a:gd name="T68" fmla="*/ 187020 w 596900"/>
                <a:gd name="T69" fmla="*/ 335160 h 367664"/>
                <a:gd name="T70" fmla="*/ 228968 w 596900"/>
                <a:gd name="T71" fmla="*/ 367430 h 367664"/>
                <a:gd name="T72" fmla="*/ 590638 w 596900"/>
                <a:gd name="T73" fmla="*/ 345751 h 367664"/>
                <a:gd name="T74" fmla="*/ 596531 w 596900"/>
                <a:gd name="T75" fmla="*/ 324072 h 3676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596900" h="367664">
                  <a:moveTo>
                    <a:pt x="39268" y="150317"/>
                  </a:moveTo>
                  <a:lnTo>
                    <a:pt x="0" y="150317"/>
                  </a:lnTo>
                  <a:lnTo>
                    <a:pt x="0" y="348018"/>
                  </a:lnTo>
                  <a:lnTo>
                    <a:pt x="39268" y="348018"/>
                  </a:lnTo>
                  <a:lnTo>
                    <a:pt x="39268" y="150317"/>
                  </a:lnTo>
                  <a:close/>
                </a:path>
                <a:path w="596900" h="367664">
                  <a:moveTo>
                    <a:pt x="99034" y="287807"/>
                  </a:moveTo>
                  <a:lnTo>
                    <a:pt x="97320" y="280250"/>
                  </a:lnTo>
                  <a:lnTo>
                    <a:pt x="93167" y="274002"/>
                  </a:lnTo>
                  <a:lnTo>
                    <a:pt x="87045" y="269748"/>
                  </a:lnTo>
                  <a:lnTo>
                    <a:pt x="79400" y="268173"/>
                  </a:lnTo>
                  <a:lnTo>
                    <a:pt x="71932" y="269748"/>
                  </a:lnTo>
                  <a:lnTo>
                    <a:pt x="65557" y="274015"/>
                  </a:lnTo>
                  <a:lnTo>
                    <a:pt x="61188" y="280263"/>
                  </a:lnTo>
                  <a:lnTo>
                    <a:pt x="59766" y="287807"/>
                  </a:lnTo>
                  <a:lnTo>
                    <a:pt x="61493" y="295363"/>
                  </a:lnTo>
                  <a:lnTo>
                    <a:pt x="65633" y="301625"/>
                  </a:lnTo>
                  <a:lnTo>
                    <a:pt x="71755" y="305879"/>
                  </a:lnTo>
                  <a:lnTo>
                    <a:pt x="79400" y="307441"/>
                  </a:lnTo>
                  <a:lnTo>
                    <a:pt x="86868" y="305866"/>
                  </a:lnTo>
                  <a:lnTo>
                    <a:pt x="93243" y="301599"/>
                  </a:lnTo>
                  <a:lnTo>
                    <a:pt x="97612" y="295351"/>
                  </a:lnTo>
                  <a:lnTo>
                    <a:pt x="99034" y="287807"/>
                  </a:lnTo>
                  <a:close/>
                </a:path>
                <a:path w="596900" h="367664">
                  <a:moveTo>
                    <a:pt x="410679" y="257429"/>
                  </a:moveTo>
                  <a:lnTo>
                    <a:pt x="371411" y="257429"/>
                  </a:lnTo>
                  <a:lnTo>
                    <a:pt x="371411" y="293687"/>
                  </a:lnTo>
                  <a:lnTo>
                    <a:pt x="410679" y="293687"/>
                  </a:lnTo>
                  <a:lnTo>
                    <a:pt x="410679" y="257429"/>
                  </a:lnTo>
                  <a:close/>
                </a:path>
                <a:path w="596900" h="367664">
                  <a:moveTo>
                    <a:pt x="410679" y="129235"/>
                  </a:moveTo>
                  <a:lnTo>
                    <a:pt x="371411" y="129235"/>
                  </a:lnTo>
                  <a:lnTo>
                    <a:pt x="371411" y="228803"/>
                  </a:lnTo>
                  <a:lnTo>
                    <a:pt x="410679" y="228803"/>
                  </a:lnTo>
                  <a:lnTo>
                    <a:pt x="410679" y="129235"/>
                  </a:lnTo>
                  <a:close/>
                </a:path>
                <a:path w="596900" h="367664">
                  <a:moveTo>
                    <a:pt x="596531" y="324065"/>
                  </a:moveTo>
                  <a:lnTo>
                    <a:pt x="595058" y="312978"/>
                  </a:lnTo>
                  <a:lnTo>
                    <a:pt x="590638" y="302374"/>
                  </a:lnTo>
                  <a:lnTo>
                    <a:pt x="557618" y="245186"/>
                  </a:lnTo>
                  <a:lnTo>
                    <a:pt x="557618" y="323697"/>
                  </a:lnTo>
                  <a:lnTo>
                    <a:pt x="557174" y="325170"/>
                  </a:lnTo>
                  <a:lnTo>
                    <a:pt x="556094" y="327037"/>
                  </a:lnTo>
                  <a:lnTo>
                    <a:pt x="555040" y="328155"/>
                  </a:lnTo>
                  <a:lnTo>
                    <a:pt x="227025" y="328155"/>
                  </a:lnTo>
                  <a:lnTo>
                    <a:pt x="225971" y="327037"/>
                  </a:lnTo>
                  <a:lnTo>
                    <a:pt x="224891" y="325170"/>
                  </a:lnTo>
                  <a:lnTo>
                    <a:pt x="224561" y="324065"/>
                  </a:lnTo>
                  <a:lnTo>
                    <a:pt x="224447" y="323697"/>
                  </a:lnTo>
                  <a:lnTo>
                    <a:pt x="388467" y="39624"/>
                  </a:lnTo>
                  <a:lnTo>
                    <a:pt x="389953" y="39268"/>
                  </a:lnTo>
                  <a:lnTo>
                    <a:pt x="392112" y="39268"/>
                  </a:lnTo>
                  <a:lnTo>
                    <a:pt x="393598" y="39624"/>
                  </a:lnTo>
                  <a:lnTo>
                    <a:pt x="557618" y="323697"/>
                  </a:lnTo>
                  <a:lnTo>
                    <a:pt x="557618" y="245186"/>
                  </a:lnTo>
                  <a:lnTo>
                    <a:pt x="438746" y="39268"/>
                  </a:lnTo>
                  <a:lnTo>
                    <a:pt x="412750" y="5753"/>
                  </a:lnTo>
                  <a:lnTo>
                    <a:pt x="391033" y="0"/>
                  </a:lnTo>
                  <a:lnTo>
                    <a:pt x="379653" y="1485"/>
                  </a:lnTo>
                  <a:lnTo>
                    <a:pt x="369316" y="5753"/>
                  </a:lnTo>
                  <a:lnTo>
                    <a:pt x="360451" y="12573"/>
                  </a:lnTo>
                  <a:lnTo>
                    <a:pt x="353479" y="21678"/>
                  </a:lnTo>
                  <a:lnTo>
                    <a:pt x="249212" y="202247"/>
                  </a:lnTo>
                  <a:lnTo>
                    <a:pt x="111277" y="202247"/>
                  </a:lnTo>
                  <a:lnTo>
                    <a:pt x="111277" y="101917"/>
                  </a:lnTo>
                  <a:lnTo>
                    <a:pt x="72009" y="101917"/>
                  </a:lnTo>
                  <a:lnTo>
                    <a:pt x="72009" y="202247"/>
                  </a:lnTo>
                  <a:lnTo>
                    <a:pt x="72009" y="241617"/>
                  </a:lnTo>
                  <a:lnTo>
                    <a:pt x="226491" y="241617"/>
                  </a:lnTo>
                  <a:lnTo>
                    <a:pt x="191414" y="302374"/>
                  </a:lnTo>
                  <a:lnTo>
                    <a:pt x="187007" y="312978"/>
                  </a:lnTo>
                  <a:lnTo>
                    <a:pt x="185585" y="323697"/>
                  </a:lnTo>
                  <a:lnTo>
                    <a:pt x="185547" y="324065"/>
                  </a:lnTo>
                  <a:lnTo>
                    <a:pt x="187020" y="335153"/>
                  </a:lnTo>
                  <a:lnTo>
                    <a:pt x="217589" y="365950"/>
                  </a:lnTo>
                  <a:lnTo>
                    <a:pt x="228968" y="367423"/>
                  </a:lnTo>
                  <a:lnTo>
                    <a:pt x="553097" y="367423"/>
                  </a:lnTo>
                  <a:lnTo>
                    <a:pt x="590638" y="345744"/>
                  </a:lnTo>
                  <a:lnTo>
                    <a:pt x="595985" y="328155"/>
                  </a:lnTo>
                  <a:lnTo>
                    <a:pt x="596531" y="3240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9" name="object 37">
            <a:extLst>
              <a:ext uri="{FF2B5EF4-FFF2-40B4-BE49-F238E27FC236}">
                <a16:creationId xmlns="" xmlns:a16="http://schemas.microsoft.com/office/drawing/2014/main" id="{727348F3-FEB6-4F96-A23A-F3AC696E56B6}"/>
              </a:ext>
            </a:extLst>
          </p:cNvPr>
          <p:cNvGrpSpPr>
            <a:grpSpLocks/>
          </p:cNvGrpSpPr>
          <p:nvPr/>
        </p:nvGrpSpPr>
        <p:grpSpPr bwMode="auto">
          <a:xfrm>
            <a:off x="12011025" y="2819400"/>
            <a:ext cx="1662113" cy="1619250"/>
            <a:chOff x="6804952" y="2073097"/>
            <a:chExt cx="1189990" cy="1189990"/>
          </a:xfrm>
        </p:grpSpPr>
        <p:pic>
          <p:nvPicPr>
            <p:cNvPr id="12322" name="object 38">
              <a:extLst>
                <a:ext uri="{FF2B5EF4-FFF2-40B4-BE49-F238E27FC236}">
                  <a16:creationId xmlns="" xmlns:a16="http://schemas.microsoft.com/office/drawing/2014/main" id="{68922E79-3851-4817-B7F2-B75F72B4FC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4952" y="2073097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23" name="object 39">
              <a:extLst>
                <a:ext uri="{FF2B5EF4-FFF2-40B4-BE49-F238E27FC236}">
                  <a16:creationId xmlns="" xmlns:a16="http://schemas.microsoft.com/office/drawing/2014/main" id="{4954C92B-FD61-49EF-8513-075635E0B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2415" y="2460561"/>
              <a:ext cx="415290" cy="415290"/>
            </a:xfrm>
            <a:custGeom>
              <a:avLst/>
              <a:gdLst>
                <a:gd name="T0" fmla="*/ 143497 w 415290"/>
                <a:gd name="T1" fmla="*/ 360636 h 415289"/>
                <a:gd name="T2" fmla="*/ 269684 w 415290"/>
                <a:gd name="T3" fmla="*/ 414903 h 415289"/>
                <a:gd name="T4" fmla="*/ 186702 w 415290"/>
                <a:gd name="T5" fmla="*/ 360267 h 415289"/>
                <a:gd name="T6" fmla="*/ 54635 w 415290"/>
                <a:gd name="T7" fmla="*/ 142646 h 415289"/>
                <a:gd name="T8" fmla="*/ 0 w 415290"/>
                <a:gd name="T9" fmla="*/ 145211 h 415289"/>
                <a:gd name="T10" fmla="*/ 54635 w 415290"/>
                <a:gd name="T11" fmla="*/ 272256 h 415289"/>
                <a:gd name="T12" fmla="*/ 142646 w 415290"/>
                <a:gd name="T13" fmla="*/ 360267 h 415289"/>
                <a:gd name="T14" fmla="*/ 104762 w 415290"/>
                <a:gd name="T15" fmla="*/ 339477 h 415289"/>
                <a:gd name="T16" fmla="*/ 97929 w 415290"/>
                <a:gd name="T17" fmla="*/ 266656 h 415289"/>
                <a:gd name="T18" fmla="*/ 41490 w 415290"/>
                <a:gd name="T19" fmla="*/ 186702 h 415289"/>
                <a:gd name="T20" fmla="*/ 105288 w 415290"/>
                <a:gd name="T21" fmla="*/ 134645 h 415289"/>
                <a:gd name="T22" fmla="*/ 186702 w 415290"/>
                <a:gd name="T23" fmla="*/ 75425 h 415289"/>
                <a:gd name="T24" fmla="*/ 104762 w 415290"/>
                <a:gd name="T25" fmla="*/ 16751 h 415289"/>
                <a:gd name="T26" fmla="*/ 310134 w 415290"/>
                <a:gd name="T27" fmla="*/ 398151 h 415289"/>
                <a:gd name="T28" fmla="*/ 243014 w 415290"/>
                <a:gd name="T29" fmla="*/ 326765 h 415289"/>
                <a:gd name="T30" fmla="*/ 269684 w 415290"/>
                <a:gd name="T31" fmla="*/ 373412 h 415289"/>
                <a:gd name="T32" fmla="*/ 272249 w 415290"/>
                <a:gd name="T33" fmla="*/ 360267 h 415289"/>
                <a:gd name="T34" fmla="*/ 310134 w 415290"/>
                <a:gd name="T35" fmla="*/ 339477 h 415289"/>
                <a:gd name="T36" fmla="*/ 104762 w 415290"/>
                <a:gd name="T37" fmla="*/ 339477 h 415289"/>
                <a:gd name="T38" fmla="*/ 171881 w 415290"/>
                <a:gd name="T39" fmla="*/ 326765 h 415289"/>
                <a:gd name="T40" fmla="*/ 153946 w 415290"/>
                <a:gd name="T41" fmla="*/ 319869 h 415289"/>
                <a:gd name="T42" fmla="*/ 368808 w 415290"/>
                <a:gd name="T43" fmla="*/ 75425 h 415289"/>
                <a:gd name="T44" fmla="*/ 309600 w 415290"/>
                <a:gd name="T45" fmla="*/ 134645 h 415289"/>
                <a:gd name="T46" fmla="*/ 373405 w 415290"/>
                <a:gd name="T47" fmla="*/ 186702 h 415289"/>
                <a:gd name="T48" fmla="*/ 326758 w 415290"/>
                <a:gd name="T49" fmla="*/ 243021 h 415289"/>
                <a:gd name="T50" fmla="*/ 310134 w 415290"/>
                <a:gd name="T51" fmla="*/ 339477 h 415289"/>
                <a:gd name="T52" fmla="*/ 360260 w 415290"/>
                <a:gd name="T53" fmla="*/ 272256 h 415289"/>
                <a:gd name="T54" fmla="*/ 414896 w 415290"/>
                <a:gd name="T55" fmla="*/ 269691 h 415289"/>
                <a:gd name="T56" fmla="*/ 360984 w 415290"/>
                <a:gd name="T57" fmla="*/ 144348 h 415289"/>
                <a:gd name="T58" fmla="*/ 368808 w 415290"/>
                <a:gd name="T59" fmla="*/ 75425 h 415289"/>
                <a:gd name="T60" fmla="*/ 134645 w 415290"/>
                <a:gd name="T61" fmla="*/ 105295 h 415289"/>
                <a:gd name="T62" fmla="*/ 159792 w 415290"/>
                <a:gd name="T63" fmla="*/ 92429 h 415289"/>
                <a:gd name="T64" fmla="*/ 186702 w 415290"/>
                <a:gd name="T65" fmla="*/ 83731 h 415289"/>
                <a:gd name="T66" fmla="*/ 228193 w 415290"/>
                <a:gd name="T67" fmla="*/ 41490 h 415289"/>
                <a:gd name="T68" fmla="*/ 249116 w 415290"/>
                <a:gd name="T69" fmla="*/ 90126 h 415289"/>
                <a:gd name="T70" fmla="*/ 266649 w 415290"/>
                <a:gd name="T71" fmla="*/ 97929 h 415289"/>
                <a:gd name="T72" fmla="*/ 368808 w 415290"/>
                <a:gd name="T73" fmla="*/ 75425 h 415289"/>
                <a:gd name="T74" fmla="*/ 271399 w 415290"/>
                <a:gd name="T75" fmla="*/ 54267 h 415289"/>
                <a:gd name="T76" fmla="*/ 269684 w 415290"/>
                <a:gd name="T77" fmla="*/ 0 h 415289"/>
                <a:gd name="T78" fmla="*/ 142646 w 415290"/>
                <a:gd name="T79" fmla="*/ 54635 h 415289"/>
                <a:gd name="T80" fmla="*/ 269684 w 415290"/>
                <a:gd name="T81" fmla="*/ 41490 h 415289"/>
                <a:gd name="T82" fmla="*/ 272249 w 415290"/>
                <a:gd name="T83" fmla="*/ 54635 h 41528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415290" h="415289">
                  <a:moveTo>
                    <a:pt x="186702" y="360260"/>
                  </a:moveTo>
                  <a:lnTo>
                    <a:pt x="142646" y="360260"/>
                  </a:lnTo>
                  <a:lnTo>
                    <a:pt x="143497" y="360629"/>
                  </a:lnTo>
                  <a:lnTo>
                    <a:pt x="145211" y="361327"/>
                  </a:lnTo>
                  <a:lnTo>
                    <a:pt x="145211" y="414896"/>
                  </a:lnTo>
                  <a:lnTo>
                    <a:pt x="269684" y="414896"/>
                  </a:lnTo>
                  <a:lnTo>
                    <a:pt x="269684" y="373405"/>
                  </a:lnTo>
                  <a:lnTo>
                    <a:pt x="186702" y="373405"/>
                  </a:lnTo>
                  <a:lnTo>
                    <a:pt x="186702" y="360260"/>
                  </a:lnTo>
                  <a:close/>
                </a:path>
                <a:path w="415290" h="415289">
                  <a:moveTo>
                    <a:pt x="104762" y="16751"/>
                  </a:moveTo>
                  <a:lnTo>
                    <a:pt x="16751" y="104762"/>
                  </a:lnTo>
                  <a:lnTo>
                    <a:pt x="54635" y="142646"/>
                  </a:lnTo>
                  <a:lnTo>
                    <a:pt x="54267" y="143497"/>
                  </a:lnTo>
                  <a:lnTo>
                    <a:pt x="53568" y="145211"/>
                  </a:lnTo>
                  <a:lnTo>
                    <a:pt x="0" y="145211"/>
                  </a:lnTo>
                  <a:lnTo>
                    <a:pt x="0" y="269684"/>
                  </a:lnTo>
                  <a:lnTo>
                    <a:pt x="53568" y="269684"/>
                  </a:lnTo>
                  <a:lnTo>
                    <a:pt x="54635" y="272249"/>
                  </a:lnTo>
                  <a:lnTo>
                    <a:pt x="16751" y="310133"/>
                  </a:lnTo>
                  <a:lnTo>
                    <a:pt x="104762" y="398144"/>
                  </a:lnTo>
                  <a:lnTo>
                    <a:pt x="142646" y="360260"/>
                  </a:lnTo>
                  <a:lnTo>
                    <a:pt x="186702" y="360260"/>
                  </a:lnTo>
                  <a:lnTo>
                    <a:pt x="186702" y="339470"/>
                  </a:lnTo>
                  <a:lnTo>
                    <a:pt x="104762" y="339470"/>
                  </a:lnTo>
                  <a:lnTo>
                    <a:pt x="75425" y="310133"/>
                  </a:lnTo>
                  <a:lnTo>
                    <a:pt x="105295" y="280250"/>
                  </a:lnTo>
                  <a:lnTo>
                    <a:pt x="97929" y="266649"/>
                  </a:lnTo>
                  <a:lnTo>
                    <a:pt x="83731" y="228193"/>
                  </a:lnTo>
                  <a:lnTo>
                    <a:pt x="41490" y="228193"/>
                  </a:lnTo>
                  <a:lnTo>
                    <a:pt x="41490" y="186702"/>
                  </a:lnTo>
                  <a:lnTo>
                    <a:pt x="83731" y="186702"/>
                  </a:lnTo>
                  <a:lnTo>
                    <a:pt x="88134" y="171881"/>
                  </a:lnTo>
                  <a:lnTo>
                    <a:pt x="105288" y="134645"/>
                  </a:lnTo>
                  <a:lnTo>
                    <a:pt x="75425" y="104762"/>
                  </a:lnTo>
                  <a:lnTo>
                    <a:pt x="104762" y="75425"/>
                  </a:lnTo>
                  <a:lnTo>
                    <a:pt x="186702" y="75425"/>
                  </a:lnTo>
                  <a:lnTo>
                    <a:pt x="186702" y="54635"/>
                  </a:lnTo>
                  <a:lnTo>
                    <a:pt x="142646" y="54635"/>
                  </a:lnTo>
                  <a:lnTo>
                    <a:pt x="104762" y="16751"/>
                  </a:lnTo>
                  <a:close/>
                </a:path>
                <a:path w="415290" h="415289">
                  <a:moveTo>
                    <a:pt x="348018" y="360260"/>
                  </a:moveTo>
                  <a:lnTo>
                    <a:pt x="272249" y="360260"/>
                  </a:lnTo>
                  <a:lnTo>
                    <a:pt x="310134" y="398144"/>
                  </a:lnTo>
                  <a:lnTo>
                    <a:pt x="348018" y="360260"/>
                  </a:lnTo>
                  <a:close/>
                </a:path>
                <a:path w="415290" h="415289">
                  <a:moveTo>
                    <a:pt x="280250" y="309587"/>
                  </a:moveTo>
                  <a:lnTo>
                    <a:pt x="243014" y="326758"/>
                  </a:lnTo>
                  <a:lnTo>
                    <a:pt x="228193" y="331165"/>
                  </a:lnTo>
                  <a:lnTo>
                    <a:pt x="228193" y="373405"/>
                  </a:lnTo>
                  <a:lnTo>
                    <a:pt x="269684" y="373405"/>
                  </a:lnTo>
                  <a:lnTo>
                    <a:pt x="269684" y="361327"/>
                  </a:lnTo>
                  <a:lnTo>
                    <a:pt x="270548" y="360984"/>
                  </a:lnTo>
                  <a:lnTo>
                    <a:pt x="272249" y="360260"/>
                  </a:lnTo>
                  <a:lnTo>
                    <a:pt x="348018" y="360260"/>
                  </a:lnTo>
                  <a:lnTo>
                    <a:pt x="368808" y="339470"/>
                  </a:lnTo>
                  <a:lnTo>
                    <a:pt x="310134" y="339470"/>
                  </a:lnTo>
                  <a:lnTo>
                    <a:pt x="280250" y="309587"/>
                  </a:lnTo>
                  <a:close/>
                </a:path>
                <a:path w="415290" h="415289">
                  <a:moveTo>
                    <a:pt x="134645" y="309587"/>
                  </a:moveTo>
                  <a:lnTo>
                    <a:pt x="104762" y="339470"/>
                  </a:lnTo>
                  <a:lnTo>
                    <a:pt x="186702" y="339470"/>
                  </a:lnTo>
                  <a:lnTo>
                    <a:pt x="186702" y="331165"/>
                  </a:lnTo>
                  <a:lnTo>
                    <a:pt x="171881" y="326758"/>
                  </a:lnTo>
                  <a:lnTo>
                    <a:pt x="165796" y="324769"/>
                  </a:lnTo>
                  <a:lnTo>
                    <a:pt x="159805" y="322467"/>
                  </a:lnTo>
                  <a:lnTo>
                    <a:pt x="153946" y="319862"/>
                  </a:lnTo>
                  <a:lnTo>
                    <a:pt x="148247" y="316966"/>
                  </a:lnTo>
                  <a:lnTo>
                    <a:pt x="134645" y="309587"/>
                  </a:lnTo>
                  <a:close/>
                </a:path>
                <a:path w="415290" h="415289">
                  <a:moveTo>
                    <a:pt x="368808" y="75425"/>
                  </a:moveTo>
                  <a:lnTo>
                    <a:pt x="310134" y="75425"/>
                  </a:lnTo>
                  <a:lnTo>
                    <a:pt x="339471" y="104762"/>
                  </a:lnTo>
                  <a:lnTo>
                    <a:pt x="309600" y="134645"/>
                  </a:lnTo>
                  <a:lnTo>
                    <a:pt x="326758" y="171881"/>
                  </a:lnTo>
                  <a:lnTo>
                    <a:pt x="331165" y="186702"/>
                  </a:lnTo>
                  <a:lnTo>
                    <a:pt x="373405" y="186702"/>
                  </a:lnTo>
                  <a:lnTo>
                    <a:pt x="373405" y="228193"/>
                  </a:lnTo>
                  <a:lnTo>
                    <a:pt x="331177" y="228193"/>
                  </a:lnTo>
                  <a:lnTo>
                    <a:pt x="326758" y="243014"/>
                  </a:lnTo>
                  <a:lnTo>
                    <a:pt x="309600" y="280250"/>
                  </a:lnTo>
                  <a:lnTo>
                    <a:pt x="339471" y="310133"/>
                  </a:lnTo>
                  <a:lnTo>
                    <a:pt x="310134" y="339470"/>
                  </a:lnTo>
                  <a:lnTo>
                    <a:pt x="368808" y="339470"/>
                  </a:lnTo>
                  <a:lnTo>
                    <a:pt x="398145" y="310133"/>
                  </a:lnTo>
                  <a:lnTo>
                    <a:pt x="360260" y="272249"/>
                  </a:lnTo>
                  <a:lnTo>
                    <a:pt x="360629" y="271398"/>
                  </a:lnTo>
                  <a:lnTo>
                    <a:pt x="361327" y="269684"/>
                  </a:lnTo>
                  <a:lnTo>
                    <a:pt x="414896" y="269684"/>
                  </a:lnTo>
                  <a:lnTo>
                    <a:pt x="414896" y="145211"/>
                  </a:lnTo>
                  <a:lnTo>
                    <a:pt x="361327" y="145211"/>
                  </a:lnTo>
                  <a:lnTo>
                    <a:pt x="360984" y="144348"/>
                  </a:lnTo>
                  <a:lnTo>
                    <a:pt x="360260" y="142646"/>
                  </a:lnTo>
                  <a:lnTo>
                    <a:pt x="398145" y="104762"/>
                  </a:lnTo>
                  <a:lnTo>
                    <a:pt x="368808" y="75425"/>
                  </a:lnTo>
                  <a:close/>
                </a:path>
                <a:path w="415290" h="415289">
                  <a:moveTo>
                    <a:pt x="186702" y="75425"/>
                  </a:moveTo>
                  <a:lnTo>
                    <a:pt x="104762" y="75425"/>
                  </a:lnTo>
                  <a:lnTo>
                    <a:pt x="134645" y="105295"/>
                  </a:lnTo>
                  <a:lnTo>
                    <a:pt x="148247" y="97929"/>
                  </a:lnTo>
                  <a:lnTo>
                    <a:pt x="153942" y="95033"/>
                  </a:lnTo>
                  <a:lnTo>
                    <a:pt x="159792" y="92429"/>
                  </a:lnTo>
                  <a:lnTo>
                    <a:pt x="165779" y="90126"/>
                  </a:lnTo>
                  <a:lnTo>
                    <a:pt x="171881" y="88137"/>
                  </a:lnTo>
                  <a:lnTo>
                    <a:pt x="186702" y="83731"/>
                  </a:lnTo>
                  <a:lnTo>
                    <a:pt x="186702" y="75425"/>
                  </a:lnTo>
                  <a:close/>
                </a:path>
                <a:path w="415290" h="415289">
                  <a:moveTo>
                    <a:pt x="269684" y="41490"/>
                  </a:moveTo>
                  <a:lnTo>
                    <a:pt x="228193" y="41490"/>
                  </a:lnTo>
                  <a:lnTo>
                    <a:pt x="228193" y="83731"/>
                  </a:lnTo>
                  <a:lnTo>
                    <a:pt x="243014" y="88137"/>
                  </a:lnTo>
                  <a:lnTo>
                    <a:pt x="249116" y="90126"/>
                  </a:lnTo>
                  <a:lnTo>
                    <a:pt x="255103" y="92429"/>
                  </a:lnTo>
                  <a:lnTo>
                    <a:pt x="260954" y="95033"/>
                  </a:lnTo>
                  <a:lnTo>
                    <a:pt x="266649" y="97929"/>
                  </a:lnTo>
                  <a:lnTo>
                    <a:pt x="280250" y="105295"/>
                  </a:lnTo>
                  <a:lnTo>
                    <a:pt x="310134" y="75425"/>
                  </a:lnTo>
                  <a:lnTo>
                    <a:pt x="368808" y="75425"/>
                  </a:lnTo>
                  <a:lnTo>
                    <a:pt x="348018" y="54635"/>
                  </a:lnTo>
                  <a:lnTo>
                    <a:pt x="272249" y="54635"/>
                  </a:lnTo>
                  <a:lnTo>
                    <a:pt x="271399" y="54267"/>
                  </a:lnTo>
                  <a:lnTo>
                    <a:pt x="269684" y="53568"/>
                  </a:lnTo>
                  <a:lnTo>
                    <a:pt x="269684" y="41490"/>
                  </a:lnTo>
                  <a:close/>
                </a:path>
                <a:path w="415290" h="415289">
                  <a:moveTo>
                    <a:pt x="269684" y="0"/>
                  </a:moveTo>
                  <a:lnTo>
                    <a:pt x="145211" y="0"/>
                  </a:lnTo>
                  <a:lnTo>
                    <a:pt x="145211" y="53568"/>
                  </a:lnTo>
                  <a:lnTo>
                    <a:pt x="142646" y="54635"/>
                  </a:lnTo>
                  <a:lnTo>
                    <a:pt x="186702" y="54635"/>
                  </a:lnTo>
                  <a:lnTo>
                    <a:pt x="186702" y="41490"/>
                  </a:lnTo>
                  <a:lnTo>
                    <a:pt x="269684" y="41490"/>
                  </a:lnTo>
                  <a:lnTo>
                    <a:pt x="269684" y="0"/>
                  </a:lnTo>
                  <a:close/>
                </a:path>
                <a:path w="415290" h="415289">
                  <a:moveTo>
                    <a:pt x="310134" y="16751"/>
                  </a:moveTo>
                  <a:lnTo>
                    <a:pt x="272249" y="54635"/>
                  </a:lnTo>
                  <a:lnTo>
                    <a:pt x="348018" y="54635"/>
                  </a:lnTo>
                  <a:lnTo>
                    <a:pt x="310134" y="167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24" name="object 40">
              <a:extLst>
                <a:ext uri="{FF2B5EF4-FFF2-40B4-BE49-F238E27FC236}">
                  <a16:creationId xmlns="" xmlns:a16="http://schemas.microsoft.com/office/drawing/2014/main" id="{873FE84B-0AA1-46D4-8F2D-EB2F96C7F4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6881" y="2585027"/>
              <a:ext cx="165963" cy="165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25" name="object 41">
              <a:extLst>
                <a:ext uri="{FF2B5EF4-FFF2-40B4-BE49-F238E27FC236}">
                  <a16:creationId xmlns="" xmlns:a16="http://schemas.microsoft.com/office/drawing/2014/main" id="{0586A12F-886C-4AA1-BBB8-5371696BB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7196" y="2315347"/>
              <a:ext cx="705485" cy="705485"/>
            </a:xfrm>
            <a:custGeom>
              <a:avLst/>
              <a:gdLst>
                <a:gd name="T0" fmla="*/ 306112 w 705484"/>
                <a:gd name="T1" fmla="*/ 3026 h 705485"/>
                <a:gd name="T2" fmla="*/ 217635 w 705484"/>
                <a:gd name="T3" fmla="*/ 26669 h 705485"/>
                <a:gd name="T4" fmla="*/ 138356 w 705484"/>
                <a:gd name="T5" fmla="*/ 72513 h 705485"/>
                <a:gd name="T6" fmla="*/ 72520 w 705484"/>
                <a:gd name="T7" fmla="*/ 138348 h 705485"/>
                <a:gd name="T8" fmla="*/ 26671 w 705484"/>
                <a:gd name="T9" fmla="*/ 217628 h 705485"/>
                <a:gd name="T10" fmla="*/ 3026 w 705484"/>
                <a:gd name="T11" fmla="*/ 306108 h 705485"/>
                <a:gd name="T12" fmla="*/ 2985 w 705484"/>
                <a:gd name="T13" fmla="*/ 398586 h 705485"/>
                <a:gd name="T14" fmla="*/ 26671 w 705484"/>
                <a:gd name="T15" fmla="*/ 487692 h 705485"/>
                <a:gd name="T16" fmla="*/ 72520 w 705484"/>
                <a:gd name="T17" fmla="*/ 566971 h 705485"/>
                <a:gd name="T18" fmla="*/ 138356 w 705484"/>
                <a:gd name="T19" fmla="*/ 632810 h 705485"/>
                <a:gd name="T20" fmla="*/ 217635 w 705484"/>
                <a:gd name="T21" fmla="*/ 678654 h 705485"/>
                <a:gd name="T22" fmla="*/ 306112 w 705484"/>
                <a:gd name="T23" fmla="*/ 702294 h 705485"/>
                <a:gd name="T24" fmla="*/ 399226 w 705484"/>
                <a:gd name="T25" fmla="*/ 702294 h 705485"/>
                <a:gd name="T26" fmla="*/ 487704 w 705484"/>
                <a:gd name="T27" fmla="*/ 678654 h 705485"/>
                <a:gd name="T28" fmla="*/ 352666 w 705484"/>
                <a:gd name="T29" fmla="*/ 663829 h 705485"/>
                <a:gd name="T30" fmla="*/ 262897 w 705484"/>
                <a:gd name="T31" fmla="*/ 650632 h 705485"/>
                <a:gd name="T32" fmla="*/ 183351 w 705484"/>
                <a:gd name="T33" fmla="*/ 613629 h 705485"/>
                <a:gd name="T34" fmla="*/ 117911 w 705484"/>
                <a:gd name="T35" fmla="*/ 556700 h 705485"/>
                <a:gd name="T36" fmla="*/ 70457 w 705484"/>
                <a:gd name="T37" fmla="*/ 483726 h 705485"/>
                <a:gd name="T38" fmla="*/ 44871 w 705484"/>
                <a:gd name="T39" fmla="*/ 398586 h 705485"/>
                <a:gd name="T40" fmla="*/ 44871 w 705484"/>
                <a:gd name="T41" fmla="*/ 306743 h 705485"/>
                <a:gd name="T42" fmla="*/ 70457 w 705484"/>
                <a:gd name="T43" fmla="*/ 221598 h 705485"/>
                <a:gd name="T44" fmla="*/ 117911 w 705484"/>
                <a:gd name="T45" fmla="*/ 148621 h 705485"/>
                <a:gd name="T46" fmla="*/ 183351 w 705484"/>
                <a:gd name="T47" fmla="*/ 91690 h 705485"/>
                <a:gd name="T48" fmla="*/ 262897 w 705484"/>
                <a:gd name="T49" fmla="*/ 54687 h 705485"/>
                <a:gd name="T50" fmla="*/ 352666 w 705484"/>
                <a:gd name="T51" fmla="*/ 41490 h 705485"/>
                <a:gd name="T52" fmla="*/ 487704 w 705484"/>
                <a:gd name="T53" fmla="*/ 26669 h 705485"/>
                <a:gd name="T54" fmla="*/ 399226 w 705484"/>
                <a:gd name="T55" fmla="*/ 3026 h 705485"/>
                <a:gd name="T56" fmla="*/ 517737 w 705484"/>
                <a:gd name="T57" fmla="*/ 41490 h 705485"/>
                <a:gd name="T58" fmla="*/ 398593 w 705484"/>
                <a:gd name="T59" fmla="*/ 44870 h 705485"/>
                <a:gd name="T60" fmla="*/ 483735 w 705484"/>
                <a:gd name="T61" fmla="*/ 70455 h 705485"/>
                <a:gd name="T62" fmla="*/ 556713 w 705484"/>
                <a:gd name="T63" fmla="*/ 117907 h 705485"/>
                <a:gd name="T64" fmla="*/ 613645 w 705484"/>
                <a:gd name="T65" fmla="*/ 183346 h 705485"/>
                <a:gd name="T66" fmla="*/ 650651 w 705484"/>
                <a:gd name="T67" fmla="*/ 262892 h 705485"/>
                <a:gd name="T68" fmla="*/ 663848 w 705484"/>
                <a:gd name="T69" fmla="*/ 352666 h 705485"/>
                <a:gd name="T70" fmla="*/ 650651 w 705484"/>
                <a:gd name="T71" fmla="*/ 442434 h 705485"/>
                <a:gd name="T72" fmla="*/ 613645 w 705484"/>
                <a:gd name="T73" fmla="*/ 521976 h 705485"/>
                <a:gd name="T74" fmla="*/ 556713 w 705484"/>
                <a:gd name="T75" fmla="*/ 587413 h 705485"/>
                <a:gd name="T76" fmla="*/ 483735 w 705484"/>
                <a:gd name="T77" fmla="*/ 634864 h 705485"/>
                <a:gd name="T78" fmla="*/ 398593 w 705484"/>
                <a:gd name="T79" fmla="*/ 660449 h 705485"/>
                <a:gd name="T80" fmla="*/ 517748 w 705484"/>
                <a:gd name="T81" fmla="*/ 663829 h 705485"/>
                <a:gd name="T82" fmla="*/ 602037 w 705484"/>
                <a:gd name="T83" fmla="*/ 602030 h 705485"/>
                <a:gd name="T84" fmla="*/ 658424 w 705484"/>
                <a:gd name="T85" fmla="*/ 528708 h 705485"/>
                <a:gd name="T86" fmla="*/ 693360 w 705484"/>
                <a:gd name="T87" fmla="*/ 444378 h 705485"/>
                <a:gd name="T88" fmla="*/ 705339 w 705484"/>
                <a:gd name="T89" fmla="*/ 352666 h 705485"/>
                <a:gd name="T90" fmla="*/ 702313 w 705484"/>
                <a:gd name="T91" fmla="*/ 306108 h 705485"/>
                <a:gd name="T92" fmla="*/ 678668 w 705484"/>
                <a:gd name="T93" fmla="*/ 217628 h 705485"/>
                <a:gd name="T94" fmla="*/ 632818 w 705484"/>
                <a:gd name="T95" fmla="*/ 138348 h 705485"/>
                <a:gd name="T96" fmla="*/ 566983 w 705484"/>
                <a:gd name="T97" fmla="*/ 72513 h 705485"/>
                <a:gd name="T98" fmla="*/ 517737 w 705484"/>
                <a:gd name="T99" fmla="*/ 41490 h 70548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705484" h="705485">
                  <a:moveTo>
                    <a:pt x="352666" y="0"/>
                  </a:moveTo>
                  <a:lnTo>
                    <a:pt x="306112" y="3026"/>
                  </a:lnTo>
                  <a:lnTo>
                    <a:pt x="260951" y="11978"/>
                  </a:lnTo>
                  <a:lnTo>
                    <a:pt x="217635" y="26669"/>
                  </a:lnTo>
                  <a:lnTo>
                    <a:pt x="176618" y="46910"/>
                  </a:lnTo>
                  <a:lnTo>
                    <a:pt x="138356" y="72513"/>
                  </a:lnTo>
                  <a:lnTo>
                    <a:pt x="103301" y="103289"/>
                  </a:lnTo>
                  <a:lnTo>
                    <a:pt x="72520" y="138348"/>
                  </a:lnTo>
                  <a:lnTo>
                    <a:pt x="46914" y="176612"/>
                  </a:lnTo>
                  <a:lnTo>
                    <a:pt x="26671" y="217628"/>
                  </a:lnTo>
                  <a:lnTo>
                    <a:pt x="11979" y="260945"/>
                  </a:lnTo>
                  <a:lnTo>
                    <a:pt x="3026" y="306108"/>
                  </a:lnTo>
                  <a:lnTo>
                    <a:pt x="0" y="352666"/>
                  </a:lnTo>
                  <a:lnTo>
                    <a:pt x="2985" y="398586"/>
                  </a:lnTo>
                  <a:lnTo>
                    <a:pt x="11979" y="444378"/>
                  </a:lnTo>
                  <a:lnTo>
                    <a:pt x="26671" y="487692"/>
                  </a:lnTo>
                  <a:lnTo>
                    <a:pt x="46914" y="528708"/>
                  </a:lnTo>
                  <a:lnTo>
                    <a:pt x="72520" y="566971"/>
                  </a:lnTo>
                  <a:lnTo>
                    <a:pt x="103301" y="602030"/>
                  </a:lnTo>
                  <a:lnTo>
                    <a:pt x="138356" y="632810"/>
                  </a:lnTo>
                  <a:lnTo>
                    <a:pt x="176618" y="658414"/>
                  </a:lnTo>
                  <a:lnTo>
                    <a:pt x="217635" y="678654"/>
                  </a:lnTo>
                  <a:lnTo>
                    <a:pt x="260951" y="693343"/>
                  </a:lnTo>
                  <a:lnTo>
                    <a:pt x="306112" y="702294"/>
                  </a:lnTo>
                  <a:lnTo>
                    <a:pt x="352666" y="705319"/>
                  </a:lnTo>
                  <a:lnTo>
                    <a:pt x="399219" y="702294"/>
                  </a:lnTo>
                  <a:lnTo>
                    <a:pt x="444381" y="693343"/>
                  </a:lnTo>
                  <a:lnTo>
                    <a:pt x="487697" y="678654"/>
                  </a:lnTo>
                  <a:lnTo>
                    <a:pt x="517741" y="663829"/>
                  </a:lnTo>
                  <a:lnTo>
                    <a:pt x="352666" y="663829"/>
                  </a:lnTo>
                  <a:lnTo>
                    <a:pt x="306746" y="660449"/>
                  </a:lnTo>
                  <a:lnTo>
                    <a:pt x="262897" y="650632"/>
                  </a:lnTo>
                  <a:lnTo>
                    <a:pt x="221603" y="634864"/>
                  </a:lnTo>
                  <a:lnTo>
                    <a:pt x="183351" y="613629"/>
                  </a:lnTo>
                  <a:lnTo>
                    <a:pt x="148626" y="587413"/>
                  </a:lnTo>
                  <a:lnTo>
                    <a:pt x="117911" y="556700"/>
                  </a:lnTo>
                  <a:lnTo>
                    <a:pt x="91693" y="521976"/>
                  </a:lnTo>
                  <a:lnTo>
                    <a:pt x="70457" y="483726"/>
                  </a:lnTo>
                  <a:lnTo>
                    <a:pt x="54688" y="442434"/>
                  </a:lnTo>
                  <a:lnTo>
                    <a:pt x="44871" y="398586"/>
                  </a:lnTo>
                  <a:lnTo>
                    <a:pt x="41490" y="352666"/>
                  </a:lnTo>
                  <a:lnTo>
                    <a:pt x="44871" y="306743"/>
                  </a:lnTo>
                  <a:lnTo>
                    <a:pt x="54688" y="262892"/>
                  </a:lnTo>
                  <a:lnTo>
                    <a:pt x="70457" y="221598"/>
                  </a:lnTo>
                  <a:lnTo>
                    <a:pt x="91693" y="183346"/>
                  </a:lnTo>
                  <a:lnTo>
                    <a:pt x="117911" y="148621"/>
                  </a:lnTo>
                  <a:lnTo>
                    <a:pt x="148626" y="117907"/>
                  </a:lnTo>
                  <a:lnTo>
                    <a:pt x="183351" y="91690"/>
                  </a:lnTo>
                  <a:lnTo>
                    <a:pt x="221603" y="70455"/>
                  </a:lnTo>
                  <a:lnTo>
                    <a:pt x="262897" y="54687"/>
                  </a:lnTo>
                  <a:lnTo>
                    <a:pt x="306746" y="44870"/>
                  </a:lnTo>
                  <a:lnTo>
                    <a:pt x="352666" y="41490"/>
                  </a:lnTo>
                  <a:lnTo>
                    <a:pt x="517730" y="41490"/>
                  </a:lnTo>
                  <a:lnTo>
                    <a:pt x="487697" y="26669"/>
                  </a:lnTo>
                  <a:lnTo>
                    <a:pt x="444381" y="11978"/>
                  </a:lnTo>
                  <a:lnTo>
                    <a:pt x="399219" y="3026"/>
                  </a:lnTo>
                  <a:lnTo>
                    <a:pt x="352666" y="0"/>
                  </a:lnTo>
                  <a:close/>
                </a:path>
                <a:path w="705484" h="705485">
                  <a:moveTo>
                    <a:pt x="517730" y="41490"/>
                  </a:moveTo>
                  <a:lnTo>
                    <a:pt x="352666" y="41490"/>
                  </a:lnTo>
                  <a:lnTo>
                    <a:pt x="398586" y="44870"/>
                  </a:lnTo>
                  <a:lnTo>
                    <a:pt x="442435" y="54687"/>
                  </a:lnTo>
                  <a:lnTo>
                    <a:pt x="483728" y="70455"/>
                  </a:lnTo>
                  <a:lnTo>
                    <a:pt x="521980" y="91690"/>
                  </a:lnTo>
                  <a:lnTo>
                    <a:pt x="556706" y="117907"/>
                  </a:lnTo>
                  <a:lnTo>
                    <a:pt x="587420" y="148621"/>
                  </a:lnTo>
                  <a:lnTo>
                    <a:pt x="613638" y="183346"/>
                  </a:lnTo>
                  <a:lnTo>
                    <a:pt x="634874" y="221598"/>
                  </a:lnTo>
                  <a:lnTo>
                    <a:pt x="650644" y="262892"/>
                  </a:lnTo>
                  <a:lnTo>
                    <a:pt x="660461" y="306743"/>
                  </a:lnTo>
                  <a:lnTo>
                    <a:pt x="663841" y="352666"/>
                  </a:lnTo>
                  <a:lnTo>
                    <a:pt x="660461" y="398586"/>
                  </a:lnTo>
                  <a:lnTo>
                    <a:pt x="650644" y="442434"/>
                  </a:lnTo>
                  <a:lnTo>
                    <a:pt x="634874" y="483726"/>
                  </a:lnTo>
                  <a:lnTo>
                    <a:pt x="613638" y="521976"/>
                  </a:lnTo>
                  <a:lnTo>
                    <a:pt x="587420" y="556700"/>
                  </a:lnTo>
                  <a:lnTo>
                    <a:pt x="556706" y="587413"/>
                  </a:lnTo>
                  <a:lnTo>
                    <a:pt x="521980" y="613629"/>
                  </a:lnTo>
                  <a:lnTo>
                    <a:pt x="483728" y="634864"/>
                  </a:lnTo>
                  <a:lnTo>
                    <a:pt x="442435" y="650632"/>
                  </a:lnTo>
                  <a:lnTo>
                    <a:pt x="398586" y="660449"/>
                  </a:lnTo>
                  <a:lnTo>
                    <a:pt x="352666" y="663829"/>
                  </a:lnTo>
                  <a:lnTo>
                    <a:pt x="517741" y="663829"/>
                  </a:lnTo>
                  <a:lnTo>
                    <a:pt x="566976" y="632810"/>
                  </a:lnTo>
                  <a:lnTo>
                    <a:pt x="602030" y="602030"/>
                  </a:lnTo>
                  <a:lnTo>
                    <a:pt x="632811" y="566971"/>
                  </a:lnTo>
                  <a:lnTo>
                    <a:pt x="658417" y="528708"/>
                  </a:lnTo>
                  <a:lnTo>
                    <a:pt x="678661" y="487692"/>
                  </a:lnTo>
                  <a:lnTo>
                    <a:pt x="693353" y="444378"/>
                  </a:lnTo>
                  <a:lnTo>
                    <a:pt x="702306" y="399218"/>
                  </a:lnTo>
                  <a:lnTo>
                    <a:pt x="705332" y="352666"/>
                  </a:lnTo>
                  <a:lnTo>
                    <a:pt x="702347" y="306743"/>
                  </a:lnTo>
                  <a:lnTo>
                    <a:pt x="702306" y="306108"/>
                  </a:lnTo>
                  <a:lnTo>
                    <a:pt x="693353" y="260945"/>
                  </a:lnTo>
                  <a:lnTo>
                    <a:pt x="678661" y="217628"/>
                  </a:lnTo>
                  <a:lnTo>
                    <a:pt x="658417" y="176612"/>
                  </a:lnTo>
                  <a:lnTo>
                    <a:pt x="632811" y="138348"/>
                  </a:lnTo>
                  <a:lnTo>
                    <a:pt x="602030" y="103289"/>
                  </a:lnTo>
                  <a:lnTo>
                    <a:pt x="566976" y="72513"/>
                  </a:lnTo>
                  <a:lnTo>
                    <a:pt x="528713" y="46910"/>
                  </a:lnTo>
                  <a:lnTo>
                    <a:pt x="517730" y="414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26" name="object 42">
              <a:extLst>
                <a:ext uri="{FF2B5EF4-FFF2-40B4-BE49-F238E27FC236}">
                  <a16:creationId xmlns="" xmlns:a16="http://schemas.microsoft.com/office/drawing/2014/main" id="{514E8E46-1C16-4DDB-9B27-E38864392D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8308" y="2815814"/>
              <a:ext cx="117208" cy="11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7" name="object 43">
              <a:extLst>
                <a:ext uri="{FF2B5EF4-FFF2-40B4-BE49-F238E27FC236}">
                  <a16:creationId xmlns="" xmlns:a16="http://schemas.microsoft.com/office/drawing/2014/main" id="{CB0747C2-6489-4768-AD80-552A51A8EC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04215" y="2408439"/>
              <a:ext cx="117195" cy="11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8" name="object 44">
              <a:extLst>
                <a:ext uri="{FF2B5EF4-FFF2-40B4-BE49-F238E27FC236}">
                  <a16:creationId xmlns="" xmlns:a16="http://schemas.microsoft.com/office/drawing/2014/main" id="{E16E2982-D89B-42F0-A1E1-62999D2A1B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0290" y="2346463"/>
              <a:ext cx="111759" cy="117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9" name="object 45">
              <a:extLst>
                <a:ext uri="{FF2B5EF4-FFF2-40B4-BE49-F238E27FC236}">
                  <a16:creationId xmlns="" xmlns:a16="http://schemas.microsoft.com/office/drawing/2014/main" id="{7049CE50-EA7D-4A26-8D39-57194D0EA9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7672" y="2872362"/>
              <a:ext cx="111759" cy="117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310" name="object 46">
            <a:extLst>
              <a:ext uri="{FF2B5EF4-FFF2-40B4-BE49-F238E27FC236}">
                <a16:creationId xmlns="" xmlns:a16="http://schemas.microsoft.com/office/drawing/2014/main" id="{E98A07F3-399B-4710-90B2-4D64B5EF6DE4}"/>
              </a:ext>
            </a:extLst>
          </p:cNvPr>
          <p:cNvGrpSpPr>
            <a:grpSpLocks/>
          </p:cNvGrpSpPr>
          <p:nvPr/>
        </p:nvGrpSpPr>
        <p:grpSpPr bwMode="auto">
          <a:xfrm>
            <a:off x="15452725" y="2819400"/>
            <a:ext cx="1662113" cy="1619250"/>
            <a:chOff x="8817686" y="2073096"/>
            <a:chExt cx="1189990" cy="1189990"/>
          </a:xfrm>
        </p:grpSpPr>
        <p:pic>
          <p:nvPicPr>
            <p:cNvPr id="12317" name="object 47">
              <a:extLst>
                <a:ext uri="{FF2B5EF4-FFF2-40B4-BE49-F238E27FC236}">
                  <a16:creationId xmlns="" xmlns:a16="http://schemas.microsoft.com/office/drawing/2014/main" id="{CFED1F46-2C5C-4A63-BB34-ED74FB7B21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17686" y="2073096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18" name="object 48">
              <a:extLst>
                <a:ext uri="{FF2B5EF4-FFF2-40B4-BE49-F238E27FC236}">
                  <a16:creationId xmlns="" xmlns:a16="http://schemas.microsoft.com/office/drawing/2014/main" id="{37400D1E-D87E-4A19-8B97-A77EF2CAE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8748" y="2302738"/>
              <a:ext cx="668020" cy="647065"/>
            </a:xfrm>
            <a:custGeom>
              <a:avLst/>
              <a:gdLst>
                <a:gd name="T0" fmla="*/ 506844 w 668020"/>
                <a:gd name="T1" fmla="*/ 195338 h 647064"/>
                <a:gd name="T2" fmla="*/ 456120 w 668020"/>
                <a:gd name="T3" fmla="*/ 445332 h 647064"/>
                <a:gd name="T4" fmla="*/ 287909 w 668020"/>
                <a:gd name="T5" fmla="*/ 489871 h 647064"/>
                <a:gd name="T6" fmla="*/ 167030 w 668020"/>
                <a:gd name="T7" fmla="*/ 369005 h 647064"/>
                <a:gd name="T8" fmla="*/ 211569 w 668020"/>
                <a:gd name="T9" fmla="*/ 200787 h 647064"/>
                <a:gd name="T10" fmla="*/ 379780 w 668020"/>
                <a:gd name="T11" fmla="*/ 156248 h 647064"/>
                <a:gd name="T12" fmla="*/ 500646 w 668020"/>
                <a:gd name="T13" fmla="*/ 277126 h 647064"/>
                <a:gd name="T14" fmla="*/ 428701 w 668020"/>
                <a:gd name="T15" fmla="*/ 129146 h 647064"/>
                <a:gd name="T16" fmla="*/ 238988 w 668020"/>
                <a:gd name="T17" fmla="*/ 129146 h 647064"/>
                <a:gd name="T18" fmla="*/ 123672 w 668020"/>
                <a:gd name="T19" fmla="*/ 273621 h 647064"/>
                <a:gd name="T20" fmla="*/ 165442 w 668020"/>
                <a:gd name="T21" fmla="*/ 458007 h 647064"/>
                <a:gd name="T22" fmla="*/ 333844 w 668020"/>
                <a:gd name="T23" fmla="*/ 538956 h 647064"/>
                <a:gd name="T24" fmla="*/ 502246 w 668020"/>
                <a:gd name="T25" fmla="*/ 458007 h 647064"/>
                <a:gd name="T26" fmla="*/ 667689 w 668020"/>
                <a:gd name="T27" fmla="*/ 323062 h 647064"/>
                <a:gd name="T28" fmla="*/ 625868 w 668020"/>
                <a:gd name="T29" fmla="*/ 228180 h 647064"/>
                <a:gd name="T30" fmla="*/ 624789 w 668020"/>
                <a:gd name="T31" fmla="*/ 323062 h 647064"/>
                <a:gd name="T32" fmla="*/ 589102 w 668020"/>
                <a:gd name="T33" fmla="*/ 392691 h 647064"/>
                <a:gd name="T34" fmla="*/ 584530 w 668020"/>
                <a:gd name="T35" fmla="*/ 456914 h 647064"/>
                <a:gd name="T36" fmla="*/ 499732 w 668020"/>
                <a:gd name="T37" fmla="*/ 529419 h 647064"/>
                <a:gd name="T38" fmla="*/ 423748 w 668020"/>
                <a:gd name="T39" fmla="*/ 599777 h 647064"/>
                <a:gd name="T40" fmla="*/ 346506 w 668020"/>
                <a:gd name="T41" fmla="*/ 587343 h 647064"/>
                <a:gd name="T42" fmla="*/ 284022 w 668020"/>
                <a:gd name="T43" fmla="*/ 602837 h 647064"/>
                <a:gd name="T44" fmla="*/ 188760 w 668020"/>
                <a:gd name="T45" fmla="*/ 544316 h 647064"/>
                <a:gd name="T46" fmla="*/ 98463 w 668020"/>
                <a:gd name="T47" fmla="*/ 494087 h 647064"/>
                <a:gd name="T48" fmla="*/ 91325 w 668020"/>
                <a:gd name="T49" fmla="*/ 401873 h 647064"/>
                <a:gd name="T50" fmla="*/ 45339 w 668020"/>
                <a:gd name="T51" fmla="*/ 343262 h 647064"/>
                <a:gd name="T52" fmla="*/ 63576 w 668020"/>
                <a:gd name="T53" fmla="*/ 267246 h 647064"/>
                <a:gd name="T54" fmla="*/ 82397 w 668020"/>
                <a:gd name="T55" fmla="*/ 209346 h 647064"/>
                <a:gd name="T56" fmla="*/ 147789 w 668020"/>
                <a:gd name="T57" fmla="*/ 119113 h 647064"/>
                <a:gd name="T58" fmla="*/ 209702 w 668020"/>
                <a:gd name="T59" fmla="*/ 67424 h 647064"/>
                <a:gd name="T60" fmla="*/ 303403 w 668020"/>
                <a:gd name="T61" fmla="*/ 48780 h 647064"/>
                <a:gd name="T62" fmla="*/ 364274 w 668020"/>
                <a:gd name="T63" fmla="*/ 48780 h 647064"/>
                <a:gd name="T64" fmla="*/ 470433 w 668020"/>
                <a:gd name="T65" fmla="*/ 83273 h 647064"/>
                <a:gd name="T66" fmla="*/ 569226 w 668020"/>
                <a:gd name="T67" fmla="*/ 152044 h 647064"/>
                <a:gd name="T68" fmla="*/ 576364 w 668020"/>
                <a:gd name="T69" fmla="*/ 244259 h 647064"/>
                <a:gd name="T70" fmla="*/ 622350 w 668020"/>
                <a:gd name="T71" fmla="*/ 302856 h 647064"/>
                <a:gd name="T72" fmla="*/ 564502 w 668020"/>
                <a:gd name="T73" fmla="*/ 91287 h 647064"/>
                <a:gd name="T74" fmla="*/ 482993 w 668020"/>
                <a:gd name="T75" fmla="*/ 32067 h 647064"/>
                <a:gd name="T76" fmla="*/ 410756 w 668020"/>
                <a:gd name="T77" fmla="*/ 0 h 647064"/>
                <a:gd name="T78" fmla="*/ 309397 w 668020"/>
                <a:gd name="T79" fmla="*/ 5359 h 647064"/>
                <a:gd name="T80" fmla="*/ 166878 w 668020"/>
                <a:gd name="T81" fmla="*/ 51663 h 647064"/>
                <a:gd name="T82" fmla="*/ 50368 w 668020"/>
                <a:gd name="T83" fmla="*/ 150075 h 647064"/>
                <a:gd name="T84" fmla="*/ 11010 w 668020"/>
                <a:gd name="T85" fmla="*/ 271132 h 647064"/>
                <a:gd name="T86" fmla="*/ 11010 w 668020"/>
                <a:gd name="T87" fmla="*/ 374987 h 647064"/>
                <a:gd name="T88" fmla="*/ 50368 w 668020"/>
                <a:gd name="T89" fmla="*/ 496056 h 647064"/>
                <a:gd name="T90" fmla="*/ 166890 w 668020"/>
                <a:gd name="T91" fmla="*/ 594455 h 647064"/>
                <a:gd name="T92" fmla="*/ 286791 w 668020"/>
                <a:gd name="T93" fmla="*/ 645763 h 647064"/>
                <a:gd name="T94" fmla="*/ 358292 w 668020"/>
                <a:gd name="T95" fmla="*/ 640760 h 647064"/>
                <a:gd name="T96" fmla="*/ 492391 w 668020"/>
                <a:gd name="T97" fmla="*/ 603701 h 647064"/>
                <a:gd name="T98" fmla="*/ 564502 w 668020"/>
                <a:gd name="T99" fmla="*/ 554831 h 647064"/>
                <a:gd name="T100" fmla="*/ 625868 w 668020"/>
                <a:gd name="T101" fmla="*/ 417951 h 647064"/>
                <a:gd name="T102" fmla="*/ 667689 w 668020"/>
                <a:gd name="T103" fmla="*/ 323062 h 64706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68020" h="647064">
                  <a:moveTo>
                    <a:pt x="549732" y="323062"/>
                  </a:moveTo>
                  <a:lnTo>
                    <a:pt x="544017" y="273621"/>
                  </a:lnTo>
                  <a:lnTo>
                    <a:pt x="527748" y="228193"/>
                  </a:lnTo>
                  <a:lnTo>
                    <a:pt x="506844" y="195338"/>
                  </a:lnTo>
                  <a:lnTo>
                    <a:pt x="506844" y="323062"/>
                  </a:lnTo>
                  <a:lnTo>
                    <a:pt x="500646" y="368998"/>
                  </a:lnTo>
                  <a:lnTo>
                    <a:pt x="483184" y="410311"/>
                  </a:lnTo>
                  <a:lnTo>
                    <a:pt x="456120" y="445325"/>
                  </a:lnTo>
                  <a:lnTo>
                    <a:pt x="421093" y="472401"/>
                  </a:lnTo>
                  <a:lnTo>
                    <a:pt x="379780" y="489864"/>
                  </a:lnTo>
                  <a:lnTo>
                    <a:pt x="333844" y="496062"/>
                  </a:lnTo>
                  <a:lnTo>
                    <a:pt x="287909" y="489864"/>
                  </a:lnTo>
                  <a:lnTo>
                    <a:pt x="246595" y="472401"/>
                  </a:lnTo>
                  <a:lnTo>
                    <a:pt x="211569" y="445325"/>
                  </a:lnTo>
                  <a:lnTo>
                    <a:pt x="184492" y="410311"/>
                  </a:lnTo>
                  <a:lnTo>
                    <a:pt x="167030" y="368998"/>
                  </a:lnTo>
                  <a:lnTo>
                    <a:pt x="160845" y="323062"/>
                  </a:lnTo>
                  <a:lnTo>
                    <a:pt x="167030" y="277126"/>
                  </a:lnTo>
                  <a:lnTo>
                    <a:pt x="184492" y="235813"/>
                  </a:lnTo>
                  <a:lnTo>
                    <a:pt x="211569" y="200787"/>
                  </a:lnTo>
                  <a:lnTo>
                    <a:pt x="246595" y="173710"/>
                  </a:lnTo>
                  <a:lnTo>
                    <a:pt x="287909" y="156248"/>
                  </a:lnTo>
                  <a:lnTo>
                    <a:pt x="333844" y="150063"/>
                  </a:lnTo>
                  <a:lnTo>
                    <a:pt x="379780" y="156248"/>
                  </a:lnTo>
                  <a:lnTo>
                    <a:pt x="421093" y="173710"/>
                  </a:lnTo>
                  <a:lnTo>
                    <a:pt x="456120" y="200787"/>
                  </a:lnTo>
                  <a:lnTo>
                    <a:pt x="483184" y="235813"/>
                  </a:lnTo>
                  <a:lnTo>
                    <a:pt x="500646" y="277126"/>
                  </a:lnTo>
                  <a:lnTo>
                    <a:pt x="506844" y="323062"/>
                  </a:lnTo>
                  <a:lnTo>
                    <a:pt x="506844" y="195338"/>
                  </a:lnTo>
                  <a:lnTo>
                    <a:pt x="468782" y="154660"/>
                  </a:lnTo>
                  <a:lnTo>
                    <a:pt x="428701" y="129146"/>
                  </a:lnTo>
                  <a:lnTo>
                    <a:pt x="383286" y="112890"/>
                  </a:lnTo>
                  <a:lnTo>
                    <a:pt x="333844" y="107175"/>
                  </a:lnTo>
                  <a:lnTo>
                    <a:pt x="284403" y="112890"/>
                  </a:lnTo>
                  <a:lnTo>
                    <a:pt x="238988" y="129146"/>
                  </a:lnTo>
                  <a:lnTo>
                    <a:pt x="198894" y="154660"/>
                  </a:lnTo>
                  <a:lnTo>
                    <a:pt x="165442" y="188112"/>
                  </a:lnTo>
                  <a:lnTo>
                    <a:pt x="139928" y="228193"/>
                  </a:lnTo>
                  <a:lnTo>
                    <a:pt x="123672" y="273621"/>
                  </a:lnTo>
                  <a:lnTo>
                    <a:pt x="117957" y="323062"/>
                  </a:lnTo>
                  <a:lnTo>
                    <a:pt x="123672" y="372503"/>
                  </a:lnTo>
                  <a:lnTo>
                    <a:pt x="139928" y="417918"/>
                  </a:lnTo>
                  <a:lnTo>
                    <a:pt x="165442" y="458000"/>
                  </a:lnTo>
                  <a:lnTo>
                    <a:pt x="198894" y="491451"/>
                  </a:lnTo>
                  <a:lnTo>
                    <a:pt x="238988" y="516966"/>
                  </a:lnTo>
                  <a:lnTo>
                    <a:pt x="284403" y="533234"/>
                  </a:lnTo>
                  <a:lnTo>
                    <a:pt x="333844" y="538949"/>
                  </a:lnTo>
                  <a:lnTo>
                    <a:pt x="383286" y="533234"/>
                  </a:lnTo>
                  <a:lnTo>
                    <a:pt x="428701" y="516966"/>
                  </a:lnTo>
                  <a:lnTo>
                    <a:pt x="461556" y="496062"/>
                  </a:lnTo>
                  <a:lnTo>
                    <a:pt x="502246" y="458000"/>
                  </a:lnTo>
                  <a:lnTo>
                    <a:pt x="527748" y="417918"/>
                  </a:lnTo>
                  <a:lnTo>
                    <a:pt x="544017" y="372503"/>
                  </a:lnTo>
                  <a:lnTo>
                    <a:pt x="549732" y="323062"/>
                  </a:lnTo>
                  <a:close/>
                </a:path>
                <a:path w="668020" h="647064">
                  <a:moveTo>
                    <a:pt x="667689" y="323062"/>
                  </a:moveTo>
                  <a:lnTo>
                    <a:pt x="664870" y="296379"/>
                  </a:lnTo>
                  <a:lnTo>
                    <a:pt x="656691" y="271132"/>
                  </a:lnTo>
                  <a:lnTo>
                    <a:pt x="643547" y="248132"/>
                  </a:lnTo>
                  <a:lnTo>
                    <a:pt x="625868" y="228180"/>
                  </a:lnTo>
                  <a:lnTo>
                    <a:pt x="628434" y="201637"/>
                  </a:lnTo>
                  <a:lnTo>
                    <a:pt x="625538" y="175298"/>
                  </a:lnTo>
                  <a:lnTo>
                    <a:pt x="624789" y="172999"/>
                  </a:lnTo>
                  <a:lnTo>
                    <a:pt x="624789" y="323062"/>
                  </a:lnTo>
                  <a:lnTo>
                    <a:pt x="622350" y="343255"/>
                  </a:lnTo>
                  <a:lnTo>
                    <a:pt x="615327" y="362127"/>
                  </a:lnTo>
                  <a:lnTo>
                    <a:pt x="604113" y="378866"/>
                  </a:lnTo>
                  <a:lnTo>
                    <a:pt x="589102" y="392684"/>
                  </a:lnTo>
                  <a:lnTo>
                    <a:pt x="576364" y="401866"/>
                  </a:lnTo>
                  <a:lnTo>
                    <a:pt x="581266" y="416775"/>
                  </a:lnTo>
                  <a:lnTo>
                    <a:pt x="585292" y="436765"/>
                  </a:lnTo>
                  <a:lnTo>
                    <a:pt x="584530" y="456907"/>
                  </a:lnTo>
                  <a:lnTo>
                    <a:pt x="579132" y="476300"/>
                  </a:lnTo>
                  <a:lnTo>
                    <a:pt x="555434" y="508939"/>
                  </a:lnTo>
                  <a:lnTo>
                    <a:pt x="519912" y="526999"/>
                  </a:lnTo>
                  <a:lnTo>
                    <a:pt x="499732" y="529412"/>
                  </a:lnTo>
                  <a:lnTo>
                    <a:pt x="483717" y="529412"/>
                  </a:lnTo>
                  <a:lnTo>
                    <a:pt x="478929" y="544309"/>
                  </a:lnTo>
                  <a:lnTo>
                    <a:pt x="457987" y="578688"/>
                  </a:lnTo>
                  <a:lnTo>
                    <a:pt x="423748" y="599770"/>
                  </a:lnTo>
                  <a:lnTo>
                    <a:pt x="403783" y="603694"/>
                  </a:lnTo>
                  <a:lnTo>
                    <a:pt x="383781" y="602830"/>
                  </a:lnTo>
                  <a:lnTo>
                    <a:pt x="364286" y="597331"/>
                  </a:lnTo>
                  <a:lnTo>
                    <a:pt x="346506" y="587336"/>
                  </a:lnTo>
                  <a:lnTo>
                    <a:pt x="333844" y="578065"/>
                  </a:lnTo>
                  <a:lnTo>
                    <a:pt x="321183" y="587336"/>
                  </a:lnTo>
                  <a:lnTo>
                    <a:pt x="303403" y="597331"/>
                  </a:lnTo>
                  <a:lnTo>
                    <a:pt x="284022" y="602830"/>
                  </a:lnTo>
                  <a:lnTo>
                    <a:pt x="263906" y="603694"/>
                  </a:lnTo>
                  <a:lnTo>
                    <a:pt x="243941" y="599770"/>
                  </a:lnTo>
                  <a:lnTo>
                    <a:pt x="209702" y="578688"/>
                  </a:lnTo>
                  <a:lnTo>
                    <a:pt x="188760" y="544309"/>
                  </a:lnTo>
                  <a:lnTo>
                    <a:pt x="183972" y="529412"/>
                  </a:lnTo>
                  <a:lnTo>
                    <a:pt x="167957" y="529412"/>
                  </a:lnTo>
                  <a:lnTo>
                    <a:pt x="128968" y="520052"/>
                  </a:lnTo>
                  <a:lnTo>
                    <a:pt x="98463" y="494080"/>
                  </a:lnTo>
                  <a:lnTo>
                    <a:pt x="83159" y="456907"/>
                  </a:lnTo>
                  <a:lnTo>
                    <a:pt x="82397" y="436765"/>
                  </a:lnTo>
                  <a:lnTo>
                    <a:pt x="86423" y="416775"/>
                  </a:lnTo>
                  <a:lnTo>
                    <a:pt x="91325" y="401866"/>
                  </a:lnTo>
                  <a:lnTo>
                    <a:pt x="78587" y="392684"/>
                  </a:lnTo>
                  <a:lnTo>
                    <a:pt x="63576" y="378866"/>
                  </a:lnTo>
                  <a:lnTo>
                    <a:pt x="52362" y="362127"/>
                  </a:lnTo>
                  <a:lnTo>
                    <a:pt x="45339" y="343255"/>
                  </a:lnTo>
                  <a:lnTo>
                    <a:pt x="42900" y="323062"/>
                  </a:lnTo>
                  <a:lnTo>
                    <a:pt x="45339" y="302856"/>
                  </a:lnTo>
                  <a:lnTo>
                    <a:pt x="52362" y="283984"/>
                  </a:lnTo>
                  <a:lnTo>
                    <a:pt x="63576" y="267246"/>
                  </a:lnTo>
                  <a:lnTo>
                    <a:pt x="78587" y="253441"/>
                  </a:lnTo>
                  <a:lnTo>
                    <a:pt x="91325" y="244259"/>
                  </a:lnTo>
                  <a:lnTo>
                    <a:pt x="86423" y="229349"/>
                  </a:lnTo>
                  <a:lnTo>
                    <a:pt x="82397" y="209346"/>
                  </a:lnTo>
                  <a:lnTo>
                    <a:pt x="83159" y="189204"/>
                  </a:lnTo>
                  <a:lnTo>
                    <a:pt x="88557" y="169811"/>
                  </a:lnTo>
                  <a:lnTo>
                    <a:pt x="112255" y="137185"/>
                  </a:lnTo>
                  <a:lnTo>
                    <a:pt x="147789" y="119113"/>
                  </a:lnTo>
                  <a:lnTo>
                    <a:pt x="167627" y="116763"/>
                  </a:lnTo>
                  <a:lnTo>
                    <a:pt x="183959" y="116763"/>
                  </a:lnTo>
                  <a:lnTo>
                    <a:pt x="188760" y="101815"/>
                  </a:lnTo>
                  <a:lnTo>
                    <a:pt x="209702" y="67424"/>
                  </a:lnTo>
                  <a:lnTo>
                    <a:pt x="243941" y="46355"/>
                  </a:lnTo>
                  <a:lnTo>
                    <a:pt x="263906" y="42418"/>
                  </a:lnTo>
                  <a:lnTo>
                    <a:pt x="284022" y="43281"/>
                  </a:lnTo>
                  <a:lnTo>
                    <a:pt x="303403" y="48780"/>
                  </a:lnTo>
                  <a:lnTo>
                    <a:pt x="321183" y="58788"/>
                  </a:lnTo>
                  <a:lnTo>
                    <a:pt x="333844" y="68059"/>
                  </a:lnTo>
                  <a:lnTo>
                    <a:pt x="346506" y="58788"/>
                  </a:lnTo>
                  <a:lnTo>
                    <a:pt x="364274" y="48780"/>
                  </a:lnTo>
                  <a:lnTo>
                    <a:pt x="383654" y="43281"/>
                  </a:lnTo>
                  <a:lnTo>
                    <a:pt x="403745" y="42418"/>
                  </a:lnTo>
                  <a:lnTo>
                    <a:pt x="442214" y="54902"/>
                  </a:lnTo>
                  <a:lnTo>
                    <a:pt x="470433" y="83273"/>
                  </a:lnTo>
                  <a:lnTo>
                    <a:pt x="483730" y="116763"/>
                  </a:lnTo>
                  <a:lnTo>
                    <a:pt x="500164" y="116763"/>
                  </a:lnTo>
                  <a:lnTo>
                    <a:pt x="538734" y="126072"/>
                  </a:lnTo>
                  <a:lnTo>
                    <a:pt x="569226" y="152044"/>
                  </a:lnTo>
                  <a:lnTo>
                    <a:pt x="584530" y="189204"/>
                  </a:lnTo>
                  <a:lnTo>
                    <a:pt x="585292" y="209346"/>
                  </a:lnTo>
                  <a:lnTo>
                    <a:pt x="581266" y="229349"/>
                  </a:lnTo>
                  <a:lnTo>
                    <a:pt x="576364" y="244259"/>
                  </a:lnTo>
                  <a:lnTo>
                    <a:pt x="589102" y="253441"/>
                  </a:lnTo>
                  <a:lnTo>
                    <a:pt x="604113" y="267246"/>
                  </a:lnTo>
                  <a:lnTo>
                    <a:pt x="615327" y="283984"/>
                  </a:lnTo>
                  <a:lnTo>
                    <a:pt x="622350" y="302856"/>
                  </a:lnTo>
                  <a:lnTo>
                    <a:pt x="624789" y="323062"/>
                  </a:lnTo>
                  <a:lnTo>
                    <a:pt x="624789" y="172999"/>
                  </a:lnTo>
                  <a:lnTo>
                    <a:pt x="603923" y="126834"/>
                  </a:lnTo>
                  <a:lnTo>
                    <a:pt x="564502" y="91287"/>
                  </a:lnTo>
                  <a:lnTo>
                    <a:pt x="514324" y="74650"/>
                  </a:lnTo>
                  <a:lnTo>
                    <a:pt x="500811" y="51663"/>
                  </a:lnTo>
                  <a:lnTo>
                    <a:pt x="492404" y="42418"/>
                  </a:lnTo>
                  <a:lnTo>
                    <a:pt x="482993" y="32067"/>
                  </a:lnTo>
                  <a:lnTo>
                    <a:pt x="461505" y="16484"/>
                  </a:lnTo>
                  <a:lnTo>
                    <a:pt x="460425" y="16002"/>
                  </a:lnTo>
                  <a:lnTo>
                    <a:pt x="437007" y="5562"/>
                  </a:lnTo>
                  <a:lnTo>
                    <a:pt x="410756" y="0"/>
                  </a:lnTo>
                  <a:lnTo>
                    <a:pt x="384136" y="0"/>
                  </a:lnTo>
                  <a:lnTo>
                    <a:pt x="358292" y="5359"/>
                  </a:lnTo>
                  <a:lnTo>
                    <a:pt x="333844" y="16002"/>
                  </a:lnTo>
                  <a:lnTo>
                    <a:pt x="309397" y="5359"/>
                  </a:lnTo>
                  <a:lnTo>
                    <a:pt x="283552" y="0"/>
                  </a:lnTo>
                  <a:lnTo>
                    <a:pt x="256933" y="0"/>
                  </a:lnTo>
                  <a:lnTo>
                    <a:pt x="206184" y="16484"/>
                  </a:lnTo>
                  <a:lnTo>
                    <a:pt x="166878" y="51663"/>
                  </a:lnTo>
                  <a:lnTo>
                    <a:pt x="153365" y="74650"/>
                  </a:lnTo>
                  <a:lnTo>
                    <a:pt x="127330" y="80403"/>
                  </a:lnTo>
                  <a:lnTo>
                    <a:pt x="81724" y="106908"/>
                  </a:lnTo>
                  <a:lnTo>
                    <a:pt x="50368" y="150075"/>
                  </a:lnTo>
                  <a:lnTo>
                    <a:pt x="39255" y="201637"/>
                  </a:lnTo>
                  <a:lnTo>
                    <a:pt x="41821" y="228180"/>
                  </a:lnTo>
                  <a:lnTo>
                    <a:pt x="24142" y="248132"/>
                  </a:lnTo>
                  <a:lnTo>
                    <a:pt x="11010" y="271132"/>
                  </a:lnTo>
                  <a:lnTo>
                    <a:pt x="2819" y="296379"/>
                  </a:lnTo>
                  <a:lnTo>
                    <a:pt x="0" y="323062"/>
                  </a:lnTo>
                  <a:lnTo>
                    <a:pt x="2819" y="349732"/>
                  </a:lnTo>
                  <a:lnTo>
                    <a:pt x="11010" y="374980"/>
                  </a:lnTo>
                  <a:lnTo>
                    <a:pt x="24142" y="397979"/>
                  </a:lnTo>
                  <a:lnTo>
                    <a:pt x="41821" y="417944"/>
                  </a:lnTo>
                  <a:lnTo>
                    <a:pt x="39255" y="444474"/>
                  </a:lnTo>
                  <a:lnTo>
                    <a:pt x="50368" y="496049"/>
                  </a:lnTo>
                  <a:lnTo>
                    <a:pt x="81724" y="539203"/>
                  </a:lnTo>
                  <a:lnTo>
                    <a:pt x="127330" y="565708"/>
                  </a:lnTo>
                  <a:lnTo>
                    <a:pt x="153365" y="571474"/>
                  </a:lnTo>
                  <a:lnTo>
                    <a:pt x="166890" y="594448"/>
                  </a:lnTo>
                  <a:lnTo>
                    <a:pt x="206184" y="629627"/>
                  </a:lnTo>
                  <a:lnTo>
                    <a:pt x="250329" y="645261"/>
                  </a:lnTo>
                  <a:lnTo>
                    <a:pt x="270268" y="646823"/>
                  </a:lnTo>
                  <a:lnTo>
                    <a:pt x="286791" y="645756"/>
                  </a:lnTo>
                  <a:lnTo>
                    <a:pt x="303047" y="642594"/>
                  </a:lnTo>
                  <a:lnTo>
                    <a:pt x="318808" y="637362"/>
                  </a:lnTo>
                  <a:lnTo>
                    <a:pt x="333844" y="630123"/>
                  </a:lnTo>
                  <a:lnTo>
                    <a:pt x="358292" y="640753"/>
                  </a:lnTo>
                  <a:lnTo>
                    <a:pt x="384225" y="646137"/>
                  </a:lnTo>
                  <a:lnTo>
                    <a:pt x="410667" y="646137"/>
                  </a:lnTo>
                  <a:lnTo>
                    <a:pt x="460413" y="630123"/>
                  </a:lnTo>
                  <a:lnTo>
                    <a:pt x="492391" y="603694"/>
                  </a:lnTo>
                  <a:lnTo>
                    <a:pt x="500799" y="594448"/>
                  </a:lnTo>
                  <a:lnTo>
                    <a:pt x="514324" y="571474"/>
                  </a:lnTo>
                  <a:lnTo>
                    <a:pt x="540359" y="565708"/>
                  </a:lnTo>
                  <a:lnTo>
                    <a:pt x="564502" y="554824"/>
                  </a:lnTo>
                  <a:lnTo>
                    <a:pt x="603923" y="519290"/>
                  </a:lnTo>
                  <a:lnTo>
                    <a:pt x="625538" y="470814"/>
                  </a:lnTo>
                  <a:lnTo>
                    <a:pt x="628434" y="444474"/>
                  </a:lnTo>
                  <a:lnTo>
                    <a:pt x="625868" y="417944"/>
                  </a:lnTo>
                  <a:lnTo>
                    <a:pt x="643547" y="397979"/>
                  </a:lnTo>
                  <a:lnTo>
                    <a:pt x="656691" y="374980"/>
                  </a:lnTo>
                  <a:lnTo>
                    <a:pt x="664870" y="349732"/>
                  </a:lnTo>
                  <a:lnTo>
                    <a:pt x="667689" y="3230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19" name="object 49">
              <a:extLst>
                <a:ext uri="{FF2B5EF4-FFF2-40B4-BE49-F238E27FC236}">
                  <a16:creationId xmlns="" xmlns:a16="http://schemas.microsoft.com/office/drawing/2014/main" id="{EFA752F2-99CB-48C9-A9CD-413B0F0F5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3292" y="2553119"/>
              <a:ext cx="212293" cy="166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0" name="object 50">
              <a:extLst>
                <a:ext uri="{FF2B5EF4-FFF2-40B4-BE49-F238E27FC236}">
                  <a16:creationId xmlns="" xmlns:a16="http://schemas.microsoft.com/office/drawing/2014/main" id="{39D4DD9A-55D6-4707-BC27-AF60121788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0736" y="2844247"/>
              <a:ext cx="238480" cy="18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1" name="object 51">
              <a:extLst>
                <a:ext uri="{FF2B5EF4-FFF2-40B4-BE49-F238E27FC236}">
                  <a16:creationId xmlns="" xmlns:a16="http://schemas.microsoft.com/office/drawing/2014/main" id="{9755AD7E-5289-4448-A9B2-6BBC8DC238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5982" y="2844247"/>
              <a:ext cx="238467" cy="18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311" name="object 52">
            <a:extLst>
              <a:ext uri="{FF2B5EF4-FFF2-40B4-BE49-F238E27FC236}">
                <a16:creationId xmlns="" xmlns:a16="http://schemas.microsoft.com/office/drawing/2014/main" id="{E9BA4DEB-2FA3-434A-A236-AD99E83C4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663" y="5013325"/>
            <a:ext cx="25320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Высокий уровень автоматизации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2" name="object 53">
            <a:extLst>
              <a:ext uri="{FF2B5EF4-FFF2-40B4-BE49-F238E27FC236}">
                <a16:creationId xmlns="" xmlns:a16="http://schemas.microsoft.com/office/drawing/2014/main" id="{F7FBBB5A-723D-4399-9B86-7E40BA7CF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075" y="5038725"/>
            <a:ext cx="2571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Быстрое и гибкое производство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3" name="object 54">
            <a:extLst>
              <a:ext uri="{FF2B5EF4-FFF2-40B4-BE49-F238E27FC236}">
                <a16:creationId xmlns="" xmlns:a16="http://schemas.microsoft.com/office/drawing/2014/main" id="{63A6F718-F4CA-4440-8516-81B191491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1363" y="5053013"/>
            <a:ext cx="2335212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Низкое влияние человеческого фактора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4" name="object 55">
            <a:extLst>
              <a:ext uri="{FF2B5EF4-FFF2-40B4-BE49-F238E27FC236}">
                <a16:creationId xmlns="" xmlns:a16="http://schemas.microsoft.com/office/drawing/2014/main" id="{A3AF6DA1-2ABB-405C-9FE0-E29C72693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7850" y="5051425"/>
            <a:ext cx="20351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Постоянная модернизация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5" name="object 56">
            <a:extLst>
              <a:ext uri="{FF2B5EF4-FFF2-40B4-BE49-F238E27FC236}">
                <a16:creationId xmlns="" xmlns:a16="http://schemas.microsoft.com/office/drawing/2014/main" id="{E9680118-9EB4-45BA-9800-8D551A914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8438" y="5051425"/>
            <a:ext cx="239871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Стабильное качество каждой партии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pic>
        <p:nvPicPr>
          <p:cNvPr id="12316" name="object 57">
            <a:extLst>
              <a:ext uri="{FF2B5EF4-FFF2-40B4-BE49-F238E27FC236}">
                <a16:creationId xmlns="" xmlns:a16="http://schemas.microsoft.com/office/drawing/2014/main" id="{E7C2956E-90FE-486F-B302-85615338A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538" y="7034213"/>
            <a:ext cx="2773362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Объект 90">
            <a:extLst>
              <a:ext uri="{FF2B5EF4-FFF2-40B4-BE49-F238E27FC236}">
                <a16:creationId xmlns="" xmlns:a16="http://schemas.microsoft.com/office/drawing/2014/main" id="{56088166-3D22-42AF-AC04-FC5210B999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98738" y="21113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5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8738" y="21113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object 25">
            <a:extLst>
              <a:ext uri="{FF2B5EF4-FFF2-40B4-BE49-F238E27FC236}">
                <a16:creationId xmlns="" xmlns:a16="http://schemas.microsoft.com/office/drawing/2014/main" id="{0D5D215E-B257-4D9F-8BA8-9DEB1D0E7FA7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4340" name="object 38">
            <a:extLst>
              <a:ext uri="{FF2B5EF4-FFF2-40B4-BE49-F238E27FC236}">
                <a16:creationId xmlns="" xmlns:a16="http://schemas.microsoft.com/office/drawing/2014/main" id="{DFF507BB-8538-4E21-906E-3CCF5FE74A8F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4376" name="object 39">
              <a:extLst>
                <a:ext uri="{FF2B5EF4-FFF2-40B4-BE49-F238E27FC236}">
                  <a16:creationId xmlns="" xmlns:a16="http://schemas.microsoft.com/office/drawing/2014/main" id="{C6CBC8E0-93E8-4C81-B5B9-CBA0DEC68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7" name="object 40">
              <a:extLst>
                <a:ext uri="{FF2B5EF4-FFF2-40B4-BE49-F238E27FC236}">
                  <a16:creationId xmlns="" xmlns:a16="http://schemas.microsoft.com/office/drawing/2014/main" id="{A9FFC7B2-B225-44C6-B7D3-08F5BCC83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8" name="object 41">
              <a:extLst>
                <a:ext uri="{FF2B5EF4-FFF2-40B4-BE49-F238E27FC236}">
                  <a16:creationId xmlns="" xmlns:a16="http://schemas.microsoft.com/office/drawing/2014/main" id="{4C965A25-205C-43E0-8859-8E74E520D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79" name="object 42">
              <a:extLst>
                <a:ext uri="{FF2B5EF4-FFF2-40B4-BE49-F238E27FC236}">
                  <a16:creationId xmlns="" xmlns:a16="http://schemas.microsoft.com/office/drawing/2014/main" id="{69942770-15E4-478A-AC4C-26FB25A45D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0" name="object 43">
              <a:extLst>
                <a:ext uri="{FF2B5EF4-FFF2-40B4-BE49-F238E27FC236}">
                  <a16:creationId xmlns="" xmlns:a16="http://schemas.microsoft.com/office/drawing/2014/main" id="{DFDD95D6-CAA5-40F2-8A9D-F4785C829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1" name="object 44">
              <a:extLst>
                <a:ext uri="{FF2B5EF4-FFF2-40B4-BE49-F238E27FC236}">
                  <a16:creationId xmlns="" xmlns:a16="http://schemas.microsoft.com/office/drawing/2014/main" id="{EA0F2957-6A66-4E53-A0E8-D4A3C72871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2" name="object 45">
              <a:extLst>
                <a:ext uri="{FF2B5EF4-FFF2-40B4-BE49-F238E27FC236}">
                  <a16:creationId xmlns="" xmlns:a16="http://schemas.microsoft.com/office/drawing/2014/main" id="{F5C9CDAC-69F2-470B-965D-9DD0553AE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3" name="object 46">
              <a:extLst>
                <a:ext uri="{FF2B5EF4-FFF2-40B4-BE49-F238E27FC236}">
                  <a16:creationId xmlns="" xmlns:a16="http://schemas.microsoft.com/office/drawing/2014/main" id="{075E48D7-039A-47B8-9E0A-DB0F78D67F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84" name="object 47">
              <a:extLst>
                <a:ext uri="{FF2B5EF4-FFF2-40B4-BE49-F238E27FC236}">
                  <a16:creationId xmlns="" xmlns:a16="http://schemas.microsoft.com/office/drawing/2014/main" id="{1DA7B2C2-89B5-4F4C-A097-9BAD2B6C80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85" name="object 48">
              <a:extLst>
                <a:ext uri="{FF2B5EF4-FFF2-40B4-BE49-F238E27FC236}">
                  <a16:creationId xmlns="" xmlns:a16="http://schemas.microsoft.com/office/drawing/2014/main" id="{B89B7062-3EB8-4C22-9988-31A8DCC83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6" name="object 49">
              <a:extLst>
                <a:ext uri="{FF2B5EF4-FFF2-40B4-BE49-F238E27FC236}">
                  <a16:creationId xmlns="" xmlns:a16="http://schemas.microsoft.com/office/drawing/2014/main" id="{89E01BFB-2CE1-48AA-9FFB-0B8E32F1C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7" name="object 50">
              <a:extLst>
                <a:ext uri="{FF2B5EF4-FFF2-40B4-BE49-F238E27FC236}">
                  <a16:creationId xmlns="" xmlns:a16="http://schemas.microsoft.com/office/drawing/2014/main" id="{6DC49191-729F-4B85-9435-DFB0EB7A46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8" name="object 51">
              <a:extLst>
                <a:ext uri="{FF2B5EF4-FFF2-40B4-BE49-F238E27FC236}">
                  <a16:creationId xmlns="" xmlns:a16="http://schemas.microsoft.com/office/drawing/2014/main" id="{EB224B4C-A7A4-4545-A7D9-C17D20DEB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9" name="object 52">
              <a:extLst>
                <a:ext uri="{FF2B5EF4-FFF2-40B4-BE49-F238E27FC236}">
                  <a16:creationId xmlns="" xmlns:a16="http://schemas.microsoft.com/office/drawing/2014/main" id="{6526CB4D-AE22-4EBC-8A80-5C2F841E61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90" name="object 53">
              <a:extLst>
                <a:ext uri="{FF2B5EF4-FFF2-40B4-BE49-F238E27FC236}">
                  <a16:creationId xmlns="" xmlns:a16="http://schemas.microsoft.com/office/drawing/2014/main" id="{BECED571-22FD-4356-AE31-53CF7D2CC6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91" name="object 54">
              <a:extLst>
                <a:ext uri="{FF2B5EF4-FFF2-40B4-BE49-F238E27FC236}">
                  <a16:creationId xmlns="" xmlns:a16="http://schemas.microsoft.com/office/drawing/2014/main" id="{40953291-360C-4936-8BD5-38C26D536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41" name="object 2">
            <a:extLst>
              <a:ext uri="{FF2B5EF4-FFF2-40B4-BE49-F238E27FC236}">
                <a16:creationId xmlns="" xmlns:a16="http://schemas.microsoft.com/office/drawing/2014/main" id="{0735B4FD-8B6B-4856-A194-8697D7559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257550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sp>
        <p:nvSpPr>
          <p:cNvPr id="14342" name="object 3">
            <a:extLst>
              <a:ext uri="{FF2B5EF4-FFF2-40B4-BE49-F238E27FC236}">
                <a16:creationId xmlns="" xmlns:a16="http://schemas.microsoft.com/office/drawing/2014/main" id="{7BE84223-3A5B-40EB-93D1-00599EBDA7DA}"/>
              </a:ext>
            </a:extLst>
          </p:cNvPr>
          <p:cNvSpPr txBox="1">
            <a:spLocks/>
          </p:cNvSpPr>
          <p:nvPr/>
        </p:nvSpPr>
        <p:spPr bwMode="auto">
          <a:xfrm>
            <a:off x="1287463" y="695325"/>
            <a:ext cx="4106862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ЛАКОВ</a:t>
            </a:r>
          </a:p>
        </p:txBody>
      </p:sp>
      <p:sp>
        <p:nvSpPr>
          <p:cNvPr id="14343" name="object 4">
            <a:extLst>
              <a:ext uri="{FF2B5EF4-FFF2-40B4-BE49-F238E27FC236}">
                <a16:creationId xmlns="" xmlns:a16="http://schemas.microsoft.com/office/drawing/2014/main" id="{4A783DB6-1971-4B04-BEA3-27DFD0573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563" y="4165600"/>
            <a:ext cx="6284912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288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Цех выпускает полуфабрикатные лаки, применяющиеся при производстве эмалей, а также фасованные лаки для различных видов поверхностей. Производство полуфабрикатных лаков как для нужд ЗАО «ЭМПИЛС», так и для других предприятий.</a:t>
            </a:r>
          </a:p>
        </p:txBody>
      </p:sp>
      <p:sp>
        <p:nvSpPr>
          <p:cNvPr id="14344" name="object 5">
            <a:extLst>
              <a:ext uri="{FF2B5EF4-FFF2-40B4-BE49-F238E27FC236}">
                <a16:creationId xmlns="" xmlns:a16="http://schemas.microsoft.com/office/drawing/2014/main" id="{9507A7D2-E9E1-4A76-BCC1-F3FDF330B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5063" y="690563"/>
            <a:ext cx="4718050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ЭМАЛЕЙ</a:t>
            </a:r>
            <a:endParaRPr lang="ru-RU" altLang="ru-RU" sz="44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3438"/>
              </a:lnSpc>
            </a:pPr>
            <a:r>
              <a:rPr lang="ru-RU" altLang="ru-RU" sz="3000">
                <a:solidFill>
                  <a:srgbClr val="656565"/>
                </a:solidFill>
                <a:latin typeface="Inter Regular" panose="02000503000000020004" pitchFamily="2" charset="0"/>
              </a:rPr>
              <a:t>малотоннажные партии</a:t>
            </a:r>
            <a:endParaRPr lang="ru-RU" altLang="ru-RU" sz="3000">
              <a:latin typeface="Inter Regular" panose="02000503000000020004" pitchFamily="2" charset="0"/>
            </a:endParaRPr>
          </a:p>
        </p:txBody>
      </p:sp>
      <p:sp>
        <p:nvSpPr>
          <p:cNvPr id="14345" name="object 6">
            <a:extLst>
              <a:ext uri="{FF2B5EF4-FFF2-40B4-BE49-F238E27FC236}">
                <a16:creationId xmlns="" xmlns:a16="http://schemas.microsoft.com/office/drawing/2014/main" id="{D18C5B44-A0C4-4243-881B-7C9489F96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2074863"/>
            <a:ext cx="6224588" cy="150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spcBef>
                <a:spcPts val="163"/>
              </a:spcBef>
            </a:pPr>
            <a:r>
              <a:rPr lang="ru-RU" altLang="ru-RU" sz="9400">
                <a:solidFill>
                  <a:srgbClr val="F47629"/>
                </a:solidFill>
                <a:latin typeface="Inter Extra Bold" panose="02000903000000020004" pitchFamily="2" charset="0"/>
              </a:rPr>
              <a:t>18 000</a:t>
            </a:r>
          </a:p>
        </p:txBody>
      </p:sp>
      <p:sp>
        <p:nvSpPr>
          <p:cNvPr id="14346" name="object 7">
            <a:extLst>
              <a:ext uri="{FF2B5EF4-FFF2-40B4-BE49-F238E27FC236}">
                <a16:creationId xmlns="" xmlns:a16="http://schemas.microsoft.com/office/drawing/2014/main" id="{40952F38-8D02-4EC7-A812-A4F88A4AA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4164013"/>
            <a:ext cx="7265987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288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Производство ведется c применением дежевой технологии, позволяющей гибко менять ассортимент и оперативно переходить с выпуска одного вида продукции на другой.</a:t>
            </a:r>
          </a:p>
          <a:p>
            <a:pPr algn="just"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Цех может производить небольшие партии ЛКМ (от 700 кг), а также экспериментальные партии по специальным и индивидуальным заказам.</a:t>
            </a:r>
          </a:p>
        </p:txBody>
      </p:sp>
      <p:grpSp>
        <p:nvGrpSpPr>
          <p:cNvPr id="14347" name="object 8">
            <a:extLst>
              <a:ext uri="{FF2B5EF4-FFF2-40B4-BE49-F238E27FC236}">
                <a16:creationId xmlns="" xmlns:a16="http://schemas.microsoft.com/office/drawing/2014/main" id="{FA0B8E2D-D0E7-4FA4-BA40-6E1B7E3717E7}"/>
              </a:ext>
            </a:extLst>
          </p:cNvPr>
          <p:cNvGrpSpPr>
            <a:grpSpLocks/>
          </p:cNvGrpSpPr>
          <p:nvPr/>
        </p:nvGrpSpPr>
        <p:grpSpPr bwMode="auto">
          <a:xfrm>
            <a:off x="2074863" y="8226425"/>
            <a:ext cx="66675" cy="276225"/>
            <a:chOff x="1369388" y="6047378"/>
            <a:chExt cx="38735" cy="203835"/>
          </a:xfrm>
        </p:grpSpPr>
        <p:sp>
          <p:nvSpPr>
            <p:cNvPr id="14374" name="object 9">
              <a:extLst>
                <a:ext uri="{FF2B5EF4-FFF2-40B4-BE49-F238E27FC236}">
                  <a16:creationId xmlns="" xmlns:a16="http://schemas.microsoft.com/office/drawing/2014/main" id="{61805779-572C-448E-BD3D-D1F484E80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53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5" name="object 10">
              <a:extLst>
                <a:ext uri="{FF2B5EF4-FFF2-40B4-BE49-F238E27FC236}">
                  <a16:creationId xmlns="" xmlns:a16="http://schemas.microsoft.com/office/drawing/2014/main" id="{18E3F617-7192-4E3D-A316-CA9EEA23D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377" y="6047384"/>
              <a:ext cx="38735" cy="203835"/>
            </a:xfrm>
            <a:custGeom>
              <a:avLst/>
              <a:gdLst>
                <a:gd name="T0" fmla="*/ 38335 w 38734"/>
                <a:gd name="T1" fmla="*/ 184416 h 203835"/>
                <a:gd name="T2" fmla="*/ 36837 w 38734"/>
                <a:gd name="T3" fmla="*/ 176923 h 203835"/>
                <a:gd name="T4" fmla="*/ 32722 w 38734"/>
                <a:gd name="T5" fmla="*/ 170815 h 203835"/>
                <a:gd name="T6" fmla="*/ 26638 w 38734"/>
                <a:gd name="T7" fmla="*/ 166687 h 203835"/>
                <a:gd name="T8" fmla="*/ 19164 w 38734"/>
                <a:gd name="T9" fmla="*/ 165176 h 203835"/>
                <a:gd name="T10" fmla="*/ 11709 w 38734"/>
                <a:gd name="T11" fmla="*/ 166687 h 203835"/>
                <a:gd name="T12" fmla="*/ 5626 w 38734"/>
                <a:gd name="T13" fmla="*/ 170815 h 203835"/>
                <a:gd name="T14" fmla="*/ 1511 w 38734"/>
                <a:gd name="T15" fmla="*/ 176923 h 203835"/>
                <a:gd name="T16" fmla="*/ 0 w 38734"/>
                <a:gd name="T17" fmla="*/ 184416 h 203835"/>
                <a:gd name="T18" fmla="*/ 1511 w 38734"/>
                <a:gd name="T19" fmla="*/ 191909 h 203835"/>
                <a:gd name="T20" fmla="*/ 5626 w 38734"/>
                <a:gd name="T21" fmla="*/ 198018 h 203835"/>
                <a:gd name="T22" fmla="*/ 11709 w 38734"/>
                <a:gd name="T23" fmla="*/ 202145 h 203835"/>
                <a:gd name="T24" fmla="*/ 19164 w 38734"/>
                <a:gd name="T25" fmla="*/ 203657 h 203835"/>
                <a:gd name="T26" fmla="*/ 26638 w 38734"/>
                <a:gd name="T27" fmla="*/ 202145 h 203835"/>
                <a:gd name="T28" fmla="*/ 32722 w 38734"/>
                <a:gd name="T29" fmla="*/ 198018 h 203835"/>
                <a:gd name="T30" fmla="*/ 36837 w 38734"/>
                <a:gd name="T31" fmla="*/ 191909 h 203835"/>
                <a:gd name="T32" fmla="*/ 38335 w 38734"/>
                <a:gd name="T33" fmla="*/ 184416 h 203835"/>
                <a:gd name="T34" fmla="*/ 38335 w 38734"/>
                <a:gd name="T35" fmla="*/ 19240 h 203835"/>
                <a:gd name="T36" fmla="*/ 36837 w 38734"/>
                <a:gd name="T37" fmla="*/ 11747 h 203835"/>
                <a:gd name="T38" fmla="*/ 32722 w 38734"/>
                <a:gd name="T39" fmla="*/ 5638 h 203835"/>
                <a:gd name="T40" fmla="*/ 26638 w 38734"/>
                <a:gd name="T41" fmla="*/ 1511 h 203835"/>
                <a:gd name="T42" fmla="*/ 19164 w 38734"/>
                <a:gd name="T43" fmla="*/ 0 h 203835"/>
                <a:gd name="T44" fmla="*/ 11709 w 38734"/>
                <a:gd name="T45" fmla="*/ 1511 h 203835"/>
                <a:gd name="T46" fmla="*/ 5626 w 38734"/>
                <a:gd name="T47" fmla="*/ 5638 h 203835"/>
                <a:gd name="T48" fmla="*/ 1511 w 38734"/>
                <a:gd name="T49" fmla="*/ 11747 h 203835"/>
                <a:gd name="T50" fmla="*/ 0 w 38734"/>
                <a:gd name="T51" fmla="*/ 19240 h 203835"/>
                <a:gd name="T52" fmla="*/ 1511 w 38734"/>
                <a:gd name="T53" fmla="*/ 26733 h 203835"/>
                <a:gd name="T54" fmla="*/ 5626 w 38734"/>
                <a:gd name="T55" fmla="*/ 32842 h 203835"/>
                <a:gd name="T56" fmla="*/ 11709 w 38734"/>
                <a:gd name="T57" fmla="*/ 36969 h 203835"/>
                <a:gd name="T58" fmla="*/ 19164 w 38734"/>
                <a:gd name="T59" fmla="*/ 38481 h 203835"/>
                <a:gd name="T60" fmla="*/ 26638 w 38734"/>
                <a:gd name="T61" fmla="*/ 36969 h 203835"/>
                <a:gd name="T62" fmla="*/ 32722 w 38734"/>
                <a:gd name="T63" fmla="*/ 32842 h 203835"/>
                <a:gd name="T64" fmla="*/ 36837 w 38734"/>
                <a:gd name="T65" fmla="*/ 26733 h 203835"/>
                <a:gd name="T66" fmla="*/ 38335 w 38734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26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26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4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26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26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48" name="object 22">
            <a:extLst>
              <a:ext uri="{FF2B5EF4-FFF2-40B4-BE49-F238E27FC236}">
                <a16:creationId xmlns="" xmlns:a16="http://schemas.microsoft.com/office/drawing/2014/main" id="{4B8AC021-2E03-4525-811D-9E62520A9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463" y="8680450"/>
            <a:ext cx="26352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Энергосберегающие технологии - низкая себестоимость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49" name="object 23">
            <a:extLst>
              <a:ext uri="{FF2B5EF4-FFF2-40B4-BE49-F238E27FC236}">
                <a16:creationId xmlns="" xmlns:a16="http://schemas.microsoft.com/office/drawing/2014/main" id="{37FE53B0-50D8-41DA-BE8A-D488E2C0E322}"/>
              </a:ext>
            </a:extLst>
          </p:cNvPr>
          <p:cNvGrpSpPr>
            <a:grpSpLocks/>
          </p:cNvGrpSpPr>
          <p:nvPr/>
        </p:nvGrpSpPr>
        <p:grpSpPr bwMode="auto">
          <a:xfrm>
            <a:off x="5937250" y="8226425"/>
            <a:ext cx="66675" cy="276225"/>
            <a:chOff x="3471834" y="6047378"/>
            <a:chExt cx="38735" cy="203835"/>
          </a:xfrm>
        </p:grpSpPr>
        <p:sp>
          <p:nvSpPr>
            <p:cNvPr id="14372" name="object 24">
              <a:extLst>
                <a:ext uri="{FF2B5EF4-FFF2-40B4-BE49-F238E27FC236}">
                  <a16:creationId xmlns="" xmlns:a16="http://schemas.microsoft.com/office/drawing/2014/main" id="{1B387B01-DB30-40F2-960D-DECFD9F8F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98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3" name="object 25">
              <a:extLst>
                <a:ext uri="{FF2B5EF4-FFF2-40B4-BE49-F238E27FC236}">
                  <a16:creationId xmlns="" xmlns:a16="http://schemas.microsoft.com/office/drawing/2014/main" id="{70D1E050-2C48-4CE8-832E-08861616D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24" y="6047384"/>
              <a:ext cx="38735" cy="203835"/>
            </a:xfrm>
            <a:custGeom>
              <a:avLst/>
              <a:gdLst>
                <a:gd name="T0" fmla="*/ 38328 w 38735"/>
                <a:gd name="T1" fmla="*/ 184416 h 203835"/>
                <a:gd name="T2" fmla="*/ 36830 w 38735"/>
                <a:gd name="T3" fmla="*/ 176923 h 203835"/>
                <a:gd name="T4" fmla="*/ 32715 w 38735"/>
                <a:gd name="T5" fmla="*/ 170815 h 203835"/>
                <a:gd name="T6" fmla="*/ 26631 w 38735"/>
                <a:gd name="T7" fmla="*/ 166687 h 203835"/>
                <a:gd name="T8" fmla="*/ 19164 w 38735"/>
                <a:gd name="T9" fmla="*/ 165176 h 203835"/>
                <a:gd name="T10" fmla="*/ 11709 w 38735"/>
                <a:gd name="T11" fmla="*/ 166687 h 203835"/>
                <a:gd name="T12" fmla="*/ 5613 w 38735"/>
                <a:gd name="T13" fmla="*/ 170815 h 203835"/>
                <a:gd name="T14" fmla="*/ 1511 w 38735"/>
                <a:gd name="T15" fmla="*/ 176923 h 203835"/>
                <a:gd name="T16" fmla="*/ 0 w 38735"/>
                <a:gd name="T17" fmla="*/ 184416 h 203835"/>
                <a:gd name="T18" fmla="*/ 1511 w 38735"/>
                <a:gd name="T19" fmla="*/ 191909 h 203835"/>
                <a:gd name="T20" fmla="*/ 5613 w 38735"/>
                <a:gd name="T21" fmla="*/ 198018 h 203835"/>
                <a:gd name="T22" fmla="*/ 11709 w 38735"/>
                <a:gd name="T23" fmla="*/ 202145 h 203835"/>
                <a:gd name="T24" fmla="*/ 19164 w 38735"/>
                <a:gd name="T25" fmla="*/ 203657 h 203835"/>
                <a:gd name="T26" fmla="*/ 26631 w 38735"/>
                <a:gd name="T27" fmla="*/ 202145 h 203835"/>
                <a:gd name="T28" fmla="*/ 32715 w 38735"/>
                <a:gd name="T29" fmla="*/ 198018 h 203835"/>
                <a:gd name="T30" fmla="*/ 36830 w 38735"/>
                <a:gd name="T31" fmla="*/ 191909 h 203835"/>
                <a:gd name="T32" fmla="*/ 38328 w 38735"/>
                <a:gd name="T33" fmla="*/ 184416 h 203835"/>
                <a:gd name="T34" fmla="*/ 38328 w 38735"/>
                <a:gd name="T35" fmla="*/ 19240 h 203835"/>
                <a:gd name="T36" fmla="*/ 36830 w 38735"/>
                <a:gd name="T37" fmla="*/ 11747 h 203835"/>
                <a:gd name="T38" fmla="*/ 32715 w 38735"/>
                <a:gd name="T39" fmla="*/ 5638 h 203835"/>
                <a:gd name="T40" fmla="*/ 26631 w 38735"/>
                <a:gd name="T41" fmla="*/ 1511 h 203835"/>
                <a:gd name="T42" fmla="*/ 19164 w 38735"/>
                <a:gd name="T43" fmla="*/ 0 h 203835"/>
                <a:gd name="T44" fmla="*/ 11709 w 38735"/>
                <a:gd name="T45" fmla="*/ 1511 h 203835"/>
                <a:gd name="T46" fmla="*/ 5613 w 38735"/>
                <a:gd name="T47" fmla="*/ 5638 h 203835"/>
                <a:gd name="T48" fmla="*/ 1511 w 38735"/>
                <a:gd name="T49" fmla="*/ 11747 h 203835"/>
                <a:gd name="T50" fmla="*/ 0 w 38735"/>
                <a:gd name="T51" fmla="*/ 19240 h 203835"/>
                <a:gd name="T52" fmla="*/ 1511 w 38735"/>
                <a:gd name="T53" fmla="*/ 26733 h 203835"/>
                <a:gd name="T54" fmla="*/ 5613 w 38735"/>
                <a:gd name="T55" fmla="*/ 32842 h 203835"/>
                <a:gd name="T56" fmla="*/ 11709 w 38735"/>
                <a:gd name="T57" fmla="*/ 36969 h 203835"/>
                <a:gd name="T58" fmla="*/ 19164 w 38735"/>
                <a:gd name="T59" fmla="*/ 38481 h 203835"/>
                <a:gd name="T60" fmla="*/ 26631 w 38735"/>
                <a:gd name="T61" fmla="*/ 36969 h 203835"/>
                <a:gd name="T62" fmla="*/ 32715 w 38735"/>
                <a:gd name="T63" fmla="*/ 32842 h 203835"/>
                <a:gd name="T64" fmla="*/ 36830 w 38735"/>
                <a:gd name="T65" fmla="*/ 26733 h 203835"/>
                <a:gd name="T66" fmla="*/ 38328 w 38735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13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13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5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13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13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0" name="object 26">
            <a:extLst>
              <a:ext uri="{FF2B5EF4-FFF2-40B4-BE49-F238E27FC236}">
                <a16:creationId xmlns="" xmlns:a16="http://schemas.microsoft.com/office/drawing/2014/main" id="{6759A4EF-C9B8-4855-A5D6-78AD26E1B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213" y="8647113"/>
            <a:ext cx="2725737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225"/>
              </a:lnSpc>
              <a:spcBef>
                <a:spcPts val="163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Широкий</a:t>
            </a:r>
            <a:r>
              <a:rPr lang="ru-RU" altLang="ru-RU" sz="1900" b="1">
                <a:latin typeface="Inter Regular" panose="02000503000000020004" pitchFamily="2" charset="0"/>
              </a:rPr>
              <a:t> </a:t>
            </a: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спектр современной продукции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51" name="object 31">
            <a:extLst>
              <a:ext uri="{FF2B5EF4-FFF2-40B4-BE49-F238E27FC236}">
                <a16:creationId xmlns="" xmlns:a16="http://schemas.microsoft.com/office/drawing/2014/main" id="{DC20103C-F3ED-4580-A3F2-5D65966DE435}"/>
              </a:ext>
            </a:extLst>
          </p:cNvPr>
          <p:cNvGrpSpPr>
            <a:grpSpLocks/>
          </p:cNvGrpSpPr>
          <p:nvPr/>
        </p:nvGrpSpPr>
        <p:grpSpPr bwMode="auto">
          <a:xfrm>
            <a:off x="10706100" y="8224838"/>
            <a:ext cx="66675" cy="279400"/>
            <a:chOff x="6260327" y="6046858"/>
            <a:chExt cx="38735" cy="205104"/>
          </a:xfrm>
        </p:grpSpPr>
        <p:sp>
          <p:nvSpPr>
            <p:cNvPr id="14370" name="object 32">
              <a:extLst>
                <a:ext uri="{FF2B5EF4-FFF2-40B4-BE49-F238E27FC236}">
                  <a16:creationId xmlns="" xmlns:a16="http://schemas.microsoft.com/office/drawing/2014/main" id="{B3A50F61-92CB-49EE-84BB-4C888D59B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584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1" name="object 33">
              <a:extLst>
                <a:ext uri="{FF2B5EF4-FFF2-40B4-BE49-F238E27FC236}">
                  <a16:creationId xmlns="" xmlns:a16="http://schemas.microsoft.com/office/drawing/2014/main" id="{EBE8FDC3-FFE1-44CE-8650-99341EAA9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325" y="6046863"/>
              <a:ext cx="38735" cy="205104"/>
            </a:xfrm>
            <a:custGeom>
              <a:avLst/>
              <a:gdLst>
                <a:gd name="T0" fmla="*/ 38519 w 38735"/>
                <a:gd name="T1" fmla="*/ 185356 h 205104"/>
                <a:gd name="T2" fmla="*/ 37007 w 38735"/>
                <a:gd name="T3" fmla="*/ 177825 h 205104"/>
                <a:gd name="T4" fmla="*/ 32867 w 38735"/>
                <a:gd name="T5" fmla="*/ 171678 h 205104"/>
                <a:gd name="T6" fmla="*/ 26746 w 38735"/>
                <a:gd name="T7" fmla="*/ 167538 h 205104"/>
                <a:gd name="T8" fmla="*/ 19253 w 38735"/>
                <a:gd name="T9" fmla="*/ 166014 h 205104"/>
                <a:gd name="T10" fmla="*/ 11760 w 38735"/>
                <a:gd name="T11" fmla="*/ 167538 h 205104"/>
                <a:gd name="T12" fmla="*/ 5638 w 38735"/>
                <a:gd name="T13" fmla="*/ 171678 h 205104"/>
                <a:gd name="T14" fmla="*/ 1511 w 38735"/>
                <a:gd name="T15" fmla="*/ 177825 h 205104"/>
                <a:gd name="T16" fmla="*/ 0 w 38735"/>
                <a:gd name="T17" fmla="*/ 185356 h 205104"/>
                <a:gd name="T18" fmla="*/ 1511 w 38735"/>
                <a:gd name="T19" fmla="*/ 192887 h 205104"/>
                <a:gd name="T20" fmla="*/ 5638 w 38735"/>
                <a:gd name="T21" fmla="*/ 199034 h 205104"/>
                <a:gd name="T22" fmla="*/ 11760 w 38735"/>
                <a:gd name="T23" fmla="*/ 203174 h 205104"/>
                <a:gd name="T24" fmla="*/ 19253 w 38735"/>
                <a:gd name="T25" fmla="*/ 204698 h 205104"/>
                <a:gd name="T26" fmla="*/ 26746 w 38735"/>
                <a:gd name="T27" fmla="*/ 203174 h 205104"/>
                <a:gd name="T28" fmla="*/ 32867 w 38735"/>
                <a:gd name="T29" fmla="*/ 199034 h 205104"/>
                <a:gd name="T30" fmla="*/ 37007 w 38735"/>
                <a:gd name="T31" fmla="*/ 192887 h 205104"/>
                <a:gd name="T32" fmla="*/ 38519 w 38735"/>
                <a:gd name="T33" fmla="*/ 185356 h 205104"/>
                <a:gd name="T34" fmla="*/ 38519 w 38735"/>
                <a:gd name="T35" fmla="*/ 19342 h 205104"/>
                <a:gd name="T36" fmla="*/ 37007 w 38735"/>
                <a:gd name="T37" fmla="*/ 11811 h 205104"/>
                <a:gd name="T38" fmla="*/ 32867 w 38735"/>
                <a:gd name="T39" fmla="*/ 5664 h 205104"/>
                <a:gd name="T40" fmla="*/ 26746 w 38735"/>
                <a:gd name="T41" fmla="*/ 1524 h 205104"/>
                <a:gd name="T42" fmla="*/ 19253 w 38735"/>
                <a:gd name="T43" fmla="*/ 0 h 205104"/>
                <a:gd name="T44" fmla="*/ 11760 w 38735"/>
                <a:gd name="T45" fmla="*/ 1524 h 205104"/>
                <a:gd name="T46" fmla="*/ 5638 w 38735"/>
                <a:gd name="T47" fmla="*/ 5664 h 205104"/>
                <a:gd name="T48" fmla="*/ 1511 w 38735"/>
                <a:gd name="T49" fmla="*/ 11811 h 205104"/>
                <a:gd name="T50" fmla="*/ 0 w 38735"/>
                <a:gd name="T51" fmla="*/ 19342 h 205104"/>
                <a:gd name="T52" fmla="*/ 1511 w 38735"/>
                <a:gd name="T53" fmla="*/ 26873 h 205104"/>
                <a:gd name="T54" fmla="*/ 5638 w 38735"/>
                <a:gd name="T55" fmla="*/ 33020 h 205104"/>
                <a:gd name="T56" fmla="*/ 11760 w 38735"/>
                <a:gd name="T57" fmla="*/ 37160 h 205104"/>
                <a:gd name="T58" fmla="*/ 19253 w 38735"/>
                <a:gd name="T59" fmla="*/ 38684 h 205104"/>
                <a:gd name="T60" fmla="*/ 26746 w 38735"/>
                <a:gd name="T61" fmla="*/ 37160 h 205104"/>
                <a:gd name="T62" fmla="*/ 32867 w 38735"/>
                <a:gd name="T63" fmla="*/ 33020 h 205104"/>
                <a:gd name="T64" fmla="*/ 37007 w 38735"/>
                <a:gd name="T65" fmla="*/ 26873 h 205104"/>
                <a:gd name="T66" fmla="*/ 38519 w 38735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5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2" name="object 34">
            <a:extLst>
              <a:ext uri="{FF2B5EF4-FFF2-40B4-BE49-F238E27FC236}">
                <a16:creationId xmlns="" xmlns:a16="http://schemas.microsoft.com/office/drawing/2014/main" id="{D67C3742-F157-43A3-85DA-7D2741D6D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6488" y="8659813"/>
            <a:ext cx="17811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Гибкое производство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53" name="object 35">
            <a:extLst>
              <a:ext uri="{FF2B5EF4-FFF2-40B4-BE49-F238E27FC236}">
                <a16:creationId xmlns="" xmlns:a16="http://schemas.microsoft.com/office/drawing/2014/main" id="{1A7865D3-EA4D-4DF5-B36C-D358360CDA70}"/>
              </a:ext>
            </a:extLst>
          </p:cNvPr>
          <p:cNvGrpSpPr>
            <a:grpSpLocks/>
          </p:cNvGrpSpPr>
          <p:nvPr/>
        </p:nvGrpSpPr>
        <p:grpSpPr bwMode="auto">
          <a:xfrm>
            <a:off x="14508163" y="8224838"/>
            <a:ext cx="65087" cy="279400"/>
            <a:chOff x="8358837" y="6046858"/>
            <a:chExt cx="38735" cy="205104"/>
          </a:xfrm>
        </p:grpSpPr>
        <p:sp>
          <p:nvSpPr>
            <p:cNvPr id="14368" name="object 36">
              <a:extLst>
                <a:ext uri="{FF2B5EF4-FFF2-40B4-BE49-F238E27FC236}">
                  <a16:creationId xmlns="" xmlns:a16="http://schemas.microsoft.com/office/drawing/2014/main" id="{B261BEA5-CD06-4AE5-9ECB-3302548B1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8093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69" name="object 37">
              <a:extLst>
                <a:ext uri="{FF2B5EF4-FFF2-40B4-BE49-F238E27FC236}">
                  <a16:creationId xmlns="" xmlns:a16="http://schemas.microsoft.com/office/drawing/2014/main" id="{E10D5960-E67B-4D12-9C41-B12A3C30F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835" y="6046863"/>
              <a:ext cx="38735" cy="205104"/>
            </a:xfrm>
            <a:custGeom>
              <a:avLst/>
              <a:gdLst>
                <a:gd name="T0" fmla="*/ 38526 w 38734"/>
                <a:gd name="T1" fmla="*/ 185356 h 205104"/>
                <a:gd name="T2" fmla="*/ 37014 w 38734"/>
                <a:gd name="T3" fmla="*/ 177825 h 205104"/>
                <a:gd name="T4" fmla="*/ 32874 w 38734"/>
                <a:gd name="T5" fmla="*/ 171678 h 205104"/>
                <a:gd name="T6" fmla="*/ 26753 w 38734"/>
                <a:gd name="T7" fmla="*/ 167538 h 205104"/>
                <a:gd name="T8" fmla="*/ 19253 w 38734"/>
                <a:gd name="T9" fmla="*/ 166014 h 205104"/>
                <a:gd name="T10" fmla="*/ 11760 w 38734"/>
                <a:gd name="T11" fmla="*/ 167538 h 205104"/>
                <a:gd name="T12" fmla="*/ 5638 w 38734"/>
                <a:gd name="T13" fmla="*/ 171678 h 205104"/>
                <a:gd name="T14" fmla="*/ 1511 w 38734"/>
                <a:gd name="T15" fmla="*/ 177825 h 205104"/>
                <a:gd name="T16" fmla="*/ 0 w 38734"/>
                <a:gd name="T17" fmla="*/ 185356 h 205104"/>
                <a:gd name="T18" fmla="*/ 1511 w 38734"/>
                <a:gd name="T19" fmla="*/ 192887 h 205104"/>
                <a:gd name="T20" fmla="*/ 5638 w 38734"/>
                <a:gd name="T21" fmla="*/ 199034 h 205104"/>
                <a:gd name="T22" fmla="*/ 11760 w 38734"/>
                <a:gd name="T23" fmla="*/ 203174 h 205104"/>
                <a:gd name="T24" fmla="*/ 19253 w 38734"/>
                <a:gd name="T25" fmla="*/ 204698 h 205104"/>
                <a:gd name="T26" fmla="*/ 26753 w 38734"/>
                <a:gd name="T27" fmla="*/ 203174 h 205104"/>
                <a:gd name="T28" fmla="*/ 32874 w 38734"/>
                <a:gd name="T29" fmla="*/ 199034 h 205104"/>
                <a:gd name="T30" fmla="*/ 37014 w 38734"/>
                <a:gd name="T31" fmla="*/ 192887 h 205104"/>
                <a:gd name="T32" fmla="*/ 38526 w 38734"/>
                <a:gd name="T33" fmla="*/ 185356 h 205104"/>
                <a:gd name="T34" fmla="*/ 38526 w 38734"/>
                <a:gd name="T35" fmla="*/ 19342 h 205104"/>
                <a:gd name="T36" fmla="*/ 37014 w 38734"/>
                <a:gd name="T37" fmla="*/ 11811 h 205104"/>
                <a:gd name="T38" fmla="*/ 32874 w 38734"/>
                <a:gd name="T39" fmla="*/ 5664 h 205104"/>
                <a:gd name="T40" fmla="*/ 26753 w 38734"/>
                <a:gd name="T41" fmla="*/ 1524 h 205104"/>
                <a:gd name="T42" fmla="*/ 19253 w 38734"/>
                <a:gd name="T43" fmla="*/ 0 h 205104"/>
                <a:gd name="T44" fmla="*/ 11760 w 38734"/>
                <a:gd name="T45" fmla="*/ 1524 h 205104"/>
                <a:gd name="T46" fmla="*/ 5638 w 38734"/>
                <a:gd name="T47" fmla="*/ 5664 h 205104"/>
                <a:gd name="T48" fmla="*/ 1511 w 38734"/>
                <a:gd name="T49" fmla="*/ 11811 h 205104"/>
                <a:gd name="T50" fmla="*/ 0 w 38734"/>
                <a:gd name="T51" fmla="*/ 19342 h 205104"/>
                <a:gd name="T52" fmla="*/ 1511 w 38734"/>
                <a:gd name="T53" fmla="*/ 26873 h 205104"/>
                <a:gd name="T54" fmla="*/ 5638 w 38734"/>
                <a:gd name="T55" fmla="*/ 33020 h 205104"/>
                <a:gd name="T56" fmla="*/ 11760 w 38734"/>
                <a:gd name="T57" fmla="*/ 37160 h 205104"/>
                <a:gd name="T58" fmla="*/ 19253 w 38734"/>
                <a:gd name="T59" fmla="*/ 38684 h 205104"/>
                <a:gd name="T60" fmla="*/ 26753 w 38734"/>
                <a:gd name="T61" fmla="*/ 37160 h 205104"/>
                <a:gd name="T62" fmla="*/ 32874 w 38734"/>
                <a:gd name="T63" fmla="*/ 33020 h 205104"/>
                <a:gd name="T64" fmla="*/ 37014 w 38734"/>
                <a:gd name="T65" fmla="*/ 26873 h 205104"/>
                <a:gd name="T66" fmla="*/ 38526 w 38734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4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4" name="object 38">
            <a:extLst>
              <a:ext uri="{FF2B5EF4-FFF2-40B4-BE49-F238E27FC236}">
                <a16:creationId xmlns="" xmlns:a16="http://schemas.microsoft.com/office/drawing/2014/main" id="{B990F7F4-5224-4711-B2D0-4AD242AC2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1063" y="8647113"/>
            <a:ext cx="32575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Оперативное выполнение малотоннажных заявок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4355" name="name_150">
            <a:extLst>
              <a:ext uri="{FF2B5EF4-FFF2-40B4-BE49-F238E27FC236}">
                <a16:creationId xmlns="" xmlns:a16="http://schemas.microsoft.com/office/drawing/2014/main" id="{0DE6110F-7291-4F6C-B33D-89904F051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451100"/>
            <a:ext cx="54483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9400">
                <a:solidFill>
                  <a:srgbClr val="F47629"/>
                </a:solidFill>
                <a:latin typeface="Inter Bold" panose="02000803000000020004" pitchFamily="2" charset="0"/>
              </a:rPr>
              <a:t>30 000</a:t>
            </a:r>
          </a:p>
        </p:txBody>
      </p:sp>
      <p:sp>
        <p:nvSpPr>
          <p:cNvPr id="14356" name="object 2">
            <a:extLst>
              <a:ext uri="{FF2B5EF4-FFF2-40B4-BE49-F238E27FC236}">
                <a16:creationId xmlns="" xmlns:a16="http://schemas.microsoft.com/office/drawing/2014/main" id="{EB734325-6EA3-4113-AE0E-ED7EC8FAB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3260725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grpSp>
        <p:nvGrpSpPr>
          <p:cNvPr id="14357" name="object 11">
            <a:extLst>
              <a:ext uri="{FF2B5EF4-FFF2-40B4-BE49-F238E27FC236}">
                <a16:creationId xmlns="" xmlns:a16="http://schemas.microsoft.com/office/drawing/2014/main" id="{B90661BB-77F5-4F79-9E64-BAA543043BFF}"/>
              </a:ext>
            </a:extLst>
          </p:cNvPr>
          <p:cNvGrpSpPr>
            <a:grpSpLocks/>
          </p:cNvGrpSpPr>
          <p:nvPr/>
        </p:nvGrpSpPr>
        <p:grpSpPr bwMode="auto">
          <a:xfrm>
            <a:off x="0" y="6419850"/>
            <a:ext cx="18288000" cy="1557338"/>
            <a:chOff x="144500" y="5067884"/>
            <a:chExt cx="10400030" cy="890905"/>
          </a:xfrm>
        </p:grpSpPr>
        <p:sp>
          <p:nvSpPr>
            <p:cNvPr id="14358" name="object 12">
              <a:extLst>
                <a:ext uri="{FF2B5EF4-FFF2-40B4-BE49-F238E27FC236}">
                  <a16:creationId xmlns="" xmlns:a16="http://schemas.microsoft.com/office/drawing/2014/main" id="{FFA5A61C-0633-4512-9D6B-4D56D0083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00" y="5487412"/>
              <a:ext cx="10400030" cy="0"/>
            </a:xfrm>
            <a:custGeom>
              <a:avLst/>
              <a:gdLst>
                <a:gd name="T0" fmla="*/ 0 w 10400030"/>
                <a:gd name="T1" fmla="*/ 10399750 w 10400030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0400030">
                  <a:moveTo>
                    <a:pt x="0" y="0"/>
                  </a:moveTo>
                  <a:lnTo>
                    <a:pt x="10399750" y="0"/>
                  </a:lnTo>
                </a:path>
              </a:pathLst>
            </a:custGeom>
            <a:noFill/>
            <a:ln w="25400">
              <a:solidFill>
                <a:srgbClr val="7170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59" name="object 13">
              <a:extLst>
                <a:ext uri="{FF2B5EF4-FFF2-40B4-BE49-F238E27FC236}">
                  <a16:creationId xmlns="" xmlns:a16="http://schemas.microsoft.com/office/drawing/2014/main" id="{AFDFBCCC-9477-4BAF-8A20-9C5590A9C3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868" y="5070131"/>
              <a:ext cx="886002" cy="886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0" name="object 14">
              <a:extLst>
                <a:ext uri="{FF2B5EF4-FFF2-40B4-BE49-F238E27FC236}">
                  <a16:creationId xmlns="" xmlns:a16="http://schemas.microsoft.com/office/drawing/2014/main" id="{997AF654-6FCE-4533-A5EE-58647B0CC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93" y="5216981"/>
              <a:ext cx="592455" cy="592455"/>
            </a:xfrm>
            <a:custGeom>
              <a:avLst/>
              <a:gdLst>
                <a:gd name="T0" fmla="*/ 394627 w 592455"/>
                <a:gd name="T1" fmla="*/ 537839 h 592454"/>
                <a:gd name="T2" fmla="*/ 345871 w 592455"/>
                <a:gd name="T3" fmla="*/ 552647 h 592454"/>
                <a:gd name="T4" fmla="*/ 295008 w 592455"/>
                <a:gd name="T5" fmla="*/ 557613 h 592454"/>
                <a:gd name="T6" fmla="*/ 204279 w 592455"/>
                <a:gd name="T7" fmla="*/ 541306 h 592454"/>
                <a:gd name="T8" fmla="*/ 127393 w 592455"/>
                <a:gd name="T9" fmla="*/ 496323 h 592454"/>
                <a:gd name="T10" fmla="*/ 70294 w 592455"/>
                <a:gd name="T11" fmla="*/ 428593 h 592454"/>
                <a:gd name="T12" fmla="*/ 38912 w 592455"/>
                <a:gd name="T13" fmla="*/ 344050 h 592454"/>
                <a:gd name="T14" fmla="*/ 39712 w 592455"/>
                <a:gd name="T15" fmla="*/ 246126 h 592454"/>
                <a:gd name="T16" fmla="*/ 78295 w 592455"/>
                <a:gd name="T17" fmla="*/ 152971 h 592454"/>
                <a:gd name="T18" fmla="*/ 81318 w 592455"/>
                <a:gd name="T19" fmla="*/ 181965 h 592454"/>
                <a:gd name="T20" fmla="*/ 116027 w 592455"/>
                <a:gd name="T21" fmla="*/ 118465 h 592454"/>
                <a:gd name="T22" fmla="*/ 17691 w 592455"/>
                <a:gd name="T23" fmla="*/ 84175 h 592454"/>
                <a:gd name="T24" fmla="*/ 60960 w 592455"/>
                <a:gd name="T25" fmla="*/ 118465 h 592454"/>
                <a:gd name="T26" fmla="*/ 31927 w 592455"/>
                <a:gd name="T27" fmla="*/ 163512 h 592454"/>
                <a:gd name="T28" fmla="*/ 3644 w 592455"/>
                <a:gd name="T29" fmla="*/ 250710 h 592454"/>
                <a:gd name="T30" fmla="*/ 3644 w 592455"/>
                <a:gd name="T31" fmla="*/ 343923 h 592454"/>
                <a:gd name="T32" fmla="*/ 31927 w 592455"/>
                <a:gd name="T33" fmla="*/ 431121 h 592454"/>
                <a:gd name="T34" fmla="*/ 86410 w 592455"/>
                <a:gd name="T35" fmla="*/ 505911 h 592454"/>
                <a:gd name="T36" fmla="*/ 161213 w 592455"/>
                <a:gd name="T37" fmla="*/ 560407 h 592454"/>
                <a:gd name="T38" fmla="*/ 248399 w 592455"/>
                <a:gd name="T39" fmla="*/ 588690 h 592454"/>
                <a:gd name="T40" fmla="*/ 324078 w 592455"/>
                <a:gd name="T41" fmla="*/ 590912 h 592454"/>
                <a:gd name="T42" fmla="*/ 380631 w 592455"/>
                <a:gd name="T43" fmla="*/ 579685 h 592454"/>
                <a:gd name="T44" fmla="*/ 445350 w 592455"/>
                <a:gd name="T45" fmla="*/ 232537 h 592454"/>
                <a:gd name="T46" fmla="*/ 378371 w 592455"/>
                <a:gd name="T47" fmla="*/ 267233 h 592454"/>
                <a:gd name="T48" fmla="*/ 303987 w 592455"/>
                <a:gd name="T49" fmla="*/ 325088 h 592454"/>
                <a:gd name="T50" fmla="*/ 294614 w 592455"/>
                <a:gd name="T51" fmla="*/ 210832 h 592454"/>
                <a:gd name="T52" fmla="*/ 378371 w 592455"/>
                <a:gd name="T53" fmla="*/ 267233 h 592454"/>
                <a:gd name="T54" fmla="*/ 327126 w 592455"/>
                <a:gd name="T55" fmla="*/ 232537 h 592454"/>
                <a:gd name="T56" fmla="*/ 343992 w 592455"/>
                <a:gd name="T57" fmla="*/ 80695 h 592454"/>
                <a:gd name="T58" fmla="*/ 265214 w 592455"/>
                <a:gd name="T59" fmla="*/ 359798 h 592454"/>
                <a:gd name="T60" fmla="*/ 340207 w 592455"/>
                <a:gd name="T61" fmla="*/ 381489 h 592454"/>
                <a:gd name="T62" fmla="*/ 592340 w 592455"/>
                <a:gd name="T63" fmla="*/ 295008 h 592454"/>
                <a:gd name="T64" fmla="*/ 577964 w 592455"/>
                <a:gd name="T65" fmla="*/ 203581 h 592454"/>
                <a:gd name="T66" fmla="*/ 536308 w 592455"/>
                <a:gd name="T67" fmla="*/ 121920 h 592454"/>
                <a:gd name="T68" fmla="*/ 470395 w 592455"/>
                <a:gd name="T69" fmla="*/ 56007 h 592454"/>
                <a:gd name="T70" fmla="*/ 388747 w 592455"/>
                <a:gd name="T71" fmla="*/ 14363 h 592454"/>
                <a:gd name="T72" fmla="*/ 297332 w 592455"/>
                <a:gd name="T73" fmla="*/ 0 h 592454"/>
                <a:gd name="T74" fmla="*/ 239687 w 592455"/>
                <a:gd name="T75" fmla="*/ 5626 h 592454"/>
                <a:gd name="T76" fmla="*/ 184416 w 592455"/>
                <a:gd name="T77" fmla="*/ 22428 h 592454"/>
                <a:gd name="T78" fmla="*/ 221780 w 592455"/>
                <a:gd name="T79" fmla="*/ 45859 h 592454"/>
                <a:gd name="T80" fmla="*/ 271678 w 592455"/>
                <a:gd name="T81" fmla="*/ 35953 h 592454"/>
                <a:gd name="T82" fmla="*/ 344055 w 592455"/>
                <a:gd name="T83" fmla="*/ 38900 h 592454"/>
                <a:gd name="T84" fmla="*/ 428599 w 592455"/>
                <a:gd name="T85" fmla="*/ 70294 h 592454"/>
                <a:gd name="T86" fmla="*/ 496328 w 592455"/>
                <a:gd name="T87" fmla="*/ 127393 h 592454"/>
                <a:gd name="T88" fmla="*/ 541312 w 592455"/>
                <a:gd name="T89" fmla="*/ 204266 h 592454"/>
                <a:gd name="T90" fmla="*/ 557631 w 592455"/>
                <a:gd name="T91" fmla="*/ 295008 h 592454"/>
                <a:gd name="T92" fmla="*/ 537946 w 592455"/>
                <a:gd name="T93" fmla="*/ 394672 h 592454"/>
                <a:gd name="T94" fmla="*/ 511009 w 592455"/>
                <a:gd name="T95" fmla="*/ 443033 h 592454"/>
                <a:gd name="T96" fmla="*/ 476300 w 592455"/>
                <a:gd name="T97" fmla="*/ 410902 h 592454"/>
                <a:gd name="T98" fmla="*/ 476300 w 592455"/>
                <a:gd name="T99" fmla="*/ 508692 h 592454"/>
                <a:gd name="T100" fmla="*/ 574636 w 592455"/>
                <a:gd name="T101" fmla="*/ 474402 h 592454"/>
                <a:gd name="T102" fmla="*/ 536308 w 592455"/>
                <a:gd name="T103" fmla="*/ 468078 h 592454"/>
                <a:gd name="T104" fmla="*/ 577964 w 592455"/>
                <a:gd name="T105" fmla="*/ 386429 h 592454"/>
                <a:gd name="T106" fmla="*/ 592340 w 592455"/>
                <a:gd name="T107" fmla="*/ 295008 h 59245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92455" h="592454">
                  <a:moveTo>
                    <a:pt x="407924" y="569887"/>
                  </a:moveTo>
                  <a:lnTo>
                    <a:pt x="394627" y="537832"/>
                  </a:lnTo>
                  <a:lnTo>
                    <a:pt x="370560" y="546455"/>
                  </a:lnTo>
                  <a:lnTo>
                    <a:pt x="345871" y="552640"/>
                  </a:lnTo>
                  <a:lnTo>
                    <a:pt x="320662" y="556361"/>
                  </a:lnTo>
                  <a:lnTo>
                    <a:pt x="295008" y="557606"/>
                  </a:lnTo>
                  <a:lnTo>
                    <a:pt x="248285" y="553415"/>
                  </a:lnTo>
                  <a:lnTo>
                    <a:pt x="204279" y="541299"/>
                  </a:lnTo>
                  <a:lnTo>
                    <a:pt x="163728" y="522020"/>
                  </a:lnTo>
                  <a:lnTo>
                    <a:pt x="127393" y="496316"/>
                  </a:lnTo>
                  <a:lnTo>
                    <a:pt x="95999" y="464921"/>
                  </a:lnTo>
                  <a:lnTo>
                    <a:pt x="70294" y="428586"/>
                  </a:lnTo>
                  <a:lnTo>
                    <a:pt x="51028" y="388048"/>
                  </a:lnTo>
                  <a:lnTo>
                    <a:pt x="38912" y="344043"/>
                  </a:lnTo>
                  <a:lnTo>
                    <a:pt x="34709" y="297307"/>
                  </a:lnTo>
                  <a:lnTo>
                    <a:pt x="39712" y="246126"/>
                  </a:lnTo>
                  <a:lnTo>
                    <a:pt x="54394" y="197637"/>
                  </a:lnTo>
                  <a:lnTo>
                    <a:pt x="78295" y="152971"/>
                  </a:lnTo>
                  <a:lnTo>
                    <a:pt x="81318" y="149301"/>
                  </a:lnTo>
                  <a:lnTo>
                    <a:pt x="81318" y="181965"/>
                  </a:lnTo>
                  <a:lnTo>
                    <a:pt x="116027" y="181965"/>
                  </a:lnTo>
                  <a:lnTo>
                    <a:pt x="116027" y="118465"/>
                  </a:lnTo>
                  <a:lnTo>
                    <a:pt x="116027" y="84175"/>
                  </a:lnTo>
                  <a:lnTo>
                    <a:pt x="17691" y="84175"/>
                  </a:lnTo>
                  <a:lnTo>
                    <a:pt x="17691" y="118465"/>
                  </a:lnTo>
                  <a:lnTo>
                    <a:pt x="60960" y="118465"/>
                  </a:lnTo>
                  <a:lnTo>
                    <a:pt x="56032" y="124244"/>
                  </a:lnTo>
                  <a:lnTo>
                    <a:pt x="31927" y="163512"/>
                  </a:lnTo>
                  <a:lnTo>
                    <a:pt x="14363" y="205892"/>
                  </a:lnTo>
                  <a:lnTo>
                    <a:pt x="3644" y="250710"/>
                  </a:lnTo>
                  <a:lnTo>
                    <a:pt x="0" y="297307"/>
                  </a:lnTo>
                  <a:lnTo>
                    <a:pt x="3644" y="343916"/>
                  </a:lnTo>
                  <a:lnTo>
                    <a:pt x="14363" y="388734"/>
                  </a:lnTo>
                  <a:lnTo>
                    <a:pt x="31927" y="431114"/>
                  </a:lnTo>
                  <a:lnTo>
                    <a:pt x="56032" y="470382"/>
                  </a:lnTo>
                  <a:lnTo>
                    <a:pt x="86410" y="505904"/>
                  </a:lnTo>
                  <a:lnTo>
                    <a:pt x="121932" y="536295"/>
                  </a:lnTo>
                  <a:lnTo>
                    <a:pt x="161213" y="560400"/>
                  </a:lnTo>
                  <a:lnTo>
                    <a:pt x="203581" y="577951"/>
                  </a:lnTo>
                  <a:lnTo>
                    <a:pt x="248399" y="588683"/>
                  </a:lnTo>
                  <a:lnTo>
                    <a:pt x="295008" y="592315"/>
                  </a:lnTo>
                  <a:lnTo>
                    <a:pt x="324078" y="590905"/>
                  </a:lnTo>
                  <a:lnTo>
                    <a:pt x="352653" y="586689"/>
                  </a:lnTo>
                  <a:lnTo>
                    <a:pt x="380631" y="579678"/>
                  </a:lnTo>
                  <a:lnTo>
                    <a:pt x="407924" y="569887"/>
                  </a:lnTo>
                  <a:close/>
                </a:path>
                <a:path w="592455" h="592454">
                  <a:moveTo>
                    <a:pt x="445350" y="232537"/>
                  </a:moveTo>
                  <a:lnTo>
                    <a:pt x="378371" y="232537"/>
                  </a:lnTo>
                  <a:lnTo>
                    <a:pt x="378371" y="267233"/>
                  </a:lnTo>
                  <a:lnTo>
                    <a:pt x="297726" y="381482"/>
                  </a:lnTo>
                  <a:lnTo>
                    <a:pt x="303987" y="325081"/>
                  </a:lnTo>
                  <a:lnTo>
                    <a:pt x="213969" y="325081"/>
                  </a:lnTo>
                  <a:lnTo>
                    <a:pt x="294614" y="210832"/>
                  </a:lnTo>
                  <a:lnTo>
                    <a:pt x="288353" y="267233"/>
                  </a:lnTo>
                  <a:lnTo>
                    <a:pt x="378371" y="267233"/>
                  </a:lnTo>
                  <a:lnTo>
                    <a:pt x="378371" y="232537"/>
                  </a:lnTo>
                  <a:lnTo>
                    <a:pt x="327126" y="232537"/>
                  </a:lnTo>
                  <a:lnTo>
                    <a:pt x="329539" y="210832"/>
                  </a:lnTo>
                  <a:lnTo>
                    <a:pt x="343992" y="80695"/>
                  </a:lnTo>
                  <a:lnTo>
                    <a:pt x="146989" y="359791"/>
                  </a:lnTo>
                  <a:lnTo>
                    <a:pt x="265214" y="359791"/>
                  </a:lnTo>
                  <a:lnTo>
                    <a:pt x="248335" y="511619"/>
                  </a:lnTo>
                  <a:lnTo>
                    <a:pt x="340207" y="381482"/>
                  </a:lnTo>
                  <a:lnTo>
                    <a:pt x="445350" y="232537"/>
                  </a:lnTo>
                  <a:close/>
                </a:path>
                <a:path w="592455" h="592454">
                  <a:moveTo>
                    <a:pt x="592340" y="295008"/>
                  </a:moveTo>
                  <a:lnTo>
                    <a:pt x="588695" y="248399"/>
                  </a:lnTo>
                  <a:lnTo>
                    <a:pt x="577964" y="203581"/>
                  </a:lnTo>
                  <a:lnTo>
                    <a:pt x="560412" y="161201"/>
                  </a:lnTo>
                  <a:lnTo>
                    <a:pt x="536308" y="121920"/>
                  </a:lnTo>
                  <a:lnTo>
                    <a:pt x="505929" y="86398"/>
                  </a:lnTo>
                  <a:lnTo>
                    <a:pt x="470395" y="56007"/>
                  </a:lnTo>
                  <a:lnTo>
                    <a:pt x="431126" y="31915"/>
                  </a:lnTo>
                  <a:lnTo>
                    <a:pt x="388747" y="14363"/>
                  </a:lnTo>
                  <a:lnTo>
                    <a:pt x="343928" y="3632"/>
                  </a:lnTo>
                  <a:lnTo>
                    <a:pt x="297332" y="0"/>
                  </a:lnTo>
                  <a:lnTo>
                    <a:pt x="268262" y="1409"/>
                  </a:lnTo>
                  <a:lnTo>
                    <a:pt x="239687" y="5626"/>
                  </a:lnTo>
                  <a:lnTo>
                    <a:pt x="211709" y="12636"/>
                  </a:lnTo>
                  <a:lnTo>
                    <a:pt x="184416" y="22428"/>
                  </a:lnTo>
                  <a:lnTo>
                    <a:pt x="197713" y="54483"/>
                  </a:lnTo>
                  <a:lnTo>
                    <a:pt x="221780" y="45859"/>
                  </a:lnTo>
                  <a:lnTo>
                    <a:pt x="246468" y="39674"/>
                  </a:lnTo>
                  <a:lnTo>
                    <a:pt x="271678" y="35953"/>
                  </a:lnTo>
                  <a:lnTo>
                    <a:pt x="297332" y="34709"/>
                  </a:lnTo>
                  <a:lnTo>
                    <a:pt x="344055" y="38900"/>
                  </a:lnTo>
                  <a:lnTo>
                    <a:pt x="388061" y="51015"/>
                  </a:lnTo>
                  <a:lnTo>
                    <a:pt x="428599" y="70294"/>
                  </a:lnTo>
                  <a:lnTo>
                    <a:pt x="464934" y="95999"/>
                  </a:lnTo>
                  <a:lnTo>
                    <a:pt x="496328" y="127393"/>
                  </a:lnTo>
                  <a:lnTo>
                    <a:pt x="522033" y="163728"/>
                  </a:lnTo>
                  <a:lnTo>
                    <a:pt x="541312" y="204266"/>
                  </a:lnTo>
                  <a:lnTo>
                    <a:pt x="553427" y="248272"/>
                  </a:lnTo>
                  <a:lnTo>
                    <a:pt x="557631" y="295008"/>
                  </a:lnTo>
                  <a:lnTo>
                    <a:pt x="552627" y="346176"/>
                  </a:lnTo>
                  <a:lnTo>
                    <a:pt x="537946" y="394665"/>
                  </a:lnTo>
                  <a:lnTo>
                    <a:pt x="514045" y="439331"/>
                  </a:lnTo>
                  <a:lnTo>
                    <a:pt x="511009" y="443026"/>
                  </a:lnTo>
                  <a:lnTo>
                    <a:pt x="511009" y="410895"/>
                  </a:lnTo>
                  <a:lnTo>
                    <a:pt x="476300" y="410895"/>
                  </a:lnTo>
                  <a:lnTo>
                    <a:pt x="476300" y="474395"/>
                  </a:lnTo>
                  <a:lnTo>
                    <a:pt x="476300" y="508685"/>
                  </a:lnTo>
                  <a:lnTo>
                    <a:pt x="574636" y="508685"/>
                  </a:lnTo>
                  <a:lnTo>
                    <a:pt x="574636" y="474395"/>
                  </a:lnTo>
                  <a:lnTo>
                    <a:pt x="530898" y="474395"/>
                  </a:lnTo>
                  <a:lnTo>
                    <a:pt x="536308" y="468071"/>
                  </a:lnTo>
                  <a:lnTo>
                    <a:pt x="560412" y="428802"/>
                  </a:lnTo>
                  <a:lnTo>
                    <a:pt x="577964" y="386422"/>
                  </a:lnTo>
                  <a:lnTo>
                    <a:pt x="588695" y="341604"/>
                  </a:lnTo>
                  <a:lnTo>
                    <a:pt x="592340" y="2950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1" name="object 15">
              <a:extLst>
                <a:ext uri="{FF2B5EF4-FFF2-40B4-BE49-F238E27FC236}">
                  <a16:creationId xmlns="" xmlns:a16="http://schemas.microsoft.com/office/drawing/2014/main" id="{2B511EBD-1422-4302-AFB8-B1744226F9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9031" y="5070131"/>
              <a:ext cx="886015" cy="886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2" name="object 16">
              <a:extLst>
                <a:ext uri="{FF2B5EF4-FFF2-40B4-BE49-F238E27FC236}">
                  <a16:creationId xmlns="" xmlns:a16="http://schemas.microsoft.com/office/drawing/2014/main" id="{3BE370D0-112B-49AD-9201-ABA1EFF18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406" y="5253684"/>
              <a:ext cx="519430" cy="519430"/>
            </a:xfrm>
            <a:custGeom>
              <a:avLst/>
              <a:gdLst>
                <a:gd name="T0" fmla="*/ 213995 w 519429"/>
                <a:gd name="T1" fmla="*/ 442525 h 519429"/>
                <a:gd name="T2" fmla="*/ 244424 w 519429"/>
                <a:gd name="T3" fmla="*/ 488664 h 519429"/>
                <a:gd name="T4" fmla="*/ 244424 w 519429"/>
                <a:gd name="T5" fmla="*/ 411487 h 519429"/>
                <a:gd name="T6" fmla="*/ 0 w 519429"/>
                <a:gd name="T7" fmla="*/ 441967 h 519429"/>
                <a:gd name="T8" fmla="*/ 0 w 519429"/>
                <a:gd name="T9" fmla="*/ 519437 h 519429"/>
                <a:gd name="T10" fmla="*/ 244424 w 519429"/>
                <a:gd name="T11" fmla="*/ 488957 h 519429"/>
                <a:gd name="T12" fmla="*/ 30416 w 519429"/>
                <a:gd name="T13" fmla="*/ 441967 h 519429"/>
                <a:gd name="T14" fmla="*/ 244424 w 519429"/>
                <a:gd name="T15" fmla="*/ 411487 h 519429"/>
                <a:gd name="T16" fmla="*/ 213995 w 519429"/>
                <a:gd name="T17" fmla="*/ 167652 h 519429"/>
                <a:gd name="T18" fmla="*/ 244424 w 519429"/>
                <a:gd name="T19" fmla="*/ 351238 h 519429"/>
                <a:gd name="T20" fmla="*/ 244424 w 519429"/>
                <a:gd name="T21" fmla="*/ 137160 h 519429"/>
                <a:gd name="T22" fmla="*/ 137414 w 519429"/>
                <a:gd name="T23" fmla="*/ 167640 h 519429"/>
                <a:gd name="T24" fmla="*/ 106984 w 519429"/>
                <a:gd name="T25" fmla="*/ 228460 h 519429"/>
                <a:gd name="T26" fmla="*/ 137414 w 519429"/>
                <a:gd name="T27" fmla="*/ 167640 h 519429"/>
                <a:gd name="T28" fmla="*/ 0 w 519429"/>
                <a:gd name="T29" fmla="*/ 137160 h 519429"/>
                <a:gd name="T30" fmla="*/ 0 w 519429"/>
                <a:gd name="T31" fmla="*/ 351797 h 519429"/>
                <a:gd name="T32" fmla="*/ 244424 w 519429"/>
                <a:gd name="T33" fmla="*/ 382277 h 519429"/>
                <a:gd name="T34" fmla="*/ 30416 w 519429"/>
                <a:gd name="T35" fmla="*/ 351797 h 519429"/>
                <a:gd name="T36" fmla="*/ 76568 w 519429"/>
                <a:gd name="T37" fmla="*/ 167640 h 519429"/>
                <a:gd name="T38" fmla="*/ 76568 w 519429"/>
                <a:gd name="T39" fmla="*/ 258940 h 519429"/>
                <a:gd name="T40" fmla="*/ 167843 w 519429"/>
                <a:gd name="T41" fmla="*/ 228460 h 519429"/>
                <a:gd name="T42" fmla="*/ 244424 w 519429"/>
                <a:gd name="T43" fmla="*/ 167640 h 519429"/>
                <a:gd name="T44" fmla="*/ 519284 w 519429"/>
                <a:gd name="T45" fmla="*/ 305086 h 519429"/>
                <a:gd name="T46" fmla="*/ 488855 w 519429"/>
                <a:gd name="T47" fmla="*/ 488664 h 519429"/>
                <a:gd name="T48" fmla="*/ 519284 w 519429"/>
                <a:gd name="T49" fmla="*/ 305086 h 519429"/>
                <a:gd name="T50" fmla="*/ 274860 w 519429"/>
                <a:gd name="T51" fmla="*/ 274327 h 519429"/>
                <a:gd name="T52" fmla="*/ 274860 w 519429"/>
                <a:gd name="T53" fmla="*/ 488957 h 519429"/>
                <a:gd name="T54" fmla="*/ 519284 w 519429"/>
                <a:gd name="T55" fmla="*/ 519437 h 519429"/>
                <a:gd name="T56" fmla="*/ 305276 w 519429"/>
                <a:gd name="T57" fmla="*/ 488957 h 519429"/>
                <a:gd name="T58" fmla="*/ 519284 w 519429"/>
                <a:gd name="T59" fmla="*/ 304807 h 519429"/>
                <a:gd name="T60" fmla="*/ 519284 w 519429"/>
                <a:gd name="T61" fmla="*/ 0 h 519429"/>
                <a:gd name="T62" fmla="*/ 488855 w 519429"/>
                <a:gd name="T63" fmla="*/ 30480 h 519429"/>
                <a:gd name="T64" fmla="*/ 305276 w 519429"/>
                <a:gd name="T65" fmla="*/ 213360 h 519429"/>
                <a:gd name="T66" fmla="*/ 351428 w 519429"/>
                <a:gd name="T67" fmla="*/ 30480 h 519429"/>
                <a:gd name="T68" fmla="*/ 351428 w 519429"/>
                <a:gd name="T69" fmla="*/ 121513 h 519429"/>
                <a:gd name="T70" fmla="*/ 442703 w 519429"/>
                <a:gd name="T71" fmla="*/ 91033 h 519429"/>
                <a:gd name="T72" fmla="*/ 488855 w 519429"/>
                <a:gd name="T73" fmla="*/ 30480 h 519429"/>
                <a:gd name="T74" fmla="*/ 412274 w 519429"/>
                <a:gd name="T75" fmla="*/ 0 h 519429"/>
                <a:gd name="T76" fmla="*/ 412274 w 519429"/>
                <a:gd name="T77" fmla="*/ 91033 h 519429"/>
                <a:gd name="T78" fmla="*/ 381845 w 519429"/>
                <a:gd name="T79" fmla="*/ 30480 h 519429"/>
                <a:gd name="T80" fmla="*/ 412274 w 519429"/>
                <a:gd name="T81" fmla="*/ 0 h 519429"/>
                <a:gd name="T82" fmla="*/ 274860 w 519429"/>
                <a:gd name="T83" fmla="*/ 30480 h 519429"/>
                <a:gd name="T84" fmla="*/ 274860 w 519429"/>
                <a:gd name="T85" fmla="*/ 243840 h 519429"/>
                <a:gd name="T86" fmla="*/ 519284 w 519429"/>
                <a:gd name="T87" fmla="*/ 213804 h 519429"/>
                <a:gd name="T88" fmla="*/ 519284 w 519429"/>
                <a:gd name="T89" fmla="*/ 30480 h 519429"/>
                <a:gd name="T90" fmla="*/ 519284 w 519429"/>
                <a:gd name="T91" fmla="*/ 0 h 5194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519429" h="519429">
                  <a:moveTo>
                    <a:pt x="244424" y="442518"/>
                  </a:moveTo>
                  <a:lnTo>
                    <a:pt x="213995" y="442518"/>
                  </a:lnTo>
                  <a:lnTo>
                    <a:pt x="213995" y="488657"/>
                  </a:lnTo>
                  <a:lnTo>
                    <a:pt x="244424" y="488657"/>
                  </a:lnTo>
                  <a:lnTo>
                    <a:pt x="244424" y="442518"/>
                  </a:lnTo>
                  <a:close/>
                </a:path>
                <a:path w="519429" h="519429">
                  <a:moveTo>
                    <a:pt x="244424" y="411480"/>
                  </a:moveTo>
                  <a:lnTo>
                    <a:pt x="0" y="411480"/>
                  </a:lnTo>
                  <a:lnTo>
                    <a:pt x="0" y="441960"/>
                  </a:lnTo>
                  <a:lnTo>
                    <a:pt x="0" y="488950"/>
                  </a:lnTo>
                  <a:lnTo>
                    <a:pt x="0" y="519430"/>
                  </a:lnTo>
                  <a:lnTo>
                    <a:pt x="244424" y="519430"/>
                  </a:lnTo>
                  <a:lnTo>
                    <a:pt x="244424" y="488950"/>
                  </a:lnTo>
                  <a:lnTo>
                    <a:pt x="30416" y="488950"/>
                  </a:lnTo>
                  <a:lnTo>
                    <a:pt x="30416" y="441960"/>
                  </a:lnTo>
                  <a:lnTo>
                    <a:pt x="244424" y="441960"/>
                  </a:lnTo>
                  <a:lnTo>
                    <a:pt x="244424" y="411480"/>
                  </a:lnTo>
                  <a:close/>
                </a:path>
                <a:path w="519429" h="519429">
                  <a:moveTo>
                    <a:pt x="244424" y="167652"/>
                  </a:moveTo>
                  <a:lnTo>
                    <a:pt x="213995" y="167652"/>
                  </a:lnTo>
                  <a:lnTo>
                    <a:pt x="213995" y="351231"/>
                  </a:lnTo>
                  <a:lnTo>
                    <a:pt x="244424" y="351231"/>
                  </a:lnTo>
                  <a:lnTo>
                    <a:pt x="244424" y="167652"/>
                  </a:lnTo>
                  <a:close/>
                </a:path>
                <a:path w="519429" h="519429">
                  <a:moveTo>
                    <a:pt x="244424" y="137160"/>
                  </a:moveTo>
                  <a:lnTo>
                    <a:pt x="137414" y="137160"/>
                  </a:lnTo>
                  <a:lnTo>
                    <a:pt x="137414" y="167640"/>
                  </a:lnTo>
                  <a:lnTo>
                    <a:pt x="137414" y="228460"/>
                  </a:lnTo>
                  <a:lnTo>
                    <a:pt x="106984" y="228460"/>
                  </a:lnTo>
                  <a:lnTo>
                    <a:pt x="106984" y="167640"/>
                  </a:lnTo>
                  <a:lnTo>
                    <a:pt x="137414" y="167640"/>
                  </a:lnTo>
                  <a:lnTo>
                    <a:pt x="137414" y="137160"/>
                  </a:lnTo>
                  <a:lnTo>
                    <a:pt x="0" y="137160"/>
                  </a:lnTo>
                  <a:lnTo>
                    <a:pt x="0" y="167640"/>
                  </a:lnTo>
                  <a:lnTo>
                    <a:pt x="0" y="351790"/>
                  </a:lnTo>
                  <a:lnTo>
                    <a:pt x="0" y="382270"/>
                  </a:lnTo>
                  <a:lnTo>
                    <a:pt x="244424" y="382270"/>
                  </a:lnTo>
                  <a:lnTo>
                    <a:pt x="244424" y="351790"/>
                  </a:lnTo>
                  <a:lnTo>
                    <a:pt x="30416" y="351790"/>
                  </a:lnTo>
                  <a:lnTo>
                    <a:pt x="30416" y="167640"/>
                  </a:lnTo>
                  <a:lnTo>
                    <a:pt x="76568" y="167640"/>
                  </a:lnTo>
                  <a:lnTo>
                    <a:pt x="76568" y="228460"/>
                  </a:lnTo>
                  <a:lnTo>
                    <a:pt x="76568" y="258940"/>
                  </a:lnTo>
                  <a:lnTo>
                    <a:pt x="167843" y="258940"/>
                  </a:lnTo>
                  <a:lnTo>
                    <a:pt x="167843" y="228460"/>
                  </a:lnTo>
                  <a:lnTo>
                    <a:pt x="167843" y="167640"/>
                  </a:lnTo>
                  <a:lnTo>
                    <a:pt x="244424" y="167640"/>
                  </a:lnTo>
                  <a:lnTo>
                    <a:pt x="244424" y="137160"/>
                  </a:lnTo>
                  <a:close/>
                </a:path>
                <a:path w="519429" h="519429">
                  <a:moveTo>
                    <a:pt x="519277" y="305079"/>
                  </a:moveTo>
                  <a:lnTo>
                    <a:pt x="488848" y="305079"/>
                  </a:lnTo>
                  <a:lnTo>
                    <a:pt x="488848" y="488657"/>
                  </a:lnTo>
                  <a:lnTo>
                    <a:pt x="519277" y="488657"/>
                  </a:lnTo>
                  <a:lnTo>
                    <a:pt x="519277" y="305079"/>
                  </a:lnTo>
                  <a:close/>
                </a:path>
                <a:path w="519429" h="519429">
                  <a:moveTo>
                    <a:pt x="519277" y="274320"/>
                  </a:moveTo>
                  <a:lnTo>
                    <a:pt x="274853" y="274320"/>
                  </a:lnTo>
                  <a:lnTo>
                    <a:pt x="274853" y="304800"/>
                  </a:lnTo>
                  <a:lnTo>
                    <a:pt x="274853" y="488950"/>
                  </a:lnTo>
                  <a:lnTo>
                    <a:pt x="274853" y="519430"/>
                  </a:lnTo>
                  <a:lnTo>
                    <a:pt x="519277" y="519430"/>
                  </a:lnTo>
                  <a:lnTo>
                    <a:pt x="519277" y="488950"/>
                  </a:lnTo>
                  <a:lnTo>
                    <a:pt x="305269" y="488950"/>
                  </a:lnTo>
                  <a:lnTo>
                    <a:pt x="305269" y="304800"/>
                  </a:lnTo>
                  <a:lnTo>
                    <a:pt x="519277" y="304800"/>
                  </a:lnTo>
                  <a:lnTo>
                    <a:pt x="519277" y="274320"/>
                  </a:lnTo>
                  <a:close/>
                </a:path>
                <a:path w="519429" h="519429">
                  <a:moveTo>
                    <a:pt x="519277" y="0"/>
                  </a:moveTo>
                  <a:lnTo>
                    <a:pt x="488848" y="0"/>
                  </a:lnTo>
                  <a:lnTo>
                    <a:pt x="488848" y="30480"/>
                  </a:lnTo>
                  <a:lnTo>
                    <a:pt x="488848" y="213360"/>
                  </a:lnTo>
                  <a:lnTo>
                    <a:pt x="305269" y="213360"/>
                  </a:lnTo>
                  <a:lnTo>
                    <a:pt x="305269" y="30480"/>
                  </a:lnTo>
                  <a:lnTo>
                    <a:pt x="351421" y="30480"/>
                  </a:lnTo>
                  <a:lnTo>
                    <a:pt x="351421" y="91033"/>
                  </a:lnTo>
                  <a:lnTo>
                    <a:pt x="351421" y="121513"/>
                  </a:lnTo>
                  <a:lnTo>
                    <a:pt x="442696" y="121513"/>
                  </a:lnTo>
                  <a:lnTo>
                    <a:pt x="442696" y="91033"/>
                  </a:lnTo>
                  <a:lnTo>
                    <a:pt x="442696" y="30480"/>
                  </a:lnTo>
                  <a:lnTo>
                    <a:pt x="488848" y="30480"/>
                  </a:lnTo>
                  <a:lnTo>
                    <a:pt x="488848" y="0"/>
                  </a:lnTo>
                  <a:lnTo>
                    <a:pt x="412267" y="0"/>
                  </a:lnTo>
                  <a:lnTo>
                    <a:pt x="412267" y="30480"/>
                  </a:lnTo>
                  <a:lnTo>
                    <a:pt x="412267" y="91033"/>
                  </a:lnTo>
                  <a:lnTo>
                    <a:pt x="381838" y="91033"/>
                  </a:lnTo>
                  <a:lnTo>
                    <a:pt x="381838" y="30480"/>
                  </a:lnTo>
                  <a:lnTo>
                    <a:pt x="412267" y="30480"/>
                  </a:lnTo>
                  <a:lnTo>
                    <a:pt x="412267" y="0"/>
                  </a:lnTo>
                  <a:lnTo>
                    <a:pt x="274853" y="0"/>
                  </a:lnTo>
                  <a:lnTo>
                    <a:pt x="274853" y="30480"/>
                  </a:lnTo>
                  <a:lnTo>
                    <a:pt x="274853" y="213360"/>
                  </a:lnTo>
                  <a:lnTo>
                    <a:pt x="274853" y="243840"/>
                  </a:lnTo>
                  <a:lnTo>
                    <a:pt x="519277" y="243840"/>
                  </a:lnTo>
                  <a:lnTo>
                    <a:pt x="519277" y="213804"/>
                  </a:lnTo>
                  <a:lnTo>
                    <a:pt x="519277" y="213360"/>
                  </a:lnTo>
                  <a:lnTo>
                    <a:pt x="519277" y="30480"/>
                  </a:lnTo>
                  <a:lnTo>
                    <a:pt x="519277" y="30226"/>
                  </a:lnTo>
                  <a:lnTo>
                    <a:pt x="5192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3" name="object 17">
              <a:extLst>
                <a:ext uri="{FF2B5EF4-FFF2-40B4-BE49-F238E27FC236}">
                  <a16:creationId xmlns="" xmlns:a16="http://schemas.microsoft.com/office/drawing/2014/main" id="{2A142408-DF79-461C-8104-C6660AAF77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3997" y="5067884"/>
              <a:ext cx="890485" cy="890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64" name="object 18">
              <a:extLst>
                <a:ext uri="{FF2B5EF4-FFF2-40B4-BE49-F238E27FC236}">
                  <a16:creationId xmlns="" xmlns:a16="http://schemas.microsoft.com/office/drawing/2014/main" id="{C98D5C6B-F92D-4D98-89F9-96F0F81545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1695" y="5067884"/>
              <a:ext cx="890485" cy="890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5" name="object 19">
              <a:extLst>
                <a:ext uri="{FF2B5EF4-FFF2-40B4-BE49-F238E27FC236}">
                  <a16:creationId xmlns="" xmlns:a16="http://schemas.microsoft.com/office/drawing/2014/main" id="{23106E36-F50A-4047-94AE-4A54EBA3F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6429" y="5240718"/>
              <a:ext cx="2581910" cy="546735"/>
            </a:xfrm>
            <a:custGeom>
              <a:avLst/>
              <a:gdLst>
                <a:gd name="T0" fmla="*/ 528205 w 2581909"/>
                <a:gd name="T1" fmla="*/ 417131 h 546735"/>
                <a:gd name="T2" fmla="*/ 512914 w 2581909"/>
                <a:gd name="T3" fmla="*/ 465010 h 546735"/>
                <a:gd name="T4" fmla="*/ 483641 w 2581909"/>
                <a:gd name="T5" fmla="*/ 509143 h 546735"/>
                <a:gd name="T6" fmla="*/ 431177 w 2581909"/>
                <a:gd name="T7" fmla="*/ 498868 h 546735"/>
                <a:gd name="T8" fmla="*/ 420903 w 2581909"/>
                <a:gd name="T9" fmla="*/ 446392 h 546735"/>
                <a:gd name="T10" fmla="*/ 465023 w 2581909"/>
                <a:gd name="T11" fmla="*/ 417131 h 546735"/>
                <a:gd name="T12" fmla="*/ 509143 w 2581909"/>
                <a:gd name="T13" fmla="*/ 446392 h 546735"/>
                <a:gd name="T14" fmla="*/ 506310 w 2581909"/>
                <a:gd name="T15" fmla="*/ 396748 h 546735"/>
                <a:gd name="T16" fmla="*/ 480987 w 2581909"/>
                <a:gd name="T17" fmla="*/ 289433 h 546735"/>
                <a:gd name="T18" fmla="*/ 359752 w 2581909"/>
                <a:gd name="T19" fmla="*/ 199758 h 546735"/>
                <a:gd name="T20" fmla="*/ 384149 w 2581909"/>
                <a:gd name="T21" fmla="*/ 56121 h 546735"/>
                <a:gd name="T22" fmla="*/ 352221 w 2581909"/>
                <a:gd name="T23" fmla="*/ 167830 h 546735"/>
                <a:gd name="T24" fmla="*/ 343814 w 2581909"/>
                <a:gd name="T25" fmla="*/ 95999 h 546735"/>
                <a:gd name="T26" fmla="*/ 343535 w 2581909"/>
                <a:gd name="T27" fmla="*/ 35725 h 546735"/>
                <a:gd name="T28" fmla="*/ 272415 w 2581909"/>
                <a:gd name="T29" fmla="*/ 95999 h 546735"/>
                <a:gd name="T30" fmla="*/ 256451 w 2581909"/>
                <a:gd name="T31" fmla="*/ 123710 h 546735"/>
                <a:gd name="T32" fmla="*/ 192608 w 2581909"/>
                <a:gd name="T33" fmla="*/ 91795 h 546735"/>
                <a:gd name="T34" fmla="*/ 212267 w 2581909"/>
                <a:gd name="T35" fmla="*/ 65938 h 546735"/>
                <a:gd name="T36" fmla="*/ 332562 w 2581909"/>
                <a:gd name="T37" fmla="*/ 30213 h 546735"/>
                <a:gd name="T38" fmla="*/ 160680 w 2581909"/>
                <a:gd name="T39" fmla="*/ 187566 h 546735"/>
                <a:gd name="T40" fmla="*/ 63842 w 2581909"/>
                <a:gd name="T41" fmla="*/ 289433 h 546735"/>
                <a:gd name="T42" fmla="*/ 18275 w 2581909"/>
                <a:gd name="T43" fmla="*/ 414248 h 546735"/>
                <a:gd name="T44" fmla="*/ 6273 w 2581909"/>
                <a:gd name="T45" fmla="*/ 496062 h 546735"/>
                <a:gd name="T46" fmla="*/ 79806 w 2581909"/>
                <a:gd name="T47" fmla="*/ 544830 h 546735"/>
                <a:gd name="T48" fmla="*/ 141960 w 2581909"/>
                <a:gd name="T49" fmla="*/ 512902 h 546735"/>
                <a:gd name="T50" fmla="*/ 154749 w 2581909"/>
                <a:gd name="T51" fmla="*/ 437578 h 546735"/>
                <a:gd name="T52" fmla="*/ 127698 w 2581909"/>
                <a:gd name="T53" fmla="*/ 402463 h 546735"/>
                <a:gd name="T54" fmla="*/ 113652 w 2581909"/>
                <a:gd name="T55" fmla="*/ 498868 h 546735"/>
                <a:gd name="T56" fmla="*/ 61175 w 2581909"/>
                <a:gd name="T57" fmla="*/ 509143 h 546735"/>
                <a:gd name="T58" fmla="*/ 31915 w 2581909"/>
                <a:gd name="T59" fmla="*/ 465010 h 546735"/>
                <a:gd name="T60" fmla="*/ 61175 w 2581909"/>
                <a:gd name="T61" fmla="*/ 420903 h 546735"/>
                <a:gd name="T62" fmla="*/ 113652 w 2581909"/>
                <a:gd name="T63" fmla="*/ 431177 h 546735"/>
                <a:gd name="T64" fmla="*/ 127698 w 2581909"/>
                <a:gd name="T65" fmla="*/ 402463 h 546735"/>
                <a:gd name="T66" fmla="*/ 95770 w 2581909"/>
                <a:gd name="T67" fmla="*/ 321360 h 546735"/>
                <a:gd name="T68" fmla="*/ 231114 w 2581909"/>
                <a:gd name="T69" fmla="*/ 396748 h 546735"/>
                <a:gd name="T70" fmla="*/ 192608 w 2581909"/>
                <a:gd name="T71" fmla="*/ 465010 h 546735"/>
                <a:gd name="T72" fmla="*/ 241376 w 2581909"/>
                <a:gd name="T73" fmla="*/ 538556 h 546735"/>
                <a:gd name="T74" fmla="*/ 328815 w 2581909"/>
                <a:gd name="T75" fmla="*/ 521436 h 546735"/>
                <a:gd name="T76" fmla="*/ 352221 w 2581909"/>
                <a:gd name="T77" fmla="*/ 465010 h 546735"/>
                <a:gd name="T78" fmla="*/ 333946 w 2581909"/>
                <a:gd name="T79" fmla="*/ 414248 h 546735"/>
                <a:gd name="T80" fmla="*/ 316534 w 2581909"/>
                <a:gd name="T81" fmla="*/ 483641 h 546735"/>
                <a:gd name="T82" fmla="*/ 272415 w 2581909"/>
                <a:gd name="T83" fmla="*/ 512902 h 546735"/>
                <a:gd name="T84" fmla="*/ 228295 w 2581909"/>
                <a:gd name="T85" fmla="*/ 483641 h 546735"/>
                <a:gd name="T86" fmla="*/ 238569 w 2581909"/>
                <a:gd name="T87" fmla="*/ 431177 h 546735"/>
                <a:gd name="T88" fmla="*/ 291033 w 2581909"/>
                <a:gd name="T89" fmla="*/ 420903 h 546735"/>
                <a:gd name="T90" fmla="*/ 320306 w 2581909"/>
                <a:gd name="T91" fmla="*/ 465010 h 546735"/>
                <a:gd name="T92" fmla="*/ 288378 w 2581909"/>
                <a:gd name="T93" fmla="*/ 386816 h 546735"/>
                <a:gd name="T94" fmla="*/ 449059 w 2581909"/>
                <a:gd name="T95" fmla="*/ 386816 h 546735"/>
                <a:gd name="T96" fmla="*/ 390067 w 2581909"/>
                <a:gd name="T97" fmla="*/ 437578 h 546735"/>
                <a:gd name="T98" fmla="*/ 408609 w 2581909"/>
                <a:gd name="T99" fmla="*/ 521436 h 546735"/>
                <a:gd name="T100" fmla="*/ 496049 w 2581909"/>
                <a:gd name="T101" fmla="*/ 538556 h 546735"/>
                <a:gd name="T102" fmla="*/ 538543 w 2581909"/>
                <a:gd name="T103" fmla="*/ 496062 h 546735"/>
                <a:gd name="T104" fmla="*/ 2164087 w 2581909"/>
                <a:gd name="T105" fmla="*/ 127266 h 546735"/>
                <a:gd name="T106" fmla="*/ 2164087 w 2581909"/>
                <a:gd name="T107" fmla="*/ 546366 h 546735"/>
                <a:gd name="T108" fmla="*/ 2196205 w 2581909"/>
                <a:gd name="T109" fmla="*/ 514616 h 546735"/>
                <a:gd name="T110" fmla="*/ 2549443 w 2581909"/>
                <a:gd name="T111" fmla="*/ 513981 h 546735"/>
                <a:gd name="T112" fmla="*/ 2581548 w 2581909"/>
                <a:gd name="T113" fmla="*/ 159677 h 54673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581909" h="546735">
                  <a:moveTo>
                    <a:pt x="544830" y="465010"/>
                  </a:moveTo>
                  <a:lnTo>
                    <a:pt x="539965" y="437578"/>
                  </a:lnTo>
                  <a:lnTo>
                    <a:pt x="528205" y="417131"/>
                  </a:lnTo>
                  <a:lnTo>
                    <a:pt x="526554" y="414248"/>
                  </a:lnTo>
                  <a:lnTo>
                    <a:pt x="512914" y="402463"/>
                  </a:lnTo>
                  <a:lnTo>
                    <a:pt x="512914" y="465010"/>
                  </a:lnTo>
                  <a:lnTo>
                    <a:pt x="509143" y="483641"/>
                  </a:lnTo>
                  <a:lnTo>
                    <a:pt x="498868" y="498868"/>
                  </a:lnTo>
                  <a:lnTo>
                    <a:pt x="483641" y="509143"/>
                  </a:lnTo>
                  <a:lnTo>
                    <a:pt x="465023" y="512902"/>
                  </a:lnTo>
                  <a:lnTo>
                    <a:pt x="446392" y="509143"/>
                  </a:lnTo>
                  <a:lnTo>
                    <a:pt x="431177" y="498868"/>
                  </a:lnTo>
                  <a:lnTo>
                    <a:pt x="420903" y="483641"/>
                  </a:lnTo>
                  <a:lnTo>
                    <a:pt x="417131" y="465010"/>
                  </a:lnTo>
                  <a:lnTo>
                    <a:pt x="420903" y="446392"/>
                  </a:lnTo>
                  <a:lnTo>
                    <a:pt x="431177" y="431177"/>
                  </a:lnTo>
                  <a:lnTo>
                    <a:pt x="446392" y="420903"/>
                  </a:lnTo>
                  <a:lnTo>
                    <a:pt x="465023" y="417131"/>
                  </a:lnTo>
                  <a:lnTo>
                    <a:pt x="483641" y="420903"/>
                  </a:lnTo>
                  <a:lnTo>
                    <a:pt x="498868" y="431177"/>
                  </a:lnTo>
                  <a:lnTo>
                    <a:pt x="509143" y="446392"/>
                  </a:lnTo>
                  <a:lnTo>
                    <a:pt x="512914" y="465010"/>
                  </a:lnTo>
                  <a:lnTo>
                    <a:pt x="512914" y="402463"/>
                  </a:lnTo>
                  <a:lnTo>
                    <a:pt x="506310" y="396748"/>
                  </a:lnTo>
                  <a:lnTo>
                    <a:pt x="480987" y="386816"/>
                  </a:lnTo>
                  <a:lnTo>
                    <a:pt x="480987" y="321360"/>
                  </a:lnTo>
                  <a:lnTo>
                    <a:pt x="480987" y="289433"/>
                  </a:lnTo>
                  <a:lnTo>
                    <a:pt x="288378" y="289433"/>
                  </a:lnTo>
                  <a:lnTo>
                    <a:pt x="288378" y="235445"/>
                  </a:lnTo>
                  <a:lnTo>
                    <a:pt x="359752" y="199758"/>
                  </a:lnTo>
                  <a:lnTo>
                    <a:pt x="384149" y="187566"/>
                  </a:lnTo>
                  <a:lnTo>
                    <a:pt x="384149" y="91795"/>
                  </a:lnTo>
                  <a:lnTo>
                    <a:pt x="384149" y="56121"/>
                  </a:lnTo>
                  <a:lnTo>
                    <a:pt x="352221" y="40093"/>
                  </a:lnTo>
                  <a:lnTo>
                    <a:pt x="352221" y="91795"/>
                  </a:lnTo>
                  <a:lnTo>
                    <a:pt x="352221" y="167830"/>
                  </a:lnTo>
                  <a:lnTo>
                    <a:pt x="288378" y="199758"/>
                  </a:lnTo>
                  <a:lnTo>
                    <a:pt x="288378" y="123710"/>
                  </a:lnTo>
                  <a:lnTo>
                    <a:pt x="343814" y="95999"/>
                  </a:lnTo>
                  <a:lnTo>
                    <a:pt x="352221" y="91795"/>
                  </a:lnTo>
                  <a:lnTo>
                    <a:pt x="352221" y="40093"/>
                  </a:lnTo>
                  <a:lnTo>
                    <a:pt x="343535" y="35725"/>
                  </a:lnTo>
                  <a:lnTo>
                    <a:pt x="332562" y="30213"/>
                  </a:lnTo>
                  <a:lnTo>
                    <a:pt x="332562" y="65938"/>
                  </a:lnTo>
                  <a:lnTo>
                    <a:pt x="272415" y="95999"/>
                  </a:lnTo>
                  <a:lnTo>
                    <a:pt x="263994" y="91795"/>
                  </a:lnTo>
                  <a:lnTo>
                    <a:pt x="256451" y="88036"/>
                  </a:lnTo>
                  <a:lnTo>
                    <a:pt x="256451" y="123710"/>
                  </a:lnTo>
                  <a:lnTo>
                    <a:pt x="256451" y="199758"/>
                  </a:lnTo>
                  <a:lnTo>
                    <a:pt x="192608" y="167830"/>
                  </a:lnTo>
                  <a:lnTo>
                    <a:pt x="192608" y="91795"/>
                  </a:lnTo>
                  <a:lnTo>
                    <a:pt x="256451" y="123710"/>
                  </a:lnTo>
                  <a:lnTo>
                    <a:pt x="256451" y="88036"/>
                  </a:lnTo>
                  <a:lnTo>
                    <a:pt x="212267" y="65938"/>
                  </a:lnTo>
                  <a:lnTo>
                    <a:pt x="272415" y="35725"/>
                  </a:lnTo>
                  <a:lnTo>
                    <a:pt x="332562" y="65938"/>
                  </a:lnTo>
                  <a:lnTo>
                    <a:pt x="332562" y="30213"/>
                  </a:lnTo>
                  <a:lnTo>
                    <a:pt x="272415" y="0"/>
                  </a:lnTo>
                  <a:lnTo>
                    <a:pt x="160680" y="56121"/>
                  </a:lnTo>
                  <a:lnTo>
                    <a:pt x="160680" y="187566"/>
                  </a:lnTo>
                  <a:lnTo>
                    <a:pt x="256451" y="235445"/>
                  </a:lnTo>
                  <a:lnTo>
                    <a:pt x="256451" y="289433"/>
                  </a:lnTo>
                  <a:lnTo>
                    <a:pt x="63842" y="289433"/>
                  </a:lnTo>
                  <a:lnTo>
                    <a:pt x="63842" y="386816"/>
                  </a:lnTo>
                  <a:lnTo>
                    <a:pt x="38506" y="396748"/>
                  </a:lnTo>
                  <a:lnTo>
                    <a:pt x="18275" y="414248"/>
                  </a:lnTo>
                  <a:lnTo>
                    <a:pt x="4851" y="437578"/>
                  </a:lnTo>
                  <a:lnTo>
                    <a:pt x="0" y="465010"/>
                  </a:lnTo>
                  <a:lnTo>
                    <a:pt x="6273" y="496062"/>
                  </a:lnTo>
                  <a:lnTo>
                    <a:pt x="23393" y="521436"/>
                  </a:lnTo>
                  <a:lnTo>
                    <a:pt x="48768" y="538556"/>
                  </a:lnTo>
                  <a:lnTo>
                    <a:pt x="79806" y="544830"/>
                  </a:lnTo>
                  <a:lnTo>
                    <a:pt x="110832" y="538556"/>
                  </a:lnTo>
                  <a:lnTo>
                    <a:pt x="136207" y="521436"/>
                  </a:lnTo>
                  <a:lnTo>
                    <a:pt x="141960" y="512902"/>
                  </a:lnTo>
                  <a:lnTo>
                    <a:pt x="153327" y="496062"/>
                  </a:lnTo>
                  <a:lnTo>
                    <a:pt x="159613" y="465010"/>
                  </a:lnTo>
                  <a:lnTo>
                    <a:pt x="154749" y="437578"/>
                  </a:lnTo>
                  <a:lnTo>
                    <a:pt x="142989" y="417131"/>
                  </a:lnTo>
                  <a:lnTo>
                    <a:pt x="141338" y="414248"/>
                  </a:lnTo>
                  <a:lnTo>
                    <a:pt x="127698" y="402463"/>
                  </a:lnTo>
                  <a:lnTo>
                    <a:pt x="127698" y="465010"/>
                  </a:lnTo>
                  <a:lnTo>
                    <a:pt x="123926" y="483641"/>
                  </a:lnTo>
                  <a:lnTo>
                    <a:pt x="113652" y="498868"/>
                  </a:lnTo>
                  <a:lnTo>
                    <a:pt x="98425" y="509143"/>
                  </a:lnTo>
                  <a:lnTo>
                    <a:pt x="79806" y="512902"/>
                  </a:lnTo>
                  <a:lnTo>
                    <a:pt x="61175" y="509143"/>
                  </a:lnTo>
                  <a:lnTo>
                    <a:pt x="45961" y="498868"/>
                  </a:lnTo>
                  <a:lnTo>
                    <a:pt x="35687" y="483641"/>
                  </a:lnTo>
                  <a:lnTo>
                    <a:pt x="31915" y="465010"/>
                  </a:lnTo>
                  <a:lnTo>
                    <a:pt x="35687" y="446392"/>
                  </a:lnTo>
                  <a:lnTo>
                    <a:pt x="45961" y="431177"/>
                  </a:lnTo>
                  <a:lnTo>
                    <a:pt x="61175" y="420903"/>
                  </a:lnTo>
                  <a:lnTo>
                    <a:pt x="79806" y="417131"/>
                  </a:lnTo>
                  <a:lnTo>
                    <a:pt x="98425" y="420903"/>
                  </a:lnTo>
                  <a:lnTo>
                    <a:pt x="113652" y="431177"/>
                  </a:lnTo>
                  <a:lnTo>
                    <a:pt x="123926" y="446392"/>
                  </a:lnTo>
                  <a:lnTo>
                    <a:pt x="127698" y="465010"/>
                  </a:lnTo>
                  <a:lnTo>
                    <a:pt x="127698" y="402463"/>
                  </a:lnTo>
                  <a:lnTo>
                    <a:pt x="121094" y="396748"/>
                  </a:lnTo>
                  <a:lnTo>
                    <a:pt x="95770" y="386816"/>
                  </a:lnTo>
                  <a:lnTo>
                    <a:pt x="95770" y="321360"/>
                  </a:lnTo>
                  <a:lnTo>
                    <a:pt x="256451" y="321360"/>
                  </a:lnTo>
                  <a:lnTo>
                    <a:pt x="256451" y="386816"/>
                  </a:lnTo>
                  <a:lnTo>
                    <a:pt x="231114" y="396748"/>
                  </a:lnTo>
                  <a:lnTo>
                    <a:pt x="210883" y="414248"/>
                  </a:lnTo>
                  <a:lnTo>
                    <a:pt x="197459" y="437578"/>
                  </a:lnTo>
                  <a:lnTo>
                    <a:pt x="192608" y="465010"/>
                  </a:lnTo>
                  <a:lnTo>
                    <a:pt x="198882" y="496062"/>
                  </a:lnTo>
                  <a:lnTo>
                    <a:pt x="216001" y="521436"/>
                  </a:lnTo>
                  <a:lnTo>
                    <a:pt x="241376" y="538556"/>
                  </a:lnTo>
                  <a:lnTo>
                    <a:pt x="272415" y="544830"/>
                  </a:lnTo>
                  <a:lnTo>
                    <a:pt x="303441" y="538556"/>
                  </a:lnTo>
                  <a:lnTo>
                    <a:pt x="328815" y="521436"/>
                  </a:lnTo>
                  <a:lnTo>
                    <a:pt x="334568" y="512902"/>
                  </a:lnTo>
                  <a:lnTo>
                    <a:pt x="345935" y="496062"/>
                  </a:lnTo>
                  <a:lnTo>
                    <a:pt x="352221" y="465010"/>
                  </a:lnTo>
                  <a:lnTo>
                    <a:pt x="347357" y="437578"/>
                  </a:lnTo>
                  <a:lnTo>
                    <a:pt x="335597" y="417131"/>
                  </a:lnTo>
                  <a:lnTo>
                    <a:pt x="333946" y="414248"/>
                  </a:lnTo>
                  <a:lnTo>
                    <a:pt x="320306" y="402463"/>
                  </a:lnTo>
                  <a:lnTo>
                    <a:pt x="320306" y="465010"/>
                  </a:lnTo>
                  <a:lnTo>
                    <a:pt x="316534" y="483641"/>
                  </a:lnTo>
                  <a:lnTo>
                    <a:pt x="306260" y="498868"/>
                  </a:lnTo>
                  <a:lnTo>
                    <a:pt x="291033" y="509143"/>
                  </a:lnTo>
                  <a:lnTo>
                    <a:pt x="272415" y="512902"/>
                  </a:lnTo>
                  <a:lnTo>
                    <a:pt x="253784" y="509143"/>
                  </a:lnTo>
                  <a:lnTo>
                    <a:pt x="238569" y="498868"/>
                  </a:lnTo>
                  <a:lnTo>
                    <a:pt x="228295" y="483641"/>
                  </a:lnTo>
                  <a:lnTo>
                    <a:pt x="224523" y="465010"/>
                  </a:lnTo>
                  <a:lnTo>
                    <a:pt x="228295" y="446392"/>
                  </a:lnTo>
                  <a:lnTo>
                    <a:pt x="238569" y="431177"/>
                  </a:lnTo>
                  <a:lnTo>
                    <a:pt x="253784" y="420903"/>
                  </a:lnTo>
                  <a:lnTo>
                    <a:pt x="272415" y="417131"/>
                  </a:lnTo>
                  <a:lnTo>
                    <a:pt x="291033" y="420903"/>
                  </a:lnTo>
                  <a:lnTo>
                    <a:pt x="306260" y="431177"/>
                  </a:lnTo>
                  <a:lnTo>
                    <a:pt x="316534" y="446392"/>
                  </a:lnTo>
                  <a:lnTo>
                    <a:pt x="320306" y="465010"/>
                  </a:lnTo>
                  <a:lnTo>
                    <a:pt x="320306" y="402463"/>
                  </a:lnTo>
                  <a:lnTo>
                    <a:pt x="313702" y="396748"/>
                  </a:lnTo>
                  <a:lnTo>
                    <a:pt x="288378" y="386816"/>
                  </a:lnTo>
                  <a:lnTo>
                    <a:pt x="288378" y="321360"/>
                  </a:lnTo>
                  <a:lnTo>
                    <a:pt x="449059" y="321360"/>
                  </a:lnTo>
                  <a:lnTo>
                    <a:pt x="449059" y="386816"/>
                  </a:lnTo>
                  <a:lnTo>
                    <a:pt x="423722" y="396748"/>
                  </a:lnTo>
                  <a:lnTo>
                    <a:pt x="403491" y="414248"/>
                  </a:lnTo>
                  <a:lnTo>
                    <a:pt x="390067" y="437578"/>
                  </a:lnTo>
                  <a:lnTo>
                    <a:pt x="385216" y="465010"/>
                  </a:lnTo>
                  <a:lnTo>
                    <a:pt x="391490" y="496062"/>
                  </a:lnTo>
                  <a:lnTo>
                    <a:pt x="408609" y="521436"/>
                  </a:lnTo>
                  <a:lnTo>
                    <a:pt x="433984" y="538556"/>
                  </a:lnTo>
                  <a:lnTo>
                    <a:pt x="465023" y="544830"/>
                  </a:lnTo>
                  <a:lnTo>
                    <a:pt x="496049" y="538556"/>
                  </a:lnTo>
                  <a:lnTo>
                    <a:pt x="521423" y="521436"/>
                  </a:lnTo>
                  <a:lnTo>
                    <a:pt x="527177" y="512902"/>
                  </a:lnTo>
                  <a:lnTo>
                    <a:pt x="538543" y="496062"/>
                  </a:lnTo>
                  <a:lnTo>
                    <a:pt x="544830" y="465010"/>
                  </a:lnTo>
                  <a:close/>
                </a:path>
                <a:path w="2581909" h="546735">
                  <a:moveTo>
                    <a:pt x="2581541" y="127266"/>
                  </a:moveTo>
                  <a:lnTo>
                    <a:pt x="2164080" y="127266"/>
                  </a:lnTo>
                  <a:lnTo>
                    <a:pt x="2164080" y="160286"/>
                  </a:lnTo>
                  <a:lnTo>
                    <a:pt x="2164080" y="514616"/>
                  </a:lnTo>
                  <a:lnTo>
                    <a:pt x="2164080" y="546366"/>
                  </a:lnTo>
                  <a:lnTo>
                    <a:pt x="2581541" y="546366"/>
                  </a:lnTo>
                  <a:lnTo>
                    <a:pt x="2581541" y="514616"/>
                  </a:lnTo>
                  <a:lnTo>
                    <a:pt x="2196198" y="514616"/>
                  </a:lnTo>
                  <a:lnTo>
                    <a:pt x="2196198" y="160286"/>
                  </a:lnTo>
                  <a:lnTo>
                    <a:pt x="2549436" y="160286"/>
                  </a:lnTo>
                  <a:lnTo>
                    <a:pt x="2549436" y="513981"/>
                  </a:lnTo>
                  <a:lnTo>
                    <a:pt x="2581541" y="513981"/>
                  </a:lnTo>
                  <a:lnTo>
                    <a:pt x="2581541" y="160286"/>
                  </a:lnTo>
                  <a:lnTo>
                    <a:pt x="2581541" y="159677"/>
                  </a:lnTo>
                  <a:lnTo>
                    <a:pt x="2581541" y="1272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6" name="object 20">
              <a:extLst>
                <a:ext uri="{FF2B5EF4-FFF2-40B4-BE49-F238E27FC236}">
                  <a16:creationId xmlns="" xmlns:a16="http://schemas.microsoft.com/office/drawing/2014/main" id="{FD6B4C49-D165-42C8-A06A-1A9CD05CD6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6847" y="5496724"/>
              <a:ext cx="224790" cy="2247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67" name="object 21">
              <a:extLst>
                <a:ext uri="{FF2B5EF4-FFF2-40B4-BE49-F238E27FC236}">
                  <a16:creationId xmlns="" xmlns:a16="http://schemas.microsoft.com/office/drawing/2014/main" id="{28EF2A0A-674B-4E75-9875-5A166A2843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40367" y="5239444"/>
              <a:ext cx="117741" cy="225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object 38">
            <a:extLst>
              <a:ext uri="{FF2B5EF4-FFF2-40B4-BE49-F238E27FC236}">
                <a16:creationId xmlns="" xmlns:a16="http://schemas.microsoft.com/office/drawing/2014/main" id="{3B58E1B7-CA9A-4582-A9A6-C6FDBAE8982A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6432" name="object 39">
              <a:extLst>
                <a:ext uri="{FF2B5EF4-FFF2-40B4-BE49-F238E27FC236}">
                  <a16:creationId xmlns="" xmlns:a16="http://schemas.microsoft.com/office/drawing/2014/main" id="{1C907E8F-4028-41AF-8221-48E639925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33" name="object 40">
              <a:extLst>
                <a:ext uri="{FF2B5EF4-FFF2-40B4-BE49-F238E27FC236}">
                  <a16:creationId xmlns="" xmlns:a16="http://schemas.microsoft.com/office/drawing/2014/main" id="{FD6BB8B4-F090-49D8-9986-21C558C9B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34" name="object 41">
              <a:extLst>
                <a:ext uri="{FF2B5EF4-FFF2-40B4-BE49-F238E27FC236}">
                  <a16:creationId xmlns="" xmlns:a16="http://schemas.microsoft.com/office/drawing/2014/main" id="{CD474B92-B5BD-4C09-876C-1435CAC7D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5" name="object 42">
              <a:extLst>
                <a:ext uri="{FF2B5EF4-FFF2-40B4-BE49-F238E27FC236}">
                  <a16:creationId xmlns="" xmlns:a16="http://schemas.microsoft.com/office/drawing/2014/main" id="{33A3B2BB-1CE9-4942-B0C3-7C0F04ADFB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6" name="object 43">
              <a:extLst>
                <a:ext uri="{FF2B5EF4-FFF2-40B4-BE49-F238E27FC236}">
                  <a16:creationId xmlns="" xmlns:a16="http://schemas.microsoft.com/office/drawing/2014/main" id="{BB11AA7B-4C12-43C1-BF22-3E37A5545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7" name="object 44">
              <a:extLst>
                <a:ext uri="{FF2B5EF4-FFF2-40B4-BE49-F238E27FC236}">
                  <a16:creationId xmlns="" xmlns:a16="http://schemas.microsoft.com/office/drawing/2014/main" id="{B185264A-CB59-41F7-8776-6D18D833BB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8" name="object 45">
              <a:extLst>
                <a:ext uri="{FF2B5EF4-FFF2-40B4-BE49-F238E27FC236}">
                  <a16:creationId xmlns="" xmlns:a16="http://schemas.microsoft.com/office/drawing/2014/main" id="{EFDE0147-719C-4099-834B-3F6CD38BB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9" name="object 46">
              <a:extLst>
                <a:ext uri="{FF2B5EF4-FFF2-40B4-BE49-F238E27FC236}">
                  <a16:creationId xmlns="" xmlns:a16="http://schemas.microsoft.com/office/drawing/2014/main" id="{93B791F1-4F8E-44A3-A589-50B47B5C0C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0" name="object 47">
              <a:extLst>
                <a:ext uri="{FF2B5EF4-FFF2-40B4-BE49-F238E27FC236}">
                  <a16:creationId xmlns="" xmlns:a16="http://schemas.microsoft.com/office/drawing/2014/main" id="{37789E74-49A8-493C-98E7-0CBE766F8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1" name="object 48">
              <a:extLst>
                <a:ext uri="{FF2B5EF4-FFF2-40B4-BE49-F238E27FC236}">
                  <a16:creationId xmlns="" xmlns:a16="http://schemas.microsoft.com/office/drawing/2014/main" id="{93119C0E-705D-4FB5-B713-5D97317303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2" name="object 49">
              <a:extLst>
                <a:ext uri="{FF2B5EF4-FFF2-40B4-BE49-F238E27FC236}">
                  <a16:creationId xmlns="" xmlns:a16="http://schemas.microsoft.com/office/drawing/2014/main" id="{5B92882F-D542-4EED-A89B-96F361890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43" name="object 50">
              <a:extLst>
                <a:ext uri="{FF2B5EF4-FFF2-40B4-BE49-F238E27FC236}">
                  <a16:creationId xmlns="" xmlns:a16="http://schemas.microsoft.com/office/drawing/2014/main" id="{BD62A166-670D-47AA-94E1-BF874E0CD1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4" name="object 51">
              <a:extLst>
                <a:ext uri="{FF2B5EF4-FFF2-40B4-BE49-F238E27FC236}">
                  <a16:creationId xmlns="" xmlns:a16="http://schemas.microsoft.com/office/drawing/2014/main" id="{3E48E9B6-980E-4AC4-85CD-5AB90AEA5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45" name="object 52">
              <a:extLst>
                <a:ext uri="{FF2B5EF4-FFF2-40B4-BE49-F238E27FC236}">
                  <a16:creationId xmlns="" xmlns:a16="http://schemas.microsoft.com/office/drawing/2014/main" id="{480A7FE7-8A8F-4117-981B-B79D667C52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6" name="object 53">
              <a:extLst>
                <a:ext uri="{FF2B5EF4-FFF2-40B4-BE49-F238E27FC236}">
                  <a16:creationId xmlns="" xmlns:a16="http://schemas.microsoft.com/office/drawing/2014/main" id="{F72C443B-6F6D-4359-9AFB-10BAE73E4D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7" name="object 54">
              <a:extLst>
                <a:ext uri="{FF2B5EF4-FFF2-40B4-BE49-F238E27FC236}">
                  <a16:creationId xmlns="" xmlns:a16="http://schemas.microsoft.com/office/drawing/2014/main" id="{75A34AD8-E8BF-4D92-A351-6839B0919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387" name="object 2">
            <a:extLst>
              <a:ext uri="{FF2B5EF4-FFF2-40B4-BE49-F238E27FC236}">
                <a16:creationId xmlns="" xmlns:a16="http://schemas.microsoft.com/office/drawing/2014/main" id="{403E8B6D-DF08-454C-ACF4-FED4560CF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367088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sp>
        <p:nvSpPr>
          <p:cNvPr id="16388" name="object 3">
            <a:extLst>
              <a:ext uri="{FF2B5EF4-FFF2-40B4-BE49-F238E27FC236}">
                <a16:creationId xmlns="" xmlns:a16="http://schemas.microsoft.com/office/drawing/2014/main" id="{C4B56DA8-B85E-4F7D-B775-8DB0655C27A2}"/>
              </a:ext>
            </a:extLst>
          </p:cNvPr>
          <p:cNvSpPr txBox="1">
            <a:spLocks/>
          </p:cNvSpPr>
          <p:nvPr/>
        </p:nvSpPr>
        <p:spPr bwMode="auto">
          <a:xfrm>
            <a:off x="1287463" y="682625"/>
            <a:ext cx="6396037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ВОДНЫХ ПОКРЫТИЙ</a:t>
            </a:r>
          </a:p>
        </p:txBody>
      </p:sp>
      <p:sp>
        <p:nvSpPr>
          <p:cNvPr id="16389" name="object 5">
            <a:extLst>
              <a:ext uri="{FF2B5EF4-FFF2-40B4-BE49-F238E27FC236}">
                <a16:creationId xmlns="" xmlns:a16="http://schemas.microsoft.com/office/drawing/2014/main" id="{EC13D5D0-EB64-4961-B000-55688522C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5063" y="677863"/>
            <a:ext cx="52736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ЭМАЛЕЙ</a:t>
            </a:r>
            <a:endParaRPr lang="ru-RU" altLang="ru-RU" sz="44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3438"/>
              </a:lnSpc>
            </a:pPr>
            <a:r>
              <a:rPr lang="ru-RU" altLang="ru-RU" sz="3000">
                <a:solidFill>
                  <a:srgbClr val="656565"/>
                </a:solidFill>
                <a:latin typeface="Inter Regular" panose="02000503000000020004" pitchFamily="2" charset="0"/>
              </a:rPr>
              <a:t>крупнотоннажные партии</a:t>
            </a:r>
            <a:endParaRPr lang="ru-RU" altLang="ru-RU" sz="3000">
              <a:latin typeface="Inter Regular" panose="02000503000000020004" pitchFamily="2" charset="0"/>
            </a:endParaRPr>
          </a:p>
        </p:txBody>
      </p:sp>
      <p:sp>
        <p:nvSpPr>
          <p:cNvPr id="16390" name="object 6">
            <a:extLst>
              <a:ext uri="{FF2B5EF4-FFF2-40B4-BE49-F238E27FC236}">
                <a16:creationId xmlns="" xmlns:a16="http://schemas.microsoft.com/office/drawing/2014/main" id="{39983741-5DE5-4E37-B4BF-B46163E55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2114550"/>
            <a:ext cx="6224588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spcBef>
                <a:spcPts val="163"/>
              </a:spcBef>
            </a:pPr>
            <a:r>
              <a:rPr lang="ru-RU" altLang="ru-RU" sz="9400">
                <a:solidFill>
                  <a:srgbClr val="F47629"/>
                </a:solidFill>
                <a:latin typeface="Inter Extra Bold" panose="02000903000000020004" pitchFamily="2" charset="0"/>
              </a:rPr>
              <a:t>90 000</a:t>
            </a:r>
          </a:p>
        </p:txBody>
      </p:sp>
      <p:sp>
        <p:nvSpPr>
          <p:cNvPr id="16391" name="name_150">
            <a:extLst>
              <a:ext uri="{FF2B5EF4-FFF2-40B4-BE49-F238E27FC236}">
                <a16:creationId xmlns="" xmlns:a16="http://schemas.microsoft.com/office/drawing/2014/main" id="{ADECBC66-92C5-4681-9F47-E767E740B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465388"/>
            <a:ext cx="54483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9400">
                <a:solidFill>
                  <a:srgbClr val="F47629"/>
                </a:solidFill>
                <a:latin typeface="Inter Bold" panose="02000803000000020004" pitchFamily="2" charset="0"/>
              </a:rPr>
              <a:t>30 000</a:t>
            </a:r>
          </a:p>
        </p:txBody>
      </p:sp>
      <p:sp>
        <p:nvSpPr>
          <p:cNvPr id="16392" name="object 2">
            <a:extLst>
              <a:ext uri="{FF2B5EF4-FFF2-40B4-BE49-F238E27FC236}">
                <a16:creationId xmlns="" xmlns:a16="http://schemas.microsoft.com/office/drawing/2014/main" id="{F86E1E5A-C046-4B8D-A211-46EE91CC3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3355975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graphicFrame>
        <p:nvGraphicFramePr>
          <p:cNvPr id="16393" name="Объект 1">
            <a:extLst>
              <a:ext uri="{FF2B5EF4-FFF2-40B4-BE49-F238E27FC236}">
                <a16:creationId xmlns="" xmlns:a16="http://schemas.microsoft.com/office/drawing/2014/main" id="{4E5C05C1-6889-40C6-A941-7CD7AFD29C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98738" y="21113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1" name="CorelDRAW" r:id="rId12" imgW="3876120" imgH="797040" progId="CorelDraw.Graphic.23">
                  <p:embed/>
                </p:oleObj>
              </mc:Choice>
              <mc:Fallback>
                <p:oleObj name="CorelDRAW" r:id="rId12" imgW="3876120" imgH="797040" progId="CorelDraw.Graphic.23">
                  <p:embed/>
                  <p:pic>
                    <p:nvPicPr>
                      <p:cNvPr id="0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8738" y="21113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object 4">
            <a:extLst>
              <a:ext uri="{FF2B5EF4-FFF2-40B4-BE49-F238E27FC236}">
                <a16:creationId xmlns="" xmlns:a16="http://schemas.microsoft.com/office/drawing/2014/main" id="{61603AB9-866F-4216-A3AE-570383F6D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550" y="4319588"/>
            <a:ext cx="6729413" cy="171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175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Высокий уровень автоматизации обеспечивает оперативность и гибкость производства в сочетании со стабильным качеством выпускаемой продукции. Этот современный цех построен в рамках программы по модернизации предприятия.</a:t>
            </a:r>
          </a:p>
        </p:txBody>
      </p:sp>
      <p:grpSp>
        <p:nvGrpSpPr>
          <p:cNvPr id="16395" name="object 8">
            <a:extLst>
              <a:ext uri="{FF2B5EF4-FFF2-40B4-BE49-F238E27FC236}">
                <a16:creationId xmlns="" xmlns:a16="http://schemas.microsoft.com/office/drawing/2014/main" id="{989CCB23-3A05-49B5-BBB0-094C2E788190}"/>
              </a:ext>
            </a:extLst>
          </p:cNvPr>
          <p:cNvGrpSpPr>
            <a:grpSpLocks/>
          </p:cNvGrpSpPr>
          <p:nvPr/>
        </p:nvGrpSpPr>
        <p:grpSpPr bwMode="auto">
          <a:xfrm>
            <a:off x="0" y="6742113"/>
            <a:ext cx="18288000" cy="1555750"/>
            <a:chOff x="144500" y="5076520"/>
            <a:chExt cx="10400030" cy="885825"/>
          </a:xfrm>
        </p:grpSpPr>
        <p:sp>
          <p:nvSpPr>
            <p:cNvPr id="16413" name="object 9">
              <a:extLst>
                <a:ext uri="{FF2B5EF4-FFF2-40B4-BE49-F238E27FC236}">
                  <a16:creationId xmlns="" xmlns:a16="http://schemas.microsoft.com/office/drawing/2014/main" id="{054EE187-178F-4960-9A47-01AB9E052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00" y="5487412"/>
              <a:ext cx="10400030" cy="0"/>
            </a:xfrm>
            <a:custGeom>
              <a:avLst/>
              <a:gdLst>
                <a:gd name="T0" fmla="*/ 0 w 10400030"/>
                <a:gd name="T1" fmla="*/ 10399750 w 10400030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0400030">
                  <a:moveTo>
                    <a:pt x="0" y="0"/>
                  </a:moveTo>
                  <a:lnTo>
                    <a:pt x="10399750" y="0"/>
                  </a:lnTo>
                </a:path>
              </a:pathLst>
            </a:custGeom>
            <a:noFill/>
            <a:ln w="25400">
              <a:solidFill>
                <a:srgbClr val="7170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14" name="object 10">
              <a:extLst>
                <a:ext uri="{FF2B5EF4-FFF2-40B4-BE49-F238E27FC236}">
                  <a16:creationId xmlns="" xmlns:a16="http://schemas.microsoft.com/office/drawing/2014/main" id="{92354A53-E8F6-41C1-BF69-BD8A4CA4C3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1306" y="5080279"/>
              <a:ext cx="881938" cy="88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5" name="object 11">
              <a:extLst>
                <a:ext uri="{FF2B5EF4-FFF2-40B4-BE49-F238E27FC236}">
                  <a16:creationId xmlns="" xmlns:a16="http://schemas.microsoft.com/office/drawing/2014/main" id="{A3A91FFA-5F17-4BF3-8D34-27734F70F9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0611" y="5080279"/>
              <a:ext cx="881951" cy="88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6" name="object 12">
              <a:extLst>
                <a:ext uri="{FF2B5EF4-FFF2-40B4-BE49-F238E27FC236}">
                  <a16:creationId xmlns="" xmlns:a16="http://schemas.microsoft.com/office/drawing/2014/main" id="{94C67822-3BF3-465F-8CF2-EF66EB252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4850" y="5362905"/>
              <a:ext cx="414020" cy="414020"/>
            </a:xfrm>
            <a:custGeom>
              <a:avLst/>
              <a:gdLst>
                <a:gd name="T0" fmla="*/ 413461 w 414020"/>
                <a:gd name="T1" fmla="*/ 0 h 414020"/>
                <a:gd name="T2" fmla="*/ 381660 w 414020"/>
                <a:gd name="T3" fmla="*/ 0 h 414020"/>
                <a:gd name="T4" fmla="*/ 381660 w 414020"/>
                <a:gd name="T5" fmla="*/ 31750 h 414020"/>
                <a:gd name="T6" fmla="*/ 381660 w 414020"/>
                <a:gd name="T7" fmla="*/ 382270 h 414020"/>
                <a:gd name="T8" fmla="*/ 31813 w 414020"/>
                <a:gd name="T9" fmla="*/ 382270 h 414020"/>
                <a:gd name="T10" fmla="*/ 31813 w 414020"/>
                <a:gd name="T11" fmla="*/ 31750 h 414020"/>
                <a:gd name="T12" fmla="*/ 381660 w 414020"/>
                <a:gd name="T13" fmla="*/ 31750 h 414020"/>
                <a:gd name="T14" fmla="*/ 381660 w 414020"/>
                <a:gd name="T15" fmla="*/ 0 h 414020"/>
                <a:gd name="T16" fmla="*/ 0 w 414020"/>
                <a:gd name="T17" fmla="*/ 0 h 414020"/>
                <a:gd name="T18" fmla="*/ 0 w 414020"/>
                <a:gd name="T19" fmla="*/ 31750 h 414020"/>
                <a:gd name="T20" fmla="*/ 0 w 414020"/>
                <a:gd name="T21" fmla="*/ 382270 h 414020"/>
                <a:gd name="T22" fmla="*/ 0 w 414020"/>
                <a:gd name="T23" fmla="*/ 414020 h 414020"/>
                <a:gd name="T24" fmla="*/ 413461 w 414020"/>
                <a:gd name="T25" fmla="*/ 414020 h 414020"/>
                <a:gd name="T26" fmla="*/ 413461 w 414020"/>
                <a:gd name="T27" fmla="*/ 382460 h 414020"/>
                <a:gd name="T28" fmla="*/ 413461 w 414020"/>
                <a:gd name="T29" fmla="*/ 382270 h 414020"/>
                <a:gd name="T30" fmla="*/ 413461 w 414020"/>
                <a:gd name="T31" fmla="*/ 31750 h 414020"/>
                <a:gd name="T32" fmla="*/ 413461 w 414020"/>
                <a:gd name="T33" fmla="*/ 31546 h 414020"/>
                <a:gd name="T34" fmla="*/ 413461 w 414020"/>
                <a:gd name="T35" fmla="*/ 0 h 41402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14020" h="414020">
                  <a:moveTo>
                    <a:pt x="413461" y="0"/>
                  </a:moveTo>
                  <a:lnTo>
                    <a:pt x="381660" y="0"/>
                  </a:lnTo>
                  <a:lnTo>
                    <a:pt x="381660" y="31750"/>
                  </a:lnTo>
                  <a:lnTo>
                    <a:pt x="381660" y="382270"/>
                  </a:lnTo>
                  <a:lnTo>
                    <a:pt x="31813" y="382270"/>
                  </a:lnTo>
                  <a:lnTo>
                    <a:pt x="31813" y="31750"/>
                  </a:lnTo>
                  <a:lnTo>
                    <a:pt x="381660" y="31750"/>
                  </a:lnTo>
                  <a:lnTo>
                    <a:pt x="381660" y="0"/>
                  </a:lnTo>
                  <a:lnTo>
                    <a:pt x="0" y="0"/>
                  </a:lnTo>
                  <a:lnTo>
                    <a:pt x="0" y="31750"/>
                  </a:lnTo>
                  <a:lnTo>
                    <a:pt x="0" y="382270"/>
                  </a:lnTo>
                  <a:lnTo>
                    <a:pt x="0" y="414020"/>
                  </a:lnTo>
                  <a:lnTo>
                    <a:pt x="413461" y="414020"/>
                  </a:lnTo>
                  <a:lnTo>
                    <a:pt x="413461" y="382460"/>
                  </a:lnTo>
                  <a:lnTo>
                    <a:pt x="413461" y="382270"/>
                  </a:lnTo>
                  <a:lnTo>
                    <a:pt x="413461" y="31750"/>
                  </a:lnTo>
                  <a:lnTo>
                    <a:pt x="413461" y="31546"/>
                  </a:lnTo>
                  <a:lnTo>
                    <a:pt x="413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17" name="object 13">
              <a:extLst>
                <a:ext uri="{FF2B5EF4-FFF2-40B4-BE49-F238E27FC236}">
                  <a16:creationId xmlns="" xmlns:a16="http://schemas.microsoft.com/office/drawing/2014/main" id="{56C3D339-B471-49C2-BB1A-F27A4581D5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0272" y="5489867"/>
              <a:ext cx="222630" cy="222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8" name="object 14">
              <a:extLst>
                <a:ext uri="{FF2B5EF4-FFF2-40B4-BE49-F238E27FC236}">
                  <a16:creationId xmlns="" xmlns:a16="http://schemas.microsoft.com/office/drawing/2014/main" id="{A9762098-F4FC-46EF-89BF-6B44BB223A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6063" y="5235048"/>
              <a:ext cx="371045" cy="223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9" name="object 15">
              <a:extLst>
                <a:ext uri="{FF2B5EF4-FFF2-40B4-BE49-F238E27FC236}">
                  <a16:creationId xmlns="" xmlns:a16="http://schemas.microsoft.com/office/drawing/2014/main" id="{6D02A621-C2ED-4575-A283-3B2FBB054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070" y="5675033"/>
              <a:ext cx="393065" cy="29209"/>
            </a:xfrm>
            <a:custGeom>
              <a:avLst/>
              <a:gdLst>
                <a:gd name="T0" fmla="*/ 392564 w 393064"/>
                <a:gd name="T1" fmla="*/ 0 h 29210"/>
                <a:gd name="T2" fmla="*/ 0 w 393064"/>
                <a:gd name="T3" fmla="*/ 0 h 29210"/>
                <a:gd name="T4" fmla="*/ 0 w 393064"/>
                <a:gd name="T5" fmla="*/ 29063 h 29210"/>
                <a:gd name="T6" fmla="*/ 392564 w 393064"/>
                <a:gd name="T7" fmla="*/ 29063 h 29210"/>
                <a:gd name="T8" fmla="*/ 392564 w 393064"/>
                <a:gd name="T9" fmla="*/ 0 h 292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3064" h="29210">
                  <a:moveTo>
                    <a:pt x="392557" y="0"/>
                  </a:moveTo>
                  <a:lnTo>
                    <a:pt x="0" y="0"/>
                  </a:lnTo>
                  <a:lnTo>
                    <a:pt x="0" y="29070"/>
                  </a:lnTo>
                  <a:lnTo>
                    <a:pt x="392557" y="29070"/>
                  </a:lnTo>
                  <a:lnTo>
                    <a:pt x="3925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0" name="object 16">
              <a:extLst>
                <a:ext uri="{FF2B5EF4-FFF2-40B4-BE49-F238E27FC236}">
                  <a16:creationId xmlns="" xmlns:a16="http://schemas.microsoft.com/office/drawing/2014/main" id="{E886EE2F-FDC1-4FC6-9777-7BD72DDFD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2480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1" name="object 17">
              <a:extLst>
                <a:ext uri="{FF2B5EF4-FFF2-40B4-BE49-F238E27FC236}">
                  <a16:creationId xmlns="" xmlns:a16="http://schemas.microsoft.com/office/drawing/2014/main" id="{4C5796FC-F04C-47FF-9DFE-CF840ACFF3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26710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2" name="object 18">
              <a:extLst>
                <a:ext uri="{FF2B5EF4-FFF2-40B4-BE49-F238E27FC236}">
                  <a16:creationId xmlns="" xmlns:a16="http://schemas.microsoft.com/office/drawing/2014/main" id="{C6B9F31C-8A4D-41E9-BCA5-A2E8D031A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9272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3" name="object 19">
              <a:extLst>
                <a:ext uri="{FF2B5EF4-FFF2-40B4-BE49-F238E27FC236}">
                  <a16:creationId xmlns="" xmlns:a16="http://schemas.microsoft.com/office/drawing/2014/main" id="{10CB1E1F-945C-469B-BF62-9F5A710A9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6772" y="5282691"/>
              <a:ext cx="496570" cy="497205"/>
            </a:xfrm>
            <a:custGeom>
              <a:avLst/>
              <a:gdLst>
                <a:gd name="T0" fmla="*/ 444855 w 496570"/>
                <a:gd name="T1" fmla="*/ 467976 h 497204"/>
                <a:gd name="T2" fmla="*/ 52298 w 496570"/>
                <a:gd name="T3" fmla="*/ 467976 h 497204"/>
                <a:gd name="T4" fmla="*/ 52298 w 496570"/>
                <a:gd name="T5" fmla="*/ 497046 h 497204"/>
                <a:gd name="T6" fmla="*/ 444855 w 496570"/>
                <a:gd name="T7" fmla="*/ 497046 h 497204"/>
                <a:gd name="T8" fmla="*/ 444855 w 496570"/>
                <a:gd name="T9" fmla="*/ 467976 h 497204"/>
                <a:gd name="T10" fmla="*/ 496087 w 496570"/>
                <a:gd name="T11" fmla="*/ 0 h 497204"/>
                <a:gd name="T12" fmla="*/ 0 w 496570"/>
                <a:gd name="T13" fmla="*/ 0 h 497204"/>
                <a:gd name="T14" fmla="*/ 0 w 496570"/>
                <a:gd name="T15" fmla="*/ 29057 h 497204"/>
                <a:gd name="T16" fmla="*/ 180936 w 496570"/>
                <a:gd name="T17" fmla="*/ 29057 h 497204"/>
                <a:gd name="T18" fmla="*/ 180936 w 496570"/>
                <a:gd name="T19" fmla="*/ 29413 h 497204"/>
                <a:gd name="T20" fmla="*/ 180936 w 496570"/>
                <a:gd name="T21" fmla="*/ 58623 h 497204"/>
                <a:gd name="T22" fmla="*/ 180936 w 496570"/>
                <a:gd name="T23" fmla="*/ 86563 h 497204"/>
                <a:gd name="T24" fmla="*/ 233514 w 496570"/>
                <a:gd name="T25" fmla="*/ 86563 h 497204"/>
                <a:gd name="T26" fmla="*/ 233514 w 496570"/>
                <a:gd name="T27" fmla="*/ 119583 h 497204"/>
                <a:gd name="T28" fmla="*/ 98666 w 496570"/>
                <a:gd name="T29" fmla="*/ 119583 h 497204"/>
                <a:gd name="T30" fmla="*/ 98666 w 496570"/>
                <a:gd name="T31" fmla="*/ 148793 h 497204"/>
                <a:gd name="T32" fmla="*/ 98666 w 496570"/>
                <a:gd name="T33" fmla="*/ 191973 h 497204"/>
                <a:gd name="T34" fmla="*/ 127736 w 496570"/>
                <a:gd name="T35" fmla="*/ 191973 h 497204"/>
                <a:gd name="T36" fmla="*/ 127736 w 496570"/>
                <a:gd name="T37" fmla="*/ 148793 h 497204"/>
                <a:gd name="T38" fmla="*/ 368376 w 496570"/>
                <a:gd name="T39" fmla="*/ 148793 h 497204"/>
                <a:gd name="T40" fmla="*/ 368376 w 496570"/>
                <a:gd name="T41" fmla="*/ 191973 h 497204"/>
                <a:gd name="T42" fmla="*/ 397446 w 496570"/>
                <a:gd name="T43" fmla="*/ 191973 h 497204"/>
                <a:gd name="T44" fmla="*/ 397446 w 496570"/>
                <a:gd name="T45" fmla="*/ 148793 h 497204"/>
                <a:gd name="T46" fmla="*/ 397446 w 496570"/>
                <a:gd name="T47" fmla="*/ 119583 h 497204"/>
                <a:gd name="T48" fmla="*/ 262585 w 496570"/>
                <a:gd name="T49" fmla="*/ 119583 h 497204"/>
                <a:gd name="T50" fmla="*/ 262585 w 496570"/>
                <a:gd name="T51" fmla="*/ 86563 h 497204"/>
                <a:gd name="T52" fmla="*/ 315175 w 496570"/>
                <a:gd name="T53" fmla="*/ 86563 h 497204"/>
                <a:gd name="T54" fmla="*/ 315175 w 496570"/>
                <a:gd name="T55" fmla="*/ 58623 h 497204"/>
                <a:gd name="T56" fmla="*/ 210007 w 496570"/>
                <a:gd name="T57" fmla="*/ 58623 h 497204"/>
                <a:gd name="T58" fmla="*/ 210007 w 496570"/>
                <a:gd name="T59" fmla="*/ 29413 h 497204"/>
                <a:gd name="T60" fmla="*/ 286080 w 496570"/>
                <a:gd name="T61" fmla="*/ 29413 h 497204"/>
                <a:gd name="T62" fmla="*/ 286080 w 496570"/>
                <a:gd name="T63" fmla="*/ 58115 h 497204"/>
                <a:gd name="T64" fmla="*/ 315175 w 496570"/>
                <a:gd name="T65" fmla="*/ 58115 h 497204"/>
                <a:gd name="T66" fmla="*/ 315175 w 496570"/>
                <a:gd name="T67" fmla="*/ 29413 h 497204"/>
                <a:gd name="T68" fmla="*/ 315175 w 496570"/>
                <a:gd name="T69" fmla="*/ 29057 h 497204"/>
                <a:gd name="T70" fmla="*/ 496087 w 496570"/>
                <a:gd name="T71" fmla="*/ 29057 h 497204"/>
                <a:gd name="T72" fmla="*/ 496087 w 496570"/>
                <a:gd name="T73" fmla="*/ 0 h 49720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96570" h="497204">
                  <a:moveTo>
                    <a:pt x="444855" y="467969"/>
                  </a:moveTo>
                  <a:lnTo>
                    <a:pt x="52298" y="467969"/>
                  </a:lnTo>
                  <a:lnTo>
                    <a:pt x="52298" y="497039"/>
                  </a:lnTo>
                  <a:lnTo>
                    <a:pt x="444855" y="497039"/>
                  </a:lnTo>
                  <a:lnTo>
                    <a:pt x="444855" y="467969"/>
                  </a:lnTo>
                  <a:close/>
                </a:path>
                <a:path w="496570" h="497204">
                  <a:moveTo>
                    <a:pt x="496087" y="0"/>
                  </a:moveTo>
                  <a:lnTo>
                    <a:pt x="0" y="0"/>
                  </a:lnTo>
                  <a:lnTo>
                    <a:pt x="0" y="29057"/>
                  </a:lnTo>
                  <a:lnTo>
                    <a:pt x="180936" y="29057"/>
                  </a:lnTo>
                  <a:lnTo>
                    <a:pt x="180936" y="29413"/>
                  </a:lnTo>
                  <a:lnTo>
                    <a:pt x="180936" y="58623"/>
                  </a:lnTo>
                  <a:lnTo>
                    <a:pt x="180936" y="86563"/>
                  </a:lnTo>
                  <a:lnTo>
                    <a:pt x="233514" y="86563"/>
                  </a:lnTo>
                  <a:lnTo>
                    <a:pt x="233514" y="119583"/>
                  </a:lnTo>
                  <a:lnTo>
                    <a:pt x="98666" y="119583"/>
                  </a:lnTo>
                  <a:lnTo>
                    <a:pt x="98666" y="148793"/>
                  </a:lnTo>
                  <a:lnTo>
                    <a:pt x="98666" y="191973"/>
                  </a:lnTo>
                  <a:lnTo>
                    <a:pt x="127736" y="191973"/>
                  </a:lnTo>
                  <a:lnTo>
                    <a:pt x="127736" y="148793"/>
                  </a:lnTo>
                  <a:lnTo>
                    <a:pt x="368376" y="148793"/>
                  </a:lnTo>
                  <a:lnTo>
                    <a:pt x="368376" y="191973"/>
                  </a:lnTo>
                  <a:lnTo>
                    <a:pt x="397446" y="191973"/>
                  </a:lnTo>
                  <a:lnTo>
                    <a:pt x="397446" y="148793"/>
                  </a:lnTo>
                  <a:lnTo>
                    <a:pt x="397446" y="119583"/>
                  </a:lnTo>
                  <a:lnTo>
                    <a:pt x="262585" y="119583"/>
                  </a:lnTo>
                  <a:lnTo>
                    <a:pt x="262585" y="86563"/>
                  </a:lnTo>
                  <a:lnTo>
                    <a:pt x="315175" y="86563"/>
                  </a:lnTo>
                  <a:lnTo>
                    <a:pt x="315175" y="58623"/>
                  </a:lnTo>
                  <a:lnTo>
                    <a:pt x="210007" y="58623"/>
                  </a:lnTo>
                  <a:lnTo>
                    <a:pt x="210007" y="29413"/>
                  </a:lnTo>
                  <a:lnTo>
                    <a:pt x="286080" y="29413"/>
                  </a:lnTo>
                  <a:lnTo>
                    <a:pt x="286080" y="58115"/>
                  </a:lnTo>
                  <a:lnTo>
                    <a:pt x="315175" y="58115"/>
                  </a:lnTo>
                  <a:lnTo>
                    <a:pt x="315175" y="29413"/>
                  </a:lnTo>
                  <a:lnTo>
                    <a:pt x="315175" y="29057"/>
                  </a:lnTo>
                  <a:lnTo>
                    <a:pt x="496087" y="29057"/>
                  </a:lnTo>
                  <a:lnTo>
                    <a:pt x="4960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4" name="object 20">
              <a:extLst>
                <a:ext uri="{FF2B5EF4-FFF2-40B4-BE49-F238E27FC236}">
                  <a16:creationId xmlns="" xmlns:a16="http://schemas.microsoft.com/office/drawing/2014/main" id="{5836CFA5-8C24-4E3E-ACA8-20E1AF3BC5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3228" y="5501335"/>
              <a:ext cx="203212" cy="20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5" name="object 21">
              <a:extLst>
                <a:ext uri="{FF2B5EF4-FFF2-40B4-BE49-F238E27FC236}">
                  <a16:creationId xmlns="" xmlns:a16="http://schemas.microsoft.com/office/drawing/2014/main" id="{4AC8EF7D-9128-43F8-A743-CEE70E45EB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9433" y="5076520"/>
              <a:ext cx="876312" cy="8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6" name="object 22">
              <a:extLst>
                <a:ext uri="{FF2B5EF4-FFF2-40B4-BE49-F238E27FC236}">
                  <a16:creationId xmlns="" xmlns:a16="http://schemas.microsoft.com/office/drawing/2014/main" id="{5393DB70-12D3-4746-86F3-B4649E44F1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550" y="5076520"/>
              <a:ext cx="876325" cy="8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7" name="object 23">
              <a:extLst>
                <a:ext uri="{FF2B5EF4-FFF2-40B4-BE49-F238E27FC236}">
                  <a16:creationId xmlns="" xmlns:a16="http://schemas.microsoft.com/office/drawing/2014/main" id="{BCC6A12D-1FC7-44C3-9292-2BF8DBF1A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646" y="5216401"/>
              <a:ext cx="582295" cy="582295"/>
            </a:xfrm>
            <a:custGeom>
              <a:avLst/>
              <a:gdLst>
                <a:gd name="T0" fmla="*/ 233119 w 582295"/>
                <a:gd name="T1" fmla="*/ 5745 h 582295"/>
                <a:gd name="T2" fmla="*/ 128519 w 582295"/>
                <a:gd name="T3" fmla="*/ 49526 h 582295"/>
                <a:gd name="T4" fmla="*/ 49539 w 582295"/>
                <a:gd name="T5" fmla="*/ 128511 h 582295"/>
                <a:gd name="T6" fmla="*/ 5746 w 582295"/>
                <a:gd name="T7" fmla="*/ 233106 h 582295"/>
                <a:gd name="T8" fmla="*/ 1439 w 582295"/>
                <a:gd name="T9" fmla="*/ 320247 h 582295"/>
                <a:gd name="T10" fmla="*/ 35053 w 582295"/>
                <a:gd name="T11" fmla="*/ 429633 h 582295"/>
                <a:gd name="T12" fmla="*/ 106095 w 582295"/>
                <a:gd name="T13" fmla="*/ 515773 h 582295"/>
                <a:gd name="T14" fmla="*/ 205067 w 582295"/>
                <a:gd name="T15" fmla="*/ 569157 h 582295"/>
                <a:gd name="T16" fmla="*/ 291033 w 582295"/>
                <a:gd name="T17" fmla="*/ 582053 h 582295"/>
                <a:gd name="T18" fmla="*/ 348946 w 582295"/>
                <a:gd name="T19" fmla="*/ 576308 h 582295"/>
                <a:gd name="T20" fmla="*/ 404317 w 582295"/>
                <a:gd name="T21" fmla="*/ 559181 h 582295"/>
                <a:gd name="T22" fmla="*/ 291033 w 582295"/>
                <a:gd name="T23" fmla="*/ 547954 h 582295"/>
                <a:gd name="T24" fmla="*/ 201475 w 582295"/>
                <a:gd name="T25" fmla="*/ 531853 h 582295"/>
                <a:gd name="T26" fmla="*/ 125594 w 582295"/>
                <a:gd name="T27" fmla="*/ 487450 h 582295"/>
                <a:gd name="T28" fmla="*/ 69239 w 582295"/>
                <a:gd name="T29" fmla="*/ 420596 h 582295"/>
                <a:gd name="T30" fmla="*/ 38258 w 582295"/>
                <a:gd name="T31" fmla="*/ 337143 h 582295"/>
                <a:gd name="T32" fmla="*/ 38258 w 582295"/>
                <a:gd name="T33" fmla="*/ 244897 h 582295"/>
                <a:gd name="T34" fmla="*/ 69239 w 582295"/>
                <a:gd name="T35" fmla="*/ 161447 h 582295"/>
                <a:gd name="T36" fmla="*/ 125594 w 582295"/>
                <a:gd name="T37" fmla="*/ 94598 h 582295"/>
                <a:gd name="T38" fmla="*/ 201475 w 582295"/>
                <a:gd name="T39" fmla="*/ 50199 h 582295"/>
                <a:gd name="T40" fmla="*/ 291033 w 582295"/>
                <a:gd name="T41" fmla="*/ 34099 h 582295"/>
                <a:gd name="T42" fmla="*/ 404317 w 582295"/>
                <a:gd name="T43" fmla="*/ 22872 h 582295"/>
                <a:gd name="T44" fmla="*/ 348946 w 582295"/>
                <a:gd name="T45" fmla="*/ 5745 h 582295"/>
                <a:gd name="T46" fmla="*/ 291033 w 582295"/>
                <a:gd name="T47" fmla="*/ 0 h 582295"/>
                <a:gd name="T48" fmla="*/ 291033 w 582295"/>
                <a:gd name="T49" fmla="*/ 34099 h 582295"/>
                <a:gd name="T50" fmla="*/ 380590 w 582295"/>
                <a:gd name="T51" fmla="*/ 50199 h 582295"/>
                <a:gd name="T52" fmla="*/ 456471 w 582295"/>
                <a:gd name="T53" fmla="*/ 94598 h 582295"/>
                <a:gd name="T54" fmla="*/ 512826 w 582295"/>
                <a:gd name="T55" fmla="*/ 161447 h 582295"/>
                <a:gd name="T56" fmla="*/ 543807 w 582295"/>
                <a:gd name="T57" fmla="*/ 244897 h 582295"/>
                <a:gd name="T58" fmla="*/ 543807 w 582295"/>
                <a:gd name="T59" fmla="*/ 337143 h 582295"/>
                <a:gd name="T60" fmla="*/ 512826 w 582295"/>
                <a:gd name="T61" fmla="*/ 420596 h 582295"/>
                <a:gd name="T62" fmla="*/ 456471 w 582295"/>
                <a:gd name="T63" fmla="*/ 487450 h 582295"/>
                <a:gd name="T64" fmla="*/ 380590 w 582295"/>
                <a:gd name="T65" fmla="*/ 531853 h 582295"/>
                <a:gd name="T66" fmla="*/ 291033 w 582295"/>
                <a:gd name="T67" fmla="*/ 547954 h 582295"/>
                <a:gd name="T68" fmla="*/ 475970 w 582295"/>
                <a:gd name="T69" fmla="*/ 515773 h 582295"/>
                <a:gd name="T70" fmla="*/ 547012 w 582295"/>
                <a:gd name="T71" fmla="*/ 429633 h 582295"/>
                <a:gd name="T72" fmla="*/ 580626 w 582295"/>
                <a:gd name="T73" fmla="*/ 320247 h 582295"/>
                <a:gd name="T74" fmla="*/ 580626 w 582295"/>
                <a:gd name="T75" fmla="*/ 261795 h 582295"/>
                <a:gd name="T76" fmla="*/ 547012 w 582295"/>
                <a:gd name="T77" fmla="*/ 152420 h 582295"/>
                <a:gd name="T78" fmla="*/ 475970 w 582295"/>
                <a:gd name="T79" fmla="*/ 66274 h 582295"/>
                <a:gd name="T80" fmla="*/ 427675 w 582295"/>
                <a:gd name="T81" fmla="*/ 34099 h 58229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582295" h="582295">
                  <a:moveTo>
                    <a:pt x="291033" y="0"/>
                  </a:moveTo>
                  <a:lnTo>
                    <a:pt x="233119" y="5745"/>
                  </a:lnTo>
                  <a:lnTo>
                    <a:pt x="177749" y="22872"/>
                  </a:lnTo>
                  <a:lnTo>
                    <a:pt x="128519" y="49526"/>
                  </a:lnTo>
                  <a:lnTo>
                    <a:pt x="85242" y="85229"/>
                  </a:lnTo>
                  <a:lnTo>
                    <a:pt x="49539" y="128511"/>
                  </a:lnTo>
                  <a:lnTo>
                    <a:pt x="22885" y="177736"/>
                  </a:lnTo>
                  <a:lnTo>
                    <a:pt x="5746" y="233106"/>
                  </a:lnTo>
                  <a:lnTo>
                    <a:pt x="0" y="291020"/>
                  </a:lnTo>
                  <a:lnTo>
                    <a:pt x="1439" y="320247"/>
                  </a:lnTo>
                  <a:lnTo>
                    <a:pt x="12901" y="376997"/>
                  </a:lnTo>
                  <a:lnTo>
                    <a:pt x="35053" y="429633"/>
                  </a:lnTo>
                  <a:lnTo>
                    <a:pt x="66287" y="475960"/>
                  </a:lnTo>
                  <a:lnTo>
                    <a:pt x="106095" y="515773"/>
                  </a:lnTo>
                  <a:lnTo>
                    <a:pt x="152431" y="547012"/>
                  </a:lnTo>
                  <a:lnTo>
                    <a:pt x="205067" y="569157"/>
                  </a:lnTo>
                  <a:lnTo>
                    <a:pt x="261807" y="580614"/>
                  </a:lnTo>
                  <a:lnTo>
                    <a:pt x="291033" y="582053"/>
                  </a:lnTo>
                  <a:lnTo>
                    <a:pt x="320258" y="580614"/>
                  </a:lnTo>
                  <a:lnTo>
                    <a:pt x="348946" y="576308"/>
                  </a:lnTo>
                  <a:lnTo>
                    <a:pt x="376999" y="569157"/>
                  </a:lnTo>
                  <a:lnTo>
                    <a:pt x="404317" y="559181"/>
                  </a:lnTo>
                  <a:lnTo>
                    <a:pt x="427675" y="547954"/>
                  </a:lnTo>
                  <a:lnTo>
                    <a:pt x="291033" y="547954"/>
                  </a:lnTo>
                  <a:lnTo>
                    <a:pt x="244910" y="543807"/>
                  </a:lnTo>
                  <a:lnTo>
                    <a:pt x="201475" y="531853"/>
                  </a:lnTo>
                  <a:lnTo>
                    <a:pt x="161460" y="512823"/>
                  </a:lnTo>
                  <a:lnTo>
                    <a:pt x="125594" y="487450"/>
                  </a:lnTo>
                  <a:lnTo>
                    <a:pt x="94610" y="456464"/>
                  </a:lnTo>
                  <a:lnTo>
                    <a:pt x="69239" y="420596"/>
                  </a:lnTo>
                  <a:lnTo>
                    <a:pt x="50211" y="380579"/>
                  </a:lnTo>
                  <a:lnTo>
                    <a:pt x="38258" y="337143"/>
                  </a:lnTo>
                  <a:lnTo>
                    <a:pt x="34112" y="291020"/>
                  </a:lnTo>
                  <a:lnTo>
                    <a:pt x="38258" y="244897"/>
                  </a:lnTo>
                  <a:lnTo>
                    <a:pt x="50211" y="201463"/>
                  </a:lnTo>
                  <a:lnTo>
                    <a:pt x="69239" y="161447"/>
                  </a:lnTo>
                  <a:lnTo>
                    <a:pt x="94610" y="125582"/>
                  </a:lnTo>
                  <a:lnTo>
                    <a:pt x="125594" y="94598"/>
                  </a:lnTo>
                  <a:lnTo>
                    <a:pt x="161460" y="69226"/>
                  </a:lnTo>
                  <a:lnTo>
                    <a:pt x="201475" y="50199"/>
                  </a:lnTo>
                  <a:lnTo>
                    <a:pt x="244910" y="38246"/>
                  </a:lnTo>
                  <a:lnTo>
                    <a:pt x="291033" y="34099"/>
                  </a:lnTo>
                  <a:lnTo>
                    <a:pt x="427675" y="34099"/>
                  </a:lnTo>
                  <a:lnTo>
                    <a:pt x="404317" y="22872"/>
                  </a:lnTo>
                  <a:lnTo>
                    <a:pt x="376999" y="12896"/>
                  </a:lnTo>
                  <a:lnTo>
                    <a:pt x="348946" y="5745"/>
                  </a:lnTo>
                  <a:lnTo>
                    <a:pt x="320258" y="1439"/>
                  </a:lnTo>
                  <a:lnTo>
                    <a:pt x="291033" y="0"/>
                  </a:lnTo>
                  <a:close/>
                </a:path>
                <a:path w="582295" h="582295">
                  <a:moveTo>
                    <a:pt x="427675" y="34099"/>
                  </a:moveTo>
                  <a:lnTo>
                    <a:pt x="291033" y="34099"/>
                  </a:lnTo>
                  <a:lnTo>
                    <a:pt x="337155" y="38246"/>
                  </a:lnTo>
                  <a:lnTo>
                    <a:pt x="380590" y="50199"/>
                  </a:lnTo>
                  <a:lnTo>
                    <a:pt x="420606" y="69226"/>
                  </a:lnTo>
                  <a:lnTo>
                    <a:pt x="456471" y="94598"/>
                  </a:lnTo>
                  <a:lnTo>
                    <a:pt x="487455" y="125582"/>
                  </a:lnTo>
                  <a:lnTo>
                    <a:pt x="512826" y="161447"/>
                  </a:lnTo>
                  <a:lnTo>
                    <a:pt x="531854" y="201463"/>
                  </a:lnTo>
                  <a:lnTo>
                    <a:pt x="543807" y="244897"/>
                  </a:lnTo>
                  <a:lnTo>
                    <a:pt x="547954" y="291020"/>
                  </a:lnTo>
                  <a:lnTo>
                    <a:pt x="543807" y="337143"/>
                  </a:lnTo>
                  <a:lnTo>
                    <a:pt x="531854" y="380579"/>
                  </a:lnTo>
                  <a:lnTo>
                    <a:pt x="512826" y="420596"/>
                  </a:lnTo>
                  <a:lnTo>
                    <a:pt x="487455" y="456464"/>
                  </a:lnTo>
                  <a:lnTo>
                    <a:pt x="456471" y="487450"/>
                  </a:lnTo>
                  <a:lnTo>
                    <a:pt x="420606" y="512823"/>
                  </a:lnTo>
                  <a:lnTo>
                    <a:pt x="380590" y="531853"/>
                  </a:lnTo>
                  <a:lnTo>
                    <a:pt x="337155" y="543807"/>
                  </a:lnTo>
                  <a:lnTo>
                    <a:pt x="291033" y="547954"/>
                  </a:lnTo>
                  <a:lnTo>
                    <a:pt x="427675" y="547954"/>
                  </a:lnTo>
                  <a:lnTo>
                    <a:pt x="475970" y="515773"/>
                  </a:lnTo>
                  <a:lnTo>
                    <a:pt x="515779" y="475960"/>
                  </a:lnTo>
                  <a:lnTo>
                    <a:pt x="547012" y="429633"/>
                  </a:lnTo>
                  <a:lnTo>
                    <a:pt x="569164" y="376997"/>
                  </a:lnTo>
                  <a:lnTo>
                    <a:pt x="580626" y="320247"/>
                  </a:lnTo>
                  <a:lnTo>
                    <a:pt x="582066" y="291020"/>
                  </a:lnTo>
                  <a:lnTo>
                    <a:pt x="580626" y="261795"/>
                  </a:lnTo>
                  <a:lnTo>
                    <a:pt x="569164" y="205054"/>
                  </a:lnTo>
                  <a:lnTo>
                    <a:pt x="547012" y="152420"/>
                  </a:lnTo>
                  <a:lnTo>
                    <a:pt x="515779" y="106088"/>
                  </a:lnTo>
                  <a:lnTo>
                    <a:pt x="475970" y="66274"/>
                  </a:lnTo>
                  <a:lnTo>
                    <a:pt x="429635" y="35041"/>
                  </a:lnTo>
                  <a:lnTo>
                    <a:pt x="427675" y="340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8" name="object 24">
              <a:extLst>
                <a:ext uri="{FF2B5EF4-FFF2-40B4-BE49-F238E27FC236}">
                  <a16:creationId xmlns="" xmlns:a16="http://schemas.microsoft.com/office/drawing/2014/main" id="{593EF168-4FD6-4738-BD43-3A1BF98CC6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0987" y="5388199"/>
              <a:ext cx="219837" cy="218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9" name="object 25">
              <a:extLst>
                <a:ext uri="{FF2B5EF4-FFF2-40B4-BE49-F238E27FC236}">
                  <a16:creationId xmlns="" xmlns:a16="http://schemas.microsoft.com/office/drawing/2014/main" id="{38D06285-DCC4-4416-9810-A18AFF3DF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733" y="5295930"/>
              <a:ext cx="314325" cy="416559"/>
            </a:xfrm>
            <a:custGeom>
              <a:avLst/>
              <a:gdLst>
                <a:gd name="T0" fmla="*/ 156946 w 314325"/>
                <a:gd name="T1" fmla="*/ 0 h 416560"/>
                <a:gd name="T2" fmla="*/ 121878 w 314325"/>
                <a:gd name="T3" fmla="*/ 36098 h 416560"/>
                <a:gd name="T4" fmla="*/ 73367 w 314325"/>
                <a:gd name="T5" fmla="*/ 94678 h 416560"/>
                <a:gd name="T6" fmla="*/ 41367 w 314325"/>
                <a:gd name="T7" fmla="*/ 141515 h 416560"/>
                <a:gd name="T8" fmla="*/ 18429 w 314325"/>
                <a:gd name="T9" fmla="*/ 184640 h 416560"/>
                <a:gd name="T10" fmla="*/ 4618 w 314325"/>
                <a:gd name="T11" fmla="*/ 223903 h 416560"/>
                <a:gd name="T12" fmla="*/ 0 w 314325"/>
                <a:gd name="T13" fmla="*/ 259174 h 416560"/>
                <a:gd name="T14" fmla="*/ 8014 w 314325"/>
                <a:gd name="T15" fmla="*/ 308727 h 416560"/>
                <a:gd name="T16" fmla="*/ 30322 w 314325"/>
                <a:gd name="T17" fmla="*/ 351804 h 416560"/>
                <a:gd name="T18" fmla="*/ 64317 w 314325"/>
                <a:gd name="T19" fmla="*/ 385798 h 416560"/>
                <a:gd name="T20" fmla="*/ 107393 w 314325"/>
                <a:gd name="T21" fmla="*/ 408106 h 416560"/>
                <a:gd name="T22" fmla="*/ 156946 w 314325"/>
                <a:gd name="T23" fmla="*/ 416121 h 416560"/>
                <a:gd name="T24" fmla="*/ 206499 w 314325"/>
                <a:gd name="T25" fmla="*/ 408106 h 416560"/>
                <a:gd name="T26" fmla="*/ 249576 w 314325"/>
                <a:gd name="T27" fmla="*/ 385798 h 416560"/>
                <a:gd name="T28" fmla="*/ 253353 w 314325"/>
                <a:gd name="T29" fmla="*/ 382021 h 416560"/>
                <a:gd name="T30" fmla="*/ 156946 w 314325"/>
                <a:gd name="T31" fmla="*/ 382021 h 416560"/>
                <a:gd name="T32" fmla="*/ 109180 w 314325"/>
                <a:gd name="T33" fmla="*/ 372353 h 416560"/>
                <a:gd name="T34" fmla="*/ 70130 w 314325"/>
                <a:gd name="T35" fmla="*/ 346001 h 416560"/>
                <a:gd name="T36" fmla="*/ 43780 w 314325"/>
                <a:gd name="T37" fmla="*/ 306948 h 416560"/>
                <a:gd name="T38" fmla="*/ 34112 w 314325"/>
                <a:gd name="T39" fmla="*/ 259174 h 416560"/>
                <a:gd name="T40" fmla="*/ 43719 w 314325"/>
                <a:gd name="T41" fmla="*/ 212458 h 416560"/>
                <a:gd name="T42" fmla="*/ 67847 w 314325"/>
                <a:gd name="T43" fmla="*/ 163420 h 416560"/>
                <a:gd name="T44" fmla="*/ 99455 w 314325"/>
                <a:gd name="T45" fmla="*/ 116660 h 416560"/>
                <a:gd name="T46" fmla="*/ 131501 w 314325"/>
                <a:gd name="T47" fmla="*/ 76799 h 416560"/>
                <a:gd name="T48" fmla="*/ 156946 w 314325"/>
                <a:gd name="T49" fmla="*/ 48450 h 416560"/>
                <a:gd name="T50" fmla="*/ 202778 w 314325"/>
                <a:gd name="T51" fmla="*/ 48450 h 416560"/>
                <a:gd name="T52" fmla="*/ 192014 w 314325"/>
                <a:gd name="T53" fmla="*/ 36098 h 416560"/>
                <a:gd name="T54" fmla="*/ 175742 w 314325"/>
                <a:gd name="T55" fmla="*/ 18699 h 416560"/>
                <a:gd name="T56" fmla="*/ 168897 w 314325"/>
                <a:gd name="T57" fmla="*/ 11760 h 416560"/>
                <a:gd name="T58" fmla="*/ 156946 w 314325"/>
                <a:gd name="T59" fmla="*/ 0 h 416560"/>
                <a:gd name="T60" fmla="*/ 202778 w 314325"/>
                <a:gd name="T61" fmla="*/ 48450 h 416560"/>
                <a:gd name="T62" fmla="*/ 156946 w 314325"/>
                <a:gd name="T63" fmla="*/ 48450 h 416560"/>
                <a:gd name="T64" fmla="*/ 182391 w 314325"/>
                <a:gd name="T65" fmla="*/ 76799 h 416560"/>
                <a:gd name="T66" fmla="*/ 214437 w 314325"/>
                <a:gd name="T67" fmla="*/ 116660 h 416560"/>
                <a:gd name="T68" fmla="*/ 246045 w 314325"/>
                <a:gd name="T69" fmla="*/ 163420 h 416560"/>
                <a:gd name="T70" fmla="*/ 270173 w 314325"/>
                <a:gd name="T71" fmla="*/ 212458 h 416560"/>
                <a:gd name="T72" fmla="*/ 279781 w 314325"/>
                <a:gd name="T73" fmla="*/ 259174 h 416560"/>
                <a:gd name="T74" fmla="*/ 270112 w 314325"/>
                <a:gd name="T75" fmla="*/ 306948 h 416560"/>
                <a:gd name="T76" fmla="*/ 243762 w 314325"/>
                <a:gd name="T77" fmla="*/ 346001 h 416560"/>
                <a:gd name="T78" fmla="*/ 204712 w 314325"/>
                <a:gd name="T79" fmla="*/ 372353 h 416560"/>
                <a:gd name="T80" fmla="*/ 156946 w 314325"/>
                <a:gd name="T81" fmla="*/ 382021 h 416560"/>
                <a:gd name="T82" fmla="*/ 253353 w 314325"/>
                <a:gd name="T83" fmla="*/ 382021 h 416560"/>
                <a:gd name="T84" fmla="*/ 283570 w 314325"/>
                <a:gd name="T85" fmla="*/ 351804 h 416560"/>
                <a:gd name="T86" fmla="*/ 305878 w 314325"/>
                <a:gd name="T87" fmla="*/ 308727 h 416560"/>
                <a:gd name="T88" fmla="*/ 313893 w 314325"/>
                <a:gd name="T89" fmla="*/ 259174 h 416560"/>
                <a:gd name="T90" fmla="*/ 309274 w 314325"/>
                <a:gd name="T91" fmla="*/ 223903 h 416560"/>
                <a:gd name="T92" fmla="*/ 295463 w 314325"/>
                <a:gd name="T93" fmla="*/ 184640 h 416560"/>
                <a:gd name="T94" fmla="*/ 272525 w 314325"/>
                <a:gd name="T95" fmla="*/ 141515 h 416560"/>
                <a:gd name="T96" fmla="*/ 240525 w 314325"/>
                <a:gd name="T97" fmla="*/ 94678 h 416560"/>
                <a:gd name="T98" fmla="*/ 214635 w 314325"/>
                <a:gd name="T99" fmla="*/ 62057 h 416560"/>
                <a:gd name="T100" fmla="*/ 202778 w 314325"/>
                <a:gd name="T101" fmla="*/ 48450 h 41656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14325" h="416560">
                  <a:moveTo>
                    <a:pt x="156946" y="0"/>
                  </a:moveTo>
                  <a:lnTo>
                    <a:pt x="121878" y="36098"/>
                  </a:lnTo>
                  <a:lnTo>
                    <a:pt x="73367" y="94678"/>
                  </a:lnTo>
                  <a:lnTo>
                    <a:pt x="41367" y="141515"/>
                  </a:lnTo>
                  <a:lnTo>
                    <a:pt x="18429" y="184640"/>
                  </a:lnTo>
                  <a:lnTo>
                    <a:pt x="4618" y="223910"/>
                  </a:lnTo>
                  <a:lnTo>
                    <a:pt x="0" y="259181"/>
                  </a:lnTo>
                  <a:lnTo>
                    <a:pt x="8014" y="308734"/>
                  </a:lnTo>
                  <a:lnTo>
                    <a:pt x="30322" y="351811"/>
                  </a:lnTo>
                  <a:lnTo>
                    <a:pt x="64317" y="385805"/>
                  </a:lnTo>
                  <a:lnTo>
                    <a:pt x="107393" y="408113"/>
                  </a:lnTo>
                  <a:lnTo>
                    <a:pt x="156946" y="416128"/>
                  </a:lnTo>
                  <a:lnTo>
                    <a:pt x="206499" y="408113"/>
                  </a:lnTo>
                  <a:lnTo>
                    <a:pt x="249576" y="385805"/>
                  </a:lnTo>
                  <a:lnTo>
                    <a:pt x="253353" y="382028"/>
                  </a:lnTo>
                  <a:lnTo>
                    <a:pt x="156946" y="382028"/>
                  </a:lnTo>
                  <a:lnTo>
                    <a:pt x="109180" y="372360"/>
                  </a:lnTo>
                  <a:lnTo>
                    <a:pt x="70130" y="346008"/>
                  </a:lnTo>
                  <a:lnTo>
                    <a:pt x="43780" y="306955"/>
                  </a:lnTo>
                  <a:lnTo>
                    <a:pt x="34112" y="259181"/>
                  </a:lnTo>
                  <a:lnTo>
                    <a:pt x="43719" y="212465"/>
                  </a:lnTo>
                  <a:lnTo>
                    <a:pt x="67847" y="163420"/>
                  </a:lnTo>
                  <a:lnTo>
                    <a:pt x="99455" y="116660"/>
                  </a:lnTo>
                  <a:lnTo>
                    <a:pt x="131501" y="76799"/>
                  </a:lnTo>
                  <a:lnTo>
                    <a:pt x="156946" y="48450"/>
                  </a:lnTo>
                  <a:lnTo>
                    <a:pt x="202778" y="48450"/>
                  </a:lnTo>
                  <a:lnTo>
                    <a:pt x="192014" y="36098"/>
                  </a:lnTo>
                  <a:lnTo>
                    <a:pt x="175742" y="18699"/>
                  </a:lnTo>
                  <a:lnTo>
                    <a:pt x="168897" y="11760"/>
                  </a:lnTo>
                  <a:lnTo>
                    <a:pt x="156946" y="0"/>
                  </a:lnTo>
                  <a:close/>
                </a:path>
                <a:path w="314325" h="416560">
                  <a:moveTo>
                    <a:pt x="202778" y="48450"/>
                  </a:moveTo>
                  <a:lnTo>
                    <a:pt x="156946" y="48450"/>
                  </a:lnTo>
                  <a:lnTo>
                    <a:pt x="182391" y="76799"/>
                  </a:lnTo>
                  <a:lnTo>
                    <a:pt x="214437" y="116660"/>
                  </a:lnTo>
                  <a:lnTo>
                    <a:pt x="246045" y="163420"/>
                  </a:lnTo>
                  <a:lnTo>
                    <a:pt x="270173" y="212465"/>
                  </a:lnTo>
                  <a:lnTo>
                    <a:pt x="279781" y="259181"/>
                  </a:lnTo>
                  <a:lnTo>
                    <a:pt x="270112" y="306955"/>
                  </a:lnTo>
                  <a:lnTo>
                    <a:pt x="243762" y="346008"/>
                  </a:lnTo>
                  <a:lnTo>
                    <a:pt x="204712" y="372360"/>
                  </a:lnTo>
                  <a:lnTo>
                    <a:pt x="156946" y="382028"/>
                  </a:lnTo>
                  <a:lnTo>
                    <a:pt x="253353" y="382028"/>
                  </a:lnTo>
                  <a:lnTo>
                    <a:pt x="283570" y="351811"/>
                  </a:lnTo>
                  <a:lnTo>
                    <a:pt x="305878" y="308734"/>
                  </a:lnTo>
                  <a:lnTo>
                    <a:pt x="313893" y="259181"/>
                  </a:lnTo>
                  <a:lnTo>
                    <a:pt x="309274" y="223910"/>
                  </a:lnTo>
                  <a:lnTo>
                    <a:pt x="295463" y="184640"/>
                  </a:lnTo>
                  <a:lnTo>
                    <a:pt x="272525" y="141515"/>
                  </a:lnTo>
                  <a:lnTo>
                    <a:pt x="240525" y="94678"/>
                  </a:lnTo>
                  <a:lnTo>
                    <a:pt x="214635" y="62057"/>
                  </a:lnTo>
                  <a:lnTo>
                    <a:pt x="202778" y="484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0" name="object 26">
              <a:extLst>
                <a:ext uri="{FF2B5EF4-FFF2-40B4-BE49-F238E27FC236}">
                  <a16:creationId xmlns="" xmlns:a16="http://schemas.microsoft.com/office/drawing/2014/main" id="{AC50AAF7-4F1C-4E39-8766-ECEE353B7D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1795" y="5588311"/>
              <a:ext cx="113284" cy="9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1" name="object 27">
              <a:extLst>
                <a:ext uri="{FF2B5EF4-FFF2-40B4-BE49-F238E27FC236}">
                  <a16:creationId xmlns="" xmlns:a16="http://schemas.microsoft.com/office/drawing/2014/main" id="{B4D23302-2B73-43A4-8016-0C28B120C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89" y="5242619"/>
              <a:ext cx="514350" cy="509270"/>
            </a:xfrm>
            <a:custGeom>
              <a:avLst/>
              <a:gdLst>
                <a:gd name="T0" fmla="*/ 295299 w 514350"/>
                <a:gd name="T1" fmla="*/ 460728 h 509270"/>
                <a:gd name="T2" fmla="*/ 392747 w 514350"/>
                <a:gd name="T3" fmla="*/ 509269 h 509270"/>
                <a:gd name="T4" fmla="*/ 472483 w 514350"/>
                <a:gd name="T5" fmla="*/ 478713 h 509270"/>
                <a:gd name="T6" fmla="*/ 327958 w 514350"/>
                <a:gd name="T7" fmla="*/ 451834 h 509270"/>
                <a:gd name="T8" fmla="*/ 240042 w 514350"/>
                <a:gd name="T9" fmla="*/ 61086 h 509270"/>
                <a:gd name="T10" fmla="*/ 119327 w 514350"/>
                <a:gd name="T11" fmla="*/ 137612 h 509270"/>
                <a:gd name="T12" fmla="*/ 71907 w 514350"/>
                <a:gd name="T13" fmla="*/ 272440 h 509270"/>
                <a:gd name="T14" fmla="*/ 21602 w 514350"/>
                <a:gd name="T15" fmla="*/ 504799 h 509270"/>
                <a:gd name="T16" fmla="*/ 243773 w 514350"/>
                <a:gd name="T17" fmla="*/ 432580 h 509270"/>
                <a:gd name="T18" fmla="*/ 277281 w 514350"/>
                <a:gd name="T19" fmla="*/ 428182 h 509270"/>
                <a:gd name="T20" fmla="*/ 304171 w 514350"/>
                <a:gd name="T21" fmla="*/ 402323 h 509270"/>
                <a:gd name="T22" fmla="*/ 102463 w 514350"/>
                <a:gd name="T23" fmla="*/ 380720 h 509270"/>
                <a:gd name="T24" fmla="*/ 123028 w 514350"/>
                <a:gd name="T25" fmla="*/ 186893 h 509270"/>
                <a:gd name="T26" fmla="*/ 209410 w 514350"/>
                <a:gd name="T27" fmla="*/ 121767 h 509270"/>
                <a:gd name="T28" fmla="*/ 270522 w 514350"/>
                <a:gd name="T29" fmla="*/ 85420 h 509270"/>
                <a:gd name="T30" fmla="*/ 362191 w 514350"/>
                <a:gd name="T31" fmla="*/ 64261 h 509270"/>
                <a:gd name="T32" fmla="*/ 464032 w 514350"/>
                <a:gd name="T33" fmla="*/ 40766 h 509270"/>
                <a:gd name="T34" fmla="*/ 474135 w 514350"/>
                <a:gd name="T35" fmla="*/ 295976 h 509270"/>
                <a:gd name="T36" fmla="*/ 454478 w 514350"/>
                <a:gd name="T37" fmla="*/ 318747 h 509270"/>
                <a:gd name="T38" fmla="*/ 477200 w 514350"/>
                <a:gd name="T39" fmla="*/ 422692 h 509270"/>
                <a:gd name="T40" fmla="*/ 392747 w 514350"/>
                <a:gd name="T41" fmla="*/ 478713 h 509270"/>
                <a:gd name="T42" fmla="*/ 507280 w 514350"/>
                <a:gd name="T43" fmla="*/ 428182 h 509270"/>
                <a:gd name="T44" fmla="*/ 498885 w 514350"/>
                <a:gd name="T45" fmla="*/ 325932 h 509270"/>
                <a:gd name="T46" fmla="*/ 474135 w 514350"/>
                <a:gd name="T47" fmla="*/ 295976 h 509270"/>
                <a:gd name="T48" fmla="*/ 278785 w 514350"/>
                <a:gd name="T49" fmla="*/ 342859 h 509270"/>
                <a:gd name="T50" fmla="*/ 270879 w 514350"/>
                <a:gd name="T51" fmla="*/ 387045 h 509270"/>
                <a:gd name="T52" fmla="*/ 261478 w 514350"/>
                <a:gd name="T53" fmla="*/ 400040 h 509270"/>
                <a:gd name="T54" fmla="*/ 232346 w 514350"/>
                <a:gd name="T55" fmla="*/ 402323 h 509270"/>
                <a:gd name="T56" fmla="*/ 310090 w 514350"/>
                <a:gd name="T57" fmla="*/ 347205 h 509270"/>
                <a:gd name="T58" fmla="*/ 178854 w 514350"/>
                <a:gd name="T59" fmla="*/ 121767 h 509270"/>
                <a:gd name="T60" fmla="*/ 145678 w 514350"/>
                <a:gd name="T61" fmla="*/ 380720 h 509270"/>
                <a:gd name="T62" fmla="*/ 331018 w 514350"/>
                <a:gd name="T63" fmla="*/ 318747 h 509270"/>
                <a:gd name="T64" fmla="*/ 474135 w 514350"/>
                <a:gd name="T65" fmla="*/ 295976 h 509270"/>
                <a:gd name="T66" fmla="*/ 252615 w 514350"/>
                <a:gd name="T67" fmla="*/ 273773 h 509270"/>
                <a:gd name="T68" fmla="*/ 385149 w 514350"/>
                <a:gd name="T69" fmla="*/ 265054 h 509270"/>
                <a:gd name="T70" fmla="*/ 312000 w 514350"/>
                <a:gd name="T71" fmla="*/ 295376 h 509270"/>
                <a:gd name="T72" fmla="*/ 442378 w 514350"/>
                <a:gd name="T73" fmla="*/ 270116 h 509270"/>
                <a:gd name="T74" fmla="*/ 385149 w 514350"/>
                <a:gd name="T75" fmla="*/ 265054 h 509270"/>
                <a:gd name="T76" fmla="*/ 270522 w 514350"/>
                <a:gd name="T77" fmla="*/ 212661 h 509270"/>
                <a:gd name="T78" fmla="*/ 292125 w 514350"/>
                <a:gd name="T79" fmla="*/ 234264 h 509270"/>
                <a:gd name="T80" fmla="*/ 322681 w 514350"/>
                <a:gd name="T81" fmla="*/ 203707 h 509270"/>
                <a:gd name="T82" fmla="*/ 301078 w 514350"/>
                <a:gd name="T83" fmla="*/ 85420 h 509270"/>
                <a:gd name="T84" fmla="*/ 416299 w 514350"/>
                <a:gd name="T85" fmla="*/ 247552 h 509270"/>
                <a:gd name="T86" fmla="*/ 411746 w 514350"/>
                <a:gd name="T87" fmla="*/ 266306 h 509270"/>
                <a:gd name="T88" fmla="*/ 450753 w 514350"/>
                <a:gd name="T89" fmla="*/ 234264 h 509270"/>
                <a:gd name="T90" fmla="*/ 426427 w 514350"/>
                <a:gd name="T91" fmla="*/ 203707 h 509270"/>
                <a:gd name="T92" fmla="*/ 392747 w 514350"/>
                <a:gd name="T93" fmla="*/ 64261 h 509270"/>
                <a:gd name="T94" fmla="*/ 301078 w 514350"/>
                <a:gd name="T95" fmla="*/ 182105 h 509270"/>
                <a:gd name="T96" fmla="*/ 471878 w 514350"/>
                <a:gd name="T97" fmla="*/ 142595 h 509270"/>
                <a:gd name="T98" fmla="*/ 392747 w 514350"/>
                <a:gd name="T99" fmla="*/ 64261 h 509270"/>
                <a:gd name="T100" fmla="*/ 447586 w 514350"/>
                <a:gd name="T101" fmla="*/ 112039 h 50927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514350" h="509270">
                  <a:moveTo>
                    <a:pt x="311998" y="428182"/>
                  </a:moveTo>
                  <a:lnTo>
                    <a:pt x="277670" y="428182"/>
                  </a:lnTo>
                  <a:lnTo>
                    <a:pt x="295299" y="460728"/>
                  </a:lnTo>
                  <a:lnTo>
                    <a:pt x="321656" y="486409"/>
                  </a:lnTo>
                  <a:lnTo>
                    <a:pt x="354780" y="503233"/>
                  </a:lnTo>
                  <a:lnTo>
                    <a:pt x="392747" y="509269"/>
                  </a:lnTo>
                  <a:lnTo>
                    <a:pt x="433453" y="502426"/>
                  </a:lnTo>
                  <a:lnTo>
                    <a:pt x="466424" y="484970"/>
                  </a:lnTo>
                  <a:lnTo>
                    <a:pt x="472483" y="478713"/>
                  </a:lnTo>
                  <a:lnTo>
                    <a:pt x="392747" y="478713"/>
                  </a:lnTo>
                  <a:lnTo>
                    <a:pt x="357100" y="471498"/>
                  </a:lnTo>
                  <a:lnTo>
                    <a:pt x="327958" y="451834"/>
                  </a:lnTo>
                  <a:lnTo>
                    <a:pt x="311998" y="428182"/>
                  </a:lnTo>
                  <a:close/>
                </a:path>
                <a:path w="514350" h="509270">
                  <a:moveTo>
                    <a:pt x="504799" y="0"/>
                  </a:moveTo>
                  <a:lnTo>
                    <a:pt x="240042" y="61086"/>
                  </a:lnTo>
                  <a:lnTo>
                    <a:pt x="194029" y="77140"/>
                  </a:lnTo>
                  <a:lnTo>
                    <a:pt x="153317" y="103244"/>
                  </a:lnTo>
                  <a:lnTo>
                    <a:pt x="119327" y="137612"/>
                  </a:lnTo>
                  <a:lnTo>
                    <a:pt x="93481" y="178458"/>
                  </a:lnTo>
                  <a:lnTo>
                    <a:pt x="77201" y="223996"/>
                  </a:lnTo>
                  <a:lnTo>
                    <a:pt x="71907" y="272440"/>
                  </a:lnTo>
                  <a:lnTo>
                    <a:pt x="71907" y="411276"/>
                  </a:lnTo>
                  <a:lnTo>
                    <a:pt x="0" y="483184"/>
                  </a:lnTo>
                  <a:lnTo>
                    <a:pt x="21602" y="504799"/>
                  </a:lnTo>
                  <a:lnTo>
                    <a:pt x="93522" y="432879"/>
                  </a:lnTo>
                  <a:lnTo>
                    <a:pt x="232346" y="432879"/>
                  </a:lnTo>
                  <a:lnTo>
                    <a:pt x="243773" y="432580"/>
                  </a:lnTo>
                  <a:lnTo>
                    <a:pt x="255142" y="431684"/>
                  </a:lnTo>
                  <a:lnTo>
                    <a:pt x="266436" y="430195"/>
                  </a:lnTo>
                  <a:lnTo>
                    <a:pt x="277281" y="428182"/>
                  </a:lnTo>
                  <a:lnTo>
                    <a:pt x="311998" y="428182"/>
                  </a:lnTo>
                  <a:lnTo>
                    <a:pt x="308294" y="422692"/>
                  </a:lnTo>
                  <a:lnTo>
                    <a:pt x="304171" y="402323"/>
                  </a:lnTo>
                  <a:lnTo>
                    <a:pt x="124078" y="402323"/>
                  </a:lnTo>
                  <a:lnTo>
                    <a:pt x="145678" y="380720"/>
                  </a:lnTo>
                  <a:lnTo>
                    <a:pt x="102463" y="380720"/>
                  </a:lnTo>
                  <a:lnTo>
                    <a:pt x="102463" y="272440"/>
                  </a:lnTo>
                  <a:lnTo>
                    <a:pt x="107788" y="227805"/>
                  </a:lnTo>
                  <a:lnTo>
                    <a:pt x="123028" y="186893"/>
                  </a:lnTo>
                  <a:lnTo>
                    <a:pt x="147083" y="151085"/>
                  </a:lnTo>
                  <a:lnTo>
                    <a:pt x="178854" y="121767"/>
                  </a:lnTo>
                  <a:lnTo>
                    <a:pt x="209410" y="121767"/>
                  </a:lnTo>
                  <a:lnTo>
                    <a:pt x="209410" y="103771"/>
                  </a:lnTo>
                  <a:lnTo>
                    <a:pt x="246913" y="90868"/>
                  </a:lnTo>
                  <a:lnTo>
                    <a:pt x="270522" y="85420"/>
                  </a:lnTo>
                  <a:lnTo>
                    <a:pt x="301078" y="85420"/>
                  </a:lnTo>
                  <a:lnTo>
                    <a:pt x="301078" y="78358"/>
                  </a:lnTo>
                  <a:lnTo>
                    <a:pt x="362191" y="64261"/>
                  </a:lnTo>
                  <a:lnTo>
                    <a:pt x="392747" y="64261"/>
                  </a:lnTo>
                  <a:lnTo>
                    <a:pt x="392747" y="57213"/>
                  </a:lnTo>
                  <a:lnTo>
                    <a:pt x="464032" y="40766"/>
                  </a:lnTo>
                  <a:lnTo>
                    <a:pt x="495383" y="40766"/>
                  </a:lnTo>
                  <a:lnTo>
                    <a:pt x="504799" y="0"/>
                  </a:lnTo>
                  <a:close/>
                </a:path>
                <a:path w="514350" h="509270">
                  <a:moveTo>
                    <a:pt x="474135" y="295976"/>
                  </a:moveTo>
                  <a:lnTo>
                    <a:pt x="392752" y="295976"/>
                  </a:lnTo>
                  <a:lnTo>
                    <a:pt x="425602" y="301670"/>
                  </a:lnTo>
                  <a:lnTo>
                    <a:pt x="454478" y="318747"/>
                  </a:lnTo>
                  <a:lnTo>
                    <a:pt x="475407" y="347205"/>
                  </a:lnTo>
                  <a:lnTo>
                    <a:pt x="484416" y="387045"/>
                  </a:lnTo>
                  <a:lnTo>
                    <a:pt x="477200" y="422692"/>
                  </a:lnTo>
                  <a:lnTo>
                    <a:pt x="457536" y="451834"/>
                  </a:lnTo>
                  <a:lnTo>
                    <a:pt x="428394" y="471498"/>
                  </a:lnTo>
                  <a:lnTo>
                    <a:pt x="392747" y="478713"/>
                  </a:lnTo>
                  <a:lnTo>
                    <a:pt x="472483" y="478713"/>
                  </a:lnTo>
                  <a:lnTo>
                    <a:pt x="491190" y="459392"/>
                  </a:lnTo>
                  <a:lnTo>
                    <a:pt x="507280" y="428182"/>
                  </a:lnTo>
                  <a:lnTo>
                    <a:pt x="514222" y="393830"/>
                  </a:lnTo>
                  <a:lnTo>
                    <a:pt x="511546" y="358825"/>
                  </a:lnTo>
                  <a:lnTo>
                    <a:pt x="498885" y="325932"/>
                  </a:lnTo>
                  <a:lnTo>
                    <a:pt x="498780" y="325659"/>
                  </a:lnTo>
                  <a:lnTo>
                    <a:pt x="475454" y="296821"/>
                  </a:lnTo>
                  <a:lnTo>
                    <a:pt x="474135" y="295976"/>
                  </a:lnTo>
                  <a:close/>
                </a:path>
                <a:path w="514350" h="509270">
                  <a:moveTo>
                    <a:pt x="325733" y="325932"/>
                  </a:moveTo>
                  <a:lnTo>
                    <a:pt x="286931" y="325932"/>
                  </a:lnTo>
                  <a:lnTo>
                    <a:pt x="278785" y="342859"/>
                  </a:lnTo>
                  <a:lnTo>
                    <a:pt x="273372" y="360745"/>
                  </a:lnTo>
                  <a:lnTo>
                    <a:pt x="270766" y="379309"/>
                  </a:lnTo>
                  <a:lnTo>
                    <a:pt x="270879" y="387045"/>
                  </a:lnTo>
                  <a:lnTo>
                    <a:pt x="270978" y="393830"/>
                  </a:lnTo>
                  <a:lnTo>
                    <a:pt x="271043" y="398271"/>
                  </a:lnTo>
                  <a:lnTo>
                    <a:pt x="261478" y="400040"/>
                  </a:lnTo>
                  <a:lnTo>
                    <a:pt x="251828" y="401307"/>
                  </a:lnTo>
                  <a:lnTo>
                    <a:pt x="242111" y="402068"/>
                  </a:lnTo>
                  <a:lnTo>
                    <a:pt x="232346" y="402323"/>
                  </a:lnTo>
                  <a:lnTo>
                    <a:pt x="304171" y="402323"/>
                  </a:lnTo>
                  <a:lnTo>
                    <a:pt x="301078" y="387045"/>
                  </a:lnTo>
                  <a:lnTo>
                    <a:pt x="310090" y="347205"/>
                  </a:lnTo>
                  <a:lnTo>
                    <a:pt x="325733" y="325932"/>
                  </a:lnTo>
                  <a:close/>
                </a:path>
                <a:path w="514350" h="509270">
                  <a:moveTo>
                    <a:pt x="209410" y="121767"/>
                  </a:moveTo>
                  <a:lnTo>
                    <a:pt x="178854" y="121767"/>
                  </a:lnTo>
                  <a:lnTo>
                    <a:pt x="178854" y="304330"/>
                  </a:lnTo>
                  <a:lnTo>
                    <a:pt x="102463" y="380720"/>
                  </a:lnTo>
                  <a:lnTo>
                    <a:pt x="145678" y="380720"/>
                  </a:lnTo>
                  <a:lnTo>
                    <a:pt x="200456" y="325932"/>
                  </a:lnTo>
                  <a:lnTo>
                    <a:pt x="325733" y="325932"/>
                  </a:lnTo>
                  <a:lnTo>
                    <a:pt x="331018" y="318747"/>
                  </a:lnTo>
                  <a:lnTo>
                    <a:pt x="359894" y="301670"/>
                  </a:lnTo>
                  <a:lnTo>
                    <a:pt x="392752" y="295976"/>
                  </a:lnTo>
                  <a:lnTo>
                    <a:pt x="474135" y="295976"/>
                  </a:lnTo>
                  <a:lnTo>
                    <a:pt x="473198" y="295376"/>
                  </a:lnTo>
                  <a:lnTo>
                    <a:pt x="231012" y="295376"/>
                  </a:lnTo>
                  <a:lnTo>
                    <a:pt x="252615" y="273773"/>
                  </a:lnTo>
                  <a:lnTo>
                    <a:pt x="209410" y="273773"/>
                  </a:lnTo>
                  <a:lnTo>
                    <a:pt x="209410" y="121767"/>
                  </a:lnTo>
                  <a:close/>
                </a:path>
                <a:path w="514350" h="509270">
                  <a:moveTo>
                    <a:pt x="385149" y="265054"/>
                  </a:moveTo>
                  <a:lnTo>
                    <a:pt x="359044" y="269554"/>
                  </a:lnTo>
                  <a:lnTo>
                    <a:pt x="334354" y="279697"/>
                  </a:lnTo>
                  <a:lnTo>
                    <a:pt x="312000" y="295376"/>
                  </a:lnTo>
                  <a:lnTo>
                    <a:pt x="473198" y="295376"/>
                  </a:lnTo>
                  <a:lnTo>
                    <a:pt x="441096" y="274802"/>
                  </a:lnTo>
                  <a:lnTo>
                    <a:pt x="442378" y="270116"/>
                  </a:lnTo>
                  <a:lnTo>
                    <a:pt x="443293" y="266306"/>
                  </a:lnTo>
                  <a:lnTo>
                    <a:pt x="411746" y="266306"/>
                  </a:lnTo>
                  <a:lnTo>
                    <a:pt x="385149" y="265054"/>
                  </a:lnTo>
                  <a:close/>
                </a:path>
                <a:path w="514350" h="509270">
                  <a:moveTo>
                    <a:pt x="301078" y="85420"/>
                  </a:moveTo>
                  <a:lnTo>
                    <a:pt x="270522" y="85420"/>
                  </a:lnTo>
                  <a:lnTo>
                    <a:pt x="270522" y="212661"/>
                  </a:lnTo>
                  <a:lnTo>
                    <a:pt x="209410" y="273773"/>
                  </a:lnTo>
                  <a:lnTo>
                    <a:pt x="252615" y="273773"/>
                  </a:lnTo>
                  <a:lnTo>
                    <a:pt x="292125" y="234264"/>
                  </a:lnTo>
                  <a:lnTo>
                    <a:pt x="450753" y="234264"/>
                  </a:lnTo>
                  <a:lnTo>
                    <a:pt x="457795" y="203707"/>
                  </a:lnTo>
                  <a:lnTo>
                    <a:pt x="322681" y="203707"/>
                  </a:lnTo>
                  <a:lnTo>
                    <a:pt x="344284" y="182105"/>
                  </a:lnTo>
                  <a:lnTo>
                    <a:pt x="301078" y="182105"/>
                  </a:lnTo>
                  <a:lnTo>
                    <a:pt x="301078" y="85420"/>
                  </a:lnTo>
                  <a:close/>
                </a:path>
                <a:path w="514350" h="509270">
                  <a:moveTo>
                    <a:pt x="450753" y="234264"/>
                  </a:moveTo>
                  <a:lnTo>
                    <a:pt x="419379" y="234264"/>
                  </a:lnTo>
                  <a:lnTo>
                    <a:pt x="416299" y="247552"/>
                  </a:lnTo>
                  <a:lnTo>
                    <a:pt x="414434" y="255690"/>
                  </a:lnTo>
                  <a:lnTo>
                    <a:pt x="413237" y="260693"/>
                  </a:lnTo>
                  <a:lnTo>
                    <a:pt x="411746" y="266306"/>
                  </a:lnTo>
                  <a:lnTo>
                    <a:pt x="443293" y="266306"/>
                  </a:lnTo>
                  <a:lnTo>
                    <a:pt x="444537" y="261126"/>
                  </a:lnTo>
                  <a:lnTo>
                    <a:pt x="450753" y="234264"/>
                  </a:lnTo>
                  <a:close/>
                </a:path>
                <a:path w="514350" h="509270">
                  <a:moveTo>
                    <a:pt x="471878" y="142595"/>
                  </a:moveTo>
                  <a:lnTo>
                    <a:pt x="440524" y="142595"/>
                  </a:lnTo>
                  <a:lnTo>
                    <a:pt x="426427" y="203707"/>
                  </a:lnTo>
                  <a:lnTo>
                    <a:pt x="457795" y="203707"/>
                  </a:lnTo>
                  <a:lnTo>
                    <a:pt x="471878" y="142595"/>
                  </a:lnTo>
                  <a:close/>
                </a:path>
                <a:path w="514350" h="509270">
                  <a:moveTo>
                    <a:pt x="392747" y="64261"/>
                  </a:moveTo>
                  <a:lnTo>
                    <a:pt x="362191" y="64261"/>
                  </a:lnTo>
                  <a:lnTo>
                    <a:pt x="362191" y="120992"/>
                  </a:lnTo>
                  <a:lnTo>
                    <a:pt x="301078" y="182105"/>
                  </a:lnTo>
                  <a:lnTo>
                    <a:pt x="344284" y="182105"/>
                  </a:lnTo>
                  <a:lnTo>
                    <a:pt x="383794" y="142595"/>
                  </a:lnTo>
                  <a:lnTo>
                    <a:pt x="471878" y="142595"/>
                  </a:lnTo>
                  <a:lnTo>
                    <a:pt x="478922" y="112039"/>
                  </a:lnTo>
                  <a:lnTo>
                    <a:pt x="392747" y="112039"/>
                  </a:lnTo>
                  <a:lnTo>
                    <a:pt x="392747" y="64261"/>
                  </a:lnTo>
                  <a:close/>
                </a:path>
                <a:path w="514350" h="509270">
                  <a:moveTo>
                    <a:pt x="495383" y="40766"/>
                  </a:moveTo>
                  <a:lnTo>
                    <a:pt x="464032" y="40766"/>
                  </a:lnTo>
                  <a:lnTo>
                    <a:pt x="447586" y="112039"/>
                  </a:lnTo>
                  <a:lnTo>
                    <a:pt x="478922" y="112039"/>
                  </a:lnTo>
                  <a:lnTo>
                    <a:pt x="495383" y="407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396" name="object 28">
            <a:extLst>
              <a:ext uri="{FF2B5EF4-FFF2-40B4-BE49-F238E27FC236}">
                <a16:creationId xmlns="" xmlns:a16="http://schemas.microsoft.com/office/drawing/2014/main" id="{D2ED5DD9-AF76-4E61-A622-9CBA30CB9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6838" y="8697913"/>
            <a:ext cx="1662112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Экологичная продукция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7" name="object 29">
            <a:extLst>
              <a:ext uri="{FF2B5EF4-FFF2-40B4-BE49-F238E27FC236}">
                <a16:creationId xmlns="" xmlns:a16="http://schemas.microsoft.com/office/drawing/2014/main" id="{BC59ECF2-C743-4469-BC64-11B86BE1A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038" y="8707438"/>
            <a:ext cx="266382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Полный ассортимент продуктов на водной основе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8" name="object 40">
            <a:extLst>
              <a:ext uri="{FF2B5EF4-FFF2-40B4-BE49-F238E27FC236}">
                <a16:creationId xmlns="" xmlns:a16="http://schemas.microsoft.com/office/drawing/2014/main" id="{65AB0BC0-A028-426F-BA11-B40654F8A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0" y="8716963"/>
            <a:ext cx="2690813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Автоматизированные фасовочные линии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9" name="object 41">
            <a:extLst>
              <a:ext uri="{FF2B5EF4-FFF2-40B4-BE49-F238E27FC236}">
                <a16:creationId xmlns="" xmlns:a16="http://schemas.microsoft.com/office/drawing/2014/main" id="{D804A1DA-F1A7-4EC4-9EB5-52424DEA4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8938" y="8716963"/>
            <a:ext cx="3692525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Оперативное выполнение крупнотоннажных заявок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6400" name="object 8">
            <a:extLst>
              <a:ext uri="{FF2B5EF4-FFF2-40B4-BE49-F238E27FC236}">
                <a16:creationId xmlns="" xmlns:a16="http://schemas.microsoft.com/office/drawing/2014/main" id="{DE5CFE6B-1E90-4AD6-882F-D7815DF43DF9}"/>
              </a:ext>
            </a:extLst>
          </p:cNvPr>
          <p:cNvGrpSpPr>
            <a:grpSpLocks/>
          </p:cNvGrpSpPr>
          <p:nvPr/>
        </p:nvGrpSpPr>
        <p:grpSpPr bwMode="auto">
          <a:xfrm>
            <a:off x="2000250" y="8334375"/>
            <a:ext cx="66675" cy="277813"/>
            <a:chOff x="1369388" y="6047378"/>
            <a:chExt cx="38735" cy="203835"/>
          </a:xfrm>
        </p:grpSpPr>
        <p:sp>
          <p:nvSpPr>
            <p:cNvPr id="16411" name="object 9">
              <a:extLst>
                <a:ext uri="{FF2B5EF4-FFF2-40B4-BE49-F238E27FC236}">
                  <a16:creationId xmlns="" xmlns:a16="http://schemas.microsoft.com/office/drawing/2014/main" id="{6BE79051-15EC-4F7F-BAD2-13A7BAC38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53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12" name="object 10">
              <a:extLst>
                <a:ext uri="{FF2B5EF4-FFF2-40B4-BE49-F238E27FC236}">
                  <a16:creationId xmlns="" xmlns:a16="http://schemas.microsoft.com/office/drawing/2014/main" id="{54595268-F5EC-413E-B0B5-E533E327B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377" y="6047384"/>
              <a:ext cx="38735" cy="203835"/>
            </a:xfrm>
            <a:custGeom>
              <a:avLst/>
              <a:gdLst>
                <a:gd name="T0" fmla="*/ 38335 w 38734"/>
                <a:gd name="T1" fmla="*/ 184416 h 203835"/>
                <a:gd name="T2" fmla="*/ 36837 w 38734"/>
                <a:gd name="T3" fmla="*/ 176923 h 203835"/>
                <a:gd name="T4" fmla="*/ 32722 w 38734"/>
                <a:gd name="T5" fmla="*/ 170815 h 203835"/>
                <a:gd name="T6" fmla="*/ 26638 w 38734"/>
                <a:gd name="T7" fmla="*/ 166687 h 203835"/>
                <a:gd name="T8" fmla="*/ 19164 w 38734"/>
                <a:gd name="T9" fmla="*/ 165176 h 203835"/>
                <a:gd name="T10" fmla="*/ 11709 w 38734"/>
                <a:gd name="T11" fmla="*/ 166687 h 203835"/>
                <a:gd name="T12" fmla="*/ 5626 w 38734"/>
                <a:gd name="T13" fmla="*/ 170815 h 203835"/>
                <a:gd name="T14" fmla="*/ 1511 w 38734"/>
                <a:gd name="T15" fmla="*/ 176923 h 203835"/>
                <a:gd name="T16" fmla="*/ 0 w 38734"/>
                <a:gd name="T17" fmla="*/ 184416 h 203835"/>
                <a:gd name="T18" fmla="*/ 1511 w 38734"/>
                <a:gd name="T19" fmla="*/ 191909 h 203835"/>
                <a:gd name="T20" fmla="*/ 5626 w 38734"/>
                <a:gd name="T21" fmla="*/ 198018 h 203835"/>
                <a:gd name="T22" fmla="*/ 11709 w 38734"/>
                <a:gd name="T23" fmla="*/ 202145 h 203835"/>
                <a:gd name="T24" fmla="*/ 19164 w 38734"/>
                <a:gd name="T25" fmla="*/ 203657 h 203835"/>
                <a:gd name="T26" fmla="*/ 26638 w 38734"/>
                <a:gd name="T27" fmla="*/ 202145 h 203835"/>
                <a:gd name="T28" fmla="*/ 32722 w 38734"/>
                <a:gd name="T29" fmla="*/ 198018 h 203835"/>
                <a:gd name="T30" fmla="*/ 36837 w 38734"/>
                <a:gd name="T31" fmla="*/ 191909 h 203835"/>
                <a:gd name="T32" fmla="*/ 38335 w 38734"/>
                <a:gd name="T33" fmla="*/ 184416 h 203835"/>
                <a:gd name="T34" fmla="*/ 38335 w 38734"/>
                <a:gd name="T35" fmla="*/ 19240 h 203835"/>
                <a:gd name="T36" fmla="*/ 36837 w 38734"/>
                <a:gd name="T37" fmla="*/ 11747 h 203835"/>
                <a:gd name="T38" fmla="*/ 32722 w 38734"/>
                <a:gd name="T39" fmla="*/ 5638 h 203835"/>
                <a:gd name="T40" fmla="*/ 26638 w 38734"/>
                <a:gd name="T41" fmla="*/ 1511 h 203835"/>
                <a:gd name="T42" fmla="*/ 19164 w 38734"/>
                <a:gd name="T43" fmla="*/ 0 h 203835"/>
                <a:gd name="T44" fmla="*/ 11709 w 38734"/>
                <a:gd name="T45" fmla="*/ 1511 h 203835"/>
                <a:gd name="T46" fmla="*/ 5626 w 38734"/>
                <a:gd name="T47" fmla="*/ 5638 h 203835"/>
                <a:gd name="T48" fmla="*/ 1511 w 38734"/>
                <a:gd name="T49" fmla="*/ 11747 h 203835"/>
                <a:gd name="T50" fmla="*/ 0 w 38734"/>
                <a:gd name="T51" fmla="*/ 19240 h 203835"/>
                <a:gd name="T52" fmla="*/ 1511 w 38734"/>
                <a:gd name="T53" fmla="*/ 26733 h 203835"/>
                <a:gd name="T54" fmla="*/ 5626 w 38734"/>
                <a:gd name="T55" fmla="*/ 32842 h 203835"/>
                <a:gd name="T56" fmla="*/ 11709 w 38734"/>
                <a:gd name="T57" fmla="*/ 36969 h 203835"/>
                <a:gd name="T58" fmla="*/ 19164 w 38734"/>
                <a:gd name="T59" fmla="*/ 38481 h 203835"/>
                <a:gd name="T60" fmla="*/ 26638 w 38734"/>
                <a:gd name="T61" fmla="*/ 36969 h 203835"/>
                <a:gd name="T62" fmla="*/ 32722 w 38734"/>
                <a:gd name="T63" fmla="*/ 32842 h 203835"/>
                <a:gd name="T64" fmla="*/ 36837 w 38734"/>
                <a:gd name="T65" fmla="*/ 26733 h 203835"/>
                <a:gd name="T66" fmla="*/ 38335 w 38734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26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26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4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26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26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1" name="object 23">
            <a:extLst>
              <a:ext uri="{FF2B5EF4-FFF2-40B4-BE49-F238E27FC236}">
                <a16:creationId xmlns="" xmlns:a16="http://schemas.microsoft.com/office/drawing/2014/main" id="{17DC7E30-8B15-4636-AC05-78363F135D6A}"/>
              </a:ext>
            </a:extLst>
          </p:cNvPr>
          <p:cNvGrpSpPr>
            <a:grpSpLocks/>
          </p:cNvGrpSpPr>
          <p:nvPr/>
        </p:nvGrpSpPr>
        <p:grpSpPr bwMode="auto">
          <a:xfrm>
            <a:off x="4913313" y="8334375"/>
            <a:ext cx="66675" cy="277813"/>
            <a:chOff x="3471834" y="6047378"/>
            <a:chExt cx="38735" cy="203835"/>
          </a:xfrm>
        </p:grpSpPr>
        <p:sp>
          <p:nvSpPr>
            <p:cNvPr id="16409" name="object 24">
              <a:extLst>
                <a:ext uri="{FF2B5EF4-FFF2-40B4-BE49-F238E27FC236}">
                  <a16:creationId xmlns="" xmlns:a16="http://schemas.microsoft.com/office/drawing/2014/main" id="{628EF135-EB64-4515-BA4D-8873D66D21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98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10" name="object 25">
              <a:extLst>
                <a:ext uri="{FF2B5EF4-FFF2-40B4-BE49-F238E27FC236}">
                  <a16:creationId xmlns="" xmlns:a16="http://schemas.microsoft.com/office/drawing/2014/main" id="{245A95D5-E50D-48C5-AD4D-9A8EFFC18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24" y="6047384"/>
              <a:ext cx="38735" cy="203835"/>
            </a:xfrm>
            <a:custGeom>
              <a:avLst/>
              <a:gdLst>
                <a:gd name="T0" fmla="*/ 38328 w 38735"/>
                <a:gd name="T1" fmla="*/ 184416 h 203835"/>
                <a:gd name="T2" fmla="*/ 36830 w 38735"/>
                <a:gd name="T3" fmla="*/ 176923 h 203835"/>
                <a:gd name="T4" fmla="*/ 32715 w 38735"/>
                <a:gd name="T5" fmla="*/ 170815 h 203835"/>
                <a:gd name="T6" fmla="*/ 26631 w 38735"/>
                <a:gd name="T7" fmla="*/ 166687 h 203835"/>
                <a:gd name="T8" fmla="*/ 19164 w 38735"/>
                <a:gd name="T9" fmla="*/ 165176 h 203835"/>
                <a:gd name="T10" fmla="*/ 11709 w 38735"/>
                <a:gd name="T11" fmla="*/ 166687 h 203835"/>
                <a:gd name="T12" fmla="*/ 5613 w 38735"/>
                <a:gd name="T13" fmla="*/ 170815 h 203835"/>
                <a:gd name="T14" fmla="*/ 1511 w 38735"/>
                <a:gd name="T15" fmla="*/ 176923 h 203835"/>
                <a:gd name="T16" fmla="*/ 0 w 38735"/>
                <a:gd name="T17" fmla="*/ 184416 h 203835"/>
                <a:gd name="T18" fmla="*/ 1511 w 38735"/>
                <a:gd name="T19" fmla="*/ 191909 h 203835"/>
                <a:gd name="T20" fmla="*/ 5613 w 38735"/>
                <a:gd name="T21" fmla="*/ 198018 h 203835"/>
                <a:gd name="T22" fmla="*/ 11709 w 38735"/>
                <a:gd name="T23" fmla="*/ 202145 h 203835"/>
                <a:gd name="T24" fmla="*/ 19164 w 38735"/>
                <a:gd name="T25" fmla="*/ 203657 h 203835"/>
                <a:gd name="T26" fmla="*/ 26631 w 38735"/>
                <a:gd name="T27" fmla="*/ 202145 h 203835"/>
                <a:gd name="T28" fmla="*/ 32715 w 38735"/>
                <a:gd name="T29" fmla="*/ 198018 h 203835"/>
                <a:gd name="T30" fmla="*/ 36830 w 38735"/>
                <a:gd name="T31" fmla="*/ 191909 h 203835"/>
                <a:gd name="T32" fmla="*/ 38328 w 38735"/>
                <a:gd name="T33" fmla="*/ 184416 h 203835"/>
                <a:gd name="T34" fmla="*/ 38328 w 38735"/>
                <a:gd name="T35" fmla="*/ 19240 h 203835"/>
                <a:gd name="T36" fmla="*/ 36830 w 38735"/>
                <a:gd name="T37" fmla="*/ 11747 h 203835"/>
                <a:gd name="T38" fmla="*/ 32715 w 38735"/>
                <a:gd name="T39" fmla="*/ 5638 h 203835"/>
                <a:gd name="T40" fmla="*/ 26631 w 38735"/>
                <a:gd name="T41" fmla="*/ 1511 h 203835"/>
                <a:gd name="T42" fmla="*/ 19164 w 38735"/>
                <a:gd name="T43" fmla="*/ 0 h 203835"/>
                <a:gd name="T44" fmla="*/ 11709 w 38735"/>
                <a:gd name="T45" fmla="*/ 1511 h 203835"/>
                <a:gd name="T46" fmla="*/ 5613 w 38735"/>
                <a:gd name="T47" fmla="*/ 5638 h 203835"/>
                <a:gd name="T48" fmla="*/ 1511 w 38735"/>
                <a:gd name="T49" fmla="*/ 11747 h 203835"/>
                <a:gd name="T50" fmla="*/ 0 w 38735"/>
                <a:gd name="T51" fmla="*/ 19240 h 203835"/>
                <a:gd name="T52" fmla="*/ 1511 w 38735"/>
                <a:gd name="T53" fmla="*/ 26733 h 203835"/>
                <a:gd name="T54" fmla="*/ 5613 w 38735"/>
                <a:gd name="T55" fmla="*/ 32842 h 203835"/>
                <a:gd name="T56" fmla="*/ 11709 w 38735"/>
                <a:gd name="T57" fmla="*/ 36969 h 203835"/>
                <a:gd name="T58" fmla="*/ 19164 w 38735"/>
                <a:gd name="T59" fmla="*/ 38481 h 203835"/>
                <a:gd name="T60" fmla="*/ 26631 w 38735"/>
                <a:gd name="T61" fmla="*/ 36969 h 203835"/>
                <a:gd name="T62" fmla="*/ 32715 w 38735"/>
                <a:gd name="T63" fmla="*/ 32842 h 203835"/>
                <a:gd name="T64" fmla="*/ 36830 w 38735"/>
                <a:gd name="T65" fmla="*/ 26733 h 203835"/>
                <a:gd name="T66" fmla="*/ 38328 w 38735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13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13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5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13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13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2" name="object 31">
            <a:extLst>
              <a:ext uri="{FF2B5EF4-FFF2-40B4-BE49-F238E27FC236}">
                <a16:creationId xmlns="" xmlns:a16="http://schemas.microsoft.com/office/drawing/2014/main" id="{45F2C204-992E-4AFC-BB76-280CDD4EA824}"/>
              </a:ext>
            </a:extLst>
          </p:cNvPr>
          <p:cNvGrpSpPr>
            <a:grpSpLocks/>
          </p:cNvGrpSpPr>
          <p:nvPr/>
        </p:nvGrpSpPr>
        <p:grpSpPr bwMode="auto">
          <a:xfrm>
            <a:off x="10774363" y="8334375"/>
            <a:ext cx="66675" cy="279400"/>
            <a:chOff x="6260327" y="6046858"/>
            <a:chExt cx="38735" cy="205104"/>
          </a:xfrm>
        </p:grpSpPr>
        <p:sp>
          <p:nvSpPr>
            <p:cNvPr id="16407" name="object 32">
              <a:extLst>
                <a:ext uri="{FF2B5EF4-FFF2-40B4-BE49-F238E27FC236}">
                  <a16:creationId xmlns="" xmlns:a16="http://schemas.microsoft.com/office/drawing/2014/main" id="{A17EF62C-7F7A-48E5-AECF-C54077332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584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08" name="object 33">
              <a:extLst>
                <a:ext uri="{FF2B5EF4-FFF2-40B4-BE49-F238E27FC236}">
                  <a16:creationId xmlns="" xmlns:a16="http://schemas.microsoft.com/office/drawing/2014/main" id="{3FD76D86-C495-47F0-B630-D58FF5ECA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325" y="6046863"/>
              <a:ext cx="38735" cy="205104"/>
            </a:xfrm>
            <a:custGeom>
              <a:avLst/>
              <a:gdLst>
                <a:gd name="T0" fmla="*/ 38519 w 38735"/>
                <a:gd name="T1" fmla="*/ 185356 h 205104"/>
                <a:gd name="T2" fmla="*/ 37007 w 38735"/>
                <a:gd name="T3" fmla="*/ 177825 h 205104"/>
                <a:gd name="T4" fmla="*/ 32867 w 38735"/>
                <a:gd name="T5" fmla="*/ 171678 h 205104"/>
                <a:gd name="T6" fmla="*/ 26746 w 38735"/>
                <a:gd name="T7" fmla="*/ 167538 h 205104"/>
                <a:gd name="T8" fmla="*/ 19253 w 38735"/>
                <a:gd name="T9" fmla="*/ 166014 h 205104"/>
                <a:gd name="T10" fmla="*/ 11760 w 38735"/>
                <a:gd name="T11" fmla="*/ 167538 h 205104"/>
                <a:gd name="T12" fmla="*/ 5638 w 38735"/>
                <a:gd name="T13" fmla="*/ 171678 h 205104"/>
                <a:gd name="T14" fmla="*/ 1511 w 38735"/>
                <a:gd name="T15" fmla="*/ 177825 h 205104"/>
                <a:gd name="T16" fmla="*/ 0 w 38735"/>
                <a:gd name="T17" fmla="*/ 185356 h 205104"/>
                <a:gd name="T18" fmla="*/ 1511 w 38735"/>
                <a:gd name="T19" fmla="*/ 192887 h 205104"/>
                <a:gd name="T20" fmla="*/ 5638 w 38735"/>
                <a:gd name="T21" fmla="*/ 199034 h 205104"/>
                <a:gd name="T22" fmla="*/ 11760 w 38735"/>
                <a:gd name="T23" fmla="*/ 203174 h 205104"/>
                <a:gd name="T24" fmla="*/ 19253 w 38735"/>
                <a:gd name="T25" fmla="*/ 204698 h 205104"/>
                <a:gd name="T26" fmla="*/ 26746 w 38735"/>
                <a:gd name="T27" fmla="*/ 203174 h 205104"/>
                <a:gd name="T28" fmla="*/ 32867 w 38735"/>
                <a:gd name="T29" fmla="*/ 199034 h 205104"/>
                <a:gd name="T30" fmla="*/ 37007 w 38735"/>
                <a:gd name="T31" fmla="*/ 192887 h 205104"/>
                <a:gd name="T32" fmla="*/ 38519 w 38735"/>
                <a:gd name="T33" fmla="*/ 185356 h 205104"/>
                <a:gd name="T34" fmla="*/ 38519 w 38735"/>
                <a:gd name="T35" fmla="*/ 19342 h 205104"/>
                <a:gd name="T36" fmla="*/ 37007 w 38735"/>
                <a:gd name="T37" fmla="*/ 11811 h 205104"/>
                <a:gd name="T38" fmla="*/ 32867 w 38735"/>
                <a:gd name="T39" fmla="*/ 5664 h 205104"/>
                <a:gd name="T40" fmla="*/ 26746 w 38735"/>
                <a:gd name="T41" fmla="*/ 1524 h 205104"/>
                <a:gd name="T42" fmla="*/ 19253 w 38735"/>
                <a:gd name="T43" fmla="*/ 0 h 205104"/>
                <a:gd name="T44" fmla="*/ 11760 w 38735"/>
                <a:gd name="T45" fmla="*/ 1524 h 205104"/>
                <a:gd name="T46" fmla="*/ 5638 w 38735"/>
                <a:gd name="T47" fmla="*/ 5664 h 205104"/>
                <a:gd name="T48" fmla="*/ 1511 w 38735"/>
                <a:gd name="T49" fmla="*/ 11811 h 205104"/>
                <a:gd name="T50" fmla="*/ 0 w 38735"/>
                <a:gd name="T51" fmla="*/ 19342 h 205104"/>
                <a:gd name="T52" fmla="*/ 1511 w 38735"/>
                <a:gd name="T53" fmla="*/ 26873 h 205104"/>
                <a:gd name="T54" fmla="*/ 5638 w 38735"/>
                <a:gd name="T55" fmla="*/ 33020 h 205104"/>
                <a:gd name="T56" fmla="*/ 11760 w 38735"/>
                <a:gd name="T57" fmla="*/ 37160 h 205104"/>
                <a:gd name="T58" fmla="*/ 19253 w 38735"/>
                <a:gd name="T59" fmla="*/ 38684 h 205104"/>
                <a:gd name="T60" fmla="*/ 26746 w 38735"/>
                <a:gd name="T61" fmla="*/ 37160 h 205104"/>
                <a:gd name="T62" fmla="*/ 32867 w 38735"/>
                <a:gd name="T63" fmla="*/ 33020 h 205104"/>
                <a:gd name="T64" fmla="*/ 37007 w 38735"/>
                <a:gd name="T65" fmla="*/ 26873 h 205104"/>
                <a:gd name="T66" fmla="*/ 38519 w 38735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5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3" name="object 35">
            <a:extLst>
              <a:ext uri="{FF2B5EF4-FFF2-40B4-BE49-F238E27FC236}">
                <a16:creationId xmlns="" xmlns:a16="http://schemas.microsoft.com/office/drawing/2014/main" id="{C4BB003D-1AEE-46D5-980F-3B4DE9CDE833}"/>
              </a:ext>
            </a:extLst>
          </p:cNvPr>
          <p:cNvGrpSpPr>
            <a:grpSpLocks/>
          </p:cNvGrpSpPr>
          <p:nvPr/>
        </p:nvGrpSpPr>
        <p:grpSpPr bwMode="auto">
          <a:xfrm>
            <a:off x="14485938" y="8334375"/>
            <a:ext cx="66675" cy="279400"/>
            <a:chOff x="8358837" y="6046858"/>
            <a:chExt cx="38735" cy="205104"/>
          </a:xfrm>
        </p:grpSpPr>
        <p:sp>
          <p:nvSpPr>
            <p:cNvPr id="16405" name="object 36">
              <a:extLst>
                <a:ext uri="{FF2B5EF4-FFF2-40B4-BE49-F238E27FC236}">
                  <a16:creationId xmlns="" xmlns:a16="http://schemas.microsoft.com/office/drawing/2014/main" id="{149FCA26-8E8B-4991-9591-FEFE8E531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8093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06" name="object 37">
              <a:extLst>
                <a:ext uri="{FF2B5EF4-FFF2-40B4-BE49-F238E27FC236}">
                  <a16:creationId xmlns="" xmlns:a16="http://schemas.microsoft.com/office/drawing/2014/main" id="{F78384FD-45AF-4F6E-B9ED-FD8B674C9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835" y="6046863"/>
              <a:ext cx="38735" cy="205104"/>
            </a:xfrm>
            <a:custGeom>
              <a:avLst/>
              <a:gdLst>
                <a:gd name="T0" fmla="*/ 38526 w 38734"/>
                <a:gd name="T1" fmla="*/ 185356 h 205104"/>
                <a:gd name="T2" fmla="*/ 37014 w 38734"/>
                <a:gd name="T3" fmla="*/ 177825 h 205104"/>
                <a:gd name="T4" fmla="*/ 32874 w 38734"/>
                <a:gd name="T5" fmla="*/ 171678 h 205104"/>
                <a:gd name="T6" fmla="*/ 26753 w 38734"/>
                <a:gd name="T7" fmla="*/ 167538 h 205104"/>
                <a:gd name="T8" fmla="*/ 19253 w 38734"/>
                <a:gd name="T9" fmla="*/ 166014 h 205104"/>
                <a:gd name="T10" fmla="*/ 11760 w 38734"/>
                <a:gd name="T11" fmla="*/ 167538 h 205104"/>
                <a:gd name="T12" fmla="*/ 5638 w 38734"/>
                <a:gd name="T13" fmla="*/ 171678 h 205104"/>
                <a:gd name="T14" fmla="*/ 1511 w 38734"/>
                <a:gd name="T15" fmla="*/ 177825 h 205104"/>
                <a:gd name="T16" fmla="*/ 0 w 38734"/>
                <a:gd name="T17" fmla="*/ 185356 h 205104"/>
                <a:gd name="T18" fmla="*/ 1511 w 38734"/>
                <a:gd name="T19" fmla="*/ 192887 h 205104"/>
                <a:gd name="T20" fmla="*/ 5638 w 38734"/>
                <a:gd name="T21" fmla="*/ 199034 h 205104"/>
                <a:gd name="T22" fmla="*/ 11760 w 38734"/>
                <a:gd name="T23" fmla="*/ 203174 h 205104"/>
                <a:gd name="T24" fmla="*/ 19253 w 38734"/>
                <a:gd name="T25" fmla="*/ 204698 h 205104"/>
                <a:gd name="T26" fmla="*/ 26753 w 38734"/>
                <a:gd name="T27" fmla="*/ 203174 h 205104"/>
                <a:gd name="T28" fmla="*/ 32874 w 38734"/>
                <a:gd name="T29" fmla="*/ 199034 h 205104"/>
                <a:gd name="T30" fmla="*/ 37014 w 38734"/>
                <a:gd name="T31" fmla="*/ 192887 h 205104"/>
                <a:gd name="T32" fmla="*/ 38526 w 38734"/>
                <a:gd name="T33" fmla="*/ 185356 h 205104"/>
                <a:gd name="T34" fmla="*/ 38526 w 38734"/>
                <a:gd name="T35" fmla="*/ 19342 h 205104"/>
                <a:gd name="T36" fmla="*/ 37014 w 38734"/>
                <a:gd name="T37" fmla="*/ 11811 h 205104"/>
                <a:gd name="T38" fmla="*/ 32874 w 38734"/>
                <a:gd name="T39" fmla="*/ 5664 h 205104"/>
                <a:gd name="T40" fmla="*/ 26753 w 38734"/>
                <a:gd name="T41" fmla="*/ 1524 h 205104"/>
                <a:gd name="T42" fmla="*/ 19253 w 38734"/>
                <a:gd name="T43" fmla="*/ 0 h 205104"/>
                <a:gd name="T44" fmla="*/ 11760 w 38734"/>
                <a:gd name="T45" fmla="*/ 1524 h 205104"/>
                <a:gd name="T46" fmla="*/ 5638 w 38734"/>
                <a:gd name="T47" fmla="*/ 5664 h 205104"/>
                <a:gd name="T48" fmla="*/ 1511 w 38734"/>
                <a:gd name="T49" fmla="*/ 11811 h 205104"/>
                <a:gd name="T50" fmla="*/ 0 w 38734"/>
                <a:gd name="T51" fmla="*/ 19342 h 205104"/>
                <a:gd name="T52" fmla="*/ 1511 w 38734"/>
                <a:gd name="T53" fmla="*/ 26873 h 205104"/>
                <a:gd name="T54" fmla="*/ 5638 w 38734"/>
                <a:gd name="T55" fmla="*/ 33020 h 205104"/>
                <a:gd name="T56" fmla="*/ 11760 w 38734"/>
                <a:gd name="T57" fmla="*/ 37160 h 205104"/>
                <a:gd name="T58" fmla="*/ 19253 w 38734"/>
                <a:gd name="T59" fmla="*/ 38684 h 205104"/>
                <a:gd name="T60" fmla="*/ 26753 w 38734"/>
                <a:gd name="T61" fmla="*/ 37160 h 205104"/>
                <a:gd name="T62" fmla="*/ 32874 w 38734"/>
                <a:gd name="T63" fmla="*/ 33020 h 205104"/>
                <a:gd name="T64" fmla="*/ 37014 w 38734"/>
                <a:gd name="T65" fmla="*/ 26873 h 205104"/>
                <a:gd name="T66" fmla="*/ 38526 w 38734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4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404" name="object 7">
            <a:extLst>
              <a:ext uri="{FF2B5EF4-FFF2-40B4-BE49-F238E27FC236}">
                <a16:creationId xmlns="" xmlns:a16="http://schemas.microsoft.com/office/drawing/2014/main" id="{31981AE5-7DA4-4D58-8DFB-622A05893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9663" y="4327525"/>
            <a:ext cx="7251700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100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За сутки цех может выпустить до 280 т лакокрасочных материалов. Здесь производится до 60% от годового объема готовой продукции компании. Цех оснащен современным оборудованием для производства крупных партий покрытий на органической основе (от 4 т).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object 2">
            <a:extLst>
              <a:ext uri="{FF2B5EF4-FFF2-40B4-BE49-F238E27FC236}">
                <a16:creationId xmlns="" xmlns:a16="http://schemas.microsoft.com/office/drawing/2014/main" id="{47B3BCFE-9585-4167-BAF7-3EC20D7E92FC}"/>
              </a:ext>
            </a:extLst>
          </p:cNvPr>
          <p:cNvSpPr>
            <a:spLocks/>
          </p:cNvSpPr>
          <p:nvPr/>
        </p:nvSpPr>
        <p:spPr bwMode="auto">
          <a:xfrm>
            <a:off x="1454150" y="4522788"/>
            <a:ext cx="16135350" cy="3827462"/>
          </a:xfrm>
          <a:custGeom>
            <a:avLst/>
            <a:gdLst>
              <a:gd name="T0" fmla="*/ 394015205 w 9434830"/>
              <a:gd name="T1" fmla="*/ 0 h 2813050"/>
              <a:gd name="T2" fmla="*/ 9653330 w 9434830"/>
              <a:gd name="T3" fmla="*/ 0 h 2813050"/>
              <a:gd name="T4" fmla="*/ 7714283 w 9434830"/>
              <a:gd name="T5" fmla="*/ 39743 h 2813050"/>
              <a:gd name="T6" fmla="*/ 5905311 w 9434830"/>
              <a:gd name="T7" fmla="*/ 153678 h 2813050"/>
              <a:gd name="T8" fmla="*/ 4265925 w 9434830"/>
              <a:gd name="T9" fmla="*/ 333777 h 2813050"/>
              <a:gd name="T10" fmla="*/ 2835833 w 9434830"/>
              <a:gd name="T11" fmla="*/ 572102 h 2813050"/>
              <a:gd name="T12" fmla="*/ 1654559 w 9434830"/>
              <a:gd name="T13" fmla="*/ 860618 h 2813050"/>
              <a:gd name="T14" fmla="*/ 761746 w 9434830"/>
              <a:gd name="T15" fmla="*/ 1191375 h 2813050"/>
              <a:gd name="T16" fmla="*/ 197029 w 9434830"/>
              <a:gd name="T17" fmla="*/ 1556367 h 2813050"/>
              <a:gd name="T18" fmla="*/ 0 w 9434830"/>
              <a:gd name="T19" fmla="*/ 1947612 h 2813050"/>
              <a:gd name="T20" fmla="*/ 0 w 9434830"/>
              <a:gd name="T21" fmla="*/ 22333486 h 2813050"/>
              <a:gd name="T22" fmla="*/ 197029 w 9434830"/>
              <a:gd name="T23" fmla="*/ 22724728 h 2813050"/>
              <a:gd name="T24" fmla="*/ 761746 w 9434830"/>
              <a:gd name="T25" fmla="*/ 23089715 h 2813050"/>
              <a:gd name="T26" fmla="*/ 1654559 w 9434830"/>
              <a:gd name="T27" fmla="*/ 23420465 h 2813050"/>
              <a:gd name="T28" fmla="*/ 2835833 w 9434830"/>
              <a:gd name="T29" fmla="*/ 23708993 h 2813050"/>
              <a:gd name="T30" fmla="*/ 4265925 w 9434830"/>
              <a:gd name="T31" fmla="*/ 23947305 h 2813050"/>
              <a:gd name="T32" fmla="*/ 5905311 w 9434830"/>
              <a:gd name="T33" fmla="*/ 24127414 h 2813050"/>
              <a:gd name="T34" fmla="*/ 7714283 w 9434830"/>
              <a:gd name="T35" fmla="*/ 24241338 h 2813050"/>
              <a:gd name="T36" fmla="*/ 9653330 w 9434830"/>
              <a:gd name="T37" fmla="*/ 24281096 h 2813050"/>
              <a:gd name="T38" fmla="*/ 394015205 w 9434830"/>
              <a:gd name="T39" fmla="*/ 24281096 h 2813050"/>
              <a:gd name="T40" fmla="*/ 395954381 w 9434830"/>
              <a:gd name="T41" fmla="*/ 24241338 h 2813050"/>
              <a:gd name="T42" fmla="*/ 397763500 w 9434830"/>
              <a:gd name="T43" fmla="*/ 24127414 h 2813050"/>
              <a:gd name="T44" fmla="*/ 399402886 w 9434830"/>
              <a:gd name="T45" fmla="*/ 23947305 h 2813050"/>
              <a:gd name="T46" fmla="*/ 400832935 w 9434830"/>
              <a:gd name="T47" fmla="*/ 23708993 h 2813050"/>
              <a:gd name="T48" fmla="*/ 402014175 w 9434830"/>
              <a:gd name="T49" fmla="*/ 23420465 h 2813050"/>
              <a:gd name="T50" fmla="*/ 402906870 w 9434830"/>
              <a:gd name="T51" fmla="*/ 23089715 h 2813050"/>
              <a:gd name="T52" fmla="*/ 403471572 w 9434830"/>
              <a:gd name="T53" fmla="*/ 22724728 h 2813050"/>
              <a:gd name="T54" fmla="*/ 403668565 w 9434830"/>
              <a:gd name="T55" fmla="*/ 22333486 h 2813050"/>
              <a:gd name="T56" fmla="*/ 403668565 w 9434830"/>
              <a:gd name="T57" fmla="*/ 1947612 h 2813050"/>
              <a:gd name="T58" fmla="*/ 403471572 w 9434830"/>
              <a:gd name="T59" fmla="*/ 1556367 h 2813050"/>
              <a:gd name="T60" fmla="*/ 402906870 w 9434830"/>
              <a:gd name="T61" fmla="*/ 1191375 h 2813050"/>
              <a:gd name="T62" fmla="*/ 402014175 w 9434830"/>
              <a:gd name="T63" fmla="*/ 860618 h 2813050"/>
              <a:gd name="T64" fmla="*/ 400832935 w 9434830"/>
              <a:gd name="T65" fmla="*/ 572102 h 2813050"/>
              <a:gd name="T66" fmla="*/ 399402886 w 9434830"/>
              <a:gd name="T67" fmla="*/ 333777 h 2813050"/>
              <a:gd name="T68" fmla="*/ 397763500 w 9434830"/>
              <a:gd name="T69" fmla="*/ 153678 h 2813050"/>
              <a:gd name="T70" fmla="*/ 395954381 w 9434830"/>
              <a:gd name="T71" fmla="*/ 39743 h 2813050"/>
              <a:gd name="T72" fmla="*/ 394015205 w 9434830"/>
              <a:gd name="T73" fmla="*/ 0 h 281305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434830" h="2813050">
                <a:moveTo>
                  <a:pt x="9208795" y="0"/>
                </a:moveTo>
                <a:lnTo>
                  <a:pt x="225615" y="0"/>
                </a:lnTo>
                <a:lnTo>
                  <a:pt x="180296" y="4604"/>
                </a:lnTo>
                <a:lnTo>
                  <a:pt x="138017" y="17802"/>
                </a:lnTo>
                <a:lnTo>
                  <a:pt x="99702" y="38666"/>
                </a:lnTo>
                <a:lnTo>
                  <a:pt x="66278" y="66273"/>
                </a:lnTo>
                <a:lnTo>
                  <a:pt x="38670" y="99696"/>
                </a:lnTo>
                <a:lnTo>
                  <a:pt x="17803" y="138011"/>
                </a:lnTo>
                <a:lnTo>
                  <a:pt x="4605" y="180293"/>
                </a:lnTo>
                <a:lnTo>
                  <a:pt x="0" y="225615"/>
                </a:lnTo>
                <a:lnTo>
                  <a:pt x="0" y="2587155"/>
                </a:lnTo>
                <a:lnTo>
                  <a:pt x="4605" y="2632477"/>
                </a:lnTo>
                <a:lnTo>
                  <a:pt x="17803" y="2674758"/>
                </a:lnTo>
                <a:lnTo>
                  <a:pt x="38670" y="2713073"/>
                </a:lnTo>
                <a:lnTo>
                  <a:pt x="66278" y="2746497"/>
                </a:lnTo>
                <a:lnTo>
                  <a:pt x="99702" y="2774103"/>
                </a:lnTo>
                <a:lnTo>
                  <a:pt x="138017" y="2794968"/>
                </a:lnTo>
                <a:lnTo>
                  <a:pt x="180296" y="2808165"/>
                </a:lnTo>
                <a:lnTo>
                  <a:pt x="225615" y="2812770"/>
                </a:lnTo>
                <a:lnTo>
                  <a:pt x="9208795" y="2812770"/>
                </a:lnTo>
                <a:lnTo>
                  <a:pt x="9254117" y="2808165"/>
                </a:lnTo>
                <a:lnTo>
                  <a:pt x="9296399" y="2794968"/>
                </a:lnTo>
                <a:lnTo>
                  <a:pt x="9334714" y="2774103"/>
                </a:lnTo>
                <a:lnTo>
                  <a:pt x="9368137" y="2746497"/>
                </a:lnTo>
                <a:lnTo>
                  <a:pt x="9395744" y="2713073"/>
                </a:lnTo>
                <a:lnTo>
                  <a:pt x="9416608" y="2674758"/>
                </a:lnTo>
                <a:lnTo>
                  <a:pt x="9429806" y="2632477"/>
                </a:lnTo>
                <a:lnTo>
                  <a:pt x="9434410" y="2587155"/>
                </a:lnTo>
                <a:lnTo>
                  <a:pt x="9434410" y="225615"/>
                </a:lnTo>
                <a:lnTo>
                  <a:pt x="9429806" y="180293"/>
                </a:lnTo>
                <a:lnTo>
                  <a:pt x="9416608" y="138011"/>
                </a:lnTo>
                <a:lnTo>
                  <a:pt x="9395744" y="99696"/>
                </a:lnTo>
                <a:lnTo>
                  <a:pt x="9368137" y="66273"/>
                </a:lnTo>
                <a:lnTo>
                  <a:pt x="9334714" y="38666"/>
                </a:lnTo>
                <a:lnTo>
                  <a:pt x="9296399" y="17802"/>
                </a:lnTo>
                <a:lnTo>
                  <a:pt x="9254117" y="4604"/>
                </a:lnTo>
                <a:lnTo>
                  <a:pt x="920879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8435" name="object 3">
            <a:extLst>
              <a:ext uri="{FF2B5EF4-FFF2-40B4-BE49-F238E27FC236}">
                <a16:creationId xmlns="" xmlns:a16="http://schemas.microsoft.com/office/drawing/2014/main" id="{4EEBBBD8-A82B-48F8-B28B-D1EFE637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6196013"/>
            <a:ext cx="381952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Исключение пересортицы при отгрузке клиентам.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36" name="object 4">
            <a:extLst>
              <a:ext uri="{FF2B5EF4-FFF2-40B4-BE49-F238E27FC236}">
                <a16:creationId xmlns="" xmlns:a16="http://schemas.microsoft.com/office/drawing/2014/main" id="{3C6B3F93-F0F1-4C57-AC23-DCAF63ED5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4768850"/>
            <a:ext cx="6708775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888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4213"/>
              </a:lnSpc>
              <a:spcBef>
                <a:spcPts val="150"/>
              </a:spcBef>
            </a:pPr>
            <a:r>
              <a:rPr lang="ru-RU" altLang="ru-RU" sz="3800" b="1">
                <a:solidFill>
                  <a:srgbClr val="656565"/>
                </a:solidFill>
                <a:latin typeface="Inter Extra Bold" panose="02000903000000020004" pitchFamily="2" charset="0"/>
              </a:rPr>
              <a:t>Система</a:t>
            </a:r>
            <a:endParaRPr lang="ru-RU" altLang="ru-RU" sz="38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4213"/>
              </a:lnSpc>
            </a:pPr>
            <a:r>
              <a:rPr lang="ru-RU" altLang="ru-RU" sz="3800" b="1">
                <a:solidFill>
                  <a:srgbClr val="656565"/>
                </a:solidFill>
                <a:latin typeface="Inter Extra Bold" panose="02000903000000020004" pitchFamily="2" charset="0"/>
              </a:rPr>
              <a:t>управления складом WMS</a:t>
            </a:r>
            <a:endParaRPr lang="ru-RU" altLang="ru-RU" sz="3800">
              <a:latin typeface="Inter Extra Bold" panose="02000903000000020004" pitchFamily="2" charset="0"/>
            </a:endParaRPr>
          </a:p>
        </p:txBody>
      </p:sp>
      <p:sp>
        <p:nvSpPr>
          <p:cNvPr id="18437" name="object 5">
            <a:extLst>
              <a:ext uri="{FF2B5EF4-FFF2-40B4-BE49-F238E27FC236}">
                <a16:creationId xmlns="" xmlns:a16="http://schemas.microsoft.com/office/drawing/2014/main" id="{6BFAEAB2-3C19-4CDB-919A-3BDFC3795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925" y="8878888"/>
            <a:ext cx="16092488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789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750"/>
              </a:lnSpc>
              <a:spcBef>
                <a:spcPts val="138"/>
              </a:spcBef>
            </a:pP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«Эмпилс» обеспечивает </a:t>
            </a:r>
            <a:r>
              <a:rPr lang="ru-RU" altLang="ru-RU" sz="2500" b="1">
                <a:solidFill>
                  <a:srgbClr val="F08327"/>
                </a:solidFill>
                <a:latin typeface="Inter Regular" panose="02000503000000020004" pitchFamily="2" charset="0"/>
              </a:rPr>
              <a:t>доставку любых партий </a:t>
            </a: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продукции своим клиентам автомобильным</a:t>
            </a:r>
            <a:endParaRPr lang="ru-RU" altLang="ru-RU" sz="2500">
              <a:latin typeface="Inter Regular" panose="02000503000000020004" pitchFamily="2" charset="0"/>
            </a:endParaRPr>
          </a:p>
          <a:p>
            <a:pPr eaLnBrk="1" hangingPunct="1">
              <a:lnSpc>
                <a:spcPts val="2750"/>
              </a:lnSpc>
            </a:pP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и железнодорожным транспортом </a:t>
            </a:r>
            <a:r>
              <a:rPr lang="ru-RU" altLang="ru-RU" sz="2500" b="1">
                <a:solidFill>
                  <a:srgbClr val="F08327"/>
                </a:solidFill>
                <a:latin typeface="Inter Regular" panose="02000503000000020004" pitchFamily="2" charset="0"/>
              </a:rPr>
              <a:t>во всех регионах страны и за рубежом </a:t>
            </a: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в оптимальные сроки.</a:t>
            </a:r>
            <a:endParaRPr lang="ru-RU" altLang="ru-RU" sz="2500">
              <a:latin typeface="Inter Regular" panose="02000503000000020004" pitchFamily="2" charset="0"/>
            </a:endParaRPr>
          </a:p>
        </p:txBody>
      </p:sp>
      <p:sp>
        <p:nvSpPr>
          <p:cNvPr id="18438" name="object 6">
            <a:extLst>
              <a:ext uri="{FF2B5EF4-FFF2-40B4-BE49-F238E27FC236}">
                <a16:creationId xmlns="" xmlns:a16="http://schemas.microsoft.com/office/drawing/2014/main" id="{4B2F3912-4C10-4938-A870-D842A772B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2176463"/>
            <a:ext cx="3840162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5873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>
                <a:solidFill>
                  <a:srgbClr val="F47629"/>
                </a:solidFill>
                <a:latin typeface="Roboto" panose="02000000000000000000" pitchFamily="2" charset="0"/>
              </a:rPr>
              <a:t>36 000</a:t>
            </a:r>
            <a:r>
              <a:rPr lang="ru-RU" altLang="ru-RU" sz="6700" b="1">
                <a:solidFill>
                  <a:srgbClr val="F08327"/>
                </a:solidFill>
                <a:latin typeface="Roboto" panose="02000000000000000000" pitchFamily="2" charset="0"/>
              </a:rPr>
              <a:t> </a:t>
            </a:r>
            <a:r>
              <a:rPr lang="ru-RU" altLang="ru-RU" sz="3600" b="1">
                <a:solidFill>
                  <a:srgbClr val="F47629"/>
                </a:solidFill>
                <a:latin typeface="Roboto" panose="02000000000000000000" pitchFamily="2" charset="0"/>
              </a:rPr>
              <a:t>м</a:t>
            </a:r>
            <a:r>
              <a:rPr lang="ru-RU" altLang="ru-RU" sz="3100" b="1" baseline="32000">
                <a:solidFill>
                  <a:srgbClr val="F47629"/>
                </a:solidFill>
                <a:latin typeface="Roboto" panose="02000000000000000000" pitchFamily="2" charset="0"/>
              </a:rPr>
              <a:t>2</a:t>
            </a:r>
            <a:endParaRPr lang="ru-RU" altLang="ru-RU" sz="3100" baseline="3200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>
                <a:solidFill>
                  <a:srgbClr val="4A4949"/>
                </a:solidFill>
                <a:latin typeface="Inter Bold" panose="02000803000000020004" pitchFamily="2" charset="0"/>
              </a:rPr>
              <a:t>площадь складов компании</a:t>
            </a:r>
            <a:endParaRPr lang="ru-RU" altLang="ru-RU" sz="1900">
              <a:latin typeface="Inter Bold" panose="02000803000000020004" pitchFamily="2" charset="0"/>
            </a:endParaRPr>
          </a:p>
        </p:txBody>
      </p:sp>
      <p:sp>
        <p:nvSpPr>
          <p:cNvPr id="18439" name="object 7">
            <a:extLst>
              <a:ext uri="{FF2B5EF4-FFF2-40B4-BE49-F238E27FC236}">
                <a16:creationId xmlns="" xmlns:a16="http://schemas.microsoft.com/office/drawing/2014/main" id="{57863A7C-0AB6-4E54-BEEE-0096AA635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25" y="2176463"/>
            <a:ext cx="3813175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>
                <a:solidFill>
                  <a:srgbClr val="F47629"/>
                </a:solidFill>
                <a:latin typeface="Roboto" panose="02000000000000000000" pitchFamily="2" charset="0"/>
              </a:rPr>
              <a:t>&gt;6 000 </a:t>
            </a:r>
            <a:r>
              <a:rPr lang="ru-RU" altLang="ru-RU" sz="3600" b="1">
                <a:solidFill>
                  <a:srgbClr val="F47629"/>
                </a:solidFill>
                <a:latin typeface="Roboto" panose="02000000000000000000" pitchFamily="2" charset="0"/>
              </a:rPr>
              <a:t>км</a:t>
            </a:r>
            <a:endParaRPr lang="ru-RU" altLang="ru-RU" sz="360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>
                <a:solidFill>
                  <a:srgbClr val="4A4949"/>
                </a:solidFill>
                <a:latin typeface="Inter Regular" panose="02000503000000020004" pitchFamily="2" charset="0"/>
              </a:rPr>
              <a:t>максимальное расстояние транспортировки</a:t>
            </a:r>
            <a:endParaRPr lang="ru-RU" altLang="ru-RU" sz="1900">
              <a:latin typeface="Inter Regular" panose="02000503000000020004" pitchFamily="2" charset="0"/>
            </a:endParaRPr>
          </a:p>
        </p:txBody>
      </p:sp>
      <p:sp>
        <p:nvSpPr>
          <p:cNvPr id="18440" name="object 8">
            <a:extLst>
              <a:ext uri="{FF2B5EF4-FFF2-40B4-BE49-F238E27FC236}">
                <a16:creationId xmlns="" xmlns:a16="http://schemas.microsoft.com/office/drawing/2014/main" id="{B89F536B-956B-4244-AEAC-32891BA3D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1575" y="2176463"/>
            <a:ext cx="4484688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 dirty="0">
                <a:solidFill>
                  <a:srgbClr val="F47629"/>
                </a:solidFill>
                <a:latin typeface="Roboto" panose="02000000000000000000" pitchFamily="2" charset="0"/>
              </a:rPr>
              <a:t>2 900 </a:t>
            </a:r>
            <a:r>
              <a:rPr lang="ru-RU" altLang="ru-RU" sz="3600" b="1" dirty="0">
                <a:solidFill>
                  <a:srgbClr val="F47629"/>
                </a:solidFill>
                <a:latin typeface="Roboto" panose="02000000000000000000" pitchFamily="2" charset="0"/>
              </a:rPr>
              <a:t>т</a:t>
            </a:r>
            <a:endParaRPr lang="ru-RU" altLang="ru-RU" sz="3600" dirty="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 dirty="0">
                <a:solidFill>
                  <a:srgbClr val="4A4949"/>
                </a:solidFill>
                <a:latin typeface="Inter Bold" panose="02000803000000020004" pitchFamily="2" charset="0"/>
              </a:rPr>
              <a:t>вместимость автоматизированного резервуарного парка</a:t>
            </a:r>
            <a:endParaRPr lang="ru-RU" altLang="ru-RU" sz="1900" dirty="0">
              <a:latin typeface="Inter Bold" panose="02000803000000020004" pitchFamily="2" charset="0"/>
            </a:endParaRPr>
          </a:p>
        </p:txBody>
      </p:sp>
      <p:grpSp>
        <p:nvGrpSpPr>
          <p:cNvPr id="18441" name="object 9">
            <a:extLst>
              <a:ext uri="{FF2B5EF4-FFF2-40B4-BE49-F238E27FC236}">
                <a16:creationId xmlns="" xmlns:a16="http://schemas.microsoft.com/office/drawing/2014/main" id="{5744B19F-DF2B-4F29-B55C-F368B0FBE316}"/>
              </a:ext>
            </a:extLst>
          </p:cNvPr>
          <p:cNvGrpSpPr>
            <a:grpSpLocks/>
          </p:cNvGrpSpPr>
          <p:nvPr/>
        </p:nvGrpSpPr>
        <p:grpSpPr bwMode="auto">
          <a:xfrm>
            <a:off x="1531938" y="2806700"/>
            <a:ext cx="90487" cy="1296988"/>
            <a:chOff x="861432" y="1611623"/>
            <a:chExt cx="52705" cy="953769"/>
          </a:xfrm>
        </p:grpSpPr>
        <p:sp>
          <p:nvSpPr>
            <p:cNvPr id="18461" name="object 10">
              <a:extLst>
                <a:ext uri="{FF2B5EF4-FFF2-40B4-BE49-F238E27FC236}">
                  <a16:creationId xmlns="" xmlns:a16="http://schemas.microsoft.com/office/drawing/2014/main" id="{ABB84DE7-AF56-4512-84B6-1DD676147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717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62" name="object 11">
              <a:extLst>
                <a:ext uri="{FF2B5EF4-FFF2-40B4-BE49-F238E27FC236}">
                  <a16:creationId xmlns="" xmlns:a16="http://schemas.microsoft.com/office/drawing/2014/main" id="{30E9207F-7293-49FE-87E2-4E7850DE5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428" y="1611629"/>
              <a:ext cx="52705" cy="953769"/>
            </a:xfrm>
            <a:custGeom>
              <a:avLst/>
              <a:gdLst>
                <a:gd name="T0" fmla="*/ 52565 w 52705"/>
                <a:gd name="T1" fmla="*/ 927265 h 953769"/>
                <a:gd name="T2" fmla="*/ 50495 w 52705"/>
                <a:gd name="T3" fmla="*/ 917041 h 953769"/>
                <a:gd name="T4" fmla="*/ 44869 w 52705"/>
                <a:gd name="T5" fmla="*/ 908685 h 953769"/>
                <a:gd name="T6" fmla="*/ 36512 w 52705"/>
                <a:gd name="T7" fmla="*/ 903058 h 953769"/>
                <a:gd name="T8" fmla="*/ 26289 w 52705"/>
                <a:gd name="T9" fmla="*/ 900988 h 953769"/>
                <a:gd name="T10" fmla="*/ 16052 w 52705"/>
                <a:gd name="T11" fmla="*/ 903058 h 953769"/>
                <a:gd name="T12" fmla="*/ 7696 w 52705"/>
                <a:gd name="T13" fmla="*/ 908685 h 953769"/>
                <a:gd name="T14" fmla="*/ 2070 w 52705"/>
                <a:gd name="T15" fmla="*/ 917041 h 953769"/>
                <a:gd name="T16" fmla="*/ 0 w 52705"/>
                <a:gd name="T17" fmla="*/ 927265 h 953769"/>
                <a:gd name="T18" fmla="*/ 2070 w 52705"/>
                <a:gd name="T19" fmla="*/ 937501 h 953769"/>
                <a:gd name="T20" fmla="*/ 7696 w 52705"/>
                <a:gd name="T21" fmla="*/ 945857 h 953769"/>
                <a:gd name="T22" fmla="*/ 16052 w 52705"/>
                <a:gd name="T23" fmla="*/ 951484 h 953769"/>
                <a:gd name="T24" fmla="*/ 26289 w 52705"/>
                <a:gd name="T25" fmla="*/ 953541 h 953769"/>
                <a:gd name="T26" fmla="*/ 36512 w 52705"/>
                <a:gd name="T27" fmla="*/ 951484 h 953769"/>
                <a:gd name="T28" fmla="*/ 44869 w 52705"/>
                <a:gd name="T29" fmla="*/ 945857 h 953769"/>
                <a:gd name="T30" fmla="*/ 50495 w 52705"/>
                <a:gd name="T31" fmla="*/ 937501 h 953769"/>
                <a:gd name="T32" fmla="*/ 52565 w 52705"/>
                <a:gd name="T33" fmla="*/ 927265 h 953769"/>
                <a:gd name="T34" fmla="*/ 52565 w 52705"/>
                <a:gd name="T35" fmla="*/ 26276 h 953769"/>
                <a:gd name="T36" fmla="*/ 50495 w 52705"/>
                <a:gd name="T37" fmla="*/ 16052 h 953769"/>
                <a:gd name="T38" fmla="*/ 44869 w 52705"/>
                <a:gd name="T39" fmla="*/ 7696 h 953769"/>
                <a:gd name="T40" fmla="*/ 36512 w 52705"/>
                <a:gd name="T41" fmla="*/ 2070 h 953769"/>
                <a:gd name="T42" fmla="*/ 26289 w 52705"/>
                <a:gd name="T43" fmla="*/ 0 h 953769"/>
                <a:gd name="T44" fmla="*/ 16052 w 52705"/>
                <a:gd name="T45" fmla="*/ 2070 h 953769"/>
                <a:gd name="T46" fmla="*/ 7696 w 52705"/>
                <a:gd name="T47" fmla="*/ 7696 h 953769"/>
                <a:gd name="T48" fmla="*/ 2070 w 52705"/>
                <a:gd name="T49" fmla="*/ 16052 h 953769"/>
                <a:gd name="T50" fmla="*/ 0 w 52705"/>
                <a:gd name="T51" fmla="*/ 26276 h 953769"/>
                <a:gd name="T52" fmla="*/ 2070 w 52705"/>
                <a:gd name="T53" fmla="*/ 36499 h 953769"/>
                <a:gd name="T54" fmla="*/ 7696 w 52705"/>
                <a:gd name="T55" fmla="*/ 44856 h 953769"/>
                <a:gd name="T56" fmla="*/ 16052 w 52705"/>
                <a:gd name="T57" fmla="*/ 50482 h 953769"/>
                <a:gd name="T58" fmla="*/ 26289 w 52705"/>
                <a:gd name="T59" fmla="*/ 52552 h 953769"/>
                <a:gd name="T60" fmla="*/ 36512 w 52705"/>
                <a:gd name="T61" fmla="*/ 50482 h 953769"/>
                <a:gd name="T62" fmla="*/ 44869 w 52705"/>
                <a:gd name="T63" fmla="*/ 44856 h 953769"/>
                <a:gd name="T64" fmla="*/ 50495 w 52705"/>
                <a:gd name="T65" fmla="*/ 36499 h 953769"/>
                <a:gd name="T66" fmla="*/ 52565 w 52705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5" h="953769">
                  <a:moveTo>
                    <a:pt x="52565" y="927265"/>
                  </a:moveTo>
                  <a:lnTo>
                    <a:pt x="50495" y="917041"/>
                  </a:lnTo>
                  <a:lnTo>
                    <a:pt x="44869" y="908685"/>
                  </a:lnTo>
                  <a:lnTo>
                    <a:pt x="36512" y="903058"/>
                  </a:lnTo>
                  <a:lnTo>
                    <a:pt x="26289" y="900988"/>
                  </a:lnTo>
                  <a:lnTo>
                    <a:pt x="16052" y="903058"/>
                  </a:lnTo>
                  <a:lnTo>
                    <a:pt x="7696" y="908685"/>
                  </a:lnTo>
                  <a:lnTo>
                    <a:pt x="2070" y="917041"/>
                  </a:lnTo>
                  <a:lnTo>
                    <a:pt x="0" y="927265"/>
                  </a:lnTo>
                  <a:lnTo>
                    <a:pt x="2070" y="937501"/>
                  </a:lnTo>
                  <a:lnTo>
                    <a:pt x="7696" y="945857"/>
                  </a:lnTo>
                  <a:lnTo>
                    <a:pt x="16052" y="951484"/>
                  </a:lnTo>
                  <a:lnTo>
                    <a:pt x="26289" y="953541"/>
                  </a:lnTo>
                  <a:lnTo>
                    <a:pt x="36512" y="951484"/>
                  </a:lnTo>
                  <a:lnTo>
                    <a:pt x="44869" y="945857"/>
                  </a:lnTo>
                  <a:lnTo>
                    <a:pt x="50495" y="937501"/>
                  </a:lnTo>
                  <a:lnTo>
                    <a:pt x="52565" y="927265"/>
                  </a:lnTo>
                  <a:close/>
                </a:path>
                <a:path w="52705" h="953769">
                  <a:moveTo>
                    <a:pt x="52565" y="26276"/>
                  </a:moveTo>
                  <a:lnTo>
                    <a:pt x="50495" y="16052"/>
                  </a:lnTo>
                  <a:lnTo>
                    <a:pt x="44869" y="7696"/>
                  </a:lnTo>
                  <a:lnTo>
                    <a:pt x="36512" y="2070"/>
                  </a:lnTo>
                  <a:lnTo>
                    <a:pt x="26289" y="0"/>
                  </a:lnTo>
                  <a:lnTo>
                    <a:pt x="16052" y="2070"/>
                  </a:lnTo>
                  <a:lnTo>
                    <a:pt x="7696" y="7696"/>
                  </a:lnTo>
                  <a:lnTo>
                    <a:pt x="2070" y="16052"/>
                  </a:lnTo>
                  <a:lnTo>
                    <a:pt x="0" y="26276"/>
                  </a:lnTo>
                  <a:lnTo>
                    <a:pt x="2070" y="36499"/>
                  </a:lnTo>
                  <a:lnTo>
                    <a:pt x="7696" y="44856"/>
                  </a:lnTo>
                  <a:lnTo>
                    <a:pt x="16052" y="50482"/>
                  </a:lnTo>
                  <a:lnTo>
                    <a:pt x="26289" y="52552"/>
                  </a:lnTo>
                  <a:lnTo>
                    <a:pt x="36512" y="50482"/>
                  </a:lnTo>
                  <a:lnTo>
                    <a:pt x="44869" y="44856"/>
                  </a:lnTo>
                  <a:lnTo>
                    <a:pt x="50495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8442" name="object 12">
            <a:extLst>
              <a:ext uri="{FF2B5EF4-FFF2-40B4-BE49-F238E27FC236}">
                <a16:creationId xmlns="" xmlns:a16="http://schemas.microsoft.com/office/drawing/2014/main" id="{20075E67-9B97-40FA-B55B-B3FFC5E5E4CF}"/>
              </a:ext>
            </a:extLst>
          </p:cNvPr>
          <p:cNvGrpSpPr>
            <a:grpSpLocks/>
          </p:cNvGrpSpPr>
          <p:nvPr/>
        </p:nvGrpSpPr>
        <p:grpSpPr bwMode="auto">
          <a:xfrm>
            <a:off x="6772275" y="2806700"/>
            <a:ext cx="88900" cy="1296988"/>
            <a:chOff x="3924923" y="1611623"/>
            <a:chExt cx="52705" cy="953769"/>
          </a:xfrm>
        </p:grpSpPr>
        <p:sp>
          <p:nvSpPr>
            <p:cNvPr id="18459" name="object 13">
              <a:extLst>
                <a:ext uri="{FF2B5EF4-FFF2-40B4-BE49-F238E27FC236}">
                  <a16:creationId xmlns="" xmlns:a16="http://schemas.microsoft.com/office/drawing/2014/main" id="{17528BDB-B9BE-46E4-B173-66778E5EB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208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60" name="object 14">
              <a:extLst>
                <a:ext uri="{FF2B5EF4-FFF2-40B4-BE49-F238E27FC236}">
                  <a16:creationId xmlns="" xmlns:a16="http://schemas.microsoft.com/office/drawing/2014/main" id="{634053E7-8A88-4B67-BE74-7B49C7FDE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922" y="1611629"/>
              <a:ext cx="52705" cy="953769"/>
            </a:xfrm>
            <a:custGeom>
              <a:avLst/>
              <a:gdLst>
                <a:gd name="T0" fmla="*/ 52572 w 52704"/>
                <a:gd name="T1" fmla="*/ 927265 h 953769"/>
                <a:gd name="T2" fmla="*/ 50502 w 52704"/>
                <a:gd name="T3" fmla="*/ 917041 h 953769"/>
                <a:gd name="T4" fmla="*/ 44876 w 52704"/>
                <a:gd name="T5" fmla="*/ 908685 h 953769"/>
                <a:gd name="T6" fmla="*/ 36519 w 52704"/>
                <a:gd name="T7" fmla="*/ 903058 h 953769"/>
                <a:gd name="T8" fmla="*/ 26289 w 52704"/>
                <a:gd name="T9" fmla="*/ 900988 h 953769"/>
                <a:gd name="T10" fmla="*/ 16052 w 52704"/>
                <a:gd name="T11" fmla="*/ 903058 h 953769"/>
                <a:gd name="T12" fmla="*/ 7696 w 52704"/>
                <a:gd name="T13" fmla="*/ 908685 h 953769"/>
                <a:gd name="T14" fmla="*/ 2057 w 52704"/>
                <a:gd name="T15" fmla="*/ 917041 h 953769"/>
                <a:gd name="T16" fmla="*/ 0 w 52704"/>
                <a:gd name="T17" fmla="*/ 927265 h 953769"/>
                <a:gd name="T18" fmla="*/ 2057 w 52704"/>
                <a:gd name="T19" fmla="*/ 937501 h 953769"/>
                <a:gd name="T20" fmla="*/ 7696 w 52704"/>
                <a:gd name="T21" fmla="*/ 945857 h 953769"/>
                <a:gd name="T22" fmla="*/ 16052 w 52704"/>
                <a:gd name="T23" fmla="*/ 951484 h 953769"/>
                <a:gd name="T24" fmla="*/ 26289 w 52704"/>
                <a:gd name="T25" fmla="*/ 953541 h 953769"/>
                <a:gd name="T26" fmla="*/ 36519 w 52704"/>
                <a:gd name="T27" fmla="*/ 951484 h 953769"/>
                <a:gd name="T28" fmla="*/ 44876 w 52704"/>
                <a:gd name="T29" fmla="*/ 945857 h 953769"/>
                <a:gd name="T30" fmla="*/ 50502 w 52704"/>
                <a:gd name="T31" fmla="*/ 937501 h 953769"/>
                <a:gd name="T32" fmla="*/ 52572 w 52704"/>
                <a:gd name="T33" fmla="*/ 927265 h 953769"/>
                <a:gd name="T34" fmla="*/ 52572 w 52704"/>
                <a:gd name="T35" fmla="*/ 26276 h 953769"/>
                <a:gd name="T36" fmla="*/ 50502 w 52704"/>
                <a:gd name="T37" fmla="*/ 16052 h 953769"/>
                <a:gd name="T38" fmla="*/ 44876 w 52704"/>
                <a:gd name="T39" fmla="*/ 7696 h 953769"/>
                <a:gd name="T40" fmla="*/ 36519 w 52704"/>
                <a:gd name="T41" fmla="*/ 2070 h 953769"/>
                <a:gd name="T42" fmla="*/ 26289 w 52704"/>
                <a:gd name="T43" fmla="*/ 0 h 953769"/>
                <a:gd name="T44" fmla="*/ 16052 w 52704"/>
                <a:gd name="T45" fmla="*/ 2070 h 953769"/>
                <a:gd name="T46" fmla="*/ 7696 w 52704"/>
                <a:gd name="T47" fmla="*/ 7696 h 953769"/>
                <a:gd name="T48" fmla="*/ 2057 w 52704"/>
                <a:gd name="T49" fmla="*/ 16052 h 953769"/>
                <a:gd name="T50" fmla="*/ 0 w 52704"/>
                <a:gd name="T51" fmla="*/ 26276 h 953769"/>
                <a:gd name="T52" fmla="*/ 2057 w 52704"/>
                <a:gd name="T53" fmla="*/ 36499 h 953769"/>
                <a:gd name="T54" fmla="*/ 7696 w 52704"/>
                <a:gd name="T55" fmla="*/ 44856 h 953769"/>
                <a:gd name="T56" fmla="*/ 16052 w 52704"/>
                <a:gd name="T57" fmla="*/ 50482 h 953769"/>
                <a:gd name="T58" fmla="*/ 26289 w 52704"/>
                <a:gd name="T59" fmla="*/ 52552 h 953769"/>
                <a:gd name="T60" fmla="*/ 36519 w 52704"/>
                <a:gd name="T61" fmla="*/ 50482 h 953769"/>
                <a:gd name="T62" fmla="*/ 44876 w 52704"/>
                <a:gd name="T63" fmla="*/ 44856 h 953769"/>
                <a:gd name="T64" fmla="*/ 50502 w 52704"/>
                <a:gd name="T65" fmla="*/ 36499 h 953769"/>
                <a:gd name="T66" fmla="*/ 52572 w 52704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953769">
                  <a:moveTo>
                    <a:pt x="52565" y="927265"/>
                  </a:moveTo>
                  <a:lnTo>
                    <a:pt x="50495" y="917041"/>
                  </a:lnTo>
                  <a:lnTo>
                    <a:pt x="44869" y="908685"/>
                  </a:lnTo>
                  <a:lnTo>
                    <a:pt x="36512" y="903058"/>
                  </a:lnTo>
                  <a:lnTo>
                    <a:pt x="26289" y="900988"/>
                  </a:lnTo>
                  <a:lnTo>
                    <a:pt x="16052" y="903058"/>
                  </a:lnTo>
                  <a:lnTo>
                    <a:pt x="7696" y="908685"/>
                  </a:lnTo>
                  <a:lnTo>
                    <a:pt x="2057" y="917041"/>
                  </a:lnTo>
                  <a:lnTo>
                    <a:pt x="0" y="927265"/>
                  </a:lnTo>
                  <a:lnTo>
                    <a:pt x="2057" y="937501"/>
                  </a:lnTo>
                  <a:lnTo>
                    <a:pt x="7696" y="945857"/>
                  </a:lnTo>
                  <a:lnTo>
                    <a:pt x="16052" y="951484"/>
                  </a:lnTo>
                  <a:lnTo>
                    <a:pt x="26289" y="953541"/>
                  </a:lnTo>
                  <a:lnTo>
                    <a:pt x="36512" y="951484"/>
                  </a:lnTo>
                  <a:lnTo>
                    <a:pt x="44869" y="945857"/>
                  </a:lnTo>
                  <a:lnTo>
                    <a:pt x="50495" y="937501"/>
                  </a:lnTo>
                  <a:lnTo>
                    <a:pt x="52565" y="927265"/>
                  </a:lnTo>
                  <a:close/>
                </a:path>
                <a:path w="52704" h="953769">
                  <a:moveTo>
                    <a:pt x="52565" y="26276"/>
                  </a:moveTo>
                  <a:lnTo>
                    <a:pt x="50495" y="16052"/>
                  </a:lnTo>
                  <a:lnTo>
                    <a:pt x="44869" y="7696"/>
                  </a:lnTo>
                  <a:lnTo>
                    <a:pt x="36512" y="2070"/>
                  </a:lnTo>
                  <a:lnTo>
                    <a:pt x="26289" y="0"/>
                  </a:lnTo>
                  <a:lnTo>
                    <a:pt x="16052" y="2070"/>
                  </a:lnTo>
                  <a:lnTo>
                    <a:pt x="7696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499"/>
                  </a:lnTo>
                  <a:lnTo>
                    <a:pt x="7696" y="44856"/>
                  </a:lnTo>
                  <a:lnTo>
                    <a:pt x="16052" y="50482"/>
                  </a:lnTo>
                  <a:lnTo>
                    <a:pt x="26289" y="52552"/>
                  </a:lnTo>
                  <a:lnTo>
                    <a:pt x="36512" y="50482"/>
                  </a:lnTo>
                  <a:lnTo>
                    <a:pt x="44869" y="44856"/>
                  </a:lnTo>
                  <a:lnTo>
                    <a:pt x="50495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8443" name="object 15">
            <a:extLst>
              <a:ext uri="{FF2B5EF4-FFF2-40B4-BE49-F238E27FC236}">
                <a16:creationId xmlns="" xmlns:a16="http://schemas.microsoft.com/office/drawing/2014/main" id="{47894F5D-1B2D-4514-A300-E940A23A75B9}"/>
              </a:ext>
            </a:extLst>
          </p:cNvPr>
          <p:cNvGrpSpPr>
            <a:grpSpLocks/>
          </p:cNvGrpSpPr>
          <p:nvPr/>
        </p:nvGrpSpPr>
        <p:grpSpPr bwMode="auto">
          <a:xfrm>
            <a:off x="12117388" y="2806700"/>
            <a:ext cx="90487" cy="1296988"/>
            <a:chOff x="7085567" y="1611623"/>
            <a:chExt cx="52705" cy="953769"/>
          </a:xfrm>
        </p:grpSpPr>
        <p:sp>
          <p:nvSpPr>
            <p:cNvPr id="18457" name="object 16">
              <a:extLst>
                <a:ext uri="{FF2B5EF4-FFF2-40B4-BE49-F238E27FC236}">
                  <a16:creationId xmlns="" xmlns:a16="http://schemas.microsoft.com/office/drawing/2014/main" id="{D0A52E87-C739-4AD2-8A1C-21F3AD140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1852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58" name="object 17">
              <a:extLst>
                <a:ext uri="{FF2B5EF4-FFF2-40B4-BE49-F238E27FC236}">
                  <a16:creationId xmlns="" xmlns:a16="http://schemas.microsoft.com/office/drawing/2014/main" id="{6AB457B8-1103-498E-8EE1-0C5DB4E3C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5558" y="1611629"/>
              <a:ext cx="52705" cy="953769"/>
            </a:xfrm>
            <a:custGeom>
              <a:avLst/>
              <a:gdLst>
                <a:gd name="T0" fmla="*/ 52572 w 52704"/>
                <a:gd name="T1" fmla="*/ 927265 h 953769"/>
                <a:gd name="T2" fmla="*/ 50514 w 52704"/>
                <a:gd name="T3" fmla="*/ 917041 h 953769"/>
                <a:gd name="T4" fmla="*/ 44876 w 52704"/>
                <a:gd name="T5" fmla="*/ 908685 h 953769"/>
                <a:gd name="T6" fmla="*/ 36532 w 52704"/>
                <a:gd name="T7" fmla="*/ 903058 h 953769"/>
                <a:gd name="T8" fmla="*/ 26289 w 52704"/>
                <a:gd name="T9" fmla="*/ 900988 h 953769"/>
                <a:gd name="T10" fmla="*/ 16065 w 52704"/>
                <a:gd name="T11" fmla="*/ 903058 h 953769"/>
                <a:gd name="T12" fmla="*/ 7708 w 52704"/>
                <a:gd name="T13" fmla="*/ 908685 h 953769"/>
                <a:gd name="T14" fmla="*/ 2070 w 52704"/>
                <a:gd name="T15" fmla="*/ 917041 h 953769"/>
                <a:gd name="T16" fmla="*/ 0 w 52704"/>
                <a:gd name="T17" fmla="*/ 927265 h 953769"/>
                <a:gd name="T18" fmla="*/ 2070 w 52704"/>
                <a:gd name="T19" fmla="*/ 937501 h 953769"/>
                <a:gd name="T20" fmla="*/ 7708 w 52704"/>
                <a:gd name="T21" fmla="*/ 945857 h 953769"/>
                <a:gd name="T22" fmla="*/ 16065 w 52704"/>
                <a:gd name="T23" fmla="*/ 951484 h 953769"/>
                <a:gd name="T24" fmla="*/ 26289 w 52704"/>
                <a:gd name="T25" fmla="*/ 953541 h 953769"/>
                <a:gd name="T26" fmla="*/ 36532 w 52704"/>
                <a:gd name="T27" fmla="*/ 951484 h 953769"/>
                <a:gd name="T28" fmla="*/ 44876 w 52704"/>
                <a:gd name="T29" fmla="*/ 945857 h 953769"/>
                <a:gd name="T30" fmla="*/ 50514 w 52704"/>
                <a:gd name="T31" fmla="*/ 937501 h 953769"/>
                <a:gd name="T32" fmla="*/ 52572 w 52704"/>
                <a:gd name="T33" fmla="*/ 927265 h 953769"/>
                <a:gd name="T34" fmla="*/ 52572 w 52704"/>
                <a:gd name="T35" fmla="*/ 26276 h 953769"/>
                <a:gd name="T36" fmla="*/ 50514 w 52704"/>
                <a:gd name="T37" fmla="*/ 16052 h 953769"/>
                <a:gd name="T38" fmla="*/ 44876 w 52704"/>
                <a:gd name="T39" fmla="*/ 7696 h 953769"/>
                <a:gd name="T40" fmla="*/ 36532 w 52704"/>
                <a:gd name="T41" fmla="*/ 2070 h 953769"/>
                <a:gd name="T42" fmla="*/ 26289 w 52704"/>
                <a:gd name="T43" fmla="*/ 0 h 953769"/>
                <a:gd name="T44" fmla="*/ 16065 w 52704"/>
                <a:gd name="T45" fmla="*/ 2070 h 953769"/>
                <a:gd name="T46" fmla="*/ 7708 w 52704"/>
                <a:gd name="T47" fmla="*/ 7696 h 953769"/>
                <a:gd name="T48" fmla="*/ 2070 w 52704"/>
                <a:gd name="T49" fmla="*/ 16052 h 953769"/>
                <a:gd name="T50" fmla="*/ 0 w 52704"/>
                <a:gd name="T51" fmla="*/ 26276 h 953769"/>
                <a:gd name="T52" fmla="*/ 2070 w 52704"/>
                <a:gd name="T53" fmla="*/ 36499 h 953769"/>
                <a:gd name="T54" fmla="*/ 7708 w 52704"/>
                <a:gd name="T55" fmla="*/ 44856 h 953769"/>
                <a:gd name="T56" fmla="*/ 16065 w 52704"/>
                <a:gd name="T57" fmla="*/ 50482 h 953769"/>
                <a:gd name="T58" fmla="*/ 26289 w 52704"/>
                <a:gd name="T59" fmla="*/ 52552 h 953769"/>
                <a:gd name="T60" fmla="*/ 36532 w 52704"/>
                <a:gd name="T61" fmla="*/ 50482 h 953769"/>
                <a:gd name="T62" fmla="*/ 44876 w 52704"/>
                <a:gd name="T63" fmla="*/ 44856 h 953769"/>
                <a:gd name="T64" fmla="*/ 50514 w 52704"/>
                <a:gd name="T65" fmla="*/ 36499 h 953769"/>
                <a:gd name="T66" fmla="*/ 52572 w 52704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953769">
                  <a:moveTo>
                    <a:pt x="52565" y="927265"/>
                  </a:moveTo>
                  <a:lnTo>
                    <a:pt x="50507" y="917041"/>
                  </a:lnTo>
                  <a:lnTo>
                    <a:pt x="44869" y="908685"/>
                  </a:lnTo>
                  <a:lnTo>
                    <a:pt x="36525" y="903058"/>
                  </a:lnTo>
                  <a:lnTo>
                    <a:pt x="26289" y="900988"/>
                  </a:lnTo>
                  <a:lnTo>
                    <a:pt x="16065" y="903058"/>
                  </a:lnTo>
                  <a:lnTo>
                    <a:pt x="7708" y="908685"/>
                  </a:lnTo>
                  <a:lnTo>
                    <a:pt x="2070" y="917041"/>
                  </a:lnTo>
                  <a:lnTo>
                    <a:pt x="0" y="927265"/>
                  </a:lnTo>
                  <a:lnTo>
                    <a:pt x="2070" y="937501"/>
                  </a:lnTo>
                  <a:lnTo>
                    <a:pt x="7708" y="945857"/>
                  </a:lnTo>
                  <a:lnTo>
                    <a:pt x="16065" y="951484"/>
                  </a:lnTo>
                  <a:lnTo>
                    <a:pt x="26289" y="953541"/>
                  </a:lnTo>
                  <a:lnTo>
                    <a:pt x="36525" y="951484"/>
                  </a:lnTo>
                  <a:lnTo>
                    <a:pt x="44869" y="945857"/>
                  </a:lnTo>
                  <a:lnTo>
                    <a:pt x="50507" y="937501"/>
                  </a:lnTo>
                  <a:lnTo>
                    <a:pt x="52565" y="927265"/>
                  </a:lnTo>
                  <a:close/>
                </a:path>
                <a:path w="52704" h="953769">
                  <a:moveTo>
                    <a:pt x="52565" y="26276"/>
                  </a:moveTo>
                  <a:lnTo>
                    <a:pt x="50507" y="16052"/>
                  </a:lnTo>
                  <a:lnTo>
                    <a:pt x="44869" y="7696"/>
                  </a:lnTo>
                  <a:lnTo>
                    <a:pt x="36525" y="2070"/>
                  </a:lnTo>
                  <a:lnTo>
                    <a:pt x="26289" y="0"/>
                  </a:lnTo>
                  <a:lnTo>
                    <a:pt x="16065" y="2070"/>
                  </a:lnTo>
                  <a:lnTo>
                    <a:pt x="7708" y="7696"/>
                  </a:lnTo>
                  <a:lnTo>
                    <a:pt x="2070" y="16052"/>
                  </a:lnTo>
                  <a:lnTo>
                    <a:pt x="0" y="26276"/>
                  </a:lnTo>
                  <a:lnTo>
                    <a:pt x="2070" y="36499"/>
                  </a:lnTo>
                  <a:lnTo>
                    <a:pt x="7708" y="44856"/>
                  </a:lnTo>
                  <a:lnTo>
                    <a:pt x="16065" y="50482"/>
                  </a:lnTo>
                  <a:lnTo>
                    <a:pt x="26289" y="52552"/>
                  </a:lnTo>
                  <a:lnTo>
                    <a:pt x="36525" y="50482"/>
                  </a:lnTo>
                  <a:lnTo>
                    <a:pt x="44869" y="44856"/>
                  </a:lnTo>
                  <a:lnTo>
                    <a:pt x="50507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8444" name="object 24">
            <a:extLst>
              <a:ext uri="{FF2B5EF4-FFF2-40B4-BE49-F238E27FC236}">
                <a16:creationId xmlns="" xmlns:a16="http://schemas.microsoft.com/office/drawing/2014/main" id="{EAA88C5F-6616-42DE-8833-0B4578414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6196013"/>
            <a:ext cx="411480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Соблюдение обязательств в части гарантийного срока.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5" name="object 25">
            <a:extLst>
              <a:ext uri="{FF2B5EF4-FFF2-40B4-BE49-F238E27FC236}">
                <a16:creationId xmlns="" xmlns:a16="http://schemas.microsoft.com/office/drawing/2014/main" id="{150B18B0-62C7-45F6-AED6-564B9520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8963" y="6196013"/>
            <a:ext cx="35925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Качественная и быстрая отработка претензий.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6" name="object 26">
            <a:extLst>
              <a:ext uri="{FF2B5EF4-FFF2-40B4-BE49-F238E27FC236}">
                <a16:creationId xmlns="" xmlns:a16="http://schemas.microsoft.com/office/drawing/2014/main" id="{3565D29A-BD99-47D8-8724-B18641424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7351713"/>
            <a:ext cx="35417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Исключение нарушений в очередности отгрузок.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7" name="object 27">
            <a:extLst>
              <a:ext uri="{FF2B5EF4-FFF2-40B4-BE49-F238E27FC236}">
                <a16:creationId xmlns="" xmlns:a16="http://schemas.microsoft.com/office/drawing/2014/main" id="{A4DDB0E5-5943-4B23-925B-5B00469DC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7351713"/>
            <a:ext cx="429577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Строгое соблюдение условий хранения продукции.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55" name="object 32">
            <a:extLst>
              <a:ext uri="{FF2B5EF4-FFF2-40B4-BE49-F238E27FC236}">
                <a16:creationId xmlns="" xmlns:a16="http://schemas.microsoft.com/office/drawing/2014/main" id="{916ECEFD-C687-40D6-A0B0-42E218FC7A1E}"/>
              </a:ext>
            </a:extLst>
          </p:cNvPr>
          <p:cNvSpPr txBox="1">
            <a:spLocks/>
          </p:cNvSpPr>
          <p:nvPr/>
        </p:nvSpPr>
        <p:spPr>
          <a:xfrm>
            <a:off x="1320800" y="604838"/>
            <a:ext cx="9925050" cy="1470025"/>
          </a:xfrm>
          <a:prstGeom prst="rect">
            <a:avLst/>
          </a:prstGeom>
        </p:spPr>
        <p:txBody>
          <a:bodyPr lIns="0" tIns="22858" rIns="0" bIns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878" algn="l" fontAlgn="auto">
              <a:spcBef>
                <a:spcPts val="178"/>
              </a:spcBef>
              <a:spcAft>
                <a:spcPts val="0"/>
              </a:spcAft>
              <a:defRPr/>
            </a:pPr>
            <a:r>
              <a:rPr lang="ru-RU" sz="4700" dirty="0">
                <a:solidFill>
                  <a:srgbClr val="313131"/>
                </a:solidFill>
                <a:latin typeface="Proxima Nova Regular" charset="0"/>
              </a:rPr>
              <a:t>ЛОГИСТИКА</a:t>
            </a:r>
            <a:r>
              <a:rPr lang="ru-RU" sz="4700" spc="319" dirty="0">
                <a:solidFill>
                  <a:srgbClr val="313131"/>
                </a:solidFill>
                <a:latin typeface="Proxima Nova Regular" charset="0"/>
              </a:rPr>
              <a:t> </a:t>
            </a:r>
            <a:r>
              <a:rPr lang="ru-RU" sz="4700" dirty="0">
                <a:solidFill>
                  <a:srgbClr val="313131"/>
                </a:solidFill>
                <a:latin typeface="Proxima Nova Regular" charset="0"/>
              </a:rPr>
              <a:t>И</a:t>
            </a:r>
            <a:r>
              <a:rPr lang="ru-RU" sz="4700" spc="319" dirty="0">
                <a:solidFill>
                  <a:srgbClr val="313131"/>
                </a:solidFill>
                <a:latin typeface="Proxima Nova Regular" charset="0"/>
              </a:rPr>
              <a:t> </a:t>
            </a:r>
            <a:r>
              <a:rPr lang="ru-RU" sz="4700" dirty="0">
                <a:solidFill>
                  <a:srgbClr val="313131"/>
                </a:solidFill>
                <a:latin typeface="Proxima Nova Regular" charset="0"/>
              </a:rPr>
              <a:t>СКЛАДСКОЙ</a:t>
            </a:r>
            <a:r>
              <a:rPr lang="ru-RU" sz="4700" spc="329" dirty="0">
                <a:solidFill>
                  <a:srgbClr val="313131"/>
                </a:solidFill>
                <a:latin typeface="Proxima Nova Regular" charset="0"/>
              </a:rPr>
              <a:t> </a:t>
            </a:r>
            <a:r>
              <a:rPr lang="ru-RU" sz="4700" spc="-16" dirty="0">
                <a:solidFill>
                  <a:srgbClr val="313131"/>
                </a:solidFill>
                <a:latin typeface="Proxima Nova Regular" charset="0"/>
              </a:rPr>
              <a:t>КОМПЛЕКС</a:t>
            </a:r>
            <a:endParaRPr lang="ru-RU" sz="4700" dirty="0">
              <a:solidFill>
                <a:srgbClr val="313131"/>
              </a:solidFill>
              <a:latin typeface="Proxima Nova Regular" charset="0"/>
            </a:endParaRPr>
          </a:p>
        </p:txBody>
      </p:sp>
      <p:grpSp>
        <p:nvGrpSpPr>
          <p:cNvPr id="18449" name="object 18">
            <a:extLst>
              <a:ext uri="{FF2B5EF4-FFF2-40B4-BE49-F238E27FC236}">
                <a16:creationId xmlns="" xmlns:a16="http://schemas.microsoft.com/office/drawing/2014/main" id="{AE07CCF0-535A-4C69-AF89-DB54DBFF27BC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6318250"/>
            <a:ext cx="11106150" cy="1296988"/>
            <a:chOff x="1190838" y="4644674"/>
            <a:chExt cx="6468110" cy="791845"/>
          </a:xfrm>
        </p:grpSpPr>
        <p:pic>
          <p:nvPicPr>
            <p:cNvPr id="18452" name="object 19">
              <a:extLst>
                <a:ext uri="{FF2B5EF4-FFF2-40B4-BE49-F238E27FC236}">
                  <a16:creationId xmlns="" xmlns:a16="http://schemas.microsoft.com/office/drawing/2014/main" id="{43428F9E-B8EB-48F7-8C0E-126A5D9D0C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3" name="object 20">
              <a:extLst>
                <a:ext uri="{FF2B5EF4-FFF2-40B4-BE49-F238E27FC236}">
                  <a16:creationId xmlns="" xmlns:a16="http://schemas.microsoft.com/office/drawing/2014/main" id="{DE8A6AF6-37A7-4C08-867A-89E3686767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473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4" name="object 21">
              <a:extLst>
                <a:ext uri="{FF2B5EF4-FFF2-40B4-BE49-F238E27FC236}">
                  <a16:creationId xmlns="" xmlns:a16="http://schemas.microsoft.com/office/drawing/2014/main" id="{0EBE98C9-1ED9-4FC0-B5E8-21DF39125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5772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5" name="object 22">
              <a:extLst>
                <a:ext uri="{FF2B5EF4-FFF2-40B4-BE49-F238E27FC236}">
                  <a16:creationId xmlns="" xmlns:a16="http://schemas.microsoft.com/office/drawing/2014/main" id="{D792F46A-6344-4160-8898-874B6FBC4E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53437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6" name="object 23">
              <a:extLst>
                <a:ext uri="{FF2B5EF4-FFF2-40B4-BE49-F238E27FC236}">
                  <a16:creationId xmlns="" xmlns:a16="http://schemas.microsoft.com/office/drawing/2014/main" id="{FF078D75-1146-4BB3-A299-03F95FBAE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473" y="53437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8450" name="Объект 65">
            <a:extLst>
              <a:ext uri="{FF2B5EF4-FFF2-40B4-BE49-F238E27FC236}">
                <a16:creationId xmlns="" xmlns:a16="http://schemas.microsoft.com/office/drawing/2014/main" id="{2A8203E1-9457-47D8-A6F9-EE4F763986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6" name="CorelDRAW" r:id="rId6" imgW="3876120" imgH="797040" progId="CorelDraw.Graphic.23">
                  <p:embed/>
                </p:oleObj>
              </mc:Choice>
              <mc:Fallback>
                <p:oleObj name="CorelDRAW" r:id="rId6" imgW="3876120" imgH="797040" progId="CorelDraw.Graphic.23">
                  <p:embed/>
                  <p:pic>
                    <p:nvPicPr>
                      <p:cNvPr id="0" name="Объект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9" name="Line 1" descr="preencoded.png">
            <a:extLst>
              <a:ext uri="{FF2B5EF4-FFF2-40B4-BE49-F238E27FC236}">
                <a16:creationId xmlns="" xmlns:a16="http://schemas.microsoft.com/office/drawing/2014/main" id="{8B642401-B320-47B4-8445-1676200EDC5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20488" t="-130527" r="33652" b="-273784"/>
          <a:stretch/>
        </p:blipFill>
        <p:spPr>
          <a:xfrm>
            <a:off x="9776174" y="1188774"/>
            <a:ext cx="4114827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object 8">
            <a:extLst>
              <a:ext uri="{FF2B5EF4-FFF2-40B4-BE49-F238E27FC236}">
                <a16:creationId xmlns:a16="http://schemas.microsoft.com/office/drawing/2014/main" xmlns="" id="{B89F536B-956B-4244-AEAC-32891BA3D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444" y="6576661"/>
            <a:ext cx="4484688" cy="184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8800" b="1" dirty="0">
                <a:solidFill>
                  <a:srgbClr val="F47629"/>
                </a:solidFill>
                <a:latin typeface="Roboto" panose="02000000000000000000" pitchFamily="2" charset="0"/>
              </a:rPr>
              <a:t>2 900 </a:t>
            </a:r>
            <a:r>
              <a:rPr lang="ru-RU" altLang="ru-RU" sz="8800" b="1" dirty="0" smtClean="0">
                <a:solidFill>
                  <a:srgbClr val="F47629"/>
                </a:solidFill>
                <a:latin typeface="Roboto" panose="02000000000000000000" pitchFamily="2" charset="0"/>
              </a:rPr>
              <a:t>т</a:t>
            </a:r>
            <a:endParaRPr lang="ru-RU" altLang="ru-RU" sz="8800" dirty="0">
              <a:solidFill>
                <a:srgbClr val="F47629"/>
              </a:solidFill>
              <a:latin typeface="Roboto" panose="02000000000000000000" pitchFamily="2" charset="0"/>
            </a:endParaRPr>
          </a:p>
        </p:txBody>
      </p:sp>
      <p:sp>
        <p:nvSpPr>
          <p:cNvPr id="55" name="object 32">
            <a:extLst>
              <a:ext uri="{FF2B5EF4-FFF2-40B4-BE49-F238E27FC236}">
                <a16:creationId xmlns:a16="http://schemas.microsoft.com/office/drawing/2014/main" xmlns="" id="{916ECEFD-C687-40D6-A0B0-42E218FC7A1E}"/>
              </a:ext>
            </a:extLst>
          </p:cNvPr>
          <p:cNvSpPr txBox="1">
            <a:spLocks/>
          </p:cNvSpPr>
          <p:nvPr/>
        </p:nvSpPr>
        <p:spPr>
          <a:xfrm>
            <a:off x="1263650" y="433388"/>
            <a:ext cx="9925050" cy="1470025"/>
          </a:xfrm>
          <a:prstGeom prst="rect">
            <a:avLst/>
          </a:prstGeom>
        </p:spPr>
        <p:txBody>
          <a:bodyPr lIns="0" tIns="22858" rIns="0" bIns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878" algn="l" fontAlgn="auto">
              <a:spcBef>
                <a:spcPts val="178"/>
              </a:spcBef>
              <a:spcAft>
                <a:spcPts val="0"/>
              </a:spcAft>
              <a:defRPr/>
            </a:pPr>
            <a:r>
              <a:rPr lang="ru-RU" sz="4700" dirty="0" smtClean="0">
                <a:solidFill>
                  <a:srgbClr val="313131"/>
                </a:solidFill>
                <a:latin typeface="Proxima Nova Regular" charset="0"/>
              </a:rPr>
              <a:t>Автоматизированный резервуарный парк</a:t>
            </a:r>
            <a:endParaRPr lang="ru-RU" sz="4700" dirty="0">
              <a:solidFill>
                <a:srgbClr val="313131"/>
              </a:solidFill>
              <a:latin typeface="Proxima Nova Regular" charset="0"/>
            </a:endParaRPr>
          </a:p>
        </p:txBody>
      </p:sp>
      <p:graphicFrame>
        <p:nvGraphicFramePr>
          <p:cNvPr id="18450" name="Объект 65">
            <a:extLst>
              <a:ext uri="{FF2B5EF4-FFF2-40B4-BE49-F238E27FC236}">
                <a16:creationId xmlns:a16="http://schemas.microsoft.com/office/drawing/2014/main" xmlns="" id="{2A8203E1-9457-47D8-A6F9-EE4F763986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9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9" name="Line 1" descr="preencoded.png">
            <a:extLst>
              <a:ext uri="{FF2B5EF4-FFF2-40B4-BE49-F238E27FC236}">
                <a16:creationId xmlns:a16="http://schemas.microsoft.com/office/drawing/2014/main" xmlns="" id="{8B642401-B320-47B4-8445-1676200EDC5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20488" t="-130527" r="33652" b="-273784"/>
          <a:stretch/>
        </p:blipFill>
        <p:spPr>
          <a:xfrm>
            <a:off x="7677150" y="1086740"/>
            <a:ext cx="6213851" cy="30206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object 8">
            <a:extLst>
              <a:ext uri="{FF2B5EF4-FFF2-40B4-BE49-F238E27FC236}">
                <a16:creationId xmlns:a16="http://schemas.microsoft.com/office/drawing/2014/main" xmlns="" id="{B89F536B-956B-4244-AEAC-32891BA3D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575" y="2320294"/>
            <a:ext cx="9170426" cy="3880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sz="4400" b="1" dirty="0"/>
              <a:t>Собственный резервуарный парк сырья гарантирует дистрибьюторам бесперебойные поставки — мы выполняем обязательства независимо от внешних факторов.</a:t>
            </a:r>
            <a:endParaRPr lang="ru-RU" altLang="ru-RU" sz="4400" b="1" dirty="0">
              <a:latin typeface="Inter Bold" panose="02000803000000020004" pitchFamily="2" charset="0"/>
            </a:endParaRPr>
          </a:p>
        </p:txBody>
      </p:sp>
      <p:pic>
        <p:nvPicPr>
          <p:cNvPr id="22532" name="Picture 4" descr="C:\Users\zakolodniy\Desktop\Empils Reservoir Park - photo\IMG_998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76"/>
          <a:stretch/>
        </p:blipFill>
        <p:spPr bwMode="auto">
          <a:xfrm>
            <a:off x="10784075" y="2279651"/>
            <a:ext cx="6063258" cy="6146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210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1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20000" y="3596725"/>
            <a:ext cx="16848000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0" b="1" dirty="0">
                <a:solidFill>
                  <a:srgbClr val="F47629"/>
                </a:solidFill>
                <a:latin typeface="Proxima Nova Regular"/>
              </a:rPr>
              <a:t>ГЕОГРАФИЯ БИЗНЕСА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5554508"/>
            <a:ext cx="1684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dirty="0" err="1">
                <a:latin typeface="Inter Regular"/>
              </a:rPr>
              <a:t>Дистрибуция</a:t>
            </a:r>
            <a:r>
              <a:rPr sz="3200" dirty="0">
                <a:latin typeface="Inter Regular"/>
              </a:rPr>
              <a:t> в </a:t>
            </a:r>
            <a:r>
              <a:rPr sz="3200" dirty="0" err="1">
                <a:latin typeface="Inter Regular"/>
              </a:rPr>
              <a:t>России</a:t>
            </a:r>
            <a:r>
              <a:rPr sz="3200" dirty="0">
                <a:latin typeface="Inter Regular"/>
              </a:rPr>
              <a:t> и </a:t>
            </a:r>
            <a:r>
              <a:rPr sz="3200" dirty="0" err="1">
                <a:latin typeface="Inter Regular"/>
              </a:rPr>
              <a:t>экспорт</a:t>
            </a:r>
            <a:r>
              <a:rPr sz="3200" dirty="0">
                <a:latin typeface="Inter Regular"/>
              </a:rPr>
              <a:t> в </a:t>
            </a:r>
            <a:r>
              <a:rPr sz="3200" dirty="0" err="1">
                <a:latin typeface="Inter Regular"/>
              </a:rPr>
              <a:t>страны</a:t>
            </a:r>
            <a:r>
              <a:rPr sz="3200" dirty="0">
                <a:latin typeface="Inter Regular"/>
              </a:rPr>
              <a:t> СНГ</a:t>
            </a:r>
          </a:p>
        </p:txBody>
      </p:sp>
    </p:spTree>
    <p:extLst>
      <p:ext uri="{BB962C8B-B14F-4D97-AF65-F5344CB8AC3E}">
        <p14:creationId xmlns:p14="http://schemas.microsoft.com/office/powerpoint/2010/main" val="802141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Maps" descr="preencoded.png">
            <a:extLst>
              <a:ext uri="{FF2B5EF4-FFF2-40B4-BE49-F238E27FC236}">
                <a16:creationId xmlns="" xmlns:a16="http://schemas.microsoft.com/office/drawing/2014/main" id="{DCE7BE84-F94C-4017-B644-C9C77E3FE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0225"/>
            <a:ext cx="17849850" cy="848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Ellipse 2">
            <a:extLst>
              <a:ext uri="{FF2B5EF4-FFF2-40B4-BE49-F238E27FC236}">
                <a16:creationId xmlns="" xmlns:a16="http://schemas.microsoft.com/office/drawing/2014/main" id="{36A5D5DB-64EE-43D9-A1D5-F1BB999D4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850" y="4171950"/>
            <a:ext cx="4171950" cy="4171950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8" name="Ellipse 3">
            <a:extLst>
              <a:ext uri="{FF2B5EF4-FFF2-40B4-BE49-F238E27FC236}">
                <a16:creationId xmlns="" xmlns:a16="http://schemas.microsoft.com/office/drawing/2014/main" id="{F2AB8CBF-5B0D-41C9-974F-D6173A5D7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2855913"/>
            <a:ext cx="3762375" cy="3762375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9" name="name_100">
            <a:extLst>
              <a:ext uri="{FF2B5EF4-FFF2-40B4-BE49-F238E27FC236}">
                <a16:creationId xmlns="" xmlns:a16="http://schemas.microsoft.com/office/drawing/2014/main" id="{6F47B57C-C32E-4FC6-834C-C8929BC29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3525" y="3998913"/>
            <a:ext cx="37814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>
                <a:solidFill>
                  <a:srgbClr val="FFFFFF"/>
                </a:solidFill>
                <a:latin typeface="Inter Extra Bold" panose="02000903000000020004" pitchFamily="2" charset="0"/>
              </a:rPr>
              <a:t>&gt;100</a:t>
            </a:r>
            <a:endParaRPr lang="en-US" altLang="ru-RU" sz="9600"/>
          </a:p>
        </p:txBody>
      </p:sp>
      <p:sp>
        <p:nvSpPr>
          <p:cNvPr id="6150" name="name_150">
            <a:extLst>
              <a:ext uri="{FF2B5EF4-FFF2-40B4-BE49-F238E27FC236}">
                <a16:creationId xmlns="" xmlns:a16="http://schemas.microsoft.com/office/drawing/2014/main" id="{53832D40-194C-40B0-9F77-2BDFD0E3F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325" y="5495925"/>
            <a:ext cx="41910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>
                <a:solidFill>
                  <a:srgbClr val="FFFFFF"/>
                </a:solidFill>
                <a:latin typeface="Inter Extra Bold" panose="02000903000000020004" pitchFamily="2" charset="0"/>
              </a:rPr>
              <a:t>150</a:t>
            </a:r>
            <a:endParaRPr lang="en-US" altLang="ru-RU" sz="9600"/>
          </a:p>
        </p:txBody>
      </p:sp>
      <p:sp>
        <p:nvSpPr>
          <p:cNvPr id="8" name="default_name">
            <a:extLst>
              <a:ext uri="{FF2B5EF4-FFF2-40B4-BE49-F238E27FC236}">
                <a16:creationId xmlns="" xmlns:a16="http://schemas.microsoft.com/office/drawing/2014/main" id="{C1C1A752-0261-4DE9-AA13-4155AE692524}"/>
              </a:ext>
            </a:extLst>
          </p:cNvPr>
          <p:cNvSpPr/>
          <p:nvPr/>
        </p:nvSpPr>
        <p:spPr>
          <a:xfrm>
            <a:off x="1543050" y="6645275"/>
            <a:ext cx="3781425" cy="5048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00" dirty="0">
                <a:solidFill>
                  <a:srgbClr val="EA5900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дистрибьюторов</a:t>
            </a:r>
            <a:endParaRPr lang="en-US" sz="3200" b="1" spc="1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="" xmlns:a16="http://schemas.microsoft.com/office/drawing/2014/main" id="{F3C6BC28-83AE-4A46-9BBC-FFEF86CF4601}"/>
              </a:ext>
            </a:extLst>
          </p:cNvPr>
          <p:cNvSpPr/>
          <p:nvPr/>
        </p:nvSpPr>
        <p:spPr>
          <a:xfrm>
            <a:off x="6784975" y="8405813"/>
            <a:ext cx="3441700" cy="5048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00" dirty="0">
                <a:solidFill>
                  <a:srgbClr val="EA5900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городах России</a:t>
            </a:r>
            <a:endParaRPr lang="en-US" sz="3200" spc="1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6153" name="Text 6">
            <a:extLst>
              <a:ext uri="{FF2B5EF4-FFF2-40B4-BE49-F238E27FC236}">
                <a16:creationId xmlns="" xmlns:a16="http://schemas.microsoft.com/office/drawing/2014/main" id="{48A7FD74-F93F-4835-8EF5-F7A46BA41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888" y="7175500"/>
            <a:ext cx="33147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2400">
                <a:solidFill>
                  <a:srgbClr val="000000"/>
                </a:solidFill>
                <a:latin typeface="Inter Regular" panose="02000503000000020004" pitchFamily="2" charset="0"/>
              </a:rPr>
              <a:t>в России и за рубежом</a:t>
            </a:r>
            <a:endParaRPr lang="en-US" altLang="ru-RU" sz="2400"/>
          </a:p>
        </p:txBody>
      </p:sp>
      <p:sp>
        <p:nvSpPr>
          <p:cNvPr id="6154" name="Text 7">
            <a:extLst>
              <a:ext uri="{FF2B5EF4-FFF2-40B4-BE49-F238E27FC236}">
                <a16:creationId xmlns="" xmlns:a16="http://schemas.microsoft.com/office/drawing/2014/main" id="{328E24FE-CD4F-4F09-A583-C81D44C34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3651250"/>
            <a:ext cx="33147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2400">
                <a:solidFill>
                  <a:srgbClr val="000000"/>
                </a:solidFill>
                <a:latin typeface="Inter Regular" panose="02000503000000020004" pitchFamily="2" charset="0"/>
              </a:rPr>
              <a:t>Продажи более, чем в</a:t>
            </a:r>
            <a:endParaRPr lang="en-US" altLang="ru-RU" sz="2400"/>
          </a:p>
        </p:txBody>
      </p:sp>
      <p:sp>
        <p:nvSpPr>
          <p:cNvPr id="6155" name="Text 8">
            <a:extLst>
              <a:ext uri="{FF2B5EF4-FFF2-40B4-BE49-F238E27FC236}">
                <a16:creationId xmlns="" xmlns:a16="http://schemas.microsoft.com/office/drawing/2014/main" id="{A9FB96BA-B522-4F95-9860-97161724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1076325"/>
            <a:ext cx="658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52565D"/>
                </a:solidFill>
                <a:latin typeface="Proxima Nova Regular" panose="02000506030000020004" pitchFamily="2" charset="0"/>
              </a:rPr>
              <a:t>ГЕОГРАФИЯ БИЗНЕСА</a:t>
            </a:r>
            <a:endParaRPr lang="en-US" altLang="ru-RU" sz="4800"/>
          </a:p>
        </p:txBody>
      </p:sp>
      <p:sp>
        <p:nvSpPr>
          <p:cNvPr id="6156" name="Ellipse 2">
            <a:extLst>
              <a:ext uri="{FF2B5EF4-FFF2-40B4-BE49-F238E27FC236}">
                <a16:creationId xmlns="" xmlns:a16="http://schemas.microsoft.com/office/drawing/2014/main" id="{C8AEDC6F-6858-42CE-84C1-BBE540C50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0" y="2408238"/>
            <a:ext cx="4824413" cy="4824412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7" name="name_150">
            <a:extLst>
              <a:ext uri="{FF2B5EF4-FFF2-40B4-BE49-F238E27FC236}">
                <a16:creationId xmlns="" xmlns:a16="http://schemas.microsoft.com/office/drawing/2014/main" id="{E21D8268-2AF5-4AD6-8AA9-1992E1407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9250" y="5003800"/>
            <a:ext cx="4657725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ru-RU" altLang="ru-RU" sz="2800">
                <a:solidFill>
                  <a:srgbClr val="FFFFFF"/>
                </a:solidFill>
                <a:latin typeface="Inter Extra Bold" panose="02000903000000020004" pitchFamily="2" charset="0"/>
              </a:rPr>
              <a:t>ПРЕДСТАВЛЕННОСТЬ</a:t>
            </a:r>
            <a:endParaRPr lang="en-US" altLang="ru-RU" sz="2800">
              <a:latin typeface="Inter Extra Bold" panose="02000903000000020004" pitchFamily="2" charset="0"/>
            </a:endParaRPr>
          </a:p>
        </p:txBody>
      </p:sp>
      <p:pic>
        <p:nvPicPr>
          <p:cNvPr id="6158" name="Google Shape;170;p29">
            <a:extLst>
              <a:ext uri="{FF2B5EF4-FFF2-40B4-BE49-F238E27FC236}">
                <a16:creationId xmlns="" xmlns:a16="http://schemas.microsoft.com/office/drawing/2014/main" id="{E8BA19B0-E8DE-4B5F-995D-12FFE2032F7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4838" y="4117975"/>
            <a:ext cx="4148137" cy="83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9" name="Text 6">
            <a:extLst>
              <a:ext uri="{FF2B5EF4-FFF2-40B4-BE49-F238E27FC236}">
                <a16:creationId xmlns="" xmlns:a16="http://schemas.microsoft.com/office/drawing/2014/main" id="{7AA6EE4A-E65F-47F7-8CE7-E2ABA5944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0" y="7324725"/>
            <a:ext cx="482441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ru-RU" altLang="ru-RU" sz="2400">
                <a:solidFill>
                  <a:srgbClr val="000000"/>
                </a:solidFill>
                <a:latin typeface="Inter Regular" panose="02000503000000020004" pitchFamily="2" charset="0"/>
              </a:rPr>
              <a:t>в федеральных и региональных торговых сетях DIY</a:t>
            </a:r>
          </a:p>
        </p:txBody>
      </p:sp>
      <p:pic>
        <p:nvPicPr>
          <p:cNvPr id="21" name="Line 1" descr="preencoded.png">
            <a:extLst>
              <a:ext uri="{FF2B5EF4-FFF2-40B4-BE49-F238E27FC236}">
                <a16:creationId xmlns="" xmlns:a16="http://schemas.microsoft.com/office/drawing/2014/main" id="{A5E3E89E-D1BE-4767-A7CB-038B6ADAA58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C3CDDB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7962895" y="1251927"/>
            <a:ext cx="8972555" cy="39663"/>
          </a:xfrm>
          <a:prstGeom prst="rect">
            <a:avLst/>
          </a:prstGeom>
          <a:noFill/>
          <a:ln>
            <a:noFill/>
          </a:ln>
        </p:spPr>
      </p:pic>
      <p:sp>
        <p:nvSpPr>
          <p:cNvPr id="6161" name="H1">
            <a:extLst>
              <a:ext uri="{FF2B5EF4-FFF2-40B4-BE49-F238E27FC236}">
                <a16:creationId xmlns="" xmlns:a16="http://schemas.microsoft.com/office/drawing/2014/main" id="{ECA2789F-5FE2-4E9C-B5F7-2C432F551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9324975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en-US" altLang="ru-RU" sz="1100">
              <a:solidFill>
                <a:srgbClr val="8690A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Maps" descr="preencoded.png">
            <a:extLst>
              <a:ext uri="{FF2B5EF4-FFF2-40B4-BE49-F238E27FC236}">
                <a16:creationId xmlns="" xmlns:a16="http://schemas.microsoft.com/office/drawing/2014/main" id="{47B890F9-BBC6-49C8-B431-76870BBC5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Line 1" descr="preencoded.png">
            <a:extLst>
              <a:ext uri="{FF2B5EF4-FFF2-40B4-BE49-F238E27FC236}">
                <a16:creationId xmlns="" xmlns:a16="http://schemas.microsoft.com/office/drawing/2014/main" id="{018E6273-523F-4831-9F61-D4D6A1C642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675" y="1244600"/>
            <a:ext cx="5791200" cy="3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Rectangle 3" descr="preencoded.png">
            <a:extLst>
              <a:ext uri="{FF2B5EF4-FFF2-40B4-BE49-F238E27FC236}">
                <a16:creationId xmlns="" xmlns:a16="http://schemas.microsoft.com/office/drawing/2014/main" id="{D6C5E4AE-73CF-4A15-BCE6-FBFDCB1D45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013" y="2606675"/>
            <a:ext cx="2663825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Rectangle 15" descr="preencoded.png">
            <a:extLst>
              <a:ext uri="{FF2B5EF4-FFF2-40B4-BE49-F238E27FC236}">
                <a16:creationId xmlns="" xmlns:a16="http://schemas.microsoft.com/office/drawing/2014/main" id="{8F277593-835D-4F09-9CBA-FAF6CF9878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5056188"/>
            <a:ext cx="2206625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Rectangle 16" descr="preencoded.png">
            <a:extLst>
              <a:ext uri="{FF2B5EF4-FFF2-40B4-BE49-F238E27FC236}">
                <a16:creationId xmlns="" xmlns:a16="http://schemas.microsoft.com/office/drawing/2014/main" id="{08F6670C-2AB5-4A4C-9536-2906160B78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7053263"/>
            <a:ext cx="249237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Rectangle 18" descr="preencoded.png">
            <a:extLst>
              <a:ext uri="{FF2B5EF4-FFF2-40B4-BE49-F238E27FC236}">
                <a16:creationId xmlns="" xmlns:a16="http://schemas.microsoft.com/office/drawing/2014/main" id="{D0AAE141-0B6A-4E0B-B1C8-3B694D174F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113" y="7053263"/>
            <a:ext cx="365442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Rectangle 17" descr="preencoded.png">
            <a:extLst>
              <a:ext uri="{FF2B5EF4-FFF2-40B4-BE49-F238E27FC236}">
                <a16:creationId xmlns="" xmlns:a16="http://schemas.microsoft.com/office/drawing/2014/main" id="{95635CA4-F5DA-47DA-91BA-68C353BF10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7966075"/>
            <a:ext cx="3816350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Rectangle 19" descr="preencoded.png">
            <a:extLst>
              <a:ext uri="{FF2B5EF4-FFF2-40B4-BE49-F238E27FC236}">
                <a16:creationId xmlns="" xmlns:a16="http://schemas.microsoft.com/office/drawing/2014/main" id="{00BF8761-8B8E-4E98-9E70-7CE0472433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6013" y="3551238"/>
            <a:ext cx="2986087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Rectangle 12" descr="preencoded.png">
            <a:extLst>
              <a:ext uri="{FF2B5EF4-FFF2-40B4-BE49-F238E27FC236}">
                <a16:creationId xmlns="" xmlns:a16="http://schemas.microsoft.com/office/drawing/2014/main" id="{668F723A-1046-45A6-A396-E468B594D1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363" y="2606675"/>
            <a:ext cx="2986087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3" name="Rectangle 13" descr="preencoded.png">
            <a:extLst>
              <a:ext uri="{FF2B5EF4-FFF2-40B4-BE49-F238E27FC236}">
                <a16:creationId xmlns="" xmlns:a16="http://schemas.microsoft.com/office/drawing/2014/main" id="{426419BA-84D6-4E28-9A53-173A6E3096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100" y="3560763"/>
            <a:ext cx="3167063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4" name="Rectangle 14" descr="preencoded.png">
            <a:extLst>
              <a:ext uri="{FF2B5EF4-FFF2-40B4-BE49-F238E27FC236}">
                <a16:creationId xmlns="" xmlns:a16="http://schemas.microsoft.com/office/drawing/2014/main" id="{9FA030D4-411D-410D-9D20-6C873A4CF22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238" y="3560763"/>
            <a:ext cx="3328987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5" name="Line 2" descr="preencoded.png">
            <a:extLst>
              <a:ext uri="{FF2B5EF4-FFF2-40B4-BE49-F238E27FC236}">
                <a16:creationId xmlns="" xmlns:a16="http://schemas.microsoft.com/office/drawing/2014/main" id="{03DB8922-5427-49B8-BF78-35E850276FE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650" y="3121025"/>
            <a:ext cx="515938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6" name="Line 6" descr="preencoded.png">
            <a:extLst>
              <a:ext uri="{FF2B5EF4-FFF2-40B4-BE49-F238E27FC236}">
                <a16:creationId xmlns="" xmlns:a16="http://schemas.microsoft.com/office/drawing/2014/main" id="{01CAB3AE-6F32-4264-ADD7-9CD949E8D66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8038" y="3306763"/>
            <a:ext cx="39687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7" name="Line 12" descr="preencoded.png">
            <a:extLst>
              <a:ext uri="{FF2B5EF4-FFF2-40B4-BE49-F238E27FC236}">
                <a16:creationId xmlns="" xmlns:a16="http://schemas.microsoft.com/office/drawing/2014/main" id="{07757C34-A1D6-46F2-B8AB-143C60E6640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5938" y="4224338"/>
            <a:ext cx="1100137" cy="163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8" name="Line 10" descr="preencoded.png">
            <a:extLst>
              <a:ext uri="{FF2B5EF4-FFF2-40B4-BE49-F238E27FC236}">
                <a16:creationId xmlns="" xmlns:a16="http://schemas.microsoft.com/office/drawing/2014/main" id="{AC919B9E-1019-4035-8D2D-81C7BB64D39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513" y="6677025"/>
            <a:ext cx="852487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9" name="Line 7" descr="preencoded.png">
            <a:extLst>
              <a:ext uri="{FF2B5EF4-FFF2-40B4-BE49-F238E27FC236}">
                <a16:creationId xmlns="" xmlns:a16="http://schemas.microsoft.com/office/drawing/2014/main" id="{1397C5BA-FD7E-4CD6-8800-0D992ACADB1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313" y="4243388"/>
            <a:ext cx="446087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0" name="Line 8" descr="preencoded.png">
            <a:extLst>
              <a:ext uri="{FF2B5EF4-FFF2-40B4-BE49-F238E27FC236}">
                <a16:creationId xmlns="" xmlns:a16="http://schemas.microsoft.com/office/drawing/2014/main" id="{90964F4C-7CF4-47A6-B3E6-5BD474DDEDA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5475288"/>
            <a:ext cx="7572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1" name="Line 9" descr="preencoded.png">
            <a:extLst>
              <a:ext uri="{FF2B5EF4-FFF2-40B4-BE49-F238E27FC236}">
                <a16:creationId xmlns="" xmlns:a16="http://schemas.microsoft.com/office/drawing/2014/main" id="{0462EA72-A88C-42C4-A59D-4CBA0E28AC7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88" y="6389688"/>
            <a:ext cx="660400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2" name="Line 13" descr="preencoded.png">
            <a:extLst>
              <a:ext uri="{FF2B5EF4-FFF2-40B4-BE49-F238E27FC236}">
                <a16:creationId xmlns="" xmlns:a16="http://schemas.microsoft.com/office/drawing/2014/main" id="{C2A61419-8F65-4F27-B468-FC9462FDCDA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2363" y="4192588"/>
            <a:ext cx="65246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3" name="Line 11" descr="preencoded.png">
            <a:extLst>
              <a:ext uri="{FF2B5EF4-FFF2-40B4-BE49-F238E27FC236}">
                <a16:creationId xmlns="" xmlns:a16="http://schemas.microsoft.com/office/drawing/2014/main" id="{416A8FA4-10F8-495C-BD9C-25713D93614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238" y="6545263"/>
            <a:ext cx="841375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4" name="Vector" descr="preencoded.png">
            <a:extLst>
              <a:ext uri="{FF2B5EF4-FFF2-40B4-BE49-F238E27FC236}">
                <a16:creationId xmlns="" xmlns:a16="http://schemas.microsoft.com/office/drawing/2014/main" id="{7BC4BACD-3B32-47FD-B88D-0B2052AB5E2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3370263"/>
            <a:ext cx="487362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5" name="Vector" descr="preencoded.png">
            <a:extLst>
              <a:ext uri="{FF2B5EF4-FFF2-40B4-BE49-F238E27FC236}">
                <a16:creationId xmlns="" xmlns:a16="http://schemas.microsoft.com/office/drawing/2014/main" id="{C4DB3C9D-3ED8-43C7-97D8-7E6E9B78CF3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4094163"/>
            <a:ext cx="487363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6" name="Vector" descr="preencoded.png">
            <a:extLst>
              <a:ext uri="{FF2B5EF4-FFF2-40B4-BE49-F238E27FC236}">
                <a16:creationId xmlns="" xmlns:a16="http://schemas.microsoft.com/office/drawing/2014/main" id="{ABB72E7A-6853-414B-8E6A-CC1842EFA5A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0025" y="5689600"/>
            <a:ext cx="496888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7" name="Vector" descr="preencoded.png">
            <a:extLst>
              <a:ext uri="{FF2B5EF4-FFF2-40B4-BE49-F238E27FC236}">
                <a16:creationId xmlns="" xmlns:a16="http://schemas.microsoft.com/office/drawing/2014/main" id="{AF62E507-3065-4480-BD08-343BED68372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438" y="6251575"/>
            <a:ext cx="487362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8" name="Vector" descr="preencoded.png">
            <a:extLst>
              <a:ext uri="{FF2B5EF4-FFF2-40B4-BE49-F238E27FC236}">
                <a16:creationId xmlns="" xmlns:a16="http://schemas.microsoft.com/office/drawing/2014/main" id="{D0FFFA45-1FA1-4ACD-AE25-8A9CE7C5263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113" y="5418138"/>
            <a:ext cx="487362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9" name="Vector" descr="preencoded.png">
            <a:extLst>
              <a:ext uri="{FF2B5EF4-FFF2-40B4-BE49-F238E27FC236}">
                <a16:creationId xmlns="" xmlns:a16="http://schemas.microsoft.com/office/drawing/2014/main" id="{BA0DBE88-AE9E-428B-B747-2FB86D75FAD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188" y="5568950"/>
            <a:ext cx="487362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0" name="Vector" descr="preencoded.png">
            <a:extLst>
              <a:ext uri="{FF2B5EF4-FFF2-40B4-BE49-F238E27FC236}">
                <a16:creationId xmlns="" xmlns:a16="http://schemas.microsoft.com/office/drawing/2014/main" id="{A83ABB8D-4E25-409C-9ACD-B13A86BC7AE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959475"/>
            <a:ext cx="48895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1" name="Vector" descr="preencoded.png">
            <a:extLst>
              <a:ext uri="{FF2B5EF4-FFF2-40B4-BE49-F238E27FC236}">
                <a16:creationId xmlns="" xmlns:a16="http://schemas.microsoft.com/office/drawing/2014/main" id="{DE980B75-9F3C-4D53-AFD9-872A6F8AD85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4863" y="4926013"/>
            <a:ext cx="496887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2" name="Vector" descr="preencoded.png">
            <a:extLst>
              <a:ext uri="{FF2B5EF4-FFF2-40B4-BE49-F238E27FC236}">
                <a16:creationId xmlns="" xmlns:a16="http://schemas.microsoft.com/office/drawing/2014/main" id="{1E216101-5FD7-4465-9840-33F2C71B277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363" y="6191250"/>
            <a:ext cx="487362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23" name="Text 0">
            <a:extLst>
              <a:ext uri="{FF2B5EF4-FFF2-40B4-BE49-F238E27FC236}">
                <a16:creationId xmlns="" xmlns:a16="http://schemas.microsoft.com/office/drawing/2014/main" id="{F5EF2E14-87B3-46B5-9145-DED4BC536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1076325"/>
            <a:ext cx="658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52565D"/>
                </a:solidFill>
                <a:latin typeface="Proxima Nova Regular" panose="02000506030000020004" pitchFamily="2" charset="0"/>
              </a:rPr>
              <a:t>ГЕОГРАФИЯ БИЗНЕСА</a:t>
            </a:r>
            <a:endParaRPr lang="en-US" altLang="ru-RU" sz="4800"/>
          </a:p>
        </p:txBody>
      </p:sp>
      <p:sp>
        <p:nvSpPr>
          <p:cNvPr id="8224" name="default_name">
            <a:extLst>
              <a:ext uri="{FF2B5EF4-FFF2-40B4-BE49-F238E27FC236}">
                <a16:creationId xmlns="" xmlns:a16="http://schemas.microsoft.com/office/drawing/2014/main" id="{70B898A2-36AC-484E-9812-1032D010A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3200" y="1076325"/>
            <a:ext cx="28670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EA5900"/>
                </a:solidFill>
                <a:latin typeface="Proxima Nova Regular" panose="02000506030000020004" pitchFamily="2" charset="0"/>
              </a:rPr>
              <a:t>ЭКСПОРТ</a:t>
            </a:r>
            <a:endParaRPr lang="en-US" altLang="ru-RU" sz="4800"/>
          </a:p>
        </p:txBody>
      </p:sp>
      <p:sp>
        <p:nvSpPr>
          <p:cNvPr id="33" name="default_name">
            <a:extLst>
              <a:ext uri="{FF2B5EF4-FFF2-40B4-BE49-F238E27FC236}">
                <a16:creationId xmlns="" xmlns:a16="http://schemas.microsoft.com/office/drawing/2014/main" id="{6CE77E83-0A7B-41CD-8EBC-EBB7B12D1147}"/>
              </a:ext>
            </a:extLst>
          </p:cNvPr>
          <p:cNvSpPr/>
          <p:nvPr/>
        </p:nvSpPr>
        <p:spPr>
          <a:xfrm>
            <a:off x="3419475" y="2747963"/>
            <a:ext cx="211613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БЕЛАРУСЬ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4" name="default_name">
            <a:extLst>
              <a:ext uri="{FF2B5EF4-FFF2-40B4-BE49-F238E27FC236}">
                <a16:creationId xmlns="" xmlns:a16="http://schemas.microsoft.com/office/drawing/2014/main" id="{E0758CB9-CD59-48AA-A35E-ECCC6C5E5F30}"/>
              </a:ext>
            </a:extLst>
          </p:cNvPr>
          <p:cNvSpPr/>
          <p:nvPr/>
        </p:nvSpPr>
        <p:spPr>
          <a:xfrm>
            <a:off x="7258050" y="2752725"/>
            <a:ext cx="2398713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КАЗАХСТАН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5" name="default_name">
            <a:extLst>
              <a:ext uri="{FF2B5EF4-FFF2-40B4-BE49-F238E27FC236}">
                <a16:creationId xmlns="" xmlns:a16="http://schemas.microsoft.com/office/drawing/2014/main" id="{A488FDF2-246A-4506-B98F-8E562909175B}"/>
              </a:ext>
            </a:extLst>
          </p:cNvPr>
          <p:cNvSpPr/>
          <p:nvPr/>
        </p:nvSpPr>
        <p:spPr>
          <a:xfrm>
            <a:off x="4238625" y="3706813"/>
            <a:ext cx="2640013" cy="457200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УЗБЕКИСТАН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6" name="default_name">
            <a:extLst>
              <a:ext uri="{FF2B5EF4-FFF2-40B4-BE49-F238E27FC236}">
                <a16:creationId xmlns="" xmlns:a16="http://schemas.microsoft.com/office/drawing/2014/main" id="{BC96B2C6-F5B8-4BA1-976C-DED5E8048471}"/>
              </a:ext>
            </a:extLst>
          </p:cNvPr>
          <p:cNvSpPr/>
          <p:nvPr/>
        </p:nvSpPr>
        <p:spPr>
          <a:xfrm>
            <a:off x="10058400" y="3706813"/>
            <a:ext cx="2765425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КЫРГЫЗСТАН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7" name="default_name">
            <a:extLst>
              <a:ext uri="{FF2B5EF4-FFF2-40B4-BE49-F238E27FC236}">
                <a16:creationId xmlns="" xmlns:a16="http://schemas.microsoft.com/office/drawing/2014/main" id="{4A1FF161-FACB-4D2F-B0D7-469AEA5ACCBC}"/>
              </a:ext>
            </a:extLst>
          </p:cNvPr>
          <p:cNvSpPr/>
          <p:nvPr/>
        </p:nvSpPr>
        <p:spPr>
          <a:xfrm>
            <a:off x="14135100" y="3711575"/>
            <a:ext cx="232568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МОНГОЛИЯ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8" name="default_name">
            <a:extLst>
              <a:ext uri="{FF2B5EF4-FFF2-40B4-BE49-F238E27FC236}">
                <a16:creationId xmlns="" xmlns:a16="http://schemas.microsoft.com/office/drawing/2014/main" id="{ECA6142B-660D-43CB-B787-475025DEDA19}"/>
              </a:ext>
            </a:extLst>
          </p:cNvPr>
          <p:cNvSpPr/>
          <p:nvPr/>
        </p:nvSpPr>
        <p:spPr>
          <a:xfrm>
            <a:off x="9296400" y="7213600"/>
            <a:ext cx="3089275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ТАДЖИКИСТАН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9" name="default_name">
            <a:extLst>
              <a:ext uri="{FF2B5EF4-FFF2-40B4-BE49-F238E27FC236}">
                <a16:creationId xmlns="" xmlns:a16="http://schemas.microsoft.com/office/drawing/2014/main" id="{8AF5CA2E-BA77-4332-8F95-B87F6A0097D1}"/>
              </a:ext>
            </a:extLst>
          </p:cNvPr>
          <p:cNvSpPr/>
          <p:nvPr/>
        </p:nvSpPr>
        <p:spPr>
          <a:xfrm>
            <a:off x="5267325" y="8107363"/>
            <a:ext cx="325913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ТУРКМЕНИСТАН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40" name="default_name">
            <a:extLst>
              <a:ext uri="{FF2B5EF4-FFF2-40B4-BE49-F238E27FC236}">
                <a16:creationId xmlns="" xmlns:a16="http://schemas.microsoft.com/office/drawing/2014/main" id="{42D2FAB0-9CB6-4B63-AB75-F776CBE74DA1}"/>
              </a:ext>
            </a:extLst>
          </p:cNvPr>
          <p:cNvSpPr/>
          <p:nvPr/>
        </p:nvSpPr>
        <p:spPr>
          <a:xfrm>
            <a:off x="2552700" y="7204075"/>
            <a:ext cx="1985963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АРМЕНИЯ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41" name="default_name">
            <a:extLst>
              <a:ext uri="{FF2B5EF4-FFF2-40B4-BE49-F238E27FC236}">
                <a16:creationId xmlns="" xmlns:a16="http://schemas.microsoft.com/office/drawing/2014/main" id="{399A30B2-EBDB-4051-B0DC-BB86831C8688}"/>
              </a:ext>
            </a:extLst>
          </p:cNvPr>
          <p:cNvSpPr/>
          <p:nvPr/>
        </p:nvSpPr>
        <p:spPr>
          <a:xfrm>
            <a:off x="1847850" y="5207000"/>
            <a:ext cx="156368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ГРУЗИЯ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8234" name="H1">
            <a:extLst>
              <a:ext uri="{FF2B5EF4-FFF2-40B4-BE49-F238E27FC236}">
                <a16:creationId xmlns="" xmlns:a16="http://schemas.microsoft.com/office/drawing/2014/main" id="{AB580976-CF22-4793-ABEA-2F963FC8D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9324975"/>
            <a:ext cx="1095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en-US" altLang="ru-RU" sz="1100">
              <a:solidFill>
                <a:srgbClr val="8690A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5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2460751"/>
            <a:ext cx="16848000" cy="55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Proxima Nova Regular"/>
              </a:rPr>
              <a:t>АССОРТИМЕНТ </a:t>
            </a:r>
          </a:p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Proxima Nova Regular"/>
              </a:rPr>
              <a:t>И </a:t>
            </a:r>
          </a:p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Proxima Nova Regular"/>
              </a:rPr>
              <a:t>ЦЕНОВОЕ ПОЗИЦИОНИРОВАНИЕ</a:t>
            </a:r>
            <a:endParaRPr lang="ru-RU" sz="8800" b="1" dirty="0">
              <a:solidFill>
                <a:srgbClr val="F47629"/>
              </a:solidFill>
              <a:latin typeface="Proxima Nova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47948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">
            <a:extLst>
              <a:ext uri="{FF2B5EF4-FFF2-40B4-BE49-F238E27FC236}">
                <a16:creationId xmlns="" xmlns:a16="http://schemas.microsoft.com/office/drawing/2014/main" id="{54EF1EDD-D60C-4558-9CFA-F95AB1FBBDB6}"/>
              </a:ext>
            </a:extLst>
          </p:cNvPr>
          <p:cNvSpPr/>
          <p:nvPr/>
        </p:nvSpPr>
        <p:spPr>
          <a:xfrm>
            <a:off x="3100388" y="1131888"/>
            <a:ext cx="11787187" cy="7756525"/>
          </a:xfrm>
          <a:prstGeom prst="rect">
            <a:avLst/>
          </a:prstGeom>
          <a:solidFill>
            <a:schemeClr val="bg1">
              <a:lumMod val="9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59" name="Google Shape;371;p42">
            <a:extLst>
              <a:ext uri="{FF2B5EF4-FFF2-40B4-BE49-F238E27FC236}">
                <a16:creationId xmlns="" xmlns:a16="http://schemas.microsoft.com/office/drawing/2014/main" id="{98CCC257-2226-406B-A3A4-33E820629EC6}"/>
              </a:ext>
            </a:extLst>
          </p:cNvPr>
          <p:cNvSpPr/>
          <p:nvPr/>
        </p:nvSpPr>
        <p:spPr>
          <a:xfrm>
            <a:off x="5543550" y="1131888"/>
            <a:ext cx="9344025" cy="7756525"/>
          </a:xfrm>
          <a:prstGeom prst="rect">
            <a:avLst/>
          </a:prstGeom>
          <a:solidFill>
            <a:schemeClr val="tx2">
              <a:lumMod val="90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0" name="Google Shape;371;p42">
            <a:extLst>
              <a:ext uri="{FF2B5EF4-FFF2-40B4-BE49-F238E27FC236}">
                <a16:creationId xmlns="" xmlns:a16="http://schemas.microsoft.com/office/drawing/2014/main" id="{88BD6EA8-6B6C-48B3-805F-CC929AF9BAB4}"/>
              </a:ext>
            </a:extLst>
          </p:cNvPr>
          <p:cNvSpPr/>
          <p:nvPr/>
        </p:nvSpPr>
        <p:spPr>
          <a:xfrm>
            <a:off x="7848600" y="1131888"/>
            <a:ext cx="7038975" cy="7756525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1" name="Google Shape;371;p42">
            <a:extLst>
              <a:ext uri="{FF2B5EF4-FFF2-40B4-BE49-F238E27FC236}">
                <a16:creationId xmlns="" xmlns:a16="http://schemas.microsoft.com/office/drawing/2014/main" id="{4447E3B2-32FC-4537-861C-052B83ADEFE3}"/>
              </a:ext>
            </a:extLst>
          </p:cNvPr>
          <p:cNvSpPr/>
          <p:nvPr/>
        </p:nvSpPr>
        <p:spPr>
          <a:xfrm>
            <a:off x="10152063" y="1131888"/>
            <a:ext cx="4735512" cy="7756525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2" name="Google Shape;371;p42">
            <a:extLst>
              <a:ext uri="{FF2B5EF4-FFF2-40B4-BE49-F238E27FC236}">
                <a16:creationId xmlns="" xmlns:a16="http://schemas.microsoft.com/office/drawing/2014/main" id="{C9570150-55DF-4617-8A56-0E529CEE02E8}"/>
              </a:ext>
            </a:extLst>
          </p:cNvPr>
          <p:cNvSpPr/>
          <p:nvPr/>
        </p:nvSpPr>
        <p:spPr>
          <a:xfrm>
            <a:off x="12457113" y="1131888"/>
            <a:ext cx="2430462" cy="7756525"/>
          </a:xfrm>
          <a:prstGeom prst="rect">
            <a:avLst/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pic>
        <p:nvPicPr>
          <p:cNvPr id="21511" name="Picture 7" descr="E:\Реклама\LOGOS\RASCVET\с черной плашкой\RASCVET_logo_1.png">
            <a:extLst>
              <a:ext uri="{FF2B5EF4-FFF2-40B4-BE49-F238E27FC236}">
                <a16:creationId xmlns="" xmlns:a16="http://schemas.microsoft.com/office/drawing/2014/main" id="{847E94F2-1161-4B9D-8CF1-22BE71AB0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424113"/>
            <a:ext cx="2303463" cy="133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2" name="Google Shape;375;p42">
            <a:extLst>
              <a:ext uri="{FF2B5EF4-FFF2-40B4-BE49-F238E27FC236}">
                <a16:creationId xmlns="" xmlns:a16="http://schemas.microsoft.com/office/drawing/2014/main" id="{4CEC067B-174B-4C64-8312-0DB647EEA5DD}"/>
              </a:ext>
            </a:extLst>
          </p:cNvPr>
          <p:cNvSpPr txBox="1">
            <a:spLocks noGrp="1"/>
          </p:cNvSpPr>
          <p:nvPr>
            <p:ph type="ctrTitle"/>
          </p:nvPr>
        </p:nvSpPr>
        <p:spPr bwMode="auto">
          <a:xfrm rot="5400000">
            <a:off x="12158663" y="4894262"/>
            <a:ext cx="9029700" cy="974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ru-RU" altLang="ru-RU">
                <a:latin typeface="Proxima Nova Semibold"/>
              </a:rPr>
              <a:t>ЦЕНОВОЕ ПОЗИЦИОНИРОВАНИЕ</a:t>
            </a:r>
          </a:p>
        </p:txBody>
      </p:sp>
      <p:graphicFrame>
        <p:nvGraphicFramePr>
          <p:cNvPr id="376" name="Google Shape;376;p42">
            <a:extLst>
              <a:ext uri="{FF2B5EF4-FFF2-40B4-BE49-F238E27FC236}">
                <a16:creationId xmlns="" xmlns:a16="http://schemas.microsoft.com/office/drawing/2014/main" id="{9148211B-853C-413A-86D9-D64F5EB8A1E8}"/>
              </a:ext>
            </a:extLst>
          </p:cNvPr>
          <p:cNvGraphicFramePr/>
          <p:nvPr/>
        </p:nvGraphicFramePr>
        <p:xfrm>
          <a:off x="3240088" y="1131888"/>
          <a:ext cx="11520485" cy="7756526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230409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9499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СУБЭКОНОМ</a:t>
                      </a:r>
                      <a:endParaRPr sz="22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ЭКОНОМ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СРЕДНИЙ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СРЕДНИЙ </a:t>
                      </a:r>
                      <a:r>
                        <a:rPr lang="ru-RU" sz="2100" dirty="0">
                          <a:sym typeface="Livvic"/>
                        </a:rPr>
                        <a:t>+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ПРЕМИУМ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268844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268844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26884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Прямая соединительная линия 2">
            <a:extLst>
              <a:ext uri="{FF2B5EF4-FFF2-40B4-BE49-F238E27FC236}">
                <a16:creationId xmlns="" xmlns:a16="http://schemas.microsoft.com/office/drawing/2014/main" id="{98320D1E-6A08-451C-8E27-8FB773BE6B5F}"/>
              </a:ext>
            </a:extLst>
          </p:cNvPr>
          <p:cNvCxnSpPr/>
          <p:nvPr/>
        </p:nvCxnSpPr>
        <p:spPr>
          <a:xfrm flipH="1">
            <a:off x="501650" y="2119313"/>
            <a:ext cx="2305050" cy="0"/>
          </a:xfrm>
          <a:prstGeom prst="line">
            <a:avLst/>
          </a:prstGeom>
          <a:ln w="2159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38006BB0-FE3C-4803-94B8-2D88FA25462A}"/>
              </a:ext>
            </a:extLst>
          </p:cNvPr>
          <p:cNvCxnSpPr/>
          <p:nvPr/>
        </p:nvCxnSpPr>
        <p:spPr>
          <a:xfrm flipH="1">
            <a:off x="501650" y="4337050"/>
            <a:ext cx="2305050" cy="0"/>
          </a:xfrm>
          <a:prstGeom prst="line">
            <a:avLst/>
          </a:prstGeom>
          <a:ln w="2159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="" xmlns:a16="http://schemas.microsoft.com/office/drawing/2014/main" id="{666A9C7D-26BB-4FEF-BC46-A58A7A7E4B62}"/>
              </a:ext>
            </a:extLst>
          </p:cNvPr>
          <p:cNvCxnSpPr/>
          <p:nvPr/>
        </p:nvCxnSpPr>
        <p:spPr>
          <a:xfrm flipH="1">
            <a:off x="501650" y="6583363"/>
            <a:ext cx="2305050" cy="38100"/>
          </a:xfrm>
          <a:prstGeom prst="line">
            <a:avLst/>
          </a:prstGeom>
          <a:ln w="2159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41" name="Прямоугольник 6">
            <a:extLst>
              <a:ext uri="{FF2B5EF4-FFF2-40B4-BE49-F238E27FC236}">
                <a16:creationId xmlns="" xmlns:a16="http://schemas.microsoft.com/office/drawing/2014/main" id="{96C9725E-ACFE-4475-9E1C-3289AA08E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2147888"/>
            <a:ext cx="256222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>
                <a:solidFill>
                  <a:srgbClr val="000000"/>
                </a:solidFill>
                <a:latin typeface="Livvic"/>
                <a:ea typeface="Livvic"/>
                <a:cs typeface="Livvic"/>
                <a:sym typeface="Livvic"/>
              </a:rPr>
              <a:t>ОРГАНИЧЕСКИЕ</a:t>
            </a:r>
            <a:endParaRPr lang="ru-RU" altLang="ru-RU"/>
          </a:p>
        </p:txBody>
      </p:sp>
      <p:sp>
        <p:nvSpPr>
          <p:cNvPr id="21542" name="Прямоугольник 15">
            <a:extLst>
              <a:ext uri="{FF2B5EF4-FFF2-40B4-BE49-F238E27FC236}">
                <a16:creationId xmlns="" xmlns:a16="http://schemas.microsoft.com/office/drawing/2014/main" id="{A03222DE-B255-4511-B66A-B67AB665B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4359275"/>
            <a:ext cx="256222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>
                <a:solidFill>
                  <a:srgbClr val="000000"/>
                </a:solidFill>
                <a:latin typeface="Livvic"/>
                <a:sym typeface="Livvic"/>
              </a:rPr>
              <a:t>ВОДНЫЕ</a:t>
            </a:r>
            <a:endParaRPr lang="ru-RU" altLang="ru-RU"/>
          </a:p>
        </p:txBody>
      </p:sp>
      <p:sp>
        <p:nvSpPr>
          <p:cNvPr id="21543" name="Прямоугольник 16">
            <a:extLst>
              <a:ext uri="{FF2B5EF4-FFF2-40B4-BE49-F238E27FC236}">
                <a16:creationId xmlns="" xmlns:a16="http://schemas.microsoft.com/office/drawing/2014/main" id="{ED8EC4BF-92E7-425D-9165-C1996CE89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6611938"/>
            <a:ext cx="255905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>
                <a:solidFill>
                  <a:srgbClr val="000000"/>
                </a:solidFill>
                <a:latin typeface="Livvic"/>
                <a:ea typeface="Livvic"/>
                <a:cs typeface="Livvic"/>
                <a:sym typeface="Livvic"/>
              </a:rPr>
              <a:t>СПЕЦПРОДУКТЫ</a:t>
            </a:r>
            <a:endParaRPr lang="ru-RU" altLang="ru-RU"/>
          </a:p>
        </p:txBody>
      </p:sp>
      <p:grpSp>
        <p:nvGrpSpPr>
          <p:cNvPr id="21544" name="Группа 22">
            <a:extLst>
              <a:ext uri="{FF2B5EF4-FFF2-40B4-BE49-F238E27FC236}">
                <a16:creationId xmlns="" xmlns:a16="http://schemas.microsoft.com/office/drawing/2014/main" id="{EB3293EB-C25D-4D87-BC02-24686DEA1ECF}"/>
              </a:ext>
            </a:extLst>
          </p:cNvPr>
          <p:cNvGrpSpPr>
            <a:grpSpLocks/>
          </p:cNvGrpSpPr>
          <p:nvPr/>
        </p:nvGrpSpPr>
        <p:grpSpPr bwMode="auto">
          <a:xfrm>
            <a:off x="3265488" y="3773488"/>
            <a:ext cx="2133600" cy="1127125"/>
            <a:chOff x="2695140" y="3445895"/>
            <a:chExt cx="1436370" cy="758825"/>
          </a:xfrm>
        </p:grpSpPr>
        <p:sp>
          <p:nvSpPr>
            <p:cNvPr id="21554" name="object 22">
              <a:extLst>
                <a:ext uri="{FF2B5EF4-FFF2-40B4-BE49-F238E27FC236}">
                  <a16:creationId xmlns="" xmlns:a16="http://schemas.microsoft.com/office/drawing/2014/main" id="{1E3E6846-335C-41F0-810F-38A26175A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140" y="3445895"/>
              <a:ext cx="1436370" cy="758825"/>
            </a:xfrm>
            <a:custGeom>
              <a:avLst/>
              <a:gdLst>
                <a:gd name="T0" fmla="*/ 218452 w 1436370"/>
                <a:gd name="T1" fmla="*/ 739368 h 758825"/>
                <a:gd name="T2" fmla="*/ 19392 w 1436370"/>
                <a:gd name="T3" fmla="*/ 739368 h 758825"/>
                <a:gd name="T4" fmla="*/ 19392 w 1436370"/>
                <a:gd name="T5" fmla="*/ 555218 h 758825"/>
                <a:gd name="T6" fmla="*/ 0 w 1436370"/>
                <a:gd name="T7" fmla="*/ 555218 h 758825"/>
                <a:gd name="T8" fmla="*/ 0 w 1436370"/>
                <a:gd name="T9" fmla="*/ 739368 h 758825"/>
                <a:gd name="T10" fmla="*/ 0 w 1436370"/>
                <a:gd name="T11" fmla="*/ 758418 h 758825"/>
                <a:gd name="T12" fmla="*/ 218452 w 1436370"/>
                <a:gd name="T13" fmla="*/ 758418 h 758825"/>
                <a:gd name="T14" fmla="*/ 218452 w 1436370"/>
                <a:gd name="T15" fmla="*/ 739368 h 758825"/>
                <a:gd name="T16" fmla="*/ 218452 w 1436370"/>
                <a:gd name="T17" fmla="*/ 0 h 758825"/>
                <a:gd name="T18" fmla="*/ 0 w 1436370"/>
                <a:gd name="T19" fmla="*/ 0 h 758825"/>
                <a:gd name="T20" fmla="*/ 0 w 1436370"/>
                <a:gd name="T21" fmla="*/ 19050 h 758825"/>
                <a:gd name="T22" fmla="*/ 0 w 1436370"/>
                <a:gd name="T23" fmla="*/ 203200 h 758825"/>
                <a:gd name="T24" fmla="*/ 19392 w 1436370"/>
                <a:gd name="T25" fmla="*/ 203200 h 758825"/>
                <a:gd name="T26" fmla="*/ 19392 w 1436370"/>
                <a:gd name="T27" fmla="*/ 19050 h 758825"/>
                <a:gd name="T28" fmla="*/ 218452 w 1436370"/>
                <a:gd name="T29" fmla="*/ 19050 h 758825"/>
                <a:gd name="T30" fmla="*/ 218452 w 1436370"/>
                <a:gd name="T31" fmla="*/ 0 h 758825"/>
                <a:gd name="T32" fmla="*/ 1436293 w 1436370"/>
                <a:gd name="T33" fmla="*/ 555218 h 758825"/>
                <a:gd name="T34" fmla="*/ 1416900 w 1436370"/>
                <a:gd name="T35" fmla="*/ 555218 h 758825"/>
                <a:gd name="T36" fmla="*/ 1416900 w 1436370"/>
                <a:gd name="T37" fmla="*/ 739368 h 758825"/>
                <a:gd name="T38" fmla="*/ 1217853 w 1436370"/>
                <a:gd name="T39" fmla="*/ 739368 h 758825"/>
                <a:gd name="T40" fmla="*/ 1217853 w 1436370"/>
                <a:gd name="T41" fmla="*/ 758418 h 758825"/>
                <a:gd name="T42" fmla="*/ 1436293 w 1436370"/>
                <a:gd name="T43" fmla="*/ 758418 h 758825"/>
                <a:gd name="T44" fmla="*/ 1436293 w 1436370"/>
                <a:gd name="T45" fmla="*/ 739368 h 758825"/>
                <a:gd name="T46" fmla="*/ 1436293 w 1436370"/>
                <a:gd name="T47" fmla="*/ 555218 h 758825"/>
                <a:gd name="T48" fmla="*/ 1436293 w 1436370"/>
                <a:gd name="T49" fmla="*/ 0 h 758825"/>
                <a:gd name="T50" fmla="*/ 1217853 w 1436370"/>
                <a:gd name="T51" fmla="*/ 0 h 758825"/>
                <a:gd name="T52" fmla="*/ 1217853 w 1436370"/>
                <a:gd name="T53" fmla="*/ 19050 h 758825"/>
                <a:gd name="T54" fmla="*/ 1416900 w 1436370"/>
                <a:gd name="T55" fmla="*/ 19050 h 758825"/>
                <a:gd name="T56" fmla="*/ 1416900 w 1436370"/>
                <a:gd name="T57" fmla="*/ 203200 h 758825"/>
                <a:gd name="T58" fmla="*/ 1436293 w 1436370"/>
                <a:gd name="T59" fmla="*/ 203200 h 758825"/>
                <a:gd name="T60" fmla="*/ 1436293 w 1436370"/>
                <a:gd name="T61" fmla="*/ 19050 h 758825"/>
                <a:gd name="T62" fmla="*/ 1436293 w 1436370"/>
                <a:gd name="T63" fmla="*/ 0 h 75882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436370" h="758825">
                  <a:moveTo>
                    <a:pt x="218452" y="739368"/>
                  </a:moveTo>
                  <a:lnTo>
                    <a:pt x="19392" y="739368"/>
                  </a:lnTo>
                  <a:lnTo>
                    <a:pt x="19392" y="555218"/>
                  </a:lnTo>
                  <a:lnTo>
                    <a:pt x="0" y="555218"/>
                  </a:lnTo>
                  <a:lnTo>
                    <a:pt x="0" y="739368"/>
                  </a:lnTo>
                  <a:lnTo>
                    <a:pt x="0" y="758418"/>
                  </a:lnTo>
                  <a:lnTo>
                    <a:pt x="218452" y="758418"/>
                  </a:lnTo>
                  <a:lnTo>
                    <a:pt x="218452" y="739368"/>
                  </a:lnTo>
                  <a:close/>
                </a:path>
                <a:path w="1436370" h="758825">
                  <a:moveTo>
                    <a:pt x="218452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203200"/>
                  </a:lnTo>
                  <a:lnTo>
                    <a:pt x="19392" y="203200"/>
                  </a:lnTo>
                  <a:lnTo>
                    <a:pt x="19392" y="19050"/>
                  </a:lnTo>
                  <a:lnTo>
                    <a:pt x="218452" y="19050"/>
                  </a:lnTo>
                  <a:lnTo>
                    <a:pt x="218452" y="0"/>
                  </a:lnTo>
                  <a:close/>
                </a:path>
                <a:path w="1436370" h="758825">
                  <a:moveTo>
                    <a:pt x="1436293" y="555218"/>
                  </a:moveTo>
                  <a:lnTo>
                    <a:pt x="1416900" y="555218"/>
                  </a:lnTo>
                  <a:lnTo>
                    <a:pt x="1416900" y="739368"/>
                  </a:lnTo>
                  <a:lnTo>
                    <a:pt x="1217853" y="739368"/>
                  </a:lnTo>
                  <a:lnTo>
                    <a:pt x="1217853" y="758418"/>
                  </a:lnTo>
                  <a:lnTo>
                    <a:pt x="1436293" y="758418"/>
                  </a:lnTo>
                  <a:lnTo>
                    <a:pt x="1436293" y="739368"/>
                  </a:lnTo>
                  <a:lnTo>
                    <a:pt x="1436293" y="555218"/>
                  </a:lnTo>
                  <a:close/>
                </a:path>
                <a:path w="1436370" h="758825">
                  <a:moveTo>
                    <a:pt x="1436293" y="0"/>
                  </a:moveTo>
                  <a:lnTo>
                    <a:pt x="1217853" y="0"/>
                  </a:lnTo>
                  <a:lnTo>
                    <a:pt x="1217853" y="19050"/>
                  </a:lnTo>
                  <a:lnTo>
                    <a:pt x="1416900" y="19050"/>
                  </a:lnTo>
                  <a:lnTo>
                    <a:pt x="1416900" y="203200"/>
                  </a:lnTo>
                  <a:lnTo>
                    <a:pt x="1436293" y="203200"/>
                  </a:lnTo>
                  <a:lnTo>
                    <a:pt x="1436293" y="19050"/>
                  </a:lnTo>
                  <a:lnTo>
                    <a:pt x="1436293" y="0"/>
                  </a:lnTo>
                  <a:close/>
                </a:path>
              </a:pathLst>
            </a:custGeom>
            <a:solidFill>
              <a:srgbClr val="E11F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21555" name="object 23">
              <a:extLst>
                <a:ext uri="{FF2B5EF4-FFF2-40B4-BE49-F238E27FC236}">
                  <a16:creationId xmlns="" xmlns:a16="http://schemas.microsoft.com/office/drawing/2014/main" id="{7BBA22EC-C19B-4045-9282-0A18BECFE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979" y="3506728"/>
              <a:ext cx="1267460" cy="357505"/>
            </a:xfrm>
            <a:custGeom>
              <a:avLst/>
              <a:gdLst>
                <a:gd name="T0" fmla="*/ 204685 w 1267460"/>
                <a:gd name="T1" fmla="*/ 101854 h 357504"/>
                <a:gd name="T2" fmla="*/ 0 w 1267460"/>
                <a:gd name="T3" fmla="*/ 127774 h 357504"/>
                <a:gd name="T4" fmla="*/ 25260 w 1267460"/>
                <a:gd name="T5" fmla="*/ 357435 h 357504"/>
                <a:gd name="T6" fmla="*/ 229958 w 1267460"/>
                <a:gd name="T7" fmla="*/ 332239 h 357504"/>
                <a:gd name="T8" fmla="*/ 179057 w 1267460"/>
                <a:gd name="T9" fmla="*/ 281121 h 357504"/>
                <a:gd name="T10" fmla="*/ 51257 w 1267460"/>
                <a:gd name="T11" fmla="*/ 306318 h 357504"/>
                <a:gd name="T12" fmla="*/ 179057 w 1267460"/>
                <a:gd name="T13" fmla="*/ 152971 h 357504"/>
                <a:gd name="T14" fmla="*/ 229958 w 1267460"/>
                <a:gd name="T15" fmla="*/ 178523 h 357504"/>
                <a:gd name="T16" fmla="*/ 481850 w 1267460"/>
                <a:gd name="T17" fmla="*/ 102158 h 357504"/>
                <a:gd name="T18" fmla="*/ 251891 w 1267460"/>
                <a:gd name="T19" fmla="*/ 152958 h 357504"/>
                <a:gd name="T20" fmla="*/ 341604 w 1267460"/>
                <a:gd name="T21" fmla="*/ 357435 h 357504"/>
                <a:gd name="T22" fmla="*/ 392874 w 1267460"/>
                <a:gd name="T23" fmla="*/ 152958 h 357504"/>
                <a:gd name="T24" fmla="*/ 481850 w 1267460"/>
                <a:gd name="T25" fmla="*/ 102158 h 357504"/>
                <a:gd name="T26" fmla="*/ 712165 w 1267460"/>
                <a:gd name="T27" fmla="*/ 101854 h 357504"/>
                <a:gd name="T28" fmla="*/ 686523 w 1267460"/>
                <a:gd name="T29" fmla="*/ 152971 h 357504"/>
                <a:gd name="T30" fmla="*/ 558723 w 1267460"/>
                <a:gd name="T31" fmla="*/ 230016 h 357504"/>
                <a:gd name="T32" fmla="*/ 686523 w 1267460"/>
                <a:gd name="T33" fmla="*/ 152971 h 357504"/>
                <a:gd name="T34" fmla="*/ 507453 w 1267460"/>
                <a:gd name="T35" fmla="*/ 101854 h 357504"/>
                <a:gd name="T36" fmla="*/ 558736 w 1267460"/>
                <a:gd name="T37" fmla="*/ 357435 h 357504"/>
                <a:gd name="T38" fmla="*/ 712165 w 1267460"/>
                <a:gd name="T39" fmla="*/ 281121 h 357504"/>
                <a:gd name="T40" fmla="*/ 737425 w 1267460"/>
                <a:gd name="T41" fmla="*/ 230016 h 357504"/>
                <a:gd name="T42" fmla="*/ 737425 w 1267460"/>
                <a:gd name="T43" fmla="*/ 127774 h 357504"/>
                <a:gd name="T44" fmla="*/ 975042 w 1267460"/>
                <a:gd name="T45" fmla="*/ 101854 h 357504"/>
                <a:gd name="T46" fmla="*/ 949413 w 1267460"/>
                <a:gd name="T47" fmla="*/ 152971 h 357504"/>
                <a:gd name="T48" fmla="*/ 821613 w 1267460"/>
                <a:gd name="T49" fmla="*/ 306318 h 357504"/>
                <a:gd name="T50" fmla="*/ 949413 w 1267460"/>
                <a:gd name="T51" fmla="*/ 152971 h 357504"/>
                <a:gd name="T52" fmla="*/ 795616 w 1267460"/>
                <a:gd name="T53" fmla="*/ 101854 h 357504"/>
                <a:gd name="T54" fmla="*/ 770343 w 1267460"/>
                <a:gd name="T55" fmla="*/ 332239 h 357504"/>
                <a:gd name="T56" fmla="*/ 975042 w 1267460"/>
                <a:gd name="T57" fmla="*/ 357435 h 357504"/>
                <a:gd name="T58" fmla="*/ 1000302 w 1267460"/>
                <a:gd name="T59" fmla="*/ 306318 h 357504"/>
                <a:gd name="T60" fmla="*/ 1000302 w 1267460"/>
                <a:gd name="T61" fmla="*/ 127774 h 357504"/>
                <a:gd name="T62" fmla="*/ 1190332 w 1267460"/>
                <a:gd name="T63" fmla="*/ 0 h 357504"/>
                <a:gd name="T64" fmla="*/ 1113421 w 1267460"/>
                <a:gd name="T65" fmla="*/ 33223 h 357504"/>
                <a:gd name="T66" fmla="*/ 1062151 w 1267460"/>
                <a:gd name="T67" fmla="*/ 0 h 357504"/>
                <a:gd name="T68" fmla="*/ 1088161 w 1267460"/>
                <a:gd name="T69" fmla="*/ 76669 h 357504"/>
                <a:gd name="T70" fmla="*/ 1241590 w 1267460"/>
                <a:gd name="T71" fmla="*/ 51117 h 357504"/>
                <a:gd name="T72" fmla="*/ 1241590 w 1267460"/>
                <a:gd name="T73" fmla="*/ 0 h 357504"/>
                <a:gd name="T74" fmla="*/ 1215961 w 1267460"/>
                <a:gd name="T75" fmla="*/ 101866 h 357504"/>
                <a:gd name="T76" fmla="*/ 1088161 w 1267460"/>
                <a:gd name="T77" fmla="*/ 101866 h 357504"/>
                <a:gd name="T78" fmla="*/ 1036891 w 1267460"/>
                <a:gd name="T79" fmla="*/ 357448 h 357504"/>
                <a:gd name="T80" fmla="*/ 1152194 w 1267460"/>
                <a:gd name="T81" fmla="*/ 272002 h 357504"/>
                <a:gd name="T82" fmla="*/ 1215961 w 1267460"/>
                <a:gd name="T83" fmla="*/ 357448 h 357504"/>
                <a:gd name="T84" fmla="*/ 1266850 w 1267460"/>
                <a:gd name="T85" fmla="*/ 186938 h 35750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267460" h="357504">
                  <a:moveTo>
                    <a:pt x="229958" y="127774"/>
                  </a:moveTo>
                  <a:lnTo>
                    <a:pt x="204685" y="101854"/>
                  </a:lnTo>
                  <a:lnTo>
                    <a:pt x="25260" y="101854"/>
                  </a:lnTo>
                  <a:lnTo>
                    <a:pt x="0" y="127774"/>
                  </a:lnTo>
                  <a:lnTo>
                    <a:pt x="0" y="332232"/>
                  </a:lnTo>
                  <a:lnTo>
                    <a:pt x="25260" y="357428"/>
                  </a:lnTo>
                  <a:lnTo>
                    <a:pt x="204685" y="357428"/>
                  </a:lnTo>
                  <a:lnTo>
                    <a:pt x="229958" y="332232"/>
                  </a:lnTo>
                  <a:lnTo>
                    <a:pt x="229958" y="281114"/>
                  </a:lnTo>
                  <a:lnTo>
                    <a:pt x="179057" y="281114"/>
                  </a:lnTo>
                  <a:lnTo>
                    <a:pt x="179057" y="306311"/>
                  </a:lnTo>
                  <a:lnTo>
                    <a:pt x="51257" y="306311"/>
                  </a:lnTo>
                  <a:lnTo>
                    <a:pt x="51257" y="152971"/>
                  </a:lnTo>
                  <a:lnTo>
                    <a:pt x="179057" y="152971"/>
                  </a:lnTo>
                  <a:lnTo>
                    <a:pt x="179057" y="178523"/>
                  </a:lnTo>
                  <a:lnTo>
                    <a:pt x="229958" y="178523"/>
                  </a:lnTo>
                  <a:lnTo>
                    <a:pt x="229958" y="127774"/>
                  </a:lnTo>
                  <a:close/>
                </a:path>
                <a:path w="1267460" h="357504">
                  <a:moveTo>
                    <a:pt x="481850" y="102158"/>
                  </a:moveTo>
                  <a:lnTo>
                    <a:pt x="251891" y="102158"/>
                  </a:lnTo>
                  <a:lnTo>
                    <a:pt x="251891" y="152958"/>
                  </a:lnTo>
                  <a:lnTo>
                    <a:pt x="341604" y="152958"/>
                  </a:lnTo>
                  <a:lnTo>
                    <a:pt x="341604" y="357428"/>
                  </a:lnTo>
                  <a:lnTo>
                    <a:pt x="392874" y="357428"/>
                  </a:lnTo>
                  <a:lnTo>
                    <a:pt x="392874" y="152958"/>
                  </a:lnTo>
                  <a:lnTo>
                    <a:pt x="481850" y="152958"/>
                  </a:lnTo>
                  <a:lnTo>
                    <a:pt x="481850" y="102158"/>
                  </a:lnTo>
                  <a:close/>
                </a:path>
                <a:path w="1267460" h="357504">
                  <a:moveTo>
                    <a:pt x="737425" y="127774"/>
                  </a:moveTo>
                  <a:lnTo>
                    <a:pt x="712165" y="101854"/>
                  </a:lnTo>
                  <a:lnTo>
                    <a:pt x="686523" y="101854"/>
                  </a:lnTo>
                  <a:lnTo>
                    <a:pt x="686523" y="152971"/>
                  </a:lnTo>
                  <a:lnTo>
                    <a:pt x="686523" y="230009"/>
                  </a:lnTo>
                  <a:lnTo>
                    <a:pt x="558723" y="230009"/>
                  </a:lnTo>
                  <a:lnTo>
                    <a:pt x="558723" y="152971"/>
                  </a:lnTo>
                  <a:lnTo>
                    <a:pt x="686523" y="152971"/>
                  </a:lnTo>
                  <a:lnTo>
                    <a:pt x="686523" y="101854"/>
                  </a:lnTo>
                  <a:lnTo>
                    <a:pt x="507453" y="101854"/>
                  </a:lnTo>
                  <a:lnTo>
                    <a:pt x="507453" y="357428"/>
                  </a:lnTo>
                  <a:lnTo>
                    <a:pt x="558736" y="357428"/>
                  </a:lnTo>
                  <a:lnTo>
                    <a:pt x="558736" y="281114"/>
                  </a:lnTo>
                  <a:lnTo>
                    <a:pt x="712165" y="281114"/>
                  </a:lnTo>
                  <a:lnTo>
                    <a:pt x="737425" y="255562"/>
                  </a:lnTo>
                  <a:lnTo>
                    <a:pt x="737425" y="230009"/>
                  </a:lnTo>
                  <a:lnTo>
                    <a:pt x="737425" y="152971"/>
                  </a:lnTo>
                  <a:lnTo>
                    <a:pt x="737425" y="127774"/>
                  </a:lnTo>
                  <a:close/>
                </a:path>
                <a:path w="1267460" h="357504">
                  <a:moveTo>
                    <a:pt x="1000302" y="127774"/>
                  </a:moveTo>
                  <a:lnTo>
                    <a:pt x="975042" y="101854"/>
                  </a:lnTo>
                  <a:lnTo>
                    <a:pt x="949413" y="101854"/>
                  </a:lnTo>
                  <a:lnTo>
                    <a:pt x="949413" y="152971"/>
                  </a:lnTo>
                  <a:lnTo>
                    <a:pt x="949413" y="306311"/>
                  </a:lnTo>
                  <a:lnTo>
                    <a:pt x="821613" y="306311"/>
                  </a:lnTo>
                  <a:lnTo>
                    <a:pt x="821613" y="152971"/>
                  </a:lnTo>
                  <a:lnTo>
                    <a:pt x="949413" y="152971"/>
                  </a:lnTo>
                  <a:lnTo>
                    <a:pt x="949413" y="101854"/>
                  </a:lnTo>
                  <a:lnTo>
                    <a:pt x="795616" y="101854"/>
                  </a:lnTo>
                  <a:lnTo>
                    <a:pt x="770343" y="127774"/>
                  </a:lnTo>
                  <a:lnTo>
                    <a:pt x="770343" y="332232"/>
                  </a:lnTo>
                  <a:lnTo>
                    <a:pt x="795616" y="357428"/>
                  </a:lnTo>
                  <a:lnTo>
                    <a:pt x="975042" y="357428"/>
                  </a:lnTo>
                  <a:lnTo>
                    <a:pt x="1000302" y="332232"/>
                  </a:lnTo>
                  <a:lnTo>
                    <a:pt x="1000302" y="306311"/>
                  </a:lnTo>
                  <a:lnTo>
                    <a:pt x="1000302" y="152971"/>
                  </a:lnTo>
                  <a:lnTo>
                    <a:pt x="1000302" y="127774"/>
                  </a:lnTo>
                  <a:close/>
                </a:path>
                <a:path w="1267460" h="357504">
                  <a:moveTo>
                    <a:pt x="1241590" y="0"/>
                  </a:moveTo>
                  <a:lnTo>
                    <a:pt x="1190332" y="0"/>
                  </a:lnTo>
                  <a:lnTo>
                    <a:pt x="1190332" y="33223"/>
                  </a:lnTo>
                  <a:lnTo>
                    <a:pt x="1113421" y="33223"/>
                  </a:lnTo>
                  <a:lnTo>
                    <a:pt x="1113421" y="0"/>
                  </a:lnTo>
                  <a:lnTo>
                    <a:pt x="1062151" y="0"/>
                  </a:lnTo>
                  <a:lnTo>
                    <a:pt x="1062151" y="51117"/>
                  </a:lnTo>
                  <a:lnTo>
                    <a:pt x="1088161" y="76669"/>
                  </a:lnTo>
                  <a:lnTo>
                    <a:pt x="1215961" y="76669"/>
                  </a:lnTo>
                  <a:lnTo>
                    <a:pt x="1241590" y="51117"/>
                  </a:lnTo>
                  <a:lnTo>
                    <a:pt x="1241590" y="33223"/>
                  </a:lnTo>
                  <a:lnTo>
                    <a:pt x="1241590" y="0"/>
                  </a:lnTo>
                  <a:close/>
                </a:path>
                <a:path w="1267460" h="357504">
                  <a:moveTo>
                    <a:pt x="1266850" y="101866"/>
                  </a:moveTo>
                  <a:lnTo>
                    <a:pt x="1215961" y="101866"/>
                  </a:lnTo>
                  <a:lnTo>
                    <a:pt x="1088161" y="271995"/>
                  </a:lnTo>
                  <a:lnTo>
                    <a:pt x="1088161" y="101866"/>
                  </a:lnTo>
                  <a:lnTo>
                    <a:pt x="1036891" y="101866"/>
                  </a:lnTo>
                  <a:lnTo>
                    <a:pt x="1036891" y="357441"/>
                  </a:lnTo>
                  <a:lnTo>
                    <a:pt x="1088161" y="357441"/>
                  </a:lnTo>
                  <a:lnTo>
                    <a:pt x="1152194" y="271995"/>
                  </a:lnTo>
                  <a:lnTo>
                    <a:pt x="1215961" y="186931"/>
                  </a:lnTo>
                  <a:lnTo>
                    <a:pt x="1215961" y="357441"/>
                  </a:lnTo>
                  <a:lnTo>
                    <a:pt x="1266850" y="357441"/>
                  </a:lnTo>
                  <a:lnTo>
                    <a:pt x="1266850" y="186931"/>
                  </a:lnTo>
                  <a:lnTo>
                    <a:pt x="1266850" y="1018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56" name="object 24">
              <a:extLst>
                <a:ext uri="{FF2B5EF4-FFF2-40B4-BE49-F238E27FC236}">
                  <a16:creationId xmlns="" xmlns:a16="http://schemas.microsoft.com/office/drawing/2014/main" id="{F81226B7-B75A-4AC9-9C92-2EE026AF88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7046" y="3937803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7" name="object 25">
              <a:extLst>
                <a:ext uri="{FF2B5EF4-FFF2-40B4-BE49-F238E27FC236}">
                  <a16:creationId xmlns="" xmlns:a16="http://schemas.microsoft.com/office/drawing/2014/main" id="{DAD67588-6E84-49A2-B52E-EBD729BD4B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5068" y="3937804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8" name="object 26">
              <a:extLst>
                <a:ext uri="{FF2B5EF4-FFF2-40B4-BE49-F238E27FC236}">
                  <a16:creationId xmlns="" xmlns:a16="http://schemas.microsoft.com/office/drawing/2014/main" id="{BDC558AD-74B6-4E09-9BB5-6D66920592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142" y="3937803"/>
              <a:ext cx="157797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59" name="object 27">
              <a:extLst>
                <a:ext uri="{FF2B5EF4-FFF2-40B4-BE49-F238E27FC236}">
                  <a16:creationId xmlns="" xmlns:a16="http://schemas.microsoft.com/office/drawing/2014/main" id="{C368B953-43F5-495A-A4DB-E9C716751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798" y="3937906"/>
              <a:ext cx="129539" cy="143510"/>
            </a:xfrm>
            <a:custGeom>
              <a:avLst/>
              <a:gdLst>
                <a:gd name="T0" fmla="*/ 129209 w 129539"/>
                <a:gd name="T1" fmla="*/ 0 h 143510"/>
                <a:gd name="T2" fmla="*/ 0 w 129539"/>
                <a:gd name="T3" fmla="*/ 0 h 143510"/>
                <a:gd name="T4" fmla="*/ 0 w 129539"/>
                <a:gd name="T5" fmla="*/ 29210 h 143510"/>
                <a:gd name="T6" fmla="*/ 0 w 129539"/>
                <a:gd name="T7" fmla="*/ 143510 h 143510"/>
                <a:gd name="T8" fmla="*/ 28816 w 129539"/>
                <a:gd name="T9" fmla="*/ 143510 h 143510"/>
                <a:gd name="T10" fmla="*/ 28816 w 129539"/>
                <a:gd name="T11" fmla="*/ 29210 h 143510"/>
                <a:gd name="T12" fmla="*/ 100609 w 129539"/>
                <a:gd name="T13" fmla="*/ 29210 h 143510"/>
                <a:gd name="T14" fmla="*/ 100609 w 129539"/>
                <a:gd name="T15" fmla="*/ 143510 h 143510"/>
                <a:gd name="T16" fmla="*/ 129209 w 129539"/>
                <a:gd name="T17" fmla="*/ 143510 h 143510"/>
                <a:gd name="T18" fmla="*/ 129209 w 129539"/>
                <a:gd name="T19" fmla="*/ 29210 h 143510"/>
                <a:gd name="T20" fmla="*/ 129209 w 129539"/>
                <a:gd name="T21" fmla="*/ 0 h 1435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9539" h="143510">
                  <a:moveTo>
                    <a:pt x="12920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143510"/>
                  </a:lnTo>
                  <a:lnTo>
                    <a:pt x="28816" y="143510"/>
                  </a:lnTo>
                  <a:lnTo>
                    <a:pt x="28816" y="29210"/>
                  </a:lnTo>
                  <a:lnTo>
                    <a:pt x="100609" y="29210"/>
                  </a:lnTo>
                  <a:lnTo>
                    <a:pt x="100609" y="143510"/>
                  </a:lnTo>
                  <a:lnTo>
                    <a:pt x="129209" y="143510"/>
                  </a:lnTo>
                  <a:lnTo>
                    <a:pt x="129209" y="29210"/>
                  </a:lnTo>
                  <a:lnTo>
                    <a:pt x="1292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60" name="object 28">
              <a:extLst>
                <a:ext uri="{FF2B5EF4-FFF2-40B4-BE49-F238E27FC236}">
                  <a16:creationId xmlns="" xmlns:a16="http://schemas.microsoft.com/office/drawing/2014/main" id="{03689E2C-1E23-4884-A8C7-9805A3B9C1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1824" y="3937803"/>
              <a:ext cx="129197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61" name="object 29">
              <a:extLst>
                <a:ext uri="{FF2B5EF4-FFF2-40B4-BE49-F238E27FC236}">
                  <a16:creationId xmlns="" xmlns:a16="http://schemas.microsoft.com/office/drawing/2014/main" id="{05BF808B-79BF-432D-8D49-19BFA6A80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882" y="3937906"/>
              <a:ext cx="122555" cy="143510"/>
            </a:xfrm>
            <a:custGeom>
              <a:avLst/>
              <a:gdLst>
                <a:gd name="T0" fmla="*/ 122219 w 122554"/>
                <a:gd name="T1" fmla="*/ 0 h 143510"/>
                <a:gd name="T2" fmla="*/ 0 w 122554"/>
                <a:gd name="T3" fmla="*/ 0 h 143510"/>
                <a:gd name="T4" fmla="*/ 0 w 122554"/>
                <a:gd name="T5" fmla="*/ 29210 h 143510"/>
                <a:gd name="T6" fmla="*/ 0 w 122554"/>
                <a:gd name="T7" fmla="*/ 57150 h 143510"/>
                <a:gd name="T8" fmla="*/ 0 w 122554"/>
                <a:gd name="T9" fmla="*/ 86360 h 143510"/>
                <a:gd name="T10" fmla="*/ 0 w 122554"/>
                <a:gd name="T11" fmla="*/ 114300 h 143510"/>
                <a:gd name="T12" fmla="*/ 0 w 122554"/>
                <a:gd name="T13" fmla="*/ 143510 h 143510"/>
                <a:gd name="T14" fmla="*/ 122219 w 122554"/>
                <a:gd name="T15" fmla="*/ 143510 h 143510"/>
                <a:gd name="T16" fmla="*/ 122219 w 122554"/>
                <a:gd name="T17" fmla="*/ 114300 h 143510"/>
                <a:gd name="T18" fmla="*/ 28816 w 122554"/>
                <a:gd name="T19" fmla="*/ 114300 h 143510"/>
                <a:gd name="T20" fmla="*/ 28816 w 122554"/>
                <a:gd name="T21" fmla="*/ 86360 h 143510"/>
                <a:gd name="T22" fmla="*/ 115018 w 122554"/>
                <a:gd name="T23" fmla="*/ 86360 h 143510"/>
                <a:gd name="T24" fmla="*/ 115018 w 122554"/>
                <a:gd name="T25" fmla="*/ 57150 h 143510"/>
                <a:gd name="T26" fmla="*/ 28816 w 122554"/>
                <a:gd name="T27" fmla="*/ 57150 h 143510"/>
                <a:gd name="T28" fmla="*/ 28816 w 122554"/>
                <a:gd name="T29" fmla="*/ 29210 h 143510"/>
                <a:gd name="T30" fmla="*/ 122219 w 122554"/>
                <a:gd name="T31" fmla="*/ 29210 h 143510"/>
                <a:gd name="T32" fmla="*/ 122219 w 122554"/>
                <a:gd name="T33" fmla="*/ 0 h 14351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22554" h="143510">
                  <a:moveTo>
                    <a:pt x="122212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57150"/>
                  </a:lnTo>
                  <a:lnTo>
                    <a:pt x="0" y="86360"/>
                  </a:lnTo>
                  <a:lnTo>
                    <a:pt x="0" y="114300"/>
                  </a:lnTo>
                  <a:lnTo>
                    <a:pt x="0" y="143510"/>
                  </a:lnTo>
                  <a:lnTo>
                    <a:pt x="122212" y="143510"/>
                  </a:lnTo>
                  <a:lnTo>
                    <a:pt x="122212" y="114300"/>
                  </a:lnTo>
                  <a:lnTo>
                    <a:pt x="28816" y="114300"/>
                  </a:lnTo>
                  <a:lnTo>
                    <a:pt x="28816" y="86360"/>
                  </a:lnTo>
                  <a:lnTo>
                    <a:pt x="115011" y="86360"/>
                  </a:lnTo>
                  <a:lnTo>
                    <a:pt x="115011" y="57150"/>
                  </a:lnTo>
                  <a:lnTo>
                    <a:pt x="28816" y="57150"/>
                  </a:lnTo>
                  <a:lnTo>
                    <a:pt x="28816" y="29210"/>
                  </a:lnTo>
                  <a:lnTo>
                    <a:pt x="122212" y="29210"/>
                  </a:lnTo>
                  <a:lnTo>
                    <a:pt x="1222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62" name="object 30">
              <a:extLst>
                <a:ext uri="{FF2B5EF4-FFF2-40B4-BE49-F238E27FC236}">
                  <a16:creationId xmlns="" xmlns:a16="http://schemas.microsoft.com/office/drawing/2014/main" id="{85B166F7-800C-4940-A68E-03CB21DB87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2911" y="3937803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63" name="object 31">
              <a:extLst>
                <a:ext uri="{FF2B5EF4-FFF2-40B4-BE49-F238E27FC236}">
                  <a16:creationId xmlns="" xmlns:a16="http://schemas.microsoft.com/office/drawing/2014/main" id="{37CB39EF-4807-44B5-A612-9F977D05C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4739" y="3937906"/>
              <a:ext cx="129539" cy="143510"/>
            </a:xfrm>
            <a:custGeom>
              <a:avLst/>
              <a:gdLst>
                <a:gd name="T0" fmla="*/ 129209 w 129539"/>
                <a:gd name="T1" fmla="*/ 0 h 143510"/>
                <a:gd name="T2" fmla="*/ 0 w 129539"/>
                <a:gd name="T3" fmla="*/ 0 h 143510"/>
                <a:gd name="T4" fmla="*/ 0 w 129539"/>
                <a:gd name="T5" fmla="*/ 29210 h 143510"/>
                <a:gd name="T6" fmla="*/ 50406 w 129539"/>
                <a:gd name="T7" fmla="*/ 29210 h 143510"/>
                <a:gd name="T8" fmla="*/ 50406 w 129539"/>
                <a:gd name="T9" fmla="*/ 143510 h 143510"/>
                <a:gd name="T10" fmla="*/ 79209 w 129539"/>
                <a:gd name="T11" fmla="*/ 143510 h 143510"/>
                <a:gd name="T12" fmla="*/ 79209 w 129539"/>
                <a:gd name="T13" fmla="*/ 29210 h 143510"/>
                <a:gd name="T14" fmla="*/ 129209 w 129539"/>
                <a:gd name="T15" fmla="*/ 29210 h 143510"/>
                <a:gd name="T16" fmla="*/ 129209 w 129539"/>
                <a:gd name="T17" fmla="*/ 0 h 1435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9539" h="143510">
                  <a:moveTo>
                    <a:pt x="12920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50406" y="29210"/>
                  </a:lnTo>
                  <a:lnTo>
                    <a:pt x="50406" y="143510"/>
                  </a:lnTo>
                  <a:lnTo>
                    <a:pt x="79209" y="143510"/>
                  </a:lnTo>
                  <a:lnTo>
                    <a:pt x="79209" y="29210"/>
                  </a:lnTo>
                  <a:lnTo>
                    <a:pt x="129209" y="29210"/>
                  </a:lnTo>
                  <a:lnTo>
                    <a:pt x="1292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aphicFrame>
        <p:nvGraphicFramePr>
          <p:cNvPr id="21545" name="Объект 25">
            <a:extLst>
              <a:ext uri="{FF2B5EF4-FFF2-40B4-BE49-F238E27FC236}">
                <a16:creationId xmlns="" xmlns:a16="http://schemas.microsoft.com/office/drawing/2014/main" id="{4A172CE3-5B52-4484-97F5-E83EFC2F70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8013" y="2187575"/>
          <a:ext cx="20161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7" name="CorelDRAW" r:id="rId10" imgW="3876120" imgH="797040" progId="CorelDraw.Graphic.23">
                  <p:embed/>
                </p:oleObj>
              </mc:Choice>
              <mc:Fallback>
                <p:oleObj name="CorelDRAW" r:id="rId10" imgW="3876120" imgH="797040" progId="CorelDraw.Graphic.23">
                  <p:embed/>
                  <p:pic>
                    <p:nvPicPr>
                      <p:cNvPr id="0" name="Объект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2187575"/>
                        <a:ext cx="20161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46" name="Picture 2" descr="E:\Реклама\LOGOS\Optima\2022\OPTIMA_new.png">
            <a:extLst>
              <a:ext uri="{FF2B5EF4-FFF2-40B4-BE49-F238E27FC236}">
                <a16:creationId xmlns="" xmlns:a16="http://schemas.microsoft.com/office/drawing/2014/main" id="{97753D73-8BB7-41A9-91DC-53379B40F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825" y="3743325"/>
            <a:ext cx="20161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7" name="Picture 6" descr="E:\Реклама\LOGOS\Oreol_DISCONT\DISCONT_logo .png">
            <a:extLst>
              <a:ext uri="{FF2B5EF4-FFF2-40B4-BE49-F238E27FC236}">
                <a16:creationId xmlns="" xmlns:a16="http://schemas.microsoft.com/office/drawing/2014/main" id="{FFFFCDD2-5462-43C4-8A05-45BBC9A08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738" y="5143500"/>
            <a:ext cx="20574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8" name="Picture 8" descr="E:\Реклама\LOGOS\OREOL\2024\png\лого красный Ореол.png">
            <a:extLst>
              <a:ext uri="{FF2B5EF4-FFF2-40B4-BE49-F238E27FC236}">
                <a16:creationId xmlns="" xmlns:a16="http://schemas.microsoft.com/office/drawing/2014/main" id="{CD52CC84-E82D-42E7-8ADA-E1239F6EE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5133975"/>
            <a:ext cx="21605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9" name="Picture 10" descr="E:\Реклама\LOGOS\Newtone\NewTone logo.png">
            <a:extLst>
              <a:ext uri="{FF2B5EF4-FFF2-40B4-BE49-F238E27FC236}">
                <a16:creationId xmlns="" xmlns:a16="http://schemas.microsoft.com/office/drawing/2014/main" id="{A31227A8-F367-48BF-A57C-C107864CF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525" y="5218113"/>
            <a:ext cx="20796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0" name="Picture 11" descr="E:\Реклама\LOGOS\TITAN\TITAN LOGO черный.png">
            <a:extLst>
              <a:ext uri="{FF2B5EF4-FFF2-40B4-BE49-F238E27FC236}">
                <a16:creationId xmlns="" xmlns:a16="http://schemas.microsoft.com/office/drawing/2014/main" id="{0887D380-6463-4D43-A721-307AAC198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950" y="6765925"/>
            <a:ext cx="1882775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1" name="Picture 12" descr="E:\Реклама\LOGOS\PROFIWOOD\LOGO_TM_PROFIWOOD.jpg">
            <a:extLst>
              <a:ext uri="{FF2B5EF4-FFF2-40B4-BE49-F238E27FC236}">
                <a16:creationId xmlns="" xmlns:a16="http://schemas.microsoft.com/office/drawing/2014/main" id="{FC7A02A8-F5B7-448B-B795-2487D8199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063" y="7958138"/>
            <a:ext cx="230505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2" name="Picture 16" descr="E:\Реклама\LOGOS\PROSTOKRASHENO\РЕДИЗАЙН 2025\Logo_png\Logo с темно синим фоном_Logo_color.png">
            <a:extLst>
              <a:ext uri="{FF2B5EF4-FFF2-40B4-BE49-F238E27FC236}">
                <a16:creationId xmlns="" xmlns:a16="http://schemas.microsoft.com/office/drawing/2014/main" id="{30C6CF3F-5FE9-471C-8A4B-B29DA8399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488" y="2714625"/>
            <a:ext cx="2297112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3" name="Picture 13" descr="E:\Реклама\LOGOS\AG\new\AvantGarde_black.png">
            <a:extLst>
              <a:ext uri="{FF2B5EF4-FFF2-40B4-BE49-F238E27FC236}">
                <a16:creationId xmlns="" xmlns:a16="http://schemas.microsoft.com/office/drawing/2014/main" id="{667A26B4-E776-4DB1-8061-155F371D1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7575" y="4384675"/>
            <a:ext cx="2557463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000" y="171888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dirty="0">
                <a:solidFill>
                  <a:srgbClr val="313131"/>
                </a:solidFill>
                <a:latin typeface="Proxima Nova Regular"/>
              </a:rPr>
              <a:t>АССОРТИМЕНТНАЯ МАТРИЦА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648000"/>
            <a:ext cx="1980000" cy="36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000" y="720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B7280"/>
                </a:solidFill>
                <a:latin typeface="Inter Regular"/>
              </a:rPr>
              <a:t>11 брендов · от эконом до премиум · полный спектр ЛКМ для любых поверхностей и задач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044000"/>
            <a:ext cx="4068000" cy="26280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8000" y="1098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AVANTGARDE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ПРЕМИУМ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1476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8000" y="1547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Гибридные технологии: экологичность водных + износостойкость органических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1980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интерьерная моющаяся (база A/C)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для фасадов (база A/C)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Лак яхтный / паркетный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384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Интерьер · Фасад · Дерево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88000" y="1044000"/>
            <a:ext cx="4068000" cy="2628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6000" y="1098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NEWTONE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6000" y="1476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96000" y="1547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Передовые технологии и современные материалы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6000" y="1980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интерьерная / фасадная (база A/C)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глубокого проникновения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Шпатлёвка суперфинишная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6000" y="3384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Интерьер · Фасад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36000" y="1044000"/>
            <a:ext cx="4068000" cy="26280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1098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ОРЕОЛ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476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1547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Краски, лаки, грунтовки — надёжный помощник в ремонте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980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для стен и потолков моющаяся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для плит OSB / фасадная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бетоноконтакт / шпатлёвка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Клей, олифа, растворитель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384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Интерьер · Фасад · Дерево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84000" y="1044000"/>
            <a:ext cx="4068000" cy="2628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392000" y="1098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TITAN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392000" y="1476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392000" y="1547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Грунт-эмаль 3в1 — грунт + эмаль + преобразователь ржавчины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92000" y="1980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3в1 по ржавчине (10 цветов, RAL)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Быстросохнущая матовая (7 цветов)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Молотковая алкидно-стирольная (6 цветов)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«Красишь 1 раз — служит 10 лет»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92000" y="3384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Оцинковка · Дерево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0000" y="3816000"/>
            <a:ext cx="4068000" cy="2628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8000" y="3870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PROFIWOOD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8000" y="4248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8000" y="4319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Профессиональная защита и декор древесины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000" y="4752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Антисептик кроющий / лаковый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Защитно-декоративные покрытия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Лак паркетный / по дереву и камню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Огнебиозащитные составы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000" y="6156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Дерево · Камень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88000" y="3816000"/>
            <a:ext cx="4068000" cy="2628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96000" y="3870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РАСЦВЕТ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 / ЭКОНОМ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96000" y="4248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96000" y="4319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Классические ЛКМ по ГОСТ — эмали, грунт-эмали, грунтовки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6000" y="4752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Эмаль ПФ-115 (ГОСТ)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Грунт-эмаль по ржавчине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Эмаль с молотковым эффектом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ГФ-021 / растворители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6000" y="6156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36000" y="3816000"/>
            <a:ext cx="4068000" cy="2628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0" y="3870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ОПТИМА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ЭКСПОРТ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4248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44000" y="4319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Покрытия на органической основе для стран ближнего зарубежья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4752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Эмали цветные (яркие оттенки)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ГФ-021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Грунт-эмали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Оптимальное соотношение цены и качества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6156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284000" y="3816000"/>
            <a:ext cx="4068000" cy="2628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392000" y="3870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ОРЕОЛ Дисконт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ЭКОНОМ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392000" y="4248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3392000" y="4319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Водно-дисперсионные покрытия по доступной цене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392000" y="4752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для стен и потолков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Шпатлёвка масляно-клеевая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«Покрасил и забыл!»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392000" y="6156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Интерьер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70000" y="6588000"/>
            <a:ext cx="4068000" cy="2628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278000" y="6642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ПРОСТОКРАШЕНО!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ЭКОНОМ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78000" y="7020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278000" y="7091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Базовые ЛКМ для массового потребителя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78000" y="7524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Эмаль ПФ-115 (БАУЦЕНТР)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водоэмульсионная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/ олифа / лак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Растворитель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78000" y="8928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 · Интерьер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18000" y="6588000"/>
            <a:ext cx="4068000" cy="26280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526000" y="6642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EMPILS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ПРОМЫШЛЕННЫЕ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26000" y="7020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526000" y="7091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Покрытия промышленного назначения — для крупных предприятий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26000" y="7524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Огнебиозащитные составы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Защитно-декоративные покрытия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Краски-базы под колеровку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Партнёр: «Ростсельмаш»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26000" y="8928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 · Промышл.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66000" y="6588000"/>
            <a:ext cx="4068000" cy="2628000"/>
          </a:xfrm>
          <a:prstGeom prst="roundRect">
            <a:avLst/>
          </a:prstGeom>
          <a:solidFill>
            <a:srgbClr val="FEE5D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774000" y="6642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СТРОЙКОМПЛЕКТ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СТРОИТЕЛЬНАЯ ФАСОВКА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774000" y="7020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774000" y="7091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Крупная фасовка для строительных объектов большой площади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74000" y="7524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Эмаль ПФ-115 (крупная фасовка)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интерьерная / фасадная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Универсальность · оптимальная цена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Яркая цветовая палитра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74000" y="8928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 · Интерьер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9648000"/>
            <a:ext cx="18288000" cy="5400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40000" y="9720000"/>
            <a:ext cx="1440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nter Regular"/>
              </a:rPr>
              <a:t>11 брендов покрывают весь спектр: от эконом до премиум · </a:t>
            </a:r>
            <a:r>
              <a:rPr sz="1000" b="1">
                <a:solidFill>
                  <a:srgbClr val="F47629"/>
                </a:solidFill>
                <a:latin typeface="Inter Regular"/>
              </a:rPr>
              <a:t>металл · дерево · интерьер · фасад · промышленные · экспорт</a:t>
            </a:r>
          </a:p>
        </p:txBody>
      </p:sp>
      <p:sp>
        <p:nvSpPr>
          <p:cNvPr id="74" name="Прямоугольник 73"/>
          <p:cNvSpPr/>
          <p:nvPr/>
        </p:nvSpPr>
        <p:spPr>
          <a:xfrm>
            <a:off x="14124714" y="7423312"/>
            <a:ext cx="370191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230 ₽/кг — </a:t>
            </a:r>
            <a:endParaRPr lang="ru-RU" sz="2800" b="1" dirty="0" smtClean="0"/>
          </a:p>
          <a:p>
            <a:r>
              <a:rPr lang="ru-RU" sz="2800" b="1" dirty="0" smtClean="0"/>
              <a:t>зарабатываем </a:t>
            </a:r>
            <a:r>
              <a:rPr lang="ru-RU" sz="2800" b="1" dirty="0"/>
              <a:t>вместе.</a:t>
            </a:r>
            <a:endParaRPr lang="ru-RU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9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4492076"/>
            <a:ext cx="16848000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8800" b="1" dirty="0">
                <a:solidFill>
                  <a:srgbClr val="F47629"/>
                </a:solidFill>
                <a:latin typeface="Proxima Nova Regular"/>
              </a:rPr>
              <a:t>ПОРТФОЛИО: ОБЪЕКТЫ И </a:t>
            </a:r>
            <a:r>
              <a:rPr lang="en-US" sz="8800" b="1" dirty="0" smtClean="0">
                <a:solidFill>
                  <a:srgbClr val="F47629"/>
                </a:solidFill>
                <a:latin typeface="Proxima Nova Regular"/>
              </a:rPr>
              <a:t>B2B</a:t>
            </a:r>
            <a:endParaRPr lang="en-US" sz="8800" b="1" dirty="0">
              <a:solidFill>
                <a:srgbClr val="F47629"/>
              </a:solidFill>
              <a:latin typeface="Proxima Nova Regula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0950" y="5964576"/>
            <a:ext cx="1684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dirty="0" err="1">
                <a:latin typeface="Inter Regular"/>
              </a:rPr>
              <a:t>Реальные</a:t>
            </a:r>
            <a:r>
              <a:rPr sz="2400" dirty="0">
                <a:latin typeface="Inter Regular"/>
              </a:rPr>
              <a:t> </a:t>
            </a:r>
            <a:r>
              <a:rPr sz="2400" dirty="0" err="1">
                <a:latin typeface="Inter Regular"/>
              </a:rPr>
              <a:t>кейсы</a:t>
            </a:r>
            <a:r>
              <a:rPr sz="2400" dirty="0">
                <a:latin typeface="Inter Regular"/>
              </a:rPr>
              <a:t> и </a:t>
            </a:r>
            <a:r>
              <a:rPr sz="2400" dirty="0" err="1">
                <a:latin typeface="Inter Regular"/>
              </a:rPr>
              <a:t>промышленные</a:t>
            </a:r>
            <a:r>
              <a:rPr sz="2400" dirty="0">
                <a:latin typeface="Inter Regular"/>
              </a:rPr>
              <a:t> </a:t>
            </a:r>
            <a:r>
              <a:rPr sz="2400" dirty="0" err="1">
                <a:latin typeface="Inter Regular"/>
              </a:rPr>
              <a:t>партнёры</a:t>
            </a:r>
            <a:endParaRPr sz="2400" dirty="0">
              <a:latin typeface="Inter Regular"/>
            </a:endParaRPr>
          </a:p>
        </p:txBody>
      </p:sp>
    </p:spTree>
    <p:extLst>
      <p:ext uri="{BB962C8B-B14F-4D97-AF65-F5344CB8AC3E}">
        <p14:creationId xmlns:p14="http://schemas.microsoft.com/office/powerpoint/2010/main" val="85893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object 3">
            <a:extLst>
              <a:ext uri="{FF2B5EF4-FFF2-40B4-BE49-F238E27FC236}">
                <a16:creationId xmlns="" xmlns:a16="http://schemas.microsoft.com/office/drawing/2014/main" id="{5DCA29DD-6F6B-440A-A706-A6CAC1549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object 7">
            <a:extLst>
              <a:ext uri="{FF2B5EF4-FFF2-40B4-BE49-F238E27FC236}">
                <a16:creationId xmlns="" xmlns:a16="http://schemas.microsoft.com/office/drawing/2014/main" id="{F2D4F6D5-E16E-4682-8810-59F7B468F50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238250" y="538163"/>
            <a:ext cx="4945063" cy="911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17890" numCol="1" anchor="t" anchorCtr="0" compatLnSpc="1">
            <a:prstTxWarp prst="textNoShape">
              <a:avLst/>
            </a:prstTxWarp>
            <a:spAutoFit/>
          </a:bodyPr>
          <a:lstStyle/>
          <a:p>
            <a:pPr marL="19050" eaLnBrk="1" hangingPunct="1">
              <a:spcBef>
                <a:spcPts val="138"/>
              </a:spcBef>
            </a:pPr>
            <a:r>
              <a:rPr lang="ru-RU" altLang="ru-RU">
                <a:latin typeface="Inter Extra Bold" panose="02000903000000020004" pitchFamily="2" charset="0"/>
                <a:ea typeface="Inter Extra Bold" panose="02000903000000020004" pitchFamily="2" charset="0"/>
                <a:cs typeface="Inter Extra Bold" panose="02000903000000020004" pitchFamily="2" charset="0"/>
              </a:rPr>
              <a:t>ПРОДУКЦИЯ</a:t>
            </a:r>
          </a:p>
        </p:txBody>
      </p:sp>
      <p:sp>
        <p:nvSpPr>
          <p:cNvPr id="20484" name="object 8">
            <a:extLst>
              <a:ext uri="{FF2B5EF4-FFF2-40B4-BE49-F238E27FC236}">
                <a16:creationId xmlns="" xmlns:a16="http://schemas.microsoft.com/office/drawing/2014/main" id="{D759C55D-AEED-4316-8F87-E9F77328A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800" y="1706563"/>
            <a:ext cx="91662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366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500"/>
              </a:lnSpc>
              <a:spcBef>
                <a:spcPts val="813"/>
              </a:spcBef>
            </a:pPr>
            <a:r>
              <a:rPr lang="ru-RU" altLang="ru-RU" sz="5000" b="1">
                <a:solidFill>
                  <a:srgbClr val="4D4C4C"/>
                </a:solidFill>
                <a:latin typeface="Roboto" panose="02000000000000000000" pitchFamily="2" charset="0"/>
              </a:rPr>
              <a:t>Покрытия промышленного назначения</a:t>
            </a:r>
            <a:endParaRPr lang="ru-RU" altLang="ru-RU" sz="5000">
              <a:latin typeface="Roboto" panose="02000000000000000000" pitchFamily="2" charset="0"/>
            </a:endParaRPr>
          </a:p>
        </p:txBody>
      </p:sp>
      <p:graphicFrame>
        <p:nvGraphicFramePr>
          <p:cNvPr id="9" name="object 9">
            <a:extLst>
              <a:ext uri="{FF2B5EF4-FFF2-40B4-BE49-F238E27FC236}">
                <a16:creationId xmlns="" xmlns:a16="http://schemas.microsoft.com/office/drawing/2014/main" id="{83B3D71B-3AFD-469F-A889-480A2477EB95}"/>
              </a:ext>
            </a:extLst>
          </p:cNvPr>
          <p:cNvGraphicFramePr>
            <a:graphicFrameLocks noGrp="1"/>
          </p:cNvGraphicFramePr>
          <p:nvPr/>
        </p:nvGraphicFramePr>
        <p:xfrm>
          <a:off x="1289050" y="4826000"/>
          <a:ext cx="16389350" cy="617539"/>
        </p:xfrm>
        <a:graphic>
          <a:graphicData uri="http://schemas.openxmlformats.org/drawingml/2006/table">
            <a:tbl>
              <a:tblPr/>
              <a:tblGrid>
                <a:gridCol w="18732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5939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590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5892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4156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3368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29552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204788">
                <a:tc>
                  <a:txBody>
                    <a:bodyPr/>
                    <a:lstStyle>
                      <a:lvl1pPr marL="5080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50800" marR="0" lvl="0" indent="0" algn="l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Агротехника,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1275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1275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Автомобильная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Дорожное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Нефтегазовая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Производство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2863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2863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Производство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9685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19685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Лакокрасочная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07963">
                <a:tc>
                  <a:txBody>
                    <a:bodyPr/>
                    <a:lstStyle>
                      <a:lvl1pPr marL="3175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31750" marR="0" lvl="0" indent="0" algn="l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стройтехника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1275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1275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промышленность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строительство,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и химическая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металло-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2863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2863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станков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9685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19685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промышленность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047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инфраструктура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промышленность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конструкций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0507" name="object 10">
            <a:extLst>
              <a:ext uri="{FF2B5EF4-FFF2-40B4-BE49-F238E27FC236}">
                <a16:creationId xmlns="" xmlns:a16="http://schemas.microsoft.com/office/drawing/2014/main" id="{B88310FD-926A-4D39-85C7-0C9E7DEA04B5}"/>
              </a:ext>
            </a:extLst>
          </p:cNvPr>
          <p:cNvGrpSpPr>
            <a:grpSpLocks/>
          </p:cNvGrpSpPr>
          <p:nvPr/>
        </p:nvGrpSpPr>
        <p:grpSpPr bwMode="auto">
          <a:xfrm>
            <a:off x="1377950" y="3398838"/>
            <a:ext cx="15990888" cy="3540125"/>
            <a:chOff x="805268" y="2633878"/>
            <a:chExt cx="9350375" cy="2326640"/>
          </a:xfrm>
        </p:grpSpPr>
        <p:pic>
          <p:nvPicPr>
            <p:cNvPr id="20511" name="object 11">
              <a:extLst>
                <a:ext uri="{FF2B5EF4-FFF2-40B4-BE49-F238E27FC236}">
                  <a16:creationId xmlns="" xmlns:a16="http://schemas.microsoft.com/office/drawing/2014/main" id="{46CA9001-235A-4E93-B4C9-65DD324806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8405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12" name="object 12">
              <a:extLst>
                <a:ext uri="{FF2B5EF4-FFF2-40B4-BE49-F238E27FC236}">
                  <a16:creationId xmlns="" xmlns:a16="http://schemas.microsoft.com/office/drawing/2014/main" id="{C58D6987-D226-4CAC-BBD2-00F1BCDB09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2036" y="2993277"/>
              <a:ext cx="239750" cy="239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3" name="object 13">
              <a:extLst>
                <a:ext uri="{FF2B5EF4-FFF2-40B4-BE49-F238E27FC236}">
                  <a16:creationId xmlns="" xmlns:a16="http://schemas.microsoft.com/office/drawing/2014/main" id="{56E2BF7B-E169-4E0D-A13E-9191EACB1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470" y="2813468"/>
              <a:ext cx="506095" cy="419734"/>
            </a:xfrm>
            <a:custGeom>
              <a:avLst/>
              <a:gdLst>
                <a:gd name="T0" fmla="*/ 407854 w 506094"/>
                <a:gd name="T1" fmla="*/ 314660 h 419735"/>
                <a:gd name="T2" fmla="*/ 407854 w 506094"/>
                <a:gd name="T3" fmla="*/ 344632 h 419735"/>
                <a:gd name="T4" fmla="*/ 431121 w 506094"/>
                <a:gd name="T5" fmla="*/ 329646 h 419735"/>
                <a:gd name="T6" fmla="*/ 503943 w 506094"/>
                <a:gd name="T7" fmla="*/ 310292 h 419735"/>
                <a:gd name="T8" fmla="*/ 482454 w 506094"/>
                <a:gd name="T9" fmla="*/ 269715 h 419735"/>
                <a:gd name="T10" fmla="*/ 471354 w 506094"/>
                <a:gd name="T11" fmla="*/ 352951 h 419735"/>
                <a:gd name="T12" fmla="*/ 416135 w 506094"/>
                <a:gd name="T13" fmla="*/ 389590 h 419735"/>
                <a:gd name="T14" fmla="*/ 360902 w 506094"/>
                <a:gd name="T15" fmla="*/ 352951 h 419735"/>
                <a:gd name="T16" fmla="*/ 392818 w 506094"/>
                <a:gd name="T17" fmla="*/ 274427 h 419735"/>
                <a:gd name="T18" fmla="*/ 476079 w 506094"/>
                <a:gd name="T19" fmla="*/ 329646 h 419735"/>
                <a:gd name="T20" fmla="*/ 476079 w 506094"/>
                <a:gd name="T21" fmla="*/ 209778 h 419735"/>
                <a:gd name="T22" fmla="*/ 458502 w 506094"/>
                <a:gd name="T23" fmla="*/ 167411 h 419735"/>
                <a:gd name="T24" fmla="*/ 446107 w 506094"/>
                <a:gd name="T25" fmla="*/ 244887 h 419735"/>
                <a:gd name="T26" fmla="*/ 423920 w 506094"/>
                <a:gd name="T27" fmla="*/ 240073 h 419735"/>
                <a:gd name="T28" fmla="*/ 349180 w 506094"/>
                <a:gd name="T29" fmla="*/ 269715 h 419735"/>
                <a:gd name="T30" fmla="*/ 330524 w 506094"/>
                <a:gd name="T31" fmla="*/ 302164 h 419735"/>
                <a:gd name="T32" fmla="*/ 294266 w 506094"/>
                <a:gd name="T33" fmla="*/ 299687 h 419735"/>
                <a:gd name="T34" fmla="*/ 292830 w 506094"/>
                <a:gd name="T35" fmla="*/ 277068 h 419735"/>
                <a:gd name="T36" fmla="*/ 349180 w 506094"/>
                <a:gd name="T37" fmla="*/ 239743 h 419735"/>
                <a:gd name="T38" fmla="*/ 269005 w 506094"/>
                <a:gd name="T39" fmla="*/ 207899 h 419735"/>
                <a:gd name="T40" fmla="*/ 416135 w 506094"/>
                <a:gd name="T41" fmla="*/ 179819 h 419735"/>
                <a:gd name="T42" fmla="*/ 443745 w 506094"/>
                <a:gd name="T43" fmla="*/ 198120 h 419735"/>
                <a:gd name="T44" fmla="*/ 439439 w 506094"/>
                <a:gd name="T45" fmla="*/ 154559 h 419735"/>
                <a:gd name="T46" fmla="*/ 386163 w 506094"/>
                <a:gd name="T47" fmla="*/ 66662 h 419735"/>
                <a:gd name="T48" fmla="*/ 401149 w 506094"/>
                <a:gd name="T49" fmla="*/ 29972 h 419735"/>
                <a:gd name="T50" fmla="*/ 359721 w 506094"/>
                <a:gd name="T51" fmla="*/ 57442 h 419735"/>
                <a:gd name="T52" fmla="*/ 290430 w 506094"/>
                <a:gd name="T53" fmla="*/ 149847 h 419735"/>
                <a:gd name="T54" fmla="*/ 213715 w 506094"/>
                <a:gd name="T55" fmla="*/ 149847 h 419735"/>
                <a:gd name="T56" fmla="*/ 141414 w 506094"/>
                <a:gd name="T57" fmla="*/ 121894 h 419735"/>
                <a:gd name="T58" fmla="*/ 109423 w 506094"/>
                <a:gd name="T59" fmla="*/ 119875 h 419735"/>
                <a:gd name="T60" fmla="*/ 99453 w 506094"/>
                <a:gd name="T61" fmla="*/ 29972 h 419735"/>
                <a:gd name="T62" fmla="*/ 259137 w 506094"/>
                <a:gd name="T63" fmla="*/ 45554 h 419735"/>
                <a:gd name="T64" fmla="*/ 279280 w 506094"/>
                <a:gd name="T65" fmla="*/ 0 h 419735"/>
                <a:gd name="T66" fmla="*/ 69481 w 506094"/>
                <a:gd name="T67" fmla="*/ 29972 h 419735"/>
                <a:gd name="T68" fmla="*/ 32880 w 506094"/>
                <a:gd name="T69" fmla="*/ 139446 h 419735"/>
                <a:gd name="T70" fmla="*/ 19088 w 506094"/>
                <a:gd name="T71" fmla="*/ 184086 h 419735"/>
                <a:gd name="T72" fmla="*/ 88633 w 506094"/>
                <a:gd name="T73" fmla="*/ 152082 h 419735"/>
                <a:gd name="T74" fmla="*/ 202882 w 506094"/>
                <a:gd name="T75" fmla="*/ 178790 h 419735"/>
                <a:gd name="T76" fmla="*/ 264294 w 506094"/>
                <a:gd name="T77" fmla="*/ 299687 h 419735"/>
                <a:gd name="T78" fmla="*/ 338093 w 506094"/>
                <a:gd name="T79" fmla="*/ 374249 h 419735"/>
                <a:gd name="T80" fmla="*/ 416135 w 506094"/>
                <a:gd name="T81" fmla="*/ 419562 h 419735"/>
                <a:gd name="T82" fmla="*/ 482099 w 506094"/>
                <a:gd name="T83" fmla="*/ 389590 h 41973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506094" h="419735">
                  <a:moveTo>
                    <a:pt x="431114" y="321373"/>
                  </a:moveTo>
                  <a:lnTo>
                    <a:pt x="424408" y="314667"/>
                  </a:lnTo>
                  <a:lnTo>
                    <a:pt x="407847" y="314667"/>
                  </a:lnTo>
                  <a:lnTo>
                    <a:pt x="401142" y="321373"/>
                  </a:lnTo>
                  <a:lnTo>
                    <a:pt x="401142" y="337934"/>
                  </a:lnTo>
                  <a:lnTo>
                    <a:pt x="407847" y="344639"/>
                  </a:lnTo>
                  <a:lnTo>
                    <a:pt x="424408" y="344639"/>
                  </a:lnTo>
                  <a:lnTo>
                    <a:pt x="431114" y="337934"/>
                  </a:lnTo>
                  <a:lnTo>
                    <a:pt x="431114" y="329653"/>
                  </a:lnTo>
                  <a:lnTo>
                    <a:pt x="431114" y="321373"/>
                  </a:lnTo>
                  <a:close/>
                </a:path>
                <a:path w="506094" h="419735">
                  <a:moveTo>
                    <a:pt x="506031" y="329653"/>
                  </a:moveTo>
                  <a:lnTo>
                    <a:pt x="503936" y="310299"/>
                  </a:lnTo>
                  <a:lnTo>
                    <a:pt x="497941" y="292392"/>
                  </a:lnTo>
                  <a:lnTo>
                    <a:pt x="488505" y="276377"/>
                  </a:lnTo>
                  <a:lnTo>
                    <a:pt x="482447" y="269722"/>
                  </a:lnTo>
                  <a:lnTo>
                    <a:pt x="476072" y="262712"/>
                  </a:lnTo>
                  <a:lnTo>
                    <a:pt x="476072" y="329653"/>
                  </a:lnTo>
                  <a:lnTo>
                    <a:pt x="471347" y="352958"/>
                  </a:lnTo>
                  <a:lnTo>
                    <a:pt x="458495" y="372021"/>
                  </a:lnTo>
                  <a:lnTo>
                    <a:pt x="439432" y="384873"/>
                  </a:lnTo>
                  <a:lnTo>
                    <a:pt x="416128" y="389597"/>
                  </a:lnTo>
                  <a:lnTo>
                    <a:pt x="392811" y="384873"/>
                  </a:lnTo>
                  <a:lnTo>
                    <a:pt x="373761" y="372021"/>
                  </a:lnTo>
                  <a:lnTo>
                    <a:pt x="360895" y="352958"/>
                  </a:lnTo>
                  <a:lnTo>
                    <a:pt x="356184" y="329653"/>
                  </a:lnTo>
                  <a:lnTo>
                    <a:pt x="359206" y="314680"/>
                  </a:lnTo>
                  <a:lnTo>
                    <a:pt x="392811" y="274434"/>
                  </a:lnTo>
                  <a:lnTo>
                    <a:pt x="439432" y="274434"/>
                  </a:lnTo>
                  <a:lnTo>
                    <a:pt x="471347" y="306349"/>
                  </a:lnTo>
                  <a:lnTo>
                    <a:pt x="476072" y="329653"/>
                  </a:lnTo>
                  <a:lnTo>
                    <a:pt x="476072" y="262712"/>
                  </a:lnTo>
                  <a:lnTo>
                    <a:pt x="476072" y="244894"/>
                  </a:lnTo>
                  <a:lnTo>
                    <a:pt x="476072" y="209778"/>
                  </a:lnTo>
                  <a:lnTo>
                    <a:pt x="471347" y="186474"/>
                  </a:lnTo>
                  <a:lnTo>
                    <a:pt x="466864" y="179819"/>
                  </a:lnTo>
                  <a:lnTo>
                    <a:pt x="458495" y="167411"/>
                  </a:lnTo>
                  <a:lnTo>
                    <a:pt x="446100" y="159054"/>
                  </a:lnTo>
                  <a:lnTo>
                    <a:pt x="446100" y="209778"/>
                  </a:lnTo>
                  <a:lnTo>
                    <a:pt x="446100" y="244894"/>
                  </a:lnTo>
                  <a:lnTo>
                    <a:pt x="438924" y="242684"/>
                  </a:lnTo>
                  <a:lnTo>
                    <a:pt x="431533" y="241071"/>
                  </a:lnTo>
                  <a:lnTo>
                    <a:pt x="423913" y="240080"/>
                  </a:lnTo>
                  <a:lnTo>
                    <a:pt x="416128" y="239750"/>
                  </a:lnTo>
                  <a:lnTo>
                    <a:pt x="349173" y="239750"/>
                  </a:lnTo>
                  <a:lnTo>
                    <a:pt x="349173" y="269722"/>
                  </a:lnTo>
                  <a:lnTo>
                    <a:pt x="341503" y="279565"/>
                  </a:lnTo>
                  <a:lnTo>
                    <a:pt x="335241" y="290423"/>
                  </a:lnTo>
                  <a:lnTo>
                    <a:pt x="330517" y="302171"/>
                  </a:lnTo>
                  <a:lnTo>
                    <a:pt x="327482" y="314680"/>
                  </a:lnTo>
                  <a:lnTo>
                    <a:pt x="294259" y="314680"/>
                  </a:lnTo>
                  <a:lnTo>
                    <a:pt x="294259" y="299694"/>
                  </a:lnTo>
                  <a:lnTo>
                    <a:pt x="294093" y="292392"/>
                  </a:lnTo>
                  <a:lnTo>
                    <a:pt x="293611" y="284530"/>
                  </a:lnTo>
                  <a:lnTo>
                    <a:pt x="292823" y="277075"/>
                  </a:lnTo>
                  <a:lnTo>
                    <a:pt x="291744" y="269722"/>
                  </a:lnTo>
                  <a:lnTo>
                    <a:pt x="349173" y="269722"/>
                  </a:lnTo>
                  <a:lnTo>
                    <a:pt x="349173" y="239750"/>
                  </a:lnTo>
                  <a:lnTo>
                    <a:pt x="283972" y="239750"/>
                  </a:lnTo>
                  <a:lnTo>
                    <a:pt x="277241" y="223393"/>
                  </a:lnTo>
                  <a:lnTo>
                    <a:pt x="268998" y="207899"/>
                  </a:lnTo>
                  <a:lnTo>
                    <a:pt x="259321" y="193332"/>
                  </a:lnTo>
                  <a:lnTo>
                    <a:pt x="248335" y="179819"/>
                  </a:lnTo>
                  <a:lnTo>
                    <a:pt x="416128" y="179819"/>
                  </a:lnTo>
                  <a:lnTo>
                    <a:pt x="427774" y="182168"/>
                  </a:lnTo>
                  <a:lnTo>
                    <a:pt x="437311" y="188595"/>
                  </a:lnTo>
                  <a:lnTo>
                    <a:pt x="443738" y="198120"/>
                  </a:lnTo>
                  <a:lnTo>
                    <a:pt x="446100" y="209778"/>
                  </a:lnTo>
                  <a:lnTo>
                    <a:pt x="446100" y="159054"/>
                  </a:lnTo>
                  <a:lnTo>
                    <a:pt x="439432" y="154559"/>
                  </a:lnTo>
                  <a:lnTo>
                    <a:pt x="416128" y="149847"/>
                  </a:lnTo>
                  <a:lnTo>
                    <a:pt x="386156" y="149847"/>
                  </a:lnTo>
                  <a:lnTo>
                    <a:pt x="386156" y="66662"/>
                  </a:lnTo>
                  <a:lnTo>
                    <a:pt x="392887" y="59931"/>
                  </a:lnTo>
                  <a:lnTo>
                    <a:pt x="401142" y="59931"/>
                  </a:lnTo>
                  <a:lnTo>
                    <a:pt x="401142" y="29972"/>
                  </a:lnTo>
                  <a:lnTo>
                    <a:pt x="383654" y="33502"/>
                  </a:lnTo>
                  <a:lnTo>
                    <a:pt x="369366" y="43141"/>
                  </a:lnTo>
                  <a:lnTo>
                    <a:pt x="359714" y="57442"/>
                  </a:lnTo>
                  <a:lnTo>
                    <a:pt x="356184" y="74917"/>
                  </a:lnTo>
                  <a:lnTo>
                    <a:pt x="356184" y="149847"/>
                  </a:lnTo>
                  <a:lnTo>
                    <a:pt x="290423" y="149847"/>
                  </a:lnTo>
                  <a:lnTo>
                    <a:pt x="259130" y="45554"/>
                  </a:lnTo>
                  <a:lnTo>
                    <a:pt x="259130" y="149847"/>
                  </a:lnTo>
                  <a:lnTo>
                    <a:pt x="213715" y="149847"/>
                  </a:lnTo>
                  <a:lnTo>
                    <a:pt x="191350" y="137172"/>
                  </a:lnTo>
                  <a:lnTo>
                    <a:pt x="167144" y="127762"/>
                  </a:lnTo>
                  <a:lnTo>
                    <a:pt x="141414" y="121894"/>
                  </a:lnTo>
                  <a:lnTo>
                    <a:pt x="122910" y="120510"/>
                  </a:lnTo>
                  <a:lnTo>
                    <a:pt x="114439" y="119875"/>
                  </a:lnTo>
                  <a:lnTo>
                    <a:pt x="109423" y="119875"/>
                  </a:lnTo>
                  <a:lnTo>
                    <a:pt x="104419" y="120091"/>
                  </a:lnTo>
                  <a:lnTo>
                    <a:pt x="99453" y="120510"/>
                  </a:lnTo>
                  <a:lnTo>
                    <a:pt x="99453" y="29972"/>
                  </a:lnTo>
                  <a:lnTo>
                    <a:pt x="223164" y="29972"/>
                  </a:lnTo>
                  <a:lnTo>
                    <a:pt x="259130" y="149847"/>
                  </a:lnTo>
                  <a:lnTo>
                    <a:pt x="259130" y="45554"/>
                  </a:lnTo>
                  <a:lnTo>
                    <a:pt x="254457" y="29972"/>
                  </a:lnTo>
                  <a:lnTo>
                    <a:pt x="279273" y="29972"/>
                  </a:lnTo>
                  <a:lnTo>
                    <a:pt x="279273" y="0"/>
                  </a:lnTo>
                  <a:lnTo>
                    <a:pt x="39509" y="0"/>
                  </a:lnTo>
                  <a:lnTo>
                    <a:pt x="39509" y="29972"/>
                  </a:lnTo>
                  <a:lnTo>
                    <a:pt x="69481" y="29972"/>
                  </a:lnTo>
                  <a:lnTo>
                    <a:pt x="69481" y="125603"/>
                  </a:lnTo>
                  <a:lnTo>
                    <a:pt x="50800" y="131521"/>
                  </a:lnTo>
                  <a:lnTo>
                    <a:pt x="32880" y="139446"/>
                  </a:lnTo>
                  <a:lnTo>
                    <a:pt x="15875" y="149275"/>
                  </a:lnTo>
                  <a:lnTo>
                    <a:pt x="0" y="160985"/>
                  </a:lnTo>
                  <a:lnTo>
                    <a:pt x="19088" y="184086"/>
                  </a:lnTo>
                  <a:lnTo>
                    <a:pt x="40386" y="169418"/>
                  </a:lnTo>
                  <a:lnTo>
                    <a:pt x="63754" y="158673"/>
                  </a:lnTo>
                  <a:lnTo>
                    <a:pt x="88633" y="152082"/>
                  </a:lnTo>
                  <a:lnTo>
                    <a:pt x="114439" y="149847"/>
                  </a:lnTo>
                  <a:lnTo>
                    <a:pt x="161747" y="157492"/>
                  </a:lnTo>
                  <a:lnTo>
                    <a:pt x="202882" y="178790"/>
                  </a:lnTo>
                  <a:lnTo>
                    <a:pt x="235331" y="211251"/>
                  </a:lnTo>
                  <a:lnTo>
                    <a:pt x="256628" y="252374"/>
                  </a:lnTo>
                  <a:lnTo>
                    <a:pt x="264287" y="299694"/>
                  </a:lnTo>
                  <a:lnTo>
                    <a:pt x="264287" y="344639"/>
                  </a:lnTo>
                  <a:lnTo>
                    <a:pt x="327482" y="344639"/>
                  </a:lnTo>
                  <a:lnTo>
                    <a:pt x="338086" y="374256"/>
                  </a:lnTo>
                  <a:lnTo>
                    <a:pt x="357809" y="398030"/>
                  </a:lnTo>
                  <a:lnTo>
                    <a:pt x="384517" y="413829"/>
                  </a:lnTo>
                  <a:lnTo>
                    <a:pt x="416128" y="419569"/>
                  </a:lnTo>
                  <a:lnTo>
                    <a:pt x="451078" y="412483"/>
                  </a:lnTo>
                  <a:lnTo>
                    <a:pt x="479666" y="393204"/>
                  </a:lnTo>
                  <a:lnTo>
                    <a:pt x="482092" y="389597"/>
                  </a:lnTo>
                  <a:lnTo>
                    <a:pt x="498944" y="364617"/>
                  </a:lnTo>
                  <a:lnTo>
                    <a:pt x="506031" y="3296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14" name="object 14">
              <a:extLst>
                <a:ext uri="{FF2B5EF4-FFF2-40B4-BE49-F238E27FC236}">
                  <a16:creationId xmlns="" xmlns:a16="http://schemas.microsoft.com/office/drawing/2014/main" id="{11097515-C234-4509-BA60-2D73EC0A98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9492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5" name="object 15">
              <a:extLst>
                <a:ext uri="{FF2B5EF4-FFF2-40B4-BE49-F238E27FC236}">
                  <a16:creationId xmlns="" xmlns:a16="http://schemas.microsoft.com/office/drawing/2014/main" id="{7D1F4629-D9F2-4112-AA17-544657339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087" y="2799067"/>
              <a:ext cx="518159" cy="434340"/>
            </a:xfrm>
            <a:custGeom>
              <a:avLst/>
              <a:gdLst>
                <a:gd name="T0" fmla="*/ 63271 w 518160"/>
                <a:gd name="T1" fmla="*/ 224860 h 434339"/>
                <a:gd name="T2" fmla="*/ 145249 w 518160"/>
                <a:gd name="T3" fmla="*/ 255213 h 434339"/>
                <a:gd name="T4" fmla="*/ 454818 w 518160"/>
                <a:gd name="T5" fmla="*/ 224860 h 434339"/>
                <a:gd name="T6" fmla="*/ 372839 w 518160"/>
                <a:gd name="T7" fmla="*/ 255213 h 434339"/>
                <a:gd name="T8" fmla="*/ 454818 w 518160"/>
                <a:gd name="T9" fmla="*/ 224860 h 434339"/>
                <a:gd name="T10" fmla="*/ 456088 w 518160"/>
                <a:gd name="T11" fmla="*/ 93319 h 434339"/>
                <a:gd name="T12" fmla="*/ 438917 w 518160"/>
                <a:gd name="T13" fmla="*/ 129247 h 434339"/>
                <a:gd name="T14" fmla="*/ 123456 w 518160"/>
                <a:gd name="T15" fmla="*/ 30365 h 434339"/>
                <a:gd name="T16" fmla="*/ 438917 w 518160"/>
                <a:gd name="T17" fmla="*/ 129247 h 434339"/>
                <a:gd name="T18" fmla="*/ 427881 w 518160"/>
                <a:gd name="T19" fmla="*/ 30365 h 434339"/>
                <a:gd name="T20" fmla="*/ 103797 w 518160"/>
                <a:gd name="T21" fmla="*/ 0 h 434339"/>
                <a:gd name="T22" fmla="*/ 0 w 518160"/>
                <a:gd name="T23" fmla="*/ 93319 h 434339"/>
                <a:gd name="T24" fmla="*/ 48387 w 518160"/>
                <a:gd name="T25" fmla="*/ 123672 h 434339"/>
                <a:gd name="T26" fmla="*/ 17297 w 518160"/>
                <a:gd name="T27" fmla="*/ 171704 h 434339"/>
                <a:gd name="T28" fmla="*/ 4406 w 518160"/>
                <a:gd name="T29" fmla="*/ 197091 h 434339"/>
                <a:gd name="T30" fmla="*/ 0 w 518160"/>
                <a:gd name="T31" fmla="*/ 225228 h 434339"/>
                <a:gd name="T32" fmla="*/ 31242 w 518160"/>
                <a:gd name="T33" fmla="*/ 370631 h 434339"/>
                <a:gd name="T34" fmla="*/ 34467 w 518160"/>
                <a:gd name="T35" fmla="*/ 408921 h 434339"/>
                <a:gd name="T36" fmla="*/ 56286 w 518160"/>
                <a:gd name="T37" fmla="*/ 430740 h 434339"/>
                <a:gd name="T38" fmla="*/ 117106 w 518160"/>
                <a:gd name="T39" fmla="*/ 433966 h 434339"/>
                <a:gd name="T40" fmla="*/ 158089 w 518160"/>
                <a:gd name="T41" fmla="*/ 392983 h 434339"/>
                <a:gd name="T42" fmla="*/ 359987 w 518160"/>
                <a:gd name="T43" fmla="*/ 370631 h 434339"/>
                <a:gd name="T44" fmla="*/ 363213 w 518160"/>
                <a:gd name="T45" fmla="*/ 408921 h 434339"/>
                <a:gd name="T46" fmla="*/ 385031 w 518160"/>
                <a:gd name="T47" fmla="*/ 430740 h 434339"/>
                <a:gd name="T48" fmla="*/ 445851 w 518160"/>
                <a:gd name="T49" fmla="*/ 433966 h 434339"/>
                <a:gd name="T50" fmla="*/ 486834 w 518160"/>
                <a:gd name="T51" fmla="*/ 392983 h 434339"/>
                <a:gd name="T52" fmla="*/ 518076 w 518160"/>
                <a:gd name="T53" fmla="*/ 370631 h 434339"/>
                <a:gd name="T54" fmla="*/ 518076 w 518160"/>
                <a:gd name="T55" fmla="*/ 312871 h 434339"/>
                <a:gd name="T56" fmla="*/ 518076 w 518160"/>
                <a:gd name="T57" fmla="*/ 225228 h 434339"/>
                <a:gd name="T58" fmla="*/ 500779 w 518160"/>
                <a:gd name="T59" fmla="*/ 171704 h 434339"/>
                <a:gd name="T60" fmla="*/ 487723 w 518160"/>
                <a:gd name="T61" fmla="*/ 225228 h 434339"/>
                <a:gd name="T62" fmla="*/ 487723 w 518160"/>
                <a:gd name="T63" fmla="*/ 312871 h 434339"/>
                <a:gd name="T64" fmla="*/ 456469 w 518160"/>
                <a:gd name="T65" fmla="*/ 340278 h 434339"/>
                <a:gd name="T66" fmla="*/ 456469 w 518160"/>
                <a:gd name="T67" fmla="*/ 398850 h 434339"/>
                <a:gd name="T68" fmla="*/ 395115 w 518160"/>
                <a:gd name="T69" fmla="*/ 403613 h 434339"/>
                <a:gd name="T70" fmla="*/ 390352 w 518160"/>
                <a:gd name="T71" fmla="*/ 370631 h 434339"/>
                <a:gd name="T72" fmla="*/ 456469 w 518160"/>
                <a:gd name="T73" fmla="*/ 340278 h 434339"/>
                <a:gd name="T74" fmla="*/ 127723 w 518160"/>
                <a:gd name="T75" fmla="*/ 370631 h 434339"/>
                <a:gd name="T76" fmla="*/ 122961 w 518160"/>
                <a:gd name="T77" fmla="*/ 403613 h 434339"/>
                <a:gd name="T78" fmla="*/ 61607 w 518160"/>
                <a:gd name="T79" fmla="*/ 398850 h 434339"/>
                <a:gd name="T80" fmla="*/ 127723 w 518160"/>
                <a:gd name="T81" fmla="*/ 370631 h 434339"/>
                <a:gd name="T82" fmla="*/ 30353 w 518160"/>
                <a:gd name="T83" fmla="*/ 340278 h 434339"/>
                <a:gd name="T84" fmla="*/ 487723 w 518160"/>
                <a:gd name="T85" fmla="*/ 312871 h 434339"/>
                <a:gd name="T86" fmla="*/ 345788 w 518160"/>
                <a:gd name="T87" fmla="*/ 282518 h 434339"/>
                <a:gd name="T88" fmla="*/ 323525 w 518160"/>
                <a:gd name="T89" fmla="*/ 206692 h 434339"/>
                <a:gd name="T90" fmla="*/ 314152 w 518160"/>
                <a:gd name="T91" fmla="*/ 282518 h 434339"/>
                <a:gd name="T92" fmla="*/ 217284 w 518160"/>
                <a:gd name="T93" fmla="*/ 237065 h 434339"/>
                <a:gd name="T94" fmla="*/ 314152 w 518160"/>
                <a:gd name="T95" fmla="*/ 282518 h 434339"/>
                <a:gd name="T96" fmla="*/ 194551 w 518160"/>
                <a:gd name="T97" fmla="*/ 206692 h 434339"/>
                <a:gd name="T98" fmla="*/ 30353 w 518160"/>
                <a:gd name="T99" fmla="*/ 282518 h 434339"/>
                <a:gd name="T100" fmla="*/ 31102 w 518160"/>
                <a:gd name="T101" fmla="*/ 215658 h 434339"/>
                <a:gd name="T102" fmla="*/ 454589 w 518160"/>
                <a:gd name="T103" fmla="*/ 159600 h 434339"/>
                <a:gd name="T104" fmla="*/ 487723 w 518160"/>
                <a:gd name="T105" fmla="*/ 225228 h 434339"/>
                <a:gd name="T106" fmla="*/ 475557 w 518160"/>
                <a:gd name="T107" fmla="*/ 136791 h 434339"/>
                <a:gd name="T108" fmla="*/ 469689 w 518160"/>
                <a:gd name="T109" fmla="*/ 123672 h 434339"/>
                <a:gd name="T110" fmla="*/ 518076 w 518160"/>
                <a:gd name="T111" fmla="*/ 93319 h 434339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518160" h="434339">
                  <a:moveTo>
                    <a:pt x="145249" y="224853"/>
                  </a:moveTo>
                  <a:lnTo>
                    <a:pt x="63271" y="224853"/>
                  </a:lnTo>
                  <a:lnTo>
                    <a:pt x="63271" y="255206"/>
                  </a:lnTo>
                  <a:lnTo>
                    <a:pt x="145249" y="255206"/>
                  </a:lnTo>
                  <a:lnTo>
                    <a:pt x="145249" y="224853"/>
                  </a:lnTo>
                  <a:close/>
                </a:path>
                <a:path w="518160" h="434339">
                  <a:moveTo>
                    <a:pt x="454825" y="224853"/>
                  </a:moveTo>
                  <a:lnTo>
                    <a:pt x="372846" y="224853"/>
                  </a:lnTo>
                  <a:lnTo>
                    <a:pt x="372846" y="255206"/>
                  </a:lnTo>
                  <a:lnTo>
                    <a:pt x="454825" y="255206"/>
                  </a:lnTo>
                  <a:lnTo>
                    <a:pt x="454825" y="224853"/>
                  </a:lnTo>
                  <a:close/>
                </a:path>
                <a:path w="518160" h="434339">
                  <a:moveTo>
                    <a:pt x="518083" y="93319"/>
                  </a:moveTo>
                  <a:lnTo>
                    <a:pt x="456095" y="93319"/>
                  </a:lnTo>
                  <a:lnTo>
                    <a:pt x="438924" y="55003"/>
                  </a:lnTo>
                  <a:lnTo>
                    <a:pt x="438924" y="129247"/>
                  </a:lnTo>
                  <a:lnTo>
                    <a:pt x="79159" y="129247"/>
                  </a:lnTo>
                  <a:lnTo>
                    <a:pt x="123456" y="30365"/>
                  </a:lnTo>
                  <a:lnTo>
                    <a:pt x="394627" y="30365"/>
                  </a:lnTo>
                  <a:lnTo>
                    <a:pt x="438924" y="129247"/>
                  </a:lnTo>
                  <a:lnTo>
                    <a:pt x="438924" y="55003"/>
                  </a:lnTo>
                  <a:lnTo>
                    <a:pt x="427888" y="30365"/>
                  </a:lnTo>
                  <a:lnTo>
                    <a:pt x="414286" y="0"/>
                  </a:lnTo>
                  <a:lnTo>
                    <a:pt x="103797" y="0"/>
                  </a:lnTo>
                  <a:lnTo>
                    <a:pt x="61988" y="93319"/>
                  </a:lnTo>
                  <a:lnTo>
                    <a:pt x="0" y="93319"/>
                  </a:lnTo>
                  <a:lnTo>
                    <a:pt x="0" y="123672"/>
                  </a:lnTo>
                  <a:lnTo>
                    <a:pt x="48387" y="123672"/>
                  </a:lnTo>
                  <a:lnTo>
                    <a:pt x="42519" y="136791"/>
                  </a:lnTo>
                  <a:lnTo>
                    <a:pt x="17297" y="171704"/>
                  </a:lnTo>
                  <a:lnTo>
                    <a:pt x="9817" y="183959"/>
                  </a:lnTo>
                  <a:lnTo>
                    <a:pt x="4406" y="197091"/>
                  </a:lnTo>
                  <a:lnTo>
                    <a:pt x="1117" y="210908"/>
                  </a:lnTo>
                  <a:lnTo>
                    <a:pt x="0" y="225221"/>
                  </a:lnTo>
                  <a:lnTo>
                    <a:pt x="0" y="370624"/>
                  </a:lnTo>
                  <a:lnTo>
                    <a:pt x="31242" y="370624"/>
                  </a:lnTo>
                  <a:lnTo>
                    <a:pt x="31242" y="392976"/>
                  </a:lnTo>
                  <a:lnTo>
                    <a:pt x="34467" y="408914"/>
                  </a:lnTo>
                  <a:lnTo>
                    <a:pt x="43268" y="421944"/>
                  </a:lnTo>
                  <a:lnTo>
                    <a:pt x="56286" y="430733"/>
                  </a:lnTo>
                  <a:lnTo>
                    <a:pt x="72224" y="433959"/>
                  </a:lnTo>
                  <a:lnTo>
                    <a:pt x="117106" y="433959"/>
                  </a:lnTo>
                  <a:lnTo>
                    <a:pt x="154863" y="408914"/>
                  </a:lnTo>
                  <a:lnTo>
                    <a:pt x="158089" y="392976"/>
                  </a:lnTo>
                  <a:lnTo>
                    <a:pt x="158089" y="370624"/>
                  </a:lnTo>
                  <a:lnTo>
                    <a:pt x="359994" y="370624"/>
                  </a:lnTo>
                  <a:lnTo>
                    <a:pt x="359994" y="392976"/>
                  </a:lnTo>
                  <a:lnTo>
                    <a:pt x="363220" y="408914"/>
                  </a:lnTo>
                  <a:lnTo>
                    <a:pt x="372021" y="421944"/>
                  </a:lnTo>
                  <a:lnTo>
                    <a:pt x="385038" y="430733"/>
                  </a:lnTo>
                  <a:lnTo>
                    <a:pt x="400977" y="433959"/>
                  </a:lnTo>
                  <a:lnTo>
                    <a:pt x="445858" y="433959"/>
                  </a:lnTo>
                  <a:lnTo>
                    <a:pt x="483616" y="408914"/>
                  </a:lnTo>
                  <a:lnTo>
                    <a:pt x="486841" y="392976"/>
                  </a:lnTo>
                  <a:lnTo>
                    <a:pt x="486841" y="370624"/>
                  </a:lnTo>
                  <a:lnTo>
                    <a:pt x="518083" y="370624"/>
                  </a:lnTo>
                  <a:lnTo>
                    <a:pt x="518083" y="340271"/>
                  </a:lnTo>
                  <a:lnTo>
                    <a:pt x="518083" y="312864"/>
                  </a:lnTo>
                  <a:lnTo>
                    <a:pt x="518083" y="282511"/>
                  </a:lnTo>
                  <a:lnTo>
                    <a:pt x="518083" y="225221"/>
                  </a:lnTo>
                  <a:lnTo>
                    <a:pt x="516978" y="210908"/>
                  </a:lnTo>
                  <a:lnTo>
                    <a:pt x="500786" y="171704"/>
                  </a:lnTo>
                  <a:lnTo>
                    <a:pt x="487730" y="153631"/>
                  </a:lnTo>
                  <a:lnTo>
                    <a:pt x="487730" y="225221"/>
                  </a:lnTo>
                  <a:lnTo>
                    <a:pt x="487730" y="282511"/>
                  </a:lnTo>
                  <a:lnTo>
                    <a:pt x="487730" y="312864"/>
                  </a:lnTo>
                  <a:lnTo>
                    <a:pt x="487730" y="340271"/>
                  </a:lnTo>
                  <a:lnTo>
                    <a:pt x="456476" y="340271"/>
                  </a:lnTo>
                  <a:lnTo>
                    <a:pt x="456476" y="370624"/>
                  </a:lnTo>
                  <a:lnTo>
                    <a:pt x="456476" y="398843"/>
                  </a:lnTo>
                  <a:lnTo>
                    <a:pt x="451713" y="403606"/>
                  </a:lnTo>
                  <a:lnTo>
                    <a:pt x="395122" y="403606"/>
                  </a:lnTo>
                  <a:lnTo>
                    <a:pt x="390359" y="398843"/>
                  </a:lnTo>
                  <a:lnTo>
                    <a:pt x="390359" y="370624"/>
                  </a:lnTo>
                  <a:lnTo>
                    <a:pt x="456476" y="370624"/>
                  </a:lnTo>
                  <a:lnTo>
                    <a:pt x="456476" y="340271"/>
                  </a:lnTo>
                  <a:lnTo>
                    <a:pt x="127723" y="340271"/>
                  </a:lnTo>
                  <a:lnTo>
                    <a:pt x="127723" y="370624"/>
                  </a:lnTo>
                  <a:lnTo>
                    <a:pt x="127723" y="398843"/>
                  </a:lnTo>
                  <a:lnTo>
                    <a:pt x="122961" y="403606"/>
                  </a:lnTo>
                  <a:lnTo>
                    <a:pt x="66370" y="403606"/>
                  </a:lnTo>
                  <a:lnTo>
                    <a:pt x="61607" y="398843"/>
                  </a:lnTo>
                  <a:lnTo>
                    <a:pt x="61607" y="370624"/>
                  </a:lnTo>
                  <a:lnTo>
                    <a:pt x="127723" y="370624"/>
                  </a:lnTo>
                  <a:lnTo>
                    <a:pt x="127723" y="340271"/>
                  </a:lnTo>
                  <a:lnTo>
                    <a:pt x="30353" y="340271"/>
                  </a:lnTo>
                  <a:lnTo>
                    <a:pt x="30353" y="312864"/>
                  </a:lnTo>
                  <a:lnTo>
                    <a:pt x="487730" y="312864"/>
                  </a:lnTo>
                  <a:lnTo>
                    <a:pt x="487730" y="282511"/>
                  </a:lnTo>
                  <a:lnTo>
                    <a:pt x="345795" y="282511"/>
                  </a:lnTo>
                  <a:lnTo>
                    <a:pt x="332447" y="237058"/>
                  </a:lnTo>
                  <a:lnTo>
                    <a:pt x="323532" y="206692"/>
                  </a:lnTo>
                  <a:lnTo>
                    <a:pt x="314159" y="206692"/>
                  </a:lnTo>
                  <a:lnTo>
                    <a:pt x="314159" y="282511"/>
                  </a:lnTo>
                  <a:lnTo>
                    <a:pt x="203936" y="282511"/>
                  </a:lnTo>
                  <a:lnTo>
                    <a:pt x="217284" y="237058"/>
                  </a:lnTo>
                  <a:lnTo>
                    <a:pt x="300812" y="237058"/>
                  </a:lnTo>
                  <a:lnTo>
                    <a:pt x="314159" y="282511"/>
                  </a:lnTo>
                  <a:lnTo>
                    <a:pt x="314159" y="206692"/>
                  </a:lnTo>
                  <a:lnTo>
                    <a:pt x="194551" y="206692"/>
                  </a:lnTo>
                  <a:lnTo>
                    <a:pt x="172288" y="282511"/>
                  </a:lnTo>
                  <a:lnTo>
                    <a:pt x="30353" y="282511"/>
                  </a:lnTo>
                  <a:lnTo>
                    <a:pt x="30353" y="225221"/>
                  </a:lnTo>
                  <a:lnTo>
                    <a:pt x="31102" y="215658"/>
                  </a:lnTo>
                  <a:lnTo>
                    <a:pt x="63487" y="159600"/>
                  </a:lnTo>
                  <a:lnTo>
                    <a:pt x="454596" y="159600"/>
                  </a:lnTo>
                  <a:lnTo>
                    <a:pt x="481164" y="197662"/>
                  </a:lnTo>
                  <a:lnTo>
                    <a:pt x="487730" y="225221"/>
                  </a:lnTo>
                  <a:lnTo>
                    <a:pt x="487730" y="153631"/>
                  </a:lnTo>
                  <a:lnTo>
                    <a:pt x="475564" y="136791"/>
                  </a:lnTo>
                  <a:lnTo>
                    <a:pt x="472198" y="129247"/>
                  </a:lnTo>
                  <a:lnTo>
                    <a:pt x="469696" y="123672"/>
                  </a:lnTo>
                  <a:lnTo>
                    <a:pt x="518083" y="123672"/>
                  </a:lnTo>
                  <a:lnTo>
                    <a:pt x="518083" y="933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16" name="object 16">
              <a:extLst>
                <a:ext uri="{FF2B5EF4-FFF2-40B4-BE49-F238E27FC236}">
                  <a16:creationId xmlns="" xmlns:a16="http://schemas.microsoft.com/office/drawing/2014/main" id="{A4CDC5D9-D37D-445D-9941-B49AE551C0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63645" y="2633878"/>
              <a:ext cx="778713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7" name="object 17">
              <a:extLst>
                <a:ext uri="{FF2B5EF4-FFF2-40B4-BE49-F238E27FC236}">
                  <a16:creationId xmlns="" xmlns:a16="http://schemas.microsoft.com/office/drawing/2014/main" id="{EDA8D840-77AF-43A3-9238-6BC4B6010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168" y="2774956"/>
              <a:ext cx="467359" cy="466725"/>
            </a:xfrm>
            <a:custGeom>
              <a:avLst/>
              <a:gdLst>
                <a:gd name="T0" fmla="*/ 379672 w 467360"/>
                <a:gd name="T1" fmla="*/ 0 h 466725"/>
                <a:gd name="T2" fmla="*/ 87134 w 467360"/>
                <a:gd name="T3" fmla="*/ 0 h 466725"/>
                <a:gd name="T4" fmla="*/ 0 w 467360"/>
                <a:gd name="T5" fmla="*/ 466712 h 466725"/>
                <a:gd name="T6" fmla="*/ 466819 w 467360"/>
                <a:gd name="T7" fmla="*/ 466712 h 466725"/>
                <a:gd name="T8" fmla="*/ 461713 w 467360"/>
                <a:gd name="T9" fmla="*/ 439369 h 466725"/>
                <a:gd name="T10" fmla="*/ 32918 w 467360"/>
                <a:gd name="T11" fmla="*/ 439369 h 466725"/>
                <a:gd name="T12" fmla="*/ 109854 w 467360"/>
                <a:gd name="T13" fmla="*/ 27343 h 466725"/>
                <a:gd name="T14" fmla="*/ 384777 w 467360"/>
                <a:gd name="T15" fmla="*/ 27343 h 466725"/>
                <a:gd name="T16" fmla="*/ 379672 w 467360"/>
                <a:gd name="T17" fmla="*/ 0 h 466725"/>
                <a:gd name="T18" fmla="*/ 164553 w 467360"/>
                <a:gd name="T19" fmla="*/ 27343 h 466725"/>
                <a:gd name="T20" fmla="*/ 136728 w 467360"/>
                <a:gd name="T21" fmla="*/ 27343 h 466725"/>
                <a:gd name="T22" fmla="*/ 59791 w 467360"/>
                <a:gd name="T23" fmla="*/ 439369 h 466725"/>
                <a:gd name="T24" fmla="*/ 87617 w 467360"/>
                <a:gd name="T25" fmla="*/ 439369 h 466725"/>
                <a:gd name="T26" fmla="*/ 164553 w 467360"/>
                <a:gd name="T27" fmla="*/ 27343 h 466725"/>
                <a:gd name="T28" fmla="*/ 274414 w 467360"/>
                <a:gd name="T29" fmla="*/ 329069 h 466725"/>
                <a:gd name="T30" fmla="*/ 192392 w 467360"/>
                <a:gd name="T31" fmla="*/ 329069 h 466725"/>
                <a:gd name="T32" fmla="*/ 192392 w 467360"/>
                <a:gd name="T33" fmla="*/ 439369 h 466725"/>
                <a:gd name="T34" fmla="*/ 219735 w 467360"/>
                <a:gd name="T35" fmla="*/ 439369 h 466725"/>
                <a:gd name="T36" fmla="*/ 219735 w 467360"/>
                <a:gd name="T37" fmla="*/ 356425 h 466725"/>
                <a:gd name="T38" fmla="*/ 274414 w 467360"/>
                <a:gd name="T39" fmla="*/ 356425 h 466725"/>
                <a:gd name="T40" fmla="*/ 274414 w 467360"/>
                <a:gd name="T41" fmla="*/ 329069 h 466725"/>
                <a:gd name="T42" fmla="*/ 274414 w 467360"/>
                <a:gd name="T43" fmla="*/ 356425 h 466725"/>
                <a:gd name="T44" fmla="*/ 247071 w 467360"/>
                <a:gd name="T45" fmla="*/ 356425 h 466725"/>
                <a:gd name="T46" fmla="*/ 247071 w 467360"/>
                <a:gd name="T47" fmla="*/ 439369 h 466725"/>
                <a:gd name="T48" fmla="*/ 274414 w 467360"/>
                <a:gd name="T49" fmla="*/ 439369 h 466725"/>
                <a:gd name="T50" fmla="*/ 274414 w 467360"/>
                <a:gd name="T51" fmla="*/ 356425 h 466725"/>
                <a:gd name="T52" fmla="*/ 330078 w 467360"/>
                <a:gd name="T53" fmla="*/ 27343 h 466725"/>
                <a:gd name="T54" fmla="*/ 302265 w 467360"/>
                <a:gd name="T55" fmla="*/ 27343 h 466725"/>
                <a:gd name="T56" fmla="*/ 379189 w 467360"/>
                <a:gd name="T57" fmla="*/ 439369 h 466725"/>
                <a:gd name="T58" fmla="*/ 407015 w 467360"/>
                <a:gd name="T59" fmla="*/ 439369 h 466725"/>
                <a:gd name="T60" fmla="*/ 330078 w 467360"/>
                <a:gd name="T61" fmla="*/ 27343 h 466725"/>
                <a:gd name="T62" fmla="*/ 384777 w 467360"/>
                <a:gd name="T63" fmla="*/ 27343 h 466725"/>
                <a:gd name="T64" fmla="*/ 356951 w 467360"/>
                <a:gd name="T65" fmla="*/ 27343 h 466725"/>
                <a:gd name="T66" fmla="*/ 433888 w 467360"/>
                <a:gd name="T67" fmla="*/ 439369 h 466725"/>
                <a:gd name="T68" fmla="*/ 461713 w 467360"/>
                <a:gd name="T69" fmla="*/ 439369 h 466725"/>
                <a:gd name="T70" fmla="*/ 384777 w 467360"/>
                <a:gd name="T71" fmla="*/ 27343 h 466725"/>
                <a:gd name="T72" fmla="*/ 219735 w 467360"/>
                <a:gd name="T73" fmla="*/ 27343 h 466725"/>
                <a:gd name="T74" fmla="*/ 192392 w 467360"/>
                <a:gd name="T75" fmla="*/ 27343 h 466725"/>
                <a:gd name="T76" fmla="*/ 192392 w 467360"/>
                <a:gd name="T77" fmla="*/ 82042 h 466725"/>
                <a:gd name="T78" fmla="*/ 274414 w 467360"/>
                <a:gd name="T79" fmla="*/ 82042 h 466725"/>
                <a:gd name="T80" fmla="*/ 274414 w 467360"/>
                <a:gd name="T81" fmla="*/ 54686 h 466725"/>
                <a:gd name="T82" fmla="*/ 219735 w 467360"/>
                <a:gd name="T83" fmla="*/ 54686 h 466725"/>
                <a:gd name="T84" fmla="*/ 219735 w 467360"/>
                <a:gd name="T85" fmla="*/ 27343 h 466725"/>
                <a:gd name="T86" fmla="*/ 274414 w 467360"/>
                <a:gd name="T87" fmla="*/ 27343 h 466725"/>
                <a:gd name="T88" fmla="*/ 247071 w 467360"/>
                <a:gd name="T89" fmla="*/ 27343 h 466725"/>
                <a:gd name="T90" fmla="*/ 247071 w 467360"/>
                <a:gd name="T91" fmla="*/ 54686 h 466725"/>
                <a:gd name="T92" fmla="*/ 274414 w 467360"/>
                <a:gd name="T93" fmla="*/ 54686 h 466725"/>
                <a:gd name="T94" fmla="*/ 274414 w 467360"/>
                <a:gd name="T95" fmla="*/ 27343 h 46672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67360" h="466725">
                  <a:moveTo>
                    <a:pt x="379679" y="0"/>
                  </a:moveTo>
                  <a:lnTo>
                    <a:pt x="87134" y="0"/>
                  </a:lnTo>
                  <a:lnTo>
                    <a:pt x="0" y="466712"/>
                  </a:lnTo>
                  <a:lnTo>
                    <a:pt x="466826" y="466712"/>
                  </a:lnTo>
                  <a:lnTo>
                    <a:pt x="461720" y="439369"/>
                  </a:lnTo>
                  <a:lnTo>
                    <a:pt x="32918" y="439369"/>
                  </a:lnTo>
                  <a:lnTo>
                    <a:pt x="109854" y="27343"/>
                  </a:lnTo>
                  <a:lnTo>
                    <a:pt x="384784" y="27343"/>
                  </a:lnTo>
                  <a:lnTo>
                    <a:pt x="379679" y="0"/>
                  </a:lnTo>
                  <a:close/>
                </a:path>
                <a:path w="467360" h="466725">
                  <a:moveTo>
                    <a:pt x="164553" y="27343"/>
                  </a:moveTo>
                  <a:lnTo>
                    <a:pt x="136728" y="27343"/>
                  </a:lnTo>
                  <a:lnTo>
                    <a:pt x="59791" y="439369"/>
                  </a:lnTo>
                  <a:lnTo>
                    <a:pt x="87617" y="439369"/>
                  </a:lnTo>
                  <a:lnTo>
                    <a:pt x="164553" y="27343"/>
                  </a:lnTo>
                  <a:close/>
                </a:path>
                <a:path w="467360" h="466725">
                  <a:moveTo>
                    <a:pt x="274421" y="329069"/>
                  </a:moveTo>
                  <a:lnTo>
                    <a:pt x="192392" y="329069"/>
                  </a:lnTo>
                  <a:lnTo>
                    <a:pt x="192392" y="439369"/>
                  </a:lnTo>
                  <a:lnTo>
                    <a:pt x="219735" y="439369"/>
                  </a:lnTo>
                  <a:lnTo>
                    <a:pt x="219735" y="356425"/>
                  </a:lnTo>
                  <a:lnTo>
                    <a:pt x="274421" y="356425"/>
                  </a:lnTo>
                  <a:lnTo>
                    <a:pt x="274421" y="329069"/>
                  </a:lnTo>
                  <a:close/>
                </a:path>
                <a:path w="467360" h="466725">
                  <a:moveTo>
                    <a:pt x="274421" y="356425"/>
                  </a:moveTo>
                  <a:lnTo>
                    <a:pt x="247078" y="356425"/>
                  </a:lnTo>
                  <a:lnTo>
                    <a:pt x="247078" y="439369"/>
                  </a:lnTo>
                  <a:lnTo>
                    <a:pt x="274421" y="439369"/>
                  </a:lnTo>
                  <a:lnTo>
                    <a:pt x="274421" y="356425"/>
                  </a:lnTo>
                  <a:close/>
                </a:path>
                <a:path w="467360" h="466725">
                  <a:moveTo>
                    <a:pt x="330085" y="27343"/>
                  </a:moveTo>
                  <a:lnTo>
                    <a:pt x="302272" y="27343"/>
                  </a:lnTo>
                  <a:lnTo>
                    <a:pt x="379196" y="439369"/>
                  </a:lnTo>
                  <a:lnTo>
                    <a:pt x="407022" y="439369"/>
                  </a:lnTo>
                  <a:lnTo>
                    <a:pt x="330085" y="27343"/>
                  </a:lnTo>
                  <a:close/>
                </a:path>
                <a:path w="467360" h="466725">
                  <a:moveTo>
                    <a:pt x="384784" y="27343"/>
                  </a:moveTo>
                  <a:lnTo>
                    <a:pt x="356958" y="27343"/>
                  </a:lnTo>
                  <a:lnTo>
                    <a:pt x="433895" y="439369"/>
                  </a:lnTo>
                  <a:lnTo>
                    <a:pt x="461720" y="439369"/>
                  </a:lnTo>
                  <a:lnTo>
                    <a:pt x="384784" y="27343"/>
                  </a:lnTo>
                  <a:close/>
                </a:path>
                <a:path w="467360" h="466725">
                  <a:moveTo>
                    <a:pt x="219735" y="27343"/>
                  </a:moveTo>
                  <a:lnTo>
                    <a:pt x="192392" y="27343"/>
                  </a:lnTo>
                  <a:lnTo>
                    <a:pt x="192392" y="82042"/>
                  </a:lnTo>
                  <a:lnTo>
                    <a:pt x="274421" y="82042"/>
                  </a:lnTo>
                  <a:lnTo>
                    <a:pt x="274421" y="54686"/>
                  </a:lnTo>
                  <a:lnTo>
                    <a:pt x="219735" y="54686"/>
                  </a:lnTo>
                  <a:lnTo>
                    <a:pt x="219735" y="27343"/>
                  </a:lnTo>
                  <a:close/>
                </a:path>
                <a:path w="467360" h="466725">
                  <a:moveTo>
                    <a:pt x="274421" y="27343"/>
                  </a:moveTo>
                  <a:lnTo>
                    <a:pt x="247078" y="27343"/>
                  </a:lnTo>
                  <a:lnTo>
                    <a:pt x="247078" y="54686"/>
                  </a:lnTo>
                  <a:lnTo>
                    <a:pt x="274421" y="54686"/>
                  </a:lnTo>
                  <a:lnTo>
                    <a:pt x="274421" y="273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18" name="object 18">
              <a:extLst>
                <a:ext uri="{FF2B5EF4-FFF2-40B4-BE49-F238E27FC236}">
                  <a16:creationId xmlns="" xmlns:a16="http://schemas.microsoft.com/office/drawing/2014/main" id="{A79BC6CC-91D6-4FA1-8F3D-6A2E406997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6552" y="2911690"/>
              <a:ext cx="82041" cy="137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19" name="object 19">
              <a:extLst>
                <a:ext uri="{FF2B5EF4-FFF2-40B4-BE49-F238E27FC236}">
                  <a16:creationId xmlns="" xmlns:a16="http://schemas.microsoft.com/office/drawing/2014/main" id="{391F1599-2EAC-4A8C-AB2B-2B945A1E8C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7018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0" name="object 20">
              <a:extLst>
                <a:ext uri="{FF2B5EF4-FFF2-40B4-BE49-F238E27FC236}">
                  <a16:creationId xmlns="" xmlns:a16="http://schemas.microsoft.com/office/drawing/2014/main" id="{E2CA146B-9902-49D6-8FAE-889E421DE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4808" y="2758654"/>
              <a:ext cx="503555" cy="499745"/>
            </a:xfrm>
            <a:custGeom>
              <a:avLst/>
              <a:gdLst>
                <a:gd name="T0" fmla="*/ 0 w 503554"/>
                <a:gd name="T1" fmla="*/ 499607 h 499745"/>
                <a:gd name="T2" fmla="*/ 121044 w 503554"/>
                <a:gd name="T3" fmla="*/ 0 h 499745"/>
                <a:gd name="T4" fmla="*/ 5290 w 503554"/>
                <a:gd name="T5" fmla="*/ 113957 h 499745"/>
                <a:gd name="T6" fmla="*/ 25434 w 503554"/>
                <a:gd name="T7" fmla="*/ 180211 h 499745"/>
                <a:gd name="T8" fmla="*/ 82359 w 503554"/>
                <a:gd name="T9" fmla="*/ 470130 h 499745"/>
                <a:gd name="T10" fmla="*/ 103498 w 503554"/>
                <a:gd name="T11" fmla="*/ 178614 h 499745"/>
                <a:gd name="T12" fmla="*/ 37752 w 503554"/>
                <a:gd name="T13" fmla="*/ 142187 h 499745"/>
                <a:gd name="T14" fmla="*/ 61558 w 503554"/>
                <a:gd name="T15" fmla="*/ 56745 h 499745"/>
                <a:gd name="T16" fmla="*/ 181948 w 503554"/>
                <a:gd name="T17" fmla="*/ 29424 h 499745"/>
                <a:gd name="T18" fmla="*/ 121044 w 503554"/>
                <a:gd name="T19" fmla="*/ 0 h 499745"/>
                <a:gd name="T20" fmla="*/ 192963 w 503554"/>
                <a:gd name="T21" fmla="*/ 203214 h 499745"/>
                <a:gd name="T22" fmla="*/ 202859 w 503554"/>
                <a:gd name="T23" fmla="*/ 221875 h 499745"/>
                <a:gd name="T24" fmla="*/ 191462 w 503554"/>
                <a:gd name="T25" fmla="*/ 470130 h 499745"/>
                <a:gd name="T26" fmla="*/ 328199 w 503554"/>
                <a:gd name="T27" fmla="*/ 398362 h 499745"/>
                <a:gd name="T28" fmla="*/ 315132 w 503554"/>
                <a:gd name="T29" fmla="*/ 329566 h 499745"/>
                <a:gd name="T30" fmla="*/ 234521 w 503554"/>
                <a:gd name="T31" fmla="*/ 243422 h 499745"/>
                <a:gd name="T32" fmla="*/ 302549 w 503554"/>
                <a:gd name="T33" fmla="*/ 219305 h 499745"/>
                <a:gd name="T34" fmla="*/ 236599 w 503554"/>
                <a:gd name="T35" fmla="*/ 212463 h 499745"/>
                <a:gd name="T36" fmla="*/ 221845 w 503554"/>
                <a:gd name="T37" fmla="*/ 171260 h 499745"/>
                <a:gd name="T38" fmla="*/ 176107 w 503554"/>
                <a:gd name="T39" fmla="*/ 161025 h 499745"/>
                <a:gd name="T40" fmla="*/ 311807 w 503554"/>
                <a:gd name="T41" fmla="*/ 470130 h 499745"/>
                <a:gd name="T42" fmla="*/ 496386 w 503554"/>
                <a:gd name="T43" fmla="*/ 386577 h 499745"/>
                <a:gd name="T44" fmla="*/ 412845 w 503554"/>
                <a:gd name="T45" fmla="*/ 470130 h 499745"/>
                <a:gd name="T46" fmla="*/ 496386 w 503554"/>
                <a:gd name="T47" fmla="*/ 386577 h 499745"/>
                <a:gd name="T48" fmla="*/ 466909 w 503554"/>
                <a:gd name="T49" fmla="*/ 470130 h 499745"/>
                <a:gd name="T50" fmla="*/ 315132 w 503554"/>
                <a:gd name="T51" fmla="*/ 329566 h 499745"/>
                <a:gd name="T52" fmla="*/ 328199 w 503554"/>
                <a:gd name="T53" fmla="*/ 398362 h 499745"/>
                <a:gd name="T54" fmla="*/ 302025 w 503554"/>
                <a:gd name="T55" fmla="*/ 260554 h 499745"/>
                <a:gd name="T56" fmla="*/ 454616 w 503554"/>
                <a:gd name="T57" fmla="*/ 386577 h 499745"/>
                <a:gd name="T58" fmla="*/ 434220 w 503554"/>
                <a:gd name="T59" fmla="*/ 296749 h 499745"/>
                <a:gd name="T60" fmla="*/ 268751 w 503554"/>
                <a:gd name="T61" fmla="*/ 243422 h 499745"/>
                <a:gd name="T62" fmla="*/ 302025 w 503554"/>
                <a:gd name="T63" fmla="*/ 260554 h 499745"/>
                <a:gd name="T64" fmla="*/ 375148 w 503554"/>
                <a:gd name="T65" fmla="*/ 199061 h 499745"/>
                <a:gd name="T66" fmla="*/ 434220 w 503554"/>
                <a:gd name="T67" fmla="*/ 296749 h 499745"/>
                <a:gd name="T68" fmla="*/ 375148 w 503554"/>
                <a:gd name="T69" fmla="*/ 199061 h 499745"/>
                <a:gd name="T70" fmla="*/ 243100 w 503554"/>
                <a:gd name="T71" fmla="*/ 245229 h 499745"/>
                <a:gd name="T72" fmla="*/ 260233 w 503554"/>
                <a:gd name="T73" fmla="*/ 245229 h 499745"/>
                <a:gd name="T74" fmla="*/ 251809 w 503554"/>
                <a:gd name="T75" fmla="*/ 151436 h 499745"/>
                <a:gd name="T76" fmla="*/ 282724 w 503554"/>
                <a:gd name="T77" fmla="*/ 193679 h 499745"/>
                <a:gd name="T78" fmla="*/ 304370 w 503554"/>
                <a:gd name="T79" fmla="*/ 216313 h 499745"/>
                <a:gd name="T80" fmla="*/ 311779 w 503554"/>
                <a:gd name="T81" fmla="*/ 199061 h 499745"/>
                <a:gd name="T82" fmla="*/ 303238 w 503554"/>
                <a:gd name="T83" fmla="*/ 151436 h 499745"/>
                <a:gd name="T84" fmla="*/ 119926 w 503554"/>
                <a:gd name="T85" fmla="*/ 29583 h 499745"/>
                <a:gd name="T86" fmla="*/ 70180 w 503554"/>
                <a:gd name="T87" fmla="*/ 178614 h 499745"/>
                <a:gd name="T88" fmla="*/ 176107 w 503554"/>
                <a:gd name="T89" fmla="*/ 161025 h 499745"/>
                <a:gd name="T90" fmla="*/ 203557 w 503554"/>
                <a:gd name="T91" fmla="*/ 108828 h 499745"/>
                <a:gd name="T92" fmla="*/ 181948 w 503554"/>
                <a:gd name="T93" fmla="*/ 29424 h 499745"/>
                <a:gd name="T94" fmla="*/ 205206 w 503554"/>
                <a:gd name="T95" fmla="*/ 143029 h 499745"/>
                <a:gd name="T96" fmla="*/ 193764 w 503554"/>
                <a:gd name="T97" fmla="*/ 162133 h 499745"/>
                <a:gd name="T98" fmla="*/ 228841 w 503554"/>
                <a:gd name="T99" fmla="*/ 161025 h 499745"/>
                <a:gd name="T100" fmla="*/ 251809 w 503554"/>
                <a:gd name="T101" fmla="*/ 151436 h 499745"/>
                <a:gd name="T102" fmla="*/ 280508 w 503554"/>
                <a:gd name="T103" fmla="*/ 129181 h 499745"/>
                <a:gd name="T104" fmla="*/ 203557 w 503554"/>
                <a:gd name="T105" fmla="*/ 108828 h 499745"/>
                <a:gd name="T106" fmla="*/ 265770 w 503554"/>
                <a:gd name="T107" fmla="*/ 124677 h 49974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03554" h="499745">
                  <a:moveTo>
                    <a:pt x="503262" y="470130"/>
                  </a:moveTo>
                  <a:lnTo>
                    <a:pt x="0" y="470130"/>
                  </a:lnTo>
                  <a:lnTo>
                    <a:pt x="0" y="499607"/>
                  </a:lnTo>
                  <a:lnTo>
                    <a:pt x="503262" y="499607"/>
                  </a:lnTo>
                  <a:lnTo>
                    <a:pt x="503262" y="470130"/>
                  </a:lnTo>
                  <a:close/>
                </a:path>
                <a:path w="503554" h="499745">
                  <a:moveTo>
                    <a:pt x="121044" y="0"/>
                  </a:moveTo>
                  <a:lnTo>
                    <a:pt x="54448" y="20694"/>
                  </a:lnTo>
                  <a:lnTo>
                    <a:pt x="15481" y="79897"/>
                  </a:lnTo>
                  <a:lnTo>
                    <a:pt x="5290" y="113957"/>
                  </a:lnTo>
                  <a:lnTo>
                    <a:pt x="9074" y="148840"/>
                  </a:lnTo>
                  <a:lnTo>
                    <a:pt x="9091" y="148993"/>
                  </a:lnTo>
                  <a:lnTo>
                    <a:pt x="25434" y="180211"/>
                  </a:lnTo>
                  <a:lnTo>
                    <a:pt x="52870" y="202820"/>
                  </a:lnTo>
                  <a:lnTo>
                    <a:pt x="52870" y="470130"/>
                  </a:lnTo>
                  <a:lnTo>
                    <a:pt x="82359" y="470130"/>
                  </a:lnTo>
                  <a:lnTo>
                    <a:pt x="82359" y="218441"/>
                  </a:lnTo>
                  <a:lnTo>
                    <a:pt x="82550" y="218441"/>
                  </a:lnTo>
                  <a:lnTo>
                    <a:pt x="103498" y="178614"/>
                  </a:lnTo>
                  <a:lnTo>
                    <a:pt x="70180" y="178614"/>
                  </a:lnTo>
                  <a:lnTo>
                    <a:pt x="49959" y="163399"/>
                  </a:lnTo>
                  <a:lnTo>
                    <a:pt x="37752" y="142187"/>
                  </a:lnTo>
                  <a:lnTo>
                    <a:pt x="34606" y="117942"/>
                  </a:lnTo>
                  <a:lnTo>
                    <a:pt x="41567" y="93626"/>
                  </a:lnTo>
                  <a:lnTo>
                    <a:pt x="61558" y="56745"/>
                  </a:lnTo>
                  <a:lnTo>
                    <a:pt x="94475" y="31980"/>
                  </a:lnTo>
                  <a:lnTo>
                    <a:pt x="107149" y="29424"/>
                  </a:lnTo>
                  <a:lnTo>
                    <a:pt x="181948" y="29424"/>
                  </a:lnTo>
                  <a:lnTo>
                    <a:pt x="184111" y="25312"/>
                  </a:lnTo>
                  <a:lnTo>
                    <a:pt x="155397" y="10212"/>
                  </a:lnTo>
                  <a:lnTo>
                    <a:pt x="121044" y="0"/>
                  </a:lnTo>
                  <a:close/>
                </a:path>
                <a:path w="503554" h="499745">
                  <a:moveTo>
                    <a:pt x="176107" y="161025"/>
                  </a:moveTo>
                  <a:lnTo>
                    <a:pt x="112750" y="161025"/>
                  </a:lnTo>
                  <a:lnTo>
                    <a:pt x="192963" y="203214"/>
                  </a:lnTo>
                  <a:lnTo>
                    <a:pt x="195536" y="209769"/>
                  </a:lnTo>
                  <a:lnTo>
                    <a:pt x="198842" y="216014"/>
                  </a:lnTo>
                  <a:lnTo>
                    <a:pt x="202859" y="221875"/>
                  </a:lnTo>
                  <a:lnTo>
                    <a:pt x="207568" y="227280"/>
                  </a:lnTo>
                  <a:lnTo>
                    <a:pt x="161452" y="470130"/>
                  </a:lnTo>
                  <a:lnTo>
                    <a:pt x="191462" y="470130"/>
                  </a:lnTo>
                  <a:lnTo>
                    <a:pt x="199491" y="427852"/>
                  </a:lnTo>
                  <a:lnTo>
                    <a:pt x="333793" y="427852"/>
                  </a:lnTo>
                  <a:lnTo>
                    <a:pt x="328192" y="398362"/>
                  </a:lnTo>
                  <a:lnTo>
                    <a:pt x="205092" y="398362"/>
                  </a:lnTo>
                  <a:lnTo>
                    <a:pt x="218160" y="329566"/>
                  </a:lnTo>
                  <a:lnTo>
                    <a:pt x="315125" y="329566"/>
                  </a:lnTo>
                  <a:lnTo>
                    <a:pt x="309525" y="300077"/>
                  </a:lnTo>
                  <a:lnTo>
                    <a:pt x="223761" y="300077"/>
                  </a:lnTo>
                  <a:lnTo>
                    <a:pt x="234521" y="243422"/>
                  </a:lnTo>
                  <a:lnTo>
                    <a:pt x="332795" y="243422"/>
                  </a:lnTo>
                  <a:lnTo>
                    <a:pt x="297967" y="225109"/>
                  </a:lnTo>
                  <a:lnTo>
                    <a:pt x="302542" y="219305"/>
                  </a:lnTo>
                  <a:lnTo>
                    <a:pt x="304363" y="216313"/>
                  </a:lnTo>
                  <a:lnTo>
                    <a:pt x="253140" y="216313"/>
                  </a:lnTo>
                  <a:lnTo>
                    <a:pt x="236599" y="212463"/>
                  </a:lnTo>
                  <a:lnTo>
                    <a:pt x="224152" y="200949"/>
                  </a:lnTo>
                  <a:lnTo>
                    <a:pt x="219316" y="183745"/>
                  </a:lnTo>
                  <a:lnTo>
                    <a:pt x="221845" y="171260"/>
                  </a:lnTo>
                  <a:lnTo>
                    <a:pt x="223277" y="169165"/>
                  </a:lnTo>
                  <a:lnTo>
                    <a:pt x="191592" y="169165"/>
                  </a:lnTo>
                  <a:lnTo>
                    <a:pt x="176107" y="161025"/>
                  </a:lnTo>
                  <a:close/>
                </a:path>
                <a:path w="503554" h="499745">
                  <a:moveTo>
                    <a:pt x="333793" y="427852"/>
                  </a:moveTo>
                  <a:lnTo>
                    <a:pt x="303771" y="427852"/>
                  </a:lnTo>
                  <a:lnTo>
                    <a:pt x="311800" y="470130"/>
                  </a:lnTo>
                  <a:lnTo>
                    <a:pt x="341822" y="470130"/>
                  </a:lnTo>
                  <a:lnTo>
                    <a:pt x="333793" y="427852"/>
                  </a:lnTo>
                  <a:close/>
                </a:path>
                <a:path w="503554" h="499745">
                  <a:moveTo>
                    <a:pt x="496379" y="386577"/>
                  </a:moveTo>
                  <a:lnTo>
                    <a:pt x="383349" y="386577"/>
                  </a:lnTo>
                  <a:lnTo>
                    <a:pt x="383349" y="470130"/>
                  </a:lnTo>
                  <a:lnTo>
                    <a:pt x="412838" y="470130"/>
                  </a:lnTo>
                  <a:lnTo>
                    <a:pt x="412838" y="416066"/>
                  </a:lnTo>
                  <a:lnTo>
                    <a:pt x="496379" y="416066"/>
                  </a:lnTo>
                  <a:lnTo>
                    <a:pt x="496379" y="386577"/>
                  </a:lnTo>
                  <a:close/>
                </a:path>
                <a:path w="503554" h="499745">
                  <a:moveTo>
                    <a:pt x="496379" y="416066"/>
                  </a:moveTo>
                  <a:lnTo>
                    <a:pt x="466902" y="416066"/>
                  </a:lnTo>
                  <a:lnTo>
                    <a:pt x="466902" y="470130"/>
                  </a:lnTo>
                  <a:lnTo>
                    <a:pt x="496379" y="470130"/>
                  </a:lnTo>
                  <a:lnTo>
                    <a:pt x="496379" y="416066"/>
                  </a:lnTo>
                  <a:close/>
                </a:path>
                <a:path w="503554" h="499745">
                  <a:moveTo>
                    <a:pt x="315125" y="329566"/>
                  </a:moveTo>
                  <a:lnTo>
                    <a:pt x="285102" y="329566"/>
                  </a:lnTo>
                  <a:lnTo>
                    <a:pt x="298170" y="398362"/>
                  </a:lnTo>
                  <a:lnTo>
                    <a:pt x="328192" y="398362"/>
                  </a:lnTo>
                  <a:lnTo>
                    <a:pt x="315125" y="329566"/>
                  </a:lnTo>
                  <a:close/>
                </a:path>
                <a:path w="503554" h="499745">
                  <a:moveTo>
                    <a:pt x="365377" y="260554"/>
                  </a:moveTo>
                  <a:lnTo>
                    <a:pt x="302018" y="260554"/>
                  </a:lnTo>
                  <a:lnTo>
                    <a:pt x="425119" y="325299"/>
                  </a:lnTo>
                  <a:lnTo>
                    <a:pt x="425119" y="386577"/>
                  </a:lnTo>
                  <a:lnTo>
                    <a:pt x="454609" y="386577"/>
                  </a:lnTo>
                  <a:lnTo>
                    <a:pt x="454609" y="321324"/>
                  </a:lnTo>
                  <a:lnTo>
                    <a:pt x="467530" y="296749"/>
                  </a:lnTo>
                  <a:lnTo>
                    <a:pt x="434213" y="296749"/>
                  </a:lnTo>
                  <a:lnTo>
                    <a:pt x="365377" y="260554"/>
                  </a:lnTo>
                  <a:close/>
                </a:path>
                <a:path w="503554" h="499745">
                  <a:moveTo>
                    <a:pt x="332795" y="243422"/>
                  </a:moveTo>
                  <a:lnTo>
                    <a:pt x="268744" y="243422"/>
                  </a:lnTo>
                  <a:lnTo>
                    <a:pt x="279501" y="300077"/>
                  </a:lnTo>
                  <a:lnTo>
                    <a:pt x="309525" y="300077"/>
                  </a:lnTo>
                  <a:lnTo>
                    <a:pt x="302018" y="260554"/>
                  </a:lnTo>
                  <a:lnTo>
                    <a:pt x="365377" y="260554"/>
                  </a:lnTo>
                  <a:lnTo>
                    <a:pt x="332795" y="243422"/>
                  </a:lnTo>
                  <a:close/>
                </a:path>
                <a:path w="503554" h="499745">
                  <a:moveTo>
                    <a:pt x="375141" y="199061"/>
                  </a:moveTo>
                  <a:lnTo>
                    <a:pt x="311772" y="199061"/>
                  </a:lnTo>
                  <a:lnTo>
                    <a:pt x="447929" y="270651"/>
                  </a:lnTo>
                  <a:lnTo>
                    <a:pt x="434213" y="296749"/>
                  </a:lnTo>
                  <a:lnTo>
                    <a:pt x="467530" y="296749"/>
                  </a:lnTo>
                  <a:lnTo>
                    <a:pt x="487756" y="258281"/>
                  </a:lnTo>
                  <a:lnTo>
                    <a:pt x="375141" y="199061"/>
                  </a:lnTo>
                  <a:close/>
                </a:path>
                <a:path w="503554" h="499745">
                  <a:moveTo>
                    <a:pt x="268744" y="243422"/>
                  </a:moveTo>
                  <a:lnTo>
                    <a:pt x="234765" y="243422"/>
                  </a:lnTo>
                  <a:lnTo>
                    <a:pt x="243100" y="245229"/>
                  </a:lnTo>
                  <a:lnTo>
                    <a:pt x="243293" y="245229"/>
                  </a:lnTo>
                  <a:lnTo>
                    <a:pt x="251609" y="245826"/>
                  </a:lnTo>
                  <a:lnTo>
                    <a:pt x="260226" y="245229"/>
                  </a:lnTo>
                  <a:lnTo>
                    <a:pt x="268744" y="243422"/>
                  </a:lnTo>
                  <a:close/>
                </a:path>
                <a:path w="503554" h="499745">
                  <a:moveTo>
                    <a:pt x="303231" y="151436"/>
                  </a:moveTo>
                  <a:lnTo>
                    <a:pt x="251802" y="151436"/>
                  </a:lnTo>
                  <a:lnTo>
                    <a:pt x="271731" y="158249"/>
                  </a:lnTo>
                  <a:lnTo>
                    <a:pt x="282622" y="174291"/>
                  </a:lnTo>
                  <a:lnTo>
                    <a:pt x="282717" y="193679"/>
                  </a:lnTo>
                  <a:lnTo>
                    <a:pt x="270256" y="210529"/>
                  </a:lnTo>
                  <a:lnTo>
                    <a:pt x="253140" y="216313"/>
                  </a:lnTo>
                  <a:lnTo>
                    <a:pt x="304363" y="216313"/>
                  </a:lnTo>
                  <a:lnTo>
                    <a:pt x="306441" y="212899"/>
                  </a:lnTo>
                  <a:lnTo>
                    <a:pt x="309554" y="206087"/>
                  </a:lnTo>
                  <a:lnTo>
                    <a:pt x="311772" y="199061"/>
                  </a:lnTo>
                  <a:lnTo>
                    <a:pt x="375141" y="199061"/>
                  </a:lnTo>
                  <a:lnTo>
                    <a:pt x="310756" y="165203"/>
                  </a:lnTo>
                  <a:lnTo>
                    <a:pt x="303231" y="151436"/>
                  </a:lnTo>
                  <a:close/>
                </a:path>
                <a:path w="503554" h="499745">
                  <a:moveTo>
                    <a:pt x="181948" y="29424"/>
                  </a:moveTo>
                  <a:lnTo>
                    <a:pt x="107149" y="29424"/>
                  </a:lnTo>
                  <a:lnTo>
                    <a:pt x="119926" y="29583"/>
                  </a:lnTo>
                  <a:lnTo>
                    <a:pt x="132426" y="32366"/>
                  </a:lnTo>
                  <a:lnTo>
                    <a:pt x="144272" y="37682"/>
                  </a:lnTo>
                  <a:lnTo>
                    <a:pt x="70180" y="178614"/>
                  </a:lnTo>
                  <a:lnTo>
                    <a:pt x="103498" y="178614"/>
                  </a:lnTo>
                  <a:lnTo>
                    <a:pt x="112750" y="161025"/>
                  </a:lnTo>
                  <a:lnTo>
                    <a:pt x="176107" y="161025"/>
                  </a:lnTo>
                  <a:lnTo>
                    <a:pt x="126466" y="134926"/>
                  </a:lnTo>
                  <a:lnTo>
                    <a:pt x="140195" y="108828"/>
                  </a:lnTo>
                  <a:lnTo>
                    <a:pt x="203557" y="108828"/>
                  </a:lnTo>
                  <a:lnTo>
                    <a:pt x="153911" y="82716"/>
                  </a:lnTo>
                  <a:lnTo>
                    <a:pt x="181865" y="29583"/>
                  </a:lnTo>
                  <a:lnTo>
                    <a:pt x="181948" y="29424"/>
                  </a:lnTo>
                  <a:close/>
                </a:path>
                <a:path w="503554" h="499745">
                  <a:moveTo>
                    <a:pt x="203557" y="108828"/>
                  </a:moveTo>
                  <a:lnTo>
                    <a:pt x="140195" y="108828"/>
                  </a:lnTo>
                  <a:lnTo>
                    <a:pt x="205206" y="143029"/>
                  </a:lnTo>
                  <a:lnTo>
                    <a:pt x="200684" y="148840"/>
                  </a:lnTo>
                  <a:lnTo>
                    <a:pt x="196832" y="155283"/>
                  </a:lnTo>
                  <a:lnTo>
                    <a:pt x="193764" y="162133"/>
                  </a:lnTo>
                  <a:lnTo>
                    <a:pt x="191592" y="169165"/>
                  </a:lnTo>
                  <a:lnTo>
                    <a:pt x="223277" y="169165"/>
                  </a:lnTo>
                  <a:lnTo>
                    <a:pt x="228841" y="161025"/>
                  </a:lnTo>
                  <a:lnTo>
                    <a:pt x="232877" y="158249"/>
                  </a:lnTo>
                  <a:lnTo>
                    <a:pt x="239300" y="153920"/>
                  </a:lnTo>
                  <a:lnTo>
                    <a:pt x="251802" y="151436"/>
                  </a:lnTo>
                  <a:lnTo>
                    <a:pt x="303231" y="151436"/>
                  </a:lnTo>
                  <a:lnTo>
                    <a:pt x="299186" y="144035"/>
                  </a:lnTo>
                  <a:lnTo>
                    <a:pt x="280501" y="129181"/>
                  </a:lnTo>
                  <a:lnTo>
                    <a:pt x="265763" y="124677"/>
                  </a:lnTo>
                  <a:lnTo>
                    <a:pt x="233692" y="124677"/>
                  </a:lnTo>
                  <a:lnTo>
                    <a:pt x="203557" y="108828"/>
                  </a:lnTo>
                  <a:close/>
                </a:path>
                <a:path w="503554" h="499745">
                  <a:moveTo>
                    <a:pt x="257678" y="122206"/>
                  </a:moveTo>
                  <a:lnTo>
                    <a:pt x="233692" y="124677"/>
                  </a:lnTo>
                  <a:lnTo>
                    <a:pt x="265763" y="124677"/>
                  </a:lnTo>
                  <a:lnTo>
                    <a:pt x="257678" y="122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1" name="object 21">
              <a:extLst>
                <a:ext uri="{FF2B5EF4-FFF2-40B4-BE49-F238E27FC236}">
                  <a16:creationId xmlns="" xmlns:a16="http://schemas.microsoft.com/office/drawing/2014/main" id="{705130C6-7055-46E5-8CBB-303531994C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3527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2" name="object 22">
              <a:extLst>
                <a:ext uri="{FF2B5EF4-FFF2-40B4-BE49-F238E27FC236}">
                  <a16:creationId xmlns="" xmlns:a16="http://schemas.microsoft.com/office/drawing/2014/main" id="{00325161-9E42-4BAC-8208-3B0F4EE01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1071" y="3164535"/>
              <a:ext cx="488315" cy="85090"/>
            </a:xfrm>
            <a:custGeom>
              <a:avLst/>
              <a:gdLst>
                <a:gd name="T0" fmla="*/ 488099 w 488315"/>
                <a:gd name="T1" fmla="*/ 28168 h 85089"/>
                <a:gd name="T2" fmla="*/ 459397 w 488315"/>
                <a:gd name="T3" fmla="*/ 28168 h 85089"/>
                <a:gd name="T4" fmla="*/ 459397 w 488315"/>
                <a:gd name="T5" fmla="*/ 56890 h 85089"/>
                <a:gd name="T6" fmla="*/ 488099 w 488315"/>
                <a:gd name="T7" fmla="*/ 56890 h 85089"/>
                <a:gd name="T8" fmla="*/ 488099 w 488315"/>
                <a:gd name="T9" fmla="*/ 28168 h 85089"/>
                <a:gd name="T10" fmla="*/ 488099 w 488315"/>
                <a:gd name="T11" fmla="*/ 0 h 85089"/>
                <a:gd name="T12" fmla="*/ 0 w 488315"/>
                <a:gd name="T13" fmla="*/ 0 h 85089"/>
                <a:gd name="T14" fmla="*/ 0 w 488315"/>
                <a:gd name="T15" fmla="*/ 27940 h 85089"/>
                <a:gd name="T16" fmla="*/ 0 w 488315"/>
                <a:gd name="T17" fmla="*/ 57157 h 85089"/>
                <a:gd name="T18" fmla="*/ 0 w 488315"/>
                <a:gd name="T19" fmla="*/ 85097 h 85089"/>
                <a:gd name="T20" fmla="*/ 488099 w 488315"/>
                <a:gd name="T21" fmla="*/ 85097 h 85089"/>
                <a:gd name="T22" fmla="*/ 488099 w 488315"/>
                <a:gd name="T23" fmla="*/ 57157 h 85089"/>
                <a:gd name="T24" fmla="*/ 28714 w 488315"/>
                <a:gd name="T25" fmla="*/ 57157 h 85089"/>
                <a:gd name="T26" fmla="*/ 28714 w 488315"/>
                <a:gd name="T27" fmla="*/ 27940 h 85089"/>
                <a:gd name="T28" fmla="*/ 488099 w 488315"/>
                <a:gd name="T29" fmla="*/ 27940 h 85089"/>
                <a:gd name="T30" fmla="*/ 488099 w 488315"/>
                <a:gd name="T31" fmla="*/ 0 h 850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88315" h="85089">
                  <a:moveTo>
                    <a:pt x="488099" y="28168"/>
                  </a:moveTo>
                  <a:lnTo>
                    <a:pt x="459397" y="28168"/>
                  </a:lnTo>
                  <a:lnTo>
                    <a:pt x="459397" y="56883"/>
                  </a:lnTo>
                  <a:lnTo>
                    <a:pt x="488099" y="56883"/>
                  </a:lnTo>
                  <a:lnTo>
                    <a:pt x="488099" y="28168"/>
                  </a:lnTo>
                  <a:close/>
                </a:path>
                <a:path w="488315" h="85089">
                  <a:moveTo>
                    <a:pt x="488099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0" y="57150"/>
                  </a:lnTo>
                  <a:lnTo>
                    <a:pt x="0" y="85090"/>
                  </a:lnTo>
                  <a:lnTo>
                    <a:pt x="488099" y="85090"/>
                  </a:lnTo>
                  <a:lnTo>
                    <a:pt x="488099" y="57150"/>
                  </a:lnTo>
                  <a:lnTo>
                    <a:pt x="28714" y="57150"/>
                  </a:lnTo>
                  <a:lnTo>
                    <a:pt x="28714" y="27940"/>
                  </a:lnTo>
                  <a:lnTo>
                    <a:pt x="488099" y="27940"/>
                  </a:lnTo>
                  <a:lnTo>
                    <a:pt x="4880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3" name="object 23">
              <a:extLst>
                <a:ext uri="{FF2B5EF4-FFF2-40B4-BE49-F238E27FC236}">
                  <a16:creationId xmlns="" xmlns:a16="http://schemas.microsoft.com/office/drawing/2014/main" id="{2D3D8BC3-5069-40D5-A71C-051EF6DDD1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48500" y="3063506"/>
              <a:ext cx="86131" cy="129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4" name="object 24">
              <a:extLst>
                <a:ext uri="{FF2B5EF4-FFF2-40B4-BE49-F238E27FC236}">
                  <a16:creationId xmlns="" xmlns:a16="http://schemas.microsoft.com/office/drawing/2014/main" id="{EB9B8A0D-2F9F-4788-B172-4F0478BE43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0776" y="3063506"/>
              <a:ext cx="86131" cy="129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5" name="object 25">
              <a:extLst>
                <a:ext uri="{FF2B5EF4-FFF2-40B4-BE49-F238E27FC236}">
                  <a16:creationId xmlns="" xmlns:a16="http://schemas.microsoft.com/office/drawing/2014/main" id="{3A80F5AD-B0EF-4202-8E5C-7A54FA903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1071" y="2919424"/>
              <a:ext cx="373380" cy="172720"/>
            </a:xfrm>
            <a:custGeom>
              <a:avLst/>
              <a:gdLst>
                <a:gd name="T0" fmla="*/ 373260 w 373379"/>
                <a:gd name="T1" fmla="*/ 86367 h 172719"/>
                <a:gd name="T2" fmla="*/ 344558 w 373379"/>
                <a:gd name="T3" fmla="*/ 86367 h 172719"/>
                <a:gd name="T4" fmla="*/ 344558 w 373379"/>
                <a:gd name="T5" fmla="*/ 115577 h 172719"/>
                <a:gd name="T6" fmla="*/ 344558 w 373379"/>
                <a:gd name="T7" fmla="*/ 143517 h 172719"/>
                <a:gd name="T8" fmla="*/ 28714 w 373379"/>
                <a:gd name="T9" fmla="*/ 143517 h 172719"/>
                <a:gd name="T10" fmla="*/ 28714 w 373379"/>
                <a:gd name="T11" fmla="*/ 115577 h 172719"/>
                <a:gd name="T12" fmla="*/ 344558 w 373379"/>
                <a:gd name="T13" fmla="*/ 115577 h 172719"/>
                <a:gd name="T14" fmla="*/ 344558 w 373379"/>
                <a:gd name="T15" fmla="*/ 86367 h 172719"/>
                <a:gd name="T16" fmla="*/ 344545 w 373379"/>
                <a:gd name="T17" fmla="*/ 29222 h 172719"/>
                <a:gd name="T18" fmla="*/ 315843 w 373379"/>
                <a:gd name="T19" fmla="*/ 29222 h 172719"/>
                <a:gd name="T20" fmla="*/ 315843 w 373379"/>
                <a:gd name="T21" fmla="*/ 86367 h 172719"/>
                <a:gd name="T22" fmla="*/ 172275 w 373379"/>
                <a:gd name="T23" fmla="*/ 86367 h 172719"/>
                <a:gd name="T24" fmla="*/ 172275 w 373379"/>
                <a:gd name="T25" fmla="*/ 29210 h 172719"/>
                <a:gd name="T26" fmla="*/ 344545 w 373379"/>
                <a:gd name="T27" fmla="*/ 29210 h 172719"/>
                <a:gd name="T28" fmla="*/ 344545 w 373379"/>
                <a:gd name="T29" fmla="*/ 0 h 172719"/>
                <a:gd name="T30" fmla="*/ 143560 w 373379"/>
                <a:gd name="T31" fmla="*/ 0 h 172719"/>
                <a:gd name="T32" fmla="*/ 143560 w 373379"/>
                <a:gd name="T33" fmla="*/ 29210 h 172719"/>
                <a:gd name="T34" fmla="*/ 143560 w 373379"/>
                <a:gd name="T35" fmla="*/ 86367 h 172719"/>
                <a:gd name="T36" fmla="*/ 0 w 373379"/>
                <a:gd name="T37" fmla="*/ 86367 h 172719"/>
                <a:gd name="T38" fmla="*/ 0 w 373379"/>
                <a:gd name="T39" fmla="*/ 115577 h 172719"/>
                <a:gd name="T40" fmla="*/ 0 w 373379"/>
                <a:gd name="T41" fmla="*/ 143517 h 172719"/>
                <a:gd name="T42" fmla="*/ 0 w 373379"/>
                <a:gd name="T43" fmla="*/ 172727 h 172719"/>
                <a:gd name="T44" fmla="*/ 373260 w 373379"/>
                <a:gd name="T45" fmla="*/ 172727 h 172719"/>
                <a:gd name="T46" fmla="*/ 373260 w 373379"/>
                <a:gd name="T47" fmla="*/ 144088 h 172719"/>
                <a:gd name="T48" fmla="*/ 373260 w 373379"/>
                <a:gd name="T49" fmla="*/ 143517 h 172719"/>
                <a:gd name="T50" fmla="*/ 373260 w 373379"/>
                <a:gd name="T51" fmla="*/ 115577 h 172719"/>
                <a:gd name="T52" fmla="*/ 373260 w 373379"/>
                <a:gd name="T53" fmla="*/ 115373 h 172719"/>
                <a:gd name="T54" fmla="*/ 373260 w 373379"/>
                <a:gd name="T55" fmla="*/ 86367 h 172719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373379" h="172719">
                  <a:moveTo>
                    <a:pt x="373253" y="86360"/>
                  </a:moveTo>
                  <a:lnTo>
                    <a:pt x="344551" y="86360"/>
                  </a:lnTo>
                  <a:lnTo>
                    <a:pt x="344551" y="115570"/>
                  </a:lnTo>
                  <a:lnTo>
                    <a:pt x="344551" y="143510"/>
                  </a:lnTo>
                  <a:lnTo>
                    <a:pt x="28714" y="143510"/>
                  </a:lnTo>
                  <a:lnTo>
                    <a:pt x="28714" y="115570"/>
                  </a:lnTo>
                  <a:lnTo>
                    <a:pt x="344551" y="115570"/>
                  </a:lnTo>
                  <a:lnTo>
                    <a:pt x="344551" y="86360"/>
                  </a:lnTo>
                  <a:lnTo>
                    <a:pt x="344538" y="29222"/>
                  </a:lnTo>
                  <a:lnTo>
                    <a:pt x="315836" y="29222"/>
                  </a:lnTo>
                  <a:lnTo>
                    <a:pt x="315836" y="86360"/>
                  </a:lnTo>
                  <a:lnTo>
                    <a:pt x="172275" y="86360"/>
                  </a:lnTo>
                  <a:lnTo>
                    <a:pt x="172275" y="29210"/>
                  </a:lnTo>
                  <a:lnTo>
                    <a:pt x="344538" y="29210"/>
                  </a:lnTo>
                  <a:lnTo>
                    <a:pt x="344538" y="0"/>
                  </a:lnTo>
                  <a:lnTo>
                    <a:pt x="143560" y="0"/>
                  </a:lnTo>
                  <a:lnTo>
                    <a:pt x="143560" y="29210"/>
                  </a:lnTo>
                  <a:lnTo>
                    <a:pt x="143560" y="86360"/>
                  </a:lnTo>
                  <a:lnTo>
                    <a:pt x="0" y="86360"/>
                  </a:lnTo>
                  <a:lnTo>
                    <a:pt x="0" y="115570"/>
                  </a:lnTo>
                  <a:lnTo>
                    <a:pt x="0" y="143510"/>
                  </a:lnTo>
                  <a:lnTo>
                    <a:pt x="0" y="172720"/>
                  </a:lnTo>
                  <a:lnTo>
                    <a:pt x="373253" y="172720"/>
                  </a:lnTo>
                  <a:lnTo>
                    <a:pt x="373253" y="144081"/>
                  </a:lnTo>
                  <a:lnTo>
                    <a:pt x="373253" y="143510"/>
                  </a:lnTo>
                  <a:lnTo>
                    <a:pt x="373253" y="115570"/>
                  </a:lnTo>
                  <a:lnTo>
                    <a:pt x="373253" y="115366"/>
                  </a:lnTo>
                  <a:lnTo>
                    <a:pt x="373253" y="863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6" name="object 26">
              <a:extLst>
                <a:ext uri="{FF2B5EF4-FFF2-40B4-BE49-F238E27FC236}">
                  <a16:creationId xmlns="" xmlns:a16="http://schemas.microsoft.com/office/drawing/2014/main" id="{EB203271-B626-46DB-857F-469AA6946E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1071" y="2790742"/>
              <a:ext cx="100490" cy="215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7" name="object 27">
              <a:extLst>
                <a:ext uri="{FF2B5EF4-FFF2-40B4-BE49-F238E27FC236}">
                  <a16:creationId xmlns="" xmlns:a16="http://schemas.microsoft.com/office/drawing/2014/main" id="{92D335BE-0EA3-4462-809A-F0CD3A271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6400" y="2775165"/>
              <a:ext cx="273050" cy="360680"/>
            </a:xfrm>
            <a:custGeom>
              <a:avLst/>
              <a:gdLst>
                <a:gd name="T0" fmla="*/ 272681 w 273050"/>
                <a:gd name="T1" fmla="*/ 319773 h 360680"/>
                <a:gd name="T2" fmla="*/ 272211 w 273050"/>
                <a:gd name="T3" fmla="*/ 310172 h 360680"/>
                <a:gd name="T4" fmla="*/ 269697 w 273050"/>
                <a:gd name="T5" fmla="*/ 301040 h 360680"/>
                <a:gd name="T6" fmla="*/ 265226 w 273050"/>
                <a:gd name="T7" fmla="*/ 292696 h 360680"/>
                <a:gd name="T8" fmla="*/ 252628 w 273050"/>
                <a:gd name="T9" fmla="*/ 278320 h 360680"/>
                <a:gd name="T10" fmla="*/ 247954 w 273050"/>
                <a:gd name="T11" fmla="*/ 270306 h 360680"/>
                <a:gd name="T12" fmla="*/ 245046 w 273050"/>
                <a:gd name="T13" fmla="*/ 261683 h 360680"/>
                <a:gd name="T14" fmla="*/ 244055 w 273050"/>
                <a:gd name="T15" fmla="*/ 252717 h 360680"/>
                <a:gd name="T16" fmla="*/ 244055 w 273050"/>
                <a:gd name="T17" fmla="*/ 101714 h 360680"/>
                <a:gd name="T18" fmla="*/ 244055 w 273050"/>
                <a:gd name="T19" fmla="*/ 87350 h 360680"/>
                <a:gd name="T20" fmla="*/ 244055 w 273050"/>
                <a:gd name="T21" fmla="*/ 72999 h 360680"/>
                <a:gd name="T22" fmla="*/ 244055 w 273050"/>
                <a:gd name="T23" fmla="*/ 47967 h 360680"/>
                <a:gd name="T24" fmla="*/ 215341 w 273050"/>
                <a:gd name="T25" fmla="*/ 39357 h 360680"/>
                <a:gd name="T26" fmla="*/ 215341 w 273050"/>
                <a:gd name="T27" fmla="*/ 69329 h 360680"/>
                <a:gd name="T28" fmla="*/ 215341 w 273050"/>
                <a:gd name="T29" fmla="*/ 72999 h 360680"/>
                <a:gd name="T30" fmla="*/ 28714 w 273050"/>
                <a:gd name="T31" fmla="*/ 72999 h 360680"/>
                <a:gd name="T32" fmla="*/ 28714 w 273050"/>
                <a:gd name="T33" fmla="*/ 66776 h 360680"/>
                <a:gd name="T34" fmla="*/ 88087 w 273050"/>
                <a:gd name="T35" fmla="*/ 31153 h 360680"/>
                <a:gd name="T36" fmla="*/ 215341 w 273050"/>
                <a:gd name="T37" fmla="*/ 69329 h 360680"/>
                <a:gd name="T38" fmla="*/ 215341 w 273050"/>
                <a:gd name="T39" fmla="*/ 39357 h 360680"/>
                <a:gd name="T40" fmla="*/ 188010 w 273050"/>
                <a:gd name="T41" fmla="*/ 31153 h 360680"/>
                <a:gd name="T42" fmla="*/ 84188 w 273050"/>
                <a:gd name="T43" fmla="*/ 0 h 360680"/>
                <a:gd name="T44" fmla="*/ 0 w 273050"/>
                <a:gd name="T45" fmla="*/ 50520 h 360680"/>
                <a:gd name="T46" fmla="*/ 0 w 273050"/>
                <a:gd name="T47" fmla="*/ 101714 h 360680"/>
                <a:gd name="T48" fmla="*/ 71793 w 273050"/>
                <a:gd name="T49" fmla="*/ 101714 h 360680"/>
                <a:gd name="T50" fmla="*/ 71793 w 273050"/>
                <a:gd name="T51" fmla="*/ 159131 h 360680"/>
                <a:gd name="T52" fmla="*/ 100507 w 273050"/>
                <a:gd name="T53" fmla="*/ 159131 h 360680"/>
                <a:gd name="T54" fmla="*/ 100507 w 273050"/>
                <a:gd name="T55" fmla="*/ 101714 h 360680"/>
                <a:gd name="T56" fmla="*/ 215341 w 273050"/>
                <a:gd name="T57" fmla="*/ 101714 h 360680"/>
                <a:gd name="T58" fmla="*/ 215341 w 273050"/>
                <a:gd name="T59" fmla="*/ 252717 h 360680"/>
                <a:gd name="T60" fmla="*/ 216954 w 273050"/>
                <a:gd name="T61" fmla="*/ 267576 h 360680"/>
                <a:gd name="T62" fmla="*/ 221653 w 273050"/>
                <a:gd name="T63" fmla="*/ 281813 h 360680"/>
                <a:gd name="T64" fmla="*/ 229209 w 273050"/>
                <a:gd name="T65" fmla="*/ 294944 h 360680"/>
                <a:gd name="T66" fmla="*/ 239445 w 273050"/>
                <a:gd name="T67" fmla="*/ 306514 h 360680"/>
                <a:gd name="T68" fmla="*/ 242633 w 273050"/>
                <a:gd name="T69" fmla="*/ 309448 h 360680"/>
                <a:gd name="T70" fmla="*/ 244297 w 273050"/>
                <a:gd name="T71" fmla="*/ 313639 h 360680"/>
                <a:gd name="T72" fmla="*/ 243586 w 273050"/>
                <a:gd name="T73" fmla="*/ 325056 h 360680"/>
                <a:gd name="T74" fmla="*/ 237705 w 273050"/>
                <a:gd name="T75" fmla="*/ 330936 h 360680"/>
                <a:gd name="T76" fmla="*/ 226606 w 273050"/>
                <a:gd name="T77" fmla="*/ 331622 h 360680"/>
                <a:gd name="T78" fmla="*/ 222783 w 273050"/>
                <a:gd name="T79" fmla="*/ 330250 h 360680"/>
                <a:gd name="T80" fmla="*/ 216954 w 273050"/>
                <a:gd name="T81" fmla="*/ 324777 h 360680"/>
                <a:gd name="T82" fmla="*/ 215341 w 273050"/>
                <a:gd name="T83" fmla="*/ 321056 h 360680"/>
                <a:gd name="T84" fmla="*/ 215341 w 273050"/>
                <a:gd name="T85" fmla="*/ 317055 h 360680"/>
                <a:gd name="T86" fmla="*/ 186639 w 273050"/>
                <a:gd name="T87" fmla="*/ 317055 h 360680"/>
                <a:gd name="T88" fmla="*/ 206667 w 273050"/>
                <a:gd name="T89" fmla="*/ 353466 h 360680"/>
                <a:gd name="T90" fmla="*/ 229654 w 273050"/>
                <a:gd name="T91" fmla="*/ 360121 h 360680"/>
                <a:gd name="T92" fmla="*/ 232422 w 273050"/>
                <a:gd name="T93" fmla="*/ 360032 h 360680"/>
                <a:gd name="T94" fmla="*/ 247637 w 273050"/>
                <a:gd name="T95" fmla="*/ 356222 h 360680"/>
                <a:gd name="T96" fmla="*/ 260159 w 273050"/>
                <a:gd name="T97" fmla="*/ 347510 h 360680"/>
                <a:gd name="T98" fmla="*/ 268871 w 273050"/>
                <a:gd name="T99" fmla="*/ 335000 h 360680"/>
                <a:gd name="T100" fmla="*/ 272681 w 273050"/>
                <a:gd name="T101" fmla="*/ 319773 h 36068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3050" h="360680">
                  <a:moveTo>
                    <a:pt x="272681" y="319773"/>
                  </a:moveTo>
                  <a:lnTo>
                    <a:pt x="272211" y="310172"/>
                  </a:lnTo>
                  <a:lnTo>
                    <a:pt x="269697" y="301040"/>
                  </a:lnTo>
                  <a:lnTo>
                    <a:pt x="265226" y="292696"/>
                  </a:lnTo>
                  <a:lnTo>
                    <a:pt x="252628" y="278320"/>
                  </a:lnTo>
                  <a:lnTo>
                    <a:pt x="247954" y="270306"/>
                  </a:lnTo>
                  <a:lnTo>
                    <a:pt x="245046" y="261683"/>
                  </a:lnTo>
                  <a:lnTo>
                    <a:pt x="244055" y="252717"/>
                  </a:lnTo>
                  <a:lnTo>
                    <a:pt x="244055" y="101714"/>
                  </a:lnTo>
                  <a:lnTo>
                    <a:pt x="244055" y="87350"/>
                  </a:lnTo>
                  <a:lnTo>
                    <a:pt x="244055" y="72999"/>
                  </a:lnTo>
                  <a:lnTo>
                    <a:pt x="244055" y="47967"/>
                  </a:lnTo>
                  <a:lnTo>
                    <a:pt x="215341" y="39357"/>
                  </a:lnTo>
                  <a:lnTo>
                    <a:pt x="215341" y="69329"/>
                  </a:lnTo>
                  <a:lnTo>
                    <a:pt x="215341" y="72999"/>
                  </a:lnTo>
                  <a:lnTo>
                    <a:pt x="28714" y="72999"/>
                  </a:lnTo>
                  <a:lnTo>
                    <a:pt x="28714" y="66776"/>
                  </a:lnTo>
                  <a:lnTo>
                    <a:pt x="88087" y="31153"/>
                  </a:lnTo>
                  <a:lnTo>
                    <a:pt x="215341" y="69329"/>
                  </a:lnTo>
                  <a:lnTo>
                    <a:pt x="215341" y="39357"/>
                  </a:lnTo>
                  <a:lnTo>
                    <a:pt x="188010" y="31153"/>
                  </a:lnTo>
                  <a:lnTo>
                    <a:pt x="84188" y="0"/>
                  </a:lnTo>
                  <a:lnTo>
                    <a:pt x="0" y="50520"/>
                  </a:lnTo>
                  <a:lnTo>
                    <a:pt x="0" y="101714"/>
                  </a:lnTo>
                  <a:lnTo>
                    <a:pt x="71793" y="101714"/>
                  </a:lnTo>
                  <a:lnTo>
                    <a:pt x="71793" y="159131"/>
                  </a:lnTo>
                  <a:lnTo>
                    <a:pt x="100507" y="159131"/>
                  </a:lnTo>
                  <a:lnTo>
                    <a:pt x="100507" y="101714"/>
                  </a:lnTo>
                  <a:lnTo>
                    <a:pt x="215341" y="101714"/>
                  </a:lnTo>
                  <a:lnTo>
                    <a:pt x="215341" y="252717"/>
                  </a:lnTo>
                  <a:lnTo>
                    <a:pt x="216954" y="267576"/>
                  </a:lnTo>
                  <a:lnTo>
                    <a:pt x="221653" y="281813"/>
                  </a:lnTo>
                  <a:lnTo>
                    <a:pt x="229209" y="294944"/>
                  </a:lnTo>
                  <a:lnTo>
                    <a:pt x="239445" y="306514"/>
                  </a:lnTo>
                  <a:lnTo>
                    <a:pt x="242633" y="309448"/>
                  </a:lnTo>
                  <a:lnTo>
                    <a:pt x="244297" y="313639"/>
                  </a:lnTo>
                  <a:lnTo>
                    <a:pt x="243586" y="325056"/>
                  </a:lnTo>
                  <a:lnTo>
                    <a:pt x="237705" y="330936"/>
                  </a:lnTo>
                  <a:lnTo>
                    <a:pt x="226606" y="331622"/>
                  </a:lnTo>
                  <a:lnTo>
                    <a:pt x="222783" y="330250"/>
                  </a:lnTo>
                  <a:lnTo>
                    <a:pt x="216954" y="324777"/>
                  </a:lnTo>
                  <a:lnTo>
                    <a:pt x="215341" y="321056"/>
                  </a:lnTo>
                  <a:lnTo>
                    <a:pt x="215341" y="317055"/>
                  </a:lnTo>
                  <a:lnTo>
                    <a:pt x="186639" y="317055"/>
                  </a:lnTo>
                  <a:lnTo>
                    <a:pt x="206667" y="353466"/>
                  </a:lnTo>
                  <a:lnTo>
                    <a:pt x="229654" y="360121"/>
                  </a:lnTo>
                  <a:lnTo>
                    <a:pt x="232422" y="360032"/>
                  </a:lnTo>
                  <a:lnTo>
                    <a:pt x="247637" y="356222"/>
                  </a:lnTo>
                  <a:lnTo>
                    <a:pt x="260159" y="347510"/>
                  </a:lnTo>
                  <a:lnTo>
                    <a:pt x="268871" y="335000"/>
                  </a:lnTo>
                  <a:lnTo>
                    <a:pt x="272681" y="3197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8" name="object 28">
              <a:extLst>
                <a:ext uri="{FF2B5EF4-FFF2-40B4-BE49-F238E27FC236}">
                  <a16:creationId xmlns="" xmlns:a16="http://schemas.microsoft.com/office/drawing/2014/main" id="{993A4F04-2D50-43C8-898D-7B6C8A00D7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4536" y="2633878"/>
              <a:ext cx="778713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9" name="object 29">
              <a:extLst>
                <a:ext uri="{FF2B5EF4-FFF2-40B4-BE49-F238E27FC236}">
                  <a16:creationId xmlns="" xmlns:a16="http://schemas.microsoft.com/office/drawing/2014/main" id="{36250ADD-7906-4D0F-8BDB-C51398AC6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15973" y="2992266"/>
              <a:ext cx="82672" cy="8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30" name="object 30">
              <a:extLst>
                <a:ext uri="{FF2B5EF4-FFF2-40B4-BE49-F238E27FC236}">
                  <a16:creationId xmlns="" xmlns:a16="http://schemas.microsoft.com/office/drawing/2014/main" id="{0D49D3B8-AABB-4AE4-AD14-F664BF461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5241" y="2771228"/>
              <a:ext cx="469900" cy="469900"/>
            </a:xfrm>
            <a:custGeom>
              <a:avLst/>
              <a:gdLst>
                <a:gd name="T0" fmla="*/ 55257 w 469900"/>
                <a:gd name="T1" fmla="*/ 469696 h 469900"/>
                <a:gd name="T2" fmla="*/ 82880 w 469900"/>
                <a:gd name="T3" fmla="*/ 442074 h 469900"/>
                <a:gd name="T4" fmla="*/ 248666 w 469900"/>
                <a:gd name="T5" fmla="*/ 386816 h 469900"/>
                <a:gd name="T6" fmla="*/ 303923 w 469900"/>
                <a:gd name="T7" fmla="*/ 469696 h 469900"/>
                <a:gd name="T8" fmla="*/ 331558 w 469900"/>
                <a:gd name="T9" fmla="*/ 442074 h 469900"/>
                <a:gd name="T10" fmla="*/ 469709 w 469900"/>
                <a:gd name="T11" fmla="*/ 400621 h 469900"/>
                <a:gd name="T12" fmla="*/ 221030 w 469900"/>
                <a:gd name="T13" fmla="*/ 442074 h 469900"/>
                <a:gd name="T14" fmla="*/ 469709 w 469900"/>
                <a:gd name="T15" fmla="*/ 428256 h 469900"/>
                <a:gd name="T16" fmla="*/ 469709 w 469900"/>
                <a:gd name="T17" fmla="*/ 442074 h 469900"/>
                <a:gd name="T18" fmla="*/ 193408 w 469900"/>
                <a:gd name="T19" fmla="*/ 361645 h 469900"/>
                <a:gd name="T20" fmla="*/ 372999 w 469900"/>
                <a:gd name="T21" fmla="*/ 400621 h 469900"/>
                <a:gd name="T22" fmla="*/ 400634 w 469900"/>
                <a:gd name="T23" fmla="*/ 371246 h 469900"/>
                <a:gd name="T24" fmla="*/ 428256 w 469900"/>
                <a:gd name="T25" fmla="*/ 371246 h 469900"/>
                <a:gd name="T26" fmla="*/ 428256 w 469900"/>
                <a:gd name="T27" fmla="*/ 400621 h 469900"/>
                <a:gd name="T28" fmla="*/ 0 w 469900"/>
                <a:gd name="T29" fmla="*/ 0 h 469900"/>
                <a:gd name="T30" fmla="*/ 69075 w 469900"/>
                <a:gd name="T31" fmla="*/ 212712 h 469900"/>
                <a:gd name="T32" fmla="*/ 59591 w 469900"/>
                <a:gd name="T33" fmla="*/ 289344 h 469900"/>
                <a:gd name="T34" fmla="*/ 78633 w 469900"/>
                <a:gd name="T35" fmla="*/ 325533 h 469900"/>
                <a:gd name="T36" fmla="*/ 138150 w 469900"/>
                <a:gd name="T37" fmla="*/ 386816 h 469900"/>
                <a:gd name="T38" fmla="*/ 428256 w 469900"/>
                <a:gd name="T39" fmla="*/ 354228 h 469900"/>
                <a:gd name="T40" fmla="*/ 383311 w 469900"/>
                <a:gd name="T41" fmla="*/ 345135 h 469900"/>
                <a:gd name="T42" fmla="*/ 215557 w 469900"/>
                <a:gd name="T43" fmla="*/ 335267 h 469900"/>
                <a:gd name="T44" fmla="*/ 125096 w 469900"/>
                <a:gd name="T45" fmla="*/ 326121 h 469900"/>
                <a:gd name="T46" fmla="*/ 82892 w 469900"/>
                <a:gd name="T47" fmla="*/ 262483 h 469900"/>
                <a:gd name="T48" fmla="*/ 125101 w 469900"/>
                <a:gd name="T49" fmla="*/ 198845 h 469900"/>
                <a:gd name="T50" fmla="*/ 234848 w 469900"/>
                <a:gd name="T51" fmla="*/ 183159 h 469900"/>
                <a:gd name="T52" fmla="*/ 234848 w 469900"/>
                <a:gd name="T53" fmla="*/ 138137 h 469900"/>
                <a:gd name="T54" fmla="*/ 87731 w 469900"/>
                <a:gd name="T55" fmla="*/ 110515 h 469900"/>
                <a:gd name="T56" fmla="*/ 303923 w 469900"/>
                <a:gd name="T57" fmla="*/ 75704 h 469900"/>
                <a:gd name="T58" fmla="*/ 27635 w 469900"/>
                <a:gd name="T59" fmla="*/ 27622 h 469900"/>
                <a:gd name="T60" fmla="*/ 428256 w 469900"/>
                <a:gd name="T61" fmla="*/ 358190 h 469900"/>
                <a:gd name="T62" fmla="*/ 142422 w 469900"/>
                <a:gd name="T63" fmla="*/ 358686 h 469900"/>
                <a:gd name="T64" fmla="*/ 193408 w 469900"/>
                <a:gd name="T65" fmla="*/ 386816 h 469900"/>
                <a:gd name="T66" fmla="*/ 428256 w 469900"/>
                <a:gd name="T67" fmla="*/ 358190 h 469900"/>
                <a:gd name="T68" fmla="*/ 381095 w 469900"/>
                <a:gd name="T69" fmla="*/ 372706 h 469900"/>
                <a:gd name="T70" fmla="*/ 395348 w 469900"/>
                <a:gd name="T71" fmla="*/ 372211 h 469900"/>
                <a:gd name="T72" fmla="*/ 405387 w 469900"/>
                <a:gd name="T73" fmla="*/ 297124 h 469900"/>
                <a:gd name="T74" fmla="*/ 406441 w 469900"/>
                <a:gd name="T75" fmla="*/ 337172 h 469900"/>
                <a:gd name="T76" fmla="*/ 432889 w 469900"/>
                <a:gd name="T77" fmla="*/ 345363 h 469900"/>
                <a:gd name="T78" fmla="*/ 440421 w 469900"/>
                <a:gd name="T79" fmla="*/ 304982 h 469900"/>
                <a:gd name="T80" fmla="*/ 242189 w 469900"/>
                <a:gd name="T81" fmla="*/ 227685 h 469900"/>
                <a:gd name="T82" fmla="*/ 332941 w 469900"/>
                <a:gd name="T83" fmla="*/ 305452 h 469900"/>
                <a:gd name="T84" fmla="*/ 337400 w 469900"/>
                <a:gd name="T85" fmla="*/ 342442 h 469900"/>
                <a:gd name="T86" fmla="*/ 366150 w 469900"/>
                <a:gd name="T87" fmla="*/ 336057 h 469900"/>
                <a:gd name="T88" fmla="*/ 368246 w 469900"/>
                <a:gd name="T89" fmla="*/ 297124 h 469900"/>
                <a:gd name="T90" fmla="*/ 429001 w 469900"/>
                <a:gd name="T91" fmla="*/ 282039 h 469900"/>
                <a:gd name="T92" fmla="*/ 234848 w 469900"/>
                <a:gd name="T93" fmla="*/ 193408 h 469900"/>
                <a:gd name="T94" fmla="*/ 213049 w 469900"/>
                <a:gd name="T95" fmla="*/ 230066 h 469900"/>
                <a:gd name="T96" fmla="*/ 190131 w 469900"/>
                <a:gd name="T97" fmla="*/ 320274 h 469900"/>
                <a:gd name="T98" fmla="*/ 234989 w 469900"/>
                <a:gd name="T99" fmla="*/ 312035 h 469900"/>
                <a:gd name="T100" fmla="*/ 242189 w 469900"/>
                <a:gd name="T101" fmla="*/ 227685 h 469900"/>
                <a:gd name="T102" fmla="*/ 234848 w 469900"/>
                <a:gd name="T103" fmla="*/ 193408 h 469900"/>
                <a:gd name="T104" fmla="*/ 96697 w 469900"/>
                <a:gd name="T105" fmla="*/ 183159 h 469900"/>
                <a:gd name="T106" fmla="*/ 151966 w 469900"/>
                <a:gd name="T107" fmla="*/ 165761 h 469900"/>
                <a:gd name="T108" fmla="*/ 207225 w 469900"/>
                <a:gd name="T109" fmla="*/ 183159 h 469900"/>
                <a:gd name="T110" fmla="*/ 294953 w 469900"/>
                <a:gd name="T111" fmla="*/ 82880 h 469900"/>
                <a:gd name="T112" fmla="*/ 260408 w 469900"/>
                <a:gd name="T113" fmla="*/ 110515 h 469900"/>
                <a:gd name="T114" fmla="*/ 276301 w 469900"/>
                <a:gd name="T115" fmla="*/ 27622 h 469900"/>
                <a:gd name="T116" fmla="*/ 303923 w 469900"/>
                <a:gd name="T117" fmla="*/ 27622 h 4699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69900" h="469900">
                  <a:moveTo>
                    <a:pt x="248666" y="386816"/>
                  </a:moveTo>
                  <a:lnTo>
                    <a:pt x="55257" y="386816"/>
                  </a:lnTo>
                  <a:lnTo>
                    <a:pt x="55257" y="469696"/>
                  </a:lnTo>
                  <a:lnTo>
                    <a:pt x="248666" y="469696"/>
                  </a:lnTo>
                  <a:lnTo>
                    <a:pt x="248666" y="442074"/>
                  </a:lnTo>
                  <a:lnTo>
                    <a:pt x="82880" y="442074"/>
                  </a:lnTo>
                  <a:lnTo>
                    <a:pt x="82880" y="414439"/>
                  </a:lnTo>
                  <a:lnTo>
                    <a:pt x="248666" y="414439"/>
                  </a:lnTo>
                  <a:lnTo>
                    <a:pt x="248666" y="386816"/>
                  </a:lnTo>
                  <a:close/>
                </a:path>
                <a:path w="469900" h="469900">
                  <a:moveTo>
                    <a:pt x="469709" y="400621"/>
                  </a:moveTo>
                  <a:lnTo>
                    <a:pt x="303923" y="400621"/>
                  </a:lnTo>
                  <a:lnTo>
                    <a:pt x="303923" y="469696"/>
                  </a:lnTo>
                  <a:lnTo>
                    <a:pt x="469709" y="469696"/>
                  </a:lnTo>
                  <a:lnTo>
                    <a:pt x="469709" y="442074"/>
                  </a:lnTo>
                  <a:lnTo>
                    <a:pt x="331558" y="442074"/>
                  </a:lnTo>
                  <a:lnTo>
                    <a:pt x="331558" y="428256"/>
                  </a:lnTo>
                  <a:lnTo>
                    <a:pt x="469709" y="428256"/>
                  </a:lnTo>
                  <a:lnTo>
                    <a:pt x="469709" y="400621"/>
                  </a:lnTo>
                  <a:close/>
                </a:path>
                <a:path w="469900" h="469900">
                  <a:moveTo>
                    <a:pt x="248666" y="414439"/>
                  </a:moveTo>
                  <a:lnTo>
                    <a:pt x="221030" y="414439"/>
                  </a:lnTo>
                  <a:lnTo>
                    <a:pt x="221030" y="442074"/>
                  </a:lnTo>
                  <a:lnTo>
                    <a:pt x="248666" y="442074"/>
                  </a:lnTo>
                  <a:lnTo>
                    <a:pt x="248666" y="414439"/>
                  </a:lnTo>
                  <a:close/>
                </a:path>
                <a:path w="469900" h="469900">
                  <a:moveTo>
                    <a:pt x="469709" y="428256"/>
                  </a:moveTo>
                  <a:lnTo>
                    <a:pt x="442074" y="428256"/>
                  </a:lnTo>
                  <a:lnTo>
                    <a:pt x="442074" y="442074"/>
                  </a:lnTo>
                  <a:lnTo>
                    <a:pt x="469709" y="442074"/>
                  </a:lnTo>
                  <a:lnTo>
                    <a:pt x="469709" y="428256"/>
                  </a:lnTo>
                  <a:close/>
                </a:path>
                <a:path w="469900" h="469900">
                  <a:moveTo>
                    <a:pt x="428256" y="361645"/>
                  </a:moveTo>
                  <a:lnTo>
                    <a:pt x="193408" y="361645"/>
                  </a:lnTo>
                  <a:lnTo>
                    <a:pt x="345376" y="370586"/>
                  </a:lnTo>
                  <a:lnTo>
                    <a:pt x="345376" y="400621"/>
                  </a:lnTo>
                  <a:lnTo>
                    <a:pt x="372999" y="400621"/>
                  </a:lnTo>
                  <a:lnTo>
                    <a:pt x="372999" y="372211"/>
                  </a:lnTo>
                  <a:lnTo>
                    <a:pt x="395348" y="372211"/>
                  </a:lnTo>
                  <a:lnTo>
                    <a:pt x="400634" y="371246"/>
                  </a:lnTo>
                  <a:lnTo>
                    <a:pt x="428256" y="371246"/>
                  </a:lnTo>
                  <a:lnTo>
                    <a:pt x="428256" y="361645"/>
                  </a:lnTo>
                  <a:close/>
                </a:path>
                <a:path w="469900" h="469900">
                  <a:moveTo>
                    <a:pt x="428256" y="371246"/>
                  </a:moveTo>
                  <a:lnTo>
                    <a:pt x="400634" y="371246"/>
                  </a:lnTo>
                  <a:lnTo>
                    <a:pt x="400634" y="400621"/>
                  </a:lnTo>
                  <a:lnTo>
                    <a:pt x="428256" y="400621"/>
                  </a:lnTo>
                  <a:lnTo>
                    <a:pt x="428256" y="371246"/>
                  </a:lnTo>
                  <a:close/>
                </a:path>
                <a:path w="469900" h="469900">
                  <a:moveTo>
                    <a:pt x="303923" y="0"/>
                  </a:moveTo>
                  <a:lnTo>
                    <a:pt x="0" y="0"/>
                  </a:lnTo>
                  <a:lnTo>
                    <a:pt x="0" y="75704"/>
                  </a:lnTo>
                  <a:lnTo>
                    <a:pt x="69075" y="130962"/>
                  </a:lnTo>
                  <a:lnTo>
                    <a:pt x="69075" y="212712"/>
                  </a:lnTo>
                  <a:lnTo>
                    <a:pt x="55851" y="251157"/>
                  </a:lnTo>
                  <a:lnTo>
                    <a:pt x="59474" y="288148"/>
                  </a:lnTo>
                  <a:lnTo>
                    <a:pt x="59591" y="289344"/>
                  </a:lnTo>
                  <a:lnTo>
                    <a:pt x="59680" y="290252"/>
                  </a:lnTo>
                  <a:lnTo>
                    <a:pt x="59724" y="290702"/>
                  </a:lnTo>
                  <a:lnTo>
                    <a:pt x="78633" y="325533"/>
                  </a:lnTo>
                  <a:lnTo>
                    <a:pt x="110515" y="349834"/>
                  </a:lnTo>
                  <a:lnTo>
                    <a:pt x="110515" y="386816"/>
                  </a:lnTo>
                  <a:lnTo>
                    <a:pt x="138150" y="386816"/>
                  </a:lnTo>
                  <a:lnTo>
                    <a:pt x="138150" y="358190"/>
                  </a:lnTo>
                  <a:lnTo>
                    <a:pt x="428256" y="358190"/>
                  </a:lnTo>
                  <a:lnTo>
                    <a:pt x="428256" y="354228"/>
                  </a:lnTo>
                  <a:lnTo>
                    <a:pt x="432889" y="345363"/>
                  </a:lnTo>
                  <a:lnTo>
                    <a:pt x="387096" y="345363"/>
                  </a:lnTo>
                  <a:lnTo>
                    <a:pt x="383311" y="345135"/>
                  </a:lnTo>
                  <a:lnTo>
                    <a:pt x="374877" y="342442"/>
                  </a:lnTo>
                  <a:lnTo>
                    <a:pt x="337400" y="342442"/>
                  </a:lnTo>
                  <a:lnTo>
                    <a:pt x="215557" y="335267"/>
                  </a:lnTo>
                  <a:lnTo>
                    <a:pt x="218659" y="331558"/>
                  </a:lnTo>
                  <a:lnTo>
                    <a:pt x="151955" y="331558"/>
                  </a:lnTo>
                  <a:lnTo>
                    <a:pt x="125096" y="326121"/>
                  </a:lnTo>
                  <a:lnTo>
                    <a:pt x="103141" y="311303"/>
                  </a:lnTo>
                  <a:lnTo>
                    <a:pt x="88327" y="289344"/>
                  </a:lnTo>
                  <a:lnTo>
                    <a:pt x="82892" y="262483"/>
                  </a:lnTo>
                  <a:lnTo>
                    <a:pt x="88328" y="235622"/>
                  </a:lnTo>
                  <a:lnTo>
                    <a:pt x="103143" y="213663"/>
                  </a:lnTo>
                  <a:lnTo>
                    <a:pt x="125101" y="198845"/>
                  </a:lnTo>
                  <a:lnTo>
                    <a:pt x="151968" y="193408"/>
                  </a:lnTo>
                  <a:lnTo>
                    <a:pt x="234848" y="193408"/>
                  </a:lnTo>
                  <a:lnTo>
                    <a:pt x="234848" y="183159"/>
                  </a:lnTo>
                  <a:lnTo>
                    <a:pt x="96697" y="183159"/>
                  </a:lnTo>
                  <a:lnTo>
                    <a:pt x="96697" y="138137"/>
                  </a:lnTo>
                  <a:lnTo>
                    <a:pt x="234848" y="138137"/>
                  </a:lnTo>
                  <a:lnTo>
                    <a:pt x="234848" y="130962"/>
                  </a:lnTo>
                  <a:lnTo>
                    <a:pt x="260408" y="110515"/>
                  </a:lnTo>
                  <a:lnTo>
                    <a:pt x="87731" y="110515"/>
                  </a:lnTo>
                  <a:lnTo>
                    <a:pt x="53200" y="82880"/>
                  </a:lnTo>
                  <a:lnTo>
                    <a:pt x="294953" y="82880"/>
                  </a:lnTo>
                  <a:lnTo>
                    <a:pt x="303923" y="75704"/>
                  </a:lnTo>
                  <a:lnTo>
                    <a:pt x="303923" y="55257"/>
                  </a:lnTo>
                  <a:lnTo>
                    <a:pt x="27635" y="55257"/>
                  </a:lnTo>
                  <a:lnTo>
                    <a:pt x="27635" y="27622"/>
                  </a:lnTo>
                  <a:lnTo>
                    <a:pt x="303923" y="27622"/>
                  </a:lnTo>
                  <a:lnTo>
                    <a:pt x="303923" y="0"/>
                  </a:lnTo>
                  <a:close/>
                </a:path>
                <a:path w="469900" h="469900">
                  <a:moveTo>
                    <a:pt x="428256" y="358190"/>
                  </a:moveTo>
                  <a:lnTo>
                    <a:pt x="138150" y="358190"/>
                  </a:lnTo>
                  <a:lnTo>
                    <a:pt x="139478" y="358405"/>
                  </a:lnTo>
                  <a:lnTo>
                    <a:pt x="142422" y="358686"/>
                  </a:lnTo>
                  <a:lnTo>
                    <a:pt x="165773" y="360019"/>
                  </a:lnTo>
                  <a:lnTo>
                    <a:pt x="165773" y="386816"/>
                  </a:lnTo>
                  <a:lnTo>
                    <a:pt x="193408" y="386816"/>
                  </a:lnTo>
                  <a:lnTo>
                    <a:pt x="193408" y="361645"/>
                  </a:lnTo>
                  <a:lnTo>
                    <a:pt x="428256" y="361645"/>
                  </a:lnTo>
                  <a:lnTo>
                    <a:pt x="428256" y="358190"/>
                  </a:lnTo>
                  <a:close/>
                </a:path>
                <a:path w="469900" h="469900">
                  <a:moveTo>
                    <a:pt x="395348" y="372211"/>
                  </a:moveTo>
                  <a:lnTo>
                    <a:pt x="372999" y="372211"/>
                  </a:lnTo>
                  <a:lnTo>
                    <a:pt x="381095" y="372706"/>
                  </a:lnTo>
                  <a:lnTo>
                    <a:pt x="385745" y="372962"/>
                  </a:lnTo>
                  <a:lnTo>
                    <a:pt x="392638" y="372706"/>
                  </a:lnTo>
                  <a:lnTo>
                    <a:pt x="395348" y="372211"/>
                  </a:lnTo>
                  <a:close/>
                </a:path>
                <a:path w="469900" h="469900">
                  <a:moveTo>
                    <a:pt x="433089" y="290252"/>
                  </a:moveTo>
                  <a:lnTo>
                    <a:pt x="386816" y="290252"/>
                  </a:lnTo>
                  <a:lnTo>
                    <a:pt x="405387" y="297124"/>
                  </a:lnTo>
                  <a:lnTo>
                    <a:pt x="414451" y="317741"/>
                  </a:lnTo>
                  <a:lnTo>
                    <a:pt x="412302" y="328422"/>
                  </a:lnTo>
                  <a:lnTo>
                    <a:pt x="406441" y="337172"/>
                  </a:lnTo>
                  <a:lnTo>
                    <a:pt x="397746" y="343112"/>
                  </a:lnTo>
                  <a:lnTo>
                    <a:pt x="387096" y="345363"/>
                  </a:lnTo>
                  <a:lnTo>
                    <a:pt x="432889" y="345363"/>
                  </a:lnTo>
                  <a:lnTo>
                    <a:pt x="440590" y="330628"/>
                  </a:lnTo>
                  <a:lnTo>
                    <a:pt x="440468" y="312035"/>
                  </a:lnTo>
                  <a:lnTo>
                    <a:pt x="440421" y="304982"/>
                  </a:lnTo>
                  <a:lnTo>
                    <a:pt x="433089" y="290252"/>
                  </a:lnTo>
                  <a:close/>
                </a:path>
                <a:path w="469900" h="469900">
                  <a:moveTo>
                    <a:pt x="314129" y="227685"/>
                  </a:moveTo>
                  <a:lnTo>
                    <a:pt x="242189" y="227685"/>
                  </a:lnTo>
                  <a:lnTo>
                    <a:pt x="353275" y="273862"/>
                  </a:lnTo>
                  <a:lnTo>
                    <a:pt x="340163" y="288148"/>
                  </a:lnTo>
                  <a:lnTo>
                    <a:pt x="332941" y="305452"/>
                  </a:lnTo>
                  <a:lnTo>
                    <a:pt x="331917" y="324106"/>
                  </a:lnTo>
                  <a:lnTo>
                    <a:pt x="337298" y="342101"/>
                  </a:lnTo>
                  <a:lnTo>
                    <a:pt x="337400" y="342442"/>
                  </a:lnTo>
                  <a:lnTo>
                    <a:pt x="374877" y="342442"/>
                  </a:lnTo>
                  <a:lnTo>
                    <a:pt x="373808" y="342101"/>
                  </a:lnTo>
                  <a:lnTo>
                    <a:pt x="366150" y="336057"/>
                  </a:lnTo>
                  <a:lnTo>
                    <a:pt x="361040" y="327704"/>
                  </a:lnTo>
                  <a:lnTo>
                    <a:pt x="359181" y="317741"/>
                  </a:lnTo>
                  <a:lnTo>
                    <a:pt x="368246" y="297124"/>
                  </a:lnTo>
                  <a:lnTo>
                    <a:pt x="386816" y="290252"/>
                  </a:lnTo>
                  <a:lnTo>
                    <a:pt x="433089" y="290252"/>
                  </a:lnTo>
                  <a:lnTo>
                    <a:pt x="429001" y="282039"/>
                  </a:lnTo>
                  <a:lnTo>
                    <a:pt x="407581" y="266547"/>
                  </a:lnTo>
                  <a:lnTo>
                    <a:pt x="314129" y="227685"/>
                  </a:lnTo>
                  <a:close/>
                </a:path>
                <a:path w="469900" h="469900">
                  <a:moveTo>
                    <a:pt x="234848" y="193408"/>
                  </a:moveTo>
                  <a:lnTo>
                    <a:pt x="151968" y="193408"/>
                  </a:lnTo>
                  <a:lnTo>
                    <a:pt x="190145" y="204692"/>
                  </a:lnTo>
                  <a:lnTo>
                    <a:pt x="213049" y="230066"/>
                  </a:lnTo>
                  <a:lnTo>
                    <a:pt x="220679" y="262483"/>
                  </a:lnTo>
                  <a:lnTo>
                    <a:pt x="213040" y="294901"/>
                  </a:lnTo>
                  <a:lnTo>
                    <a:pt x="190131" y="320274"/>
                  </a:lnTo>
                  <a:lnTo>
                    <a:pt x="151955" y="331558"/>
                  </a:lnTo>
                  <a:lnTo>
                    <a:pt x="218659" y="331558"/>
                  </a:lnTo>
                  <a:lnTo>
                    <a:pt x="234989" y="312035"/>
                  </a:lnTo>
                  <a:lnTo>
                    <a:pt x="246013" y="284981"/>
                  </a:lnTo>
                  <a:lnTo>
                    <a:pt x="248466" y="256175"/>
                  </a:lnTo>
                  <a:lnTo>
                    <a:pt x="242189" y="227685"/>
                  </a:lnTo>
                  <a:lnTo>
                    <a:pt x="314129" y="227685"/>
                  </a:lnTo>
                  <a:lnTo>
                    <a:pt x="234848" y="194716"/>
                  </a:lnTo>
                  <a:lnTo>
                    <a:pt x="234848" y="193408"/>
                  </a:lnTo>
                  <a:close/>
                </a:path>
                <a:path w="469900" h="469900">
                  <a:moveTo>
                    <a:pt x="151966" y="165761"/>
                  </a:moveTo>
                  <a:lnTo>
                    <a:pt x="123302" y="170113"/>
                  </a:lnTo>
                  <a:lnTo>
                    <a:pt x="96697" y="183159"/>
                  </a:lnTo>
                  <a:lnTo>
                    <a:pt x="207225" y="183159"/>
                  </a:lnTo>
                  <a:lnTo>
                    <a:pt x="180620" y="170113"/>
                  </a:lnTo>
                  <a:lnTo>
                    <a:pt x="151966" y="165761"/>
                  </a:lnTo>
                  <a:close/>
                </a:path>
                <a:path w="469900" h="469900">
                  <a:moveTo>
                    <a:pt x="234848" y="138137"/>
                  </a:moveTo>
                  <a:lnTo>
                    <a:pt x="207225" y="138137"/>
                  </a:lnTo>
                  <a:lnTo>
                    <a:pt x="207225" y="183159"/>
                  </a:lnTo>
                  <a:lnTo>
                    <a:pt x="234848" y="183159"/>
                  </a:lnTo>
                  <a:lnTo>
                    <a:pt x="234848" y="138137"/>
                  </a:lnTo>
                  <a:close/>
                </a:path>
                <a:path w="469900" h="469900">
                  <a:moveTo>
                    <a:pt x="294953" y="82880"/>
                  </a:moveTo>
                  <a:lnTo>
                    <a:pt x="250723" y="82880"/>
                  </a:lnTo>
                  <a:lnTo>
                    <a:pt x="216192" y="110515"/>
                  </a:lnTo>
                  <a:lnTo>
                    <a:pt x="260408" y="110515"/>
                  </a:lnTo>
                  <a:lnTo>
                    <a:pt x="294953" y="82880"/>
                  </a:lnTo>
                  <a:close/>
                </a:path>
                <a:path w="469900" h="469900">
                  <a:moveTo>
                    <a:pt x="303923" y="27622"/>
                  </a:moveTo>
                  <a:lnTo>
                    <a:pt x="276301" y="27622"/>
                  </a:lnTo>
                  <a:lnTo>
                    <a:pt x="276301" y="55257"/>
                  </a:lnTo>
                  <a:lnTo>
                    <a:pt x="303923" y="55257"/>
                  </a:lnTo>
                  <a:lnTo>
                    <a:pt x="303923" y="276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31" name="object 31">
              <a:extLst>
                <a:ext uri="{FF2B5EF4-FFF2-40B4-BE49-F238E27FC236}">
                  <a16:creationId xmlns="" xmlns:a16="http://schemas.microsoft.com/office/drawing/2014/main" id="{39351B65-3434-49AC-AC1D-45D3C434CA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76817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32" name="object 32">
              <a:extLst>
                <a:ext uri="{FF2B5EF4-FFF2-40B4-BE49-F238E27FC236}">
                  <a16:creationId xmlns="" xmlns:a16="http://schemas.microsoft.com/office/drawing/2014/main" id="{A924C9DD-3861-468D-BBC6-6034283D8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988" y="2799000"/>
              <a:ext cx="478790" cy="448945"/>
            </a:xfrm>
            <a:custGeom>
              <a:avLst/>
              <a:gdLst>
                <a:gd name="T0" fmla="*/ 56057 w 478790"/>
                <a:gd name="T1" fmla="*/ 113525 h 448944"/>
                <a:gd name="T2" fmla="*/ 4267 w 478790"/>
                <a:gd name="T3" fmla="*/ 158102 h 448944"/>
                <a:gd name="T4" fmla="*/ 15275 w 478790"/>
                <a:gd name="T5" fmla="*/ 242267 h 448944"/>
                <a:gd name="T6" fmla="*/ 56057 w 478790"/>
                <a:gd name="T7" fmla="*/ 287027 h 448944"/>
                <a:gd name="T8" fmla="*/ 422325 w 478790"/>
                <a:gd name="T9" fmla="*/ 420465 h 448944"/>
                <a:gd name="T10" fmla="*/ 169113 w 478790"/>
                <a:gd name="T11" fmla="*/ 301124 h 448944"/>
                <a:gd name="T12" fmla="*/ 115015 w 478790"/>
                <a:gd name="T13" fmla="*/ 279682 h 448944"/>
                <a:gd name="T14" fmla="*/ 84086 w 478790"/>
                <a:gd name="T15" fmla="*/ 270834 h 448944"/>
                <a:gd name="T16" fmla="*/ 44370 w 478790"/>
                <a:gd name="T17" fmla="*/ 236347 h 448944"/>
                <a:gd name="T18" fmla="*/ 28028 w 478790"/>
                <a:gd name="T19" fmla="*/ 182194 h 448944"/>
                <a:gd name="T20" fmla="*/ 44798 w 478790"/>
                <a:gd name="T21" fmla="*/ 148623 h 448944"/>
                <a:gd name="T22" fmla="*/ 84086 w 478790"/>
                <a:gd name="T23" fmla="*/ 84086 h 448944"/>
                <a:gd name="T24" fmla="*/ 394296 w 478790"/>
                <a:gd name="T25" fmla="*/ 420465 h 448944"/>
                <a:gd name="T26" fmla="*/ 337299 w 478790"/>
                <a:gd name="T27" fmla="*/ 308337 h 448944"/>
                <a:gd name="T28" fmla="*/ 337299 w 478790"/>
                <a:gd name="T29" fmla="*/ 336366 h 448944"/>
                <a:gd name="T30" fmla="*/ 84086 w 478790"/>
                <a:gd name="T31" fmla="*/ 301124 h 448944"/>
                <a:gd name="T32" fmla="*/ 115201 w 478790"/>
                <a:gd name="T33" fmla="*/ 307865 h 448944"/>
                <a:gd name="T34" fmla="*/ 169113 w 478790"/>
                <a:gd name="T35" fmla="*/ 301124 h 448944"/>
                <a:gd name="T36" fmla="*/ 394296 w 478790"/>
                <a:gd name="T37" fmla="*/ 270580 h 448944"/>
                <a:gd name="T38" fmla="*/ 373323 w 478790"/>
                <a:gd name="T39" fmla="*/ 277848 h 448944"/>
                <a:gd name="T40" fmla="*/ 309270 w 478790"/>
                <a:gd name="T41" fmla="*/ 280308 h 448944"/>
                <a:gd name="T42" fmla="*/ 362181 w 478790"/>
                <a:gd name="T43" fmla="*/ 307865 h 448944"/>
                <a:gd name="T44" fmla="*/ 373169 w 478790"/>
                <a:gd name="T45" fmla="*/ 306478 h 448944"/>
                <a:gd name="T46" fmla="*/ 394296 w 478790"/>
                <a:gd name="T47" fmla="*/ 300908 h 448944"/>
                <a:gd name="T48" fmla="*/ 445341 w 478790"/>
                <a:gd name="T49" fmla="*/ 266960 h 448944"/>
                <a:gd name="T50" fmla="*/ 422325 w 478790"/>
                <a:gd name="T51" fmla="*/ 142557 h 448944"/>
                <a:gd name="T52" fmla="*/ 444565 w 478790"/>
                <a:gd name="T53" fmla="*/ 122243 h 448944"/>
                <a:gd name="T54" fmla="*/ 337299 w 478790"/>
                <a:gd name="T55" fmla="*/ 252279 h 448944"/>
                <a:gd name="T56" fmla="*/ 337299 w 478790"/>
                <a:gd name="T57" fmla="*/ 280308 h 448944"/>
                <a:gd name="T58" fmla="*/ 56057 w 478790"/>
                <a:gd name="T59" fmla="*/ 142557 h 448944"/>
                <a:gd name="T60" fmla="*/ 84086 w 478790"/>
                <a:gd name="T61" fmla="*/ 142557 h 448944"/>
                <a:gd name="T62" fmla="*/ 433590 w 478790"/>
                <a:gd name="T63" fmla="*/ 148623 h 448944"/>
                <a:gd name="T64" fmla="*/ 450354 w 478790"/>
                <a:gd name="T65" fmla="*/ 182194 h 448944"/>
                <a:gd name="T66" fmla="*/ 442841 w 478790"/>
                <a:gd name="T67" fmla="*/ 219670 h 448944"/>
                <a:gd name="T68" fmla="*/ 457120 w 478790"/>
                <a:gd name="T69" fmla="*/ 250514 h 448944"/>
                <a:gd name="T70" fmla="*/ 475904 w 478790"/>
                <a:gd name="T71" fmla="*/ 201671 h 448944"/>
                <a:gd name="T72" fmla="*/ 465181 w 478790"/>
                <a:gd name="T73" fmla="*/ 142557 h 448944"/>
                <a:gd name="T74" fmla="*/ 141084 w 478790"/>
                <a:gd name="T75" fmla="*/ 56057 h 448944"/>
                <a:gd name="T76" fmla="*/ 141084 w 478790"/>
                <a:gd name="T77" fmla="*/ 84086 h 448944"/>
                <a:gd name="T78" fmla="*/ 153412 w 478790"/>
                <a:gd name="T79" fmla="*/ 183881 h 448944"/>
                <a:gd name="T80" fmla="*/ 199482 w 478790"/>
                <a:gd name="T81" fmla="*/ 192904 h 448944"/>
                <a:gd name="T82" fmla="*/ 222346 w 478790"/>
                <a:gd name="T83" fmla="*/ 168173 h 448944"/>
                <a:gd name="T84" fmla="*/ 169113 w 478790"/>
                <a:gd name="T85" fmla="*/ 28028 h 448944"/>
                <a:gd name="T86" fmla="*/ 209475 w 478790"/>
                <a:gd name="T87" fmla="*/ 68386 h 448944"/>
                <a:gd name="T88" fmla="*/ 197142 w 478790"/>
                <a:gd name="T89" fmla="*/ 161886 h 448944"/>
                <a:gd name="T90" fmla="*/ 225183 w 478790"/>
                <a:gd name="T91" fmla="*/ 154165 h 448944"/>
                <a:gd name="T92" fmla="*/ 278404 w 478790"/>
                <a:gd name="T93" fmla="*/ 84086 h 448944"/>
                <a:gd name="T94" fmla="*/ 255545 w 478790"/>
                <a:gd name="T95" fmla="*/ 59366 h 448944"/>
                <a:gd name="T96" fmla="*/ 246926 w 478790"/>
                <a:gd name="T97" fmla="*/ 84086 h 448944"/>
                <a:gd name="T98" fmla="*/ 280439 w 478790"/>
                <a:gd name="T99" fmla="*/ 137451 h 448944"/>
                <a:gd name="T100" fmla="*/ 324970 w 478790"/>
                <a:gd name="T101" fmla="*/ 127817 h 448944"/>
                <a:gd name="T102" fmla="*/ 287528 w 478790"/>
                <a:gd name="T103" fmla="*/ 112115 h 448944"/>
                <a:gd name="T104" fmla="*/ 278404 w 478790"/>
                <a:gd name="T105" fmla="*/ 84086 h 448944"/>
                <a:gd name="T106" fmla="*/ 309270 w 478790"/>
                <a:gd name="T107" fmla="*/ 105829 h 448944"/>
                <a:gd name="T108" fmla="*/ 337299 w 478790"/>
                <a:gd name="T109" fmla="*/ 98107 h 448944"/>
                <a:gd name="T110" fmla="*/ 450354 w 478790"/>
                <a:gd name="T111" fmla="*/ 56057 h 448944"/>
                <a:gd name="T112" fmla="*/ 422325 w 478790"/>
                <a:gd name="T113" fmla="*/ 0 h 448944"/>
                <a:gd name="T114" fmla="*/ 84086 w 478790"/>
                <a:gd name="T115" fmla="*/ 56057 h 448944"/>
                <a:gd name="T116" fmla="*/ 422325 w 478790"/>
                <a:gd name="T117" fmla="*/ 0 h 448944"/>
                <a:gd name="T118" fmla="*/ 394296 w 478790"/>
                <a:gd name="T119" fmla="*/ 56057 h 448944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478790" h="448944">
                  <a:moveTo>
                    <a:pt x="84086" y="84086"/>
                  </a:moveTo>
                  <a:lnTo>
                    <a:pt x="56057" y="84086"/>
                  </a:lnTo>
                  <a:lnTo>
                    <a:pt x="56057" y="113525"/>
                  </a:lnTo>
                  <a:lnTo>
                    <a:pt x="33823" y="122243"/>
                  </a:lnTo>
                  <a:lnTo>
                    <a:pt x="16051" y="137610"/>
                  </a:lnTo>
                  <a:lnTo>
                    <a:pt x="4267" y="158102"/>
                  </a:lnTo>
                  <a:lnTo>
                    <a:pt x="0" y="182194"/>
                  </a:lnTo>
                  <a:lnTo>
                    <a:pt x="4008" y="213796"/>
                  </a:lnTo>
                  <a:lnTo>
                    <a:pt x="15275" y="242260"/>
                  </a:lnTo>
                  <a:lnTo>
                    <a:pt x="15360" y="242474"/>
                  </a:lnTo>
                  <a:lnTo>
                    <a:pt x="33046" y="267219"/>
                  </a:lnTo>
                  <a:lnTo>
                    <a:pt x="56057" y="287020"/>
                  </a:lnTo>
                  <a:lnTo>
                    <a:pt x="56057" y="448487"/>
                  </a:lnTo>
                  <a:lnTo>
                    <a:pt x="422325" y="448487"/>
                  </a:lnTo>
                  <a:lnTo>
                    <a:pt x="422325" y="420458"/>
                  </a:lnTo>
                  <a:lnTo>
                    <a:pt x="84086" y="420458"/>
                  </a:lnTo>
                  <a:lnTo>
                    <a:pt x="84086" y="301117"/>
                  </a:lnTo>
                  <a:lnTo>
                    <a:pt x="169113" y="301117"/>
                  </a:lnTo>
                  <a:lnTo>
                    <a:pt x="169113" y="280301"/>
                  </a:lnTo>
                  <a:lnTo>
                    <a:pt x="126136" y="280301"/>
                  </a:lnTo>
                  <a:lnTo>
                    <a:pt x="115015" y="279675"/>
                  </a:lnTo>
                  <a:lnTo>
                    <a:pt x="104254" y="277841"/>
                  </a:lnTo>
                  <a:lnTo>
                    <a:pt x="93921" y="274868"/>
                  </a:lnTo>
                  <a:lnTo>
                    <a:pt x="84086" y="270827"/>
                  </a:lnTo>
                  <a:lnTo>
                    <a:pt x="84086" y="250774"/>
                  </a:lnTo>
                  <a:lnTo>
                    <a:pt x="56057" y="250774"/>
                  </a:lnTo>
                  <a:lnTo>
                    <a:pt x="44370" y="236340"/>
                  </a:lnTo>
                  <a:lnTo>
                    <a:pt x="35547" y="219846"/>
                  </a:lnTo>
                  <a:lnTo>
                    <a:pt x="29972" y="201671"/>
                  </a:lnTo>
                  <a:lnTo>
                    <a:pt x="28028" y="182194"/>
                  </a:lnTo>
                  <a:lnTo>
                    <a:pt x="30115" y="169105"/>
                  </a:lnTo>
                  <a:lnTo>
                    <a:pt x="35928" y="157694"/>
                  </a:lnTo>
                  <a:lnTo>
                    <a:pt x="44798" y="148623"/>
                  </a:lnTo>
                  <a:lnTo>
                    <a:pt x="56057" y="142557"/>
                  </a:lnTo>
                  <a:lnTo>
                    <a:pt x="84086" y="142557"/>
                  </a:lnTo>
                  <a:lnTo>
                    <a:pt x="84086" y="84086"/>
                  </a:lnTo>
                  <a:close/>
                </a:path>
                <a:path w="478790" h="448944">
                  <a:moveTo>
                    <a:pt x="422325" y="300901"/>
                  </a:moveTo>
                  <a:lnTo>
                    <a:pt x="394296" y="300901"/>
                  </a:lnTo>
                  <a:lnTo>
                    <a:pt x="394296" y="420458"/>
                  </a:lnTo>
                  <a:lnTo>
                    <a:pt x="422325" y="420458"/>
                  </a:lnTo>
                  <a:lnTo>
                    <a:pt x="422325" y="300901"/>
                  </a:lnTo>
                  <a:close/>
                </a:path>
                <a:path w="478790" h="448944">
                  <a:moveTo>
                    <a:pt x="337299" y="308330"/>
                  </a:moveTo>
                  <a:lnTo>
                    <a:pt x="141084" y="308330"/>
                  </a:lnTo>
                  <a:lnTo>
                    <a:pt x="141084" y="336359"/>
                  </a:lnTo>
                  <a:lnTo>
                    <a:pt x="337299" y="336359"/>
                  </a:lnTo>
                  <a:lnTo>
                    <a:pt x="337299" y="308330"/>
                  </a:lnTo>
                  <a:close/>
                </a:path>
                <a:path w="478790" h="448944">
                  <a:moveTo>
                    <a:pt x="169113" y="301117"/>
                  </a:moveTo>
                  <a:lnTo>
                    <a:pt x="84086" y="301117"/>
                  </a:lnTo>
                  <a:lnTo>
                    <a:pt x="94135" y="304210"/>
                  </a:lnTo>
                  <a:lnTo>
                    <a:pt x="104521" y="306471"/>
                  </a:lnTo>
                  <a:lnTo>
                    <a:pt x="115201" y="307858"/>
                  </a:lnTo>
                  <a:lnTo>
                    <a:pt x="126136" y="308330"/>
                  </a:lnTo>
                  <a:lnTo>
                    <a:pt x="169113" y="308330"/>
                  </a:lnTo>
                  <a:lnTo>
                    <a:pt x="169113" y="301117"/>
                  </a:lnTo>
                  <a:close/>
                </a:path>
                <a:path w="478790" h="448944">
                  <a:moveTo>
                    <a:pt x="422325" y="84086"/>
                  </a:moveTo>
                  <a:lnTo>
                    <a:pt x="394296" y="84086"/>
                  </a:lnTo>
                  <a:lnTo>
                    <a:pt x="394296" y="270573"/>
                  </a:lnTo>
                  <a:lnTo>
                    <a:pt x="384259" y="274724"/>
                  </a:lnTo>
                  <a:lnTo>
                    <a:pt x="373478" y="277841"/>
                  </a:lnTo>
                  <a:lnTo>
                    <a:pt x="373323" y="277841"/>
                  </a:lnTo>
                  <a:lnTo>
                    <a:pt x="362603" y="279675"/>
                  </a:lnTo>
                  <a:lnTo>
                    <a:pt x="351320" y="280301"/>
                  </a:lnTo>
                  <a:lnTo>
                    <a:pt x="309270" y="280301"/>
                  </a:lnTo>
                  <a:lnTo>
                    <a:pt x="309270" y="308330"/>
                  </a:lnTo>
                  <a:lnTo>
                    <a:pt x="351320" y="308330"/>
                  </a:lnTo>
                  <a:lnTo>
                    <a:pt x="362181" y="307858"/>
                  </a:lnTo>
                  <a:lnTo>
                    <a:pt x="362397" y="307858"/>
                  </a:lnTo>
                  <a:lnTo>
                    <a:pt x="372998" y="306471"/>
                  </a:lnTo>
                  <a:lnTo>
                    <a:pt x="373169" y="306471"/>
                  </a:lnTo>
                  <a:lnTo>
                    <a:pt x="383471" y="304210"/>
                  </a:lnTo>
                  <a:lnTo>
                    <a:pt x="383636" y="304210"/>
                  </a:lnTo>
                  <a:lnTo>
                    <a:pt x="394296" y="300901"/>
                  </a:lnTo>
                  <a:lnTo>
                    <a:pt x="422325" y="300901"/>
                  </a:lnTo>
                  <a:lnTo>
                    <a:pt x="422325" y="286753"/>
                  </a:lnTo>
                  <a:lnTo>
                    <a:pt x="445341" y="266953"/>
                  </a:lnTo>
                  <a:lnTo>
                    <a:pt x="457120" y="250507"/>
                  </a:lnTo>
                  <a:lnTo>
                    <a:pt x="422325" y="250507"/>
                  </a:lnTo>
                  <a:lnTo>
                    <a:pt x="422325" y="142557"/>
                  </a:lnTo>
                  <a:lnTo>
                    <a:pt x="465181" y="142557"/>
                  </a:lnTo>
                  <a:lnTo>
                    <a:pt x="462337" y="137610"/>
                  </a:lnTo>
                  <a:lnTo>
                    <a:pt x="444565" y="122243"/>
                  </a:lnTo>
                  <a:lnTo>
                    <a:pt x="422325" y="113525"/>
                  </a:lnTo>
                  <a:lnTo>
                    <a:pt x="422325" y="84086"/>
                  </a:lnTo>
                  <a:close/>
                </a:path>
                <a:path w="478790" h="448944">
                  <a:moveTo>
                    <a:pt x="337299" y="252272"/>
                  </a:moveTo>
                  <a:lnTo>
                    <a:pt x="141084" y="252272"/>
                  </a:lnTo>
                  <a:lnTo>
                    <a:pt x="141084" y="280301"/>
                  </a:lnTo>
                  <a:lnTo>
                    <a:pt x="337299" y="280301"/>
                  </a:lnTo>
                  <a:lnTo>
                    <a:pt x="337299" y="252272"/>
                  </a:lnTo>
                  <a:close/>
                </a:path>
                <a:path w="478790" h="448944">
                  <a:moveTo>
                    <a:pt x="84086" y="142557"/>
                  </a:moveTo>
                  <a:lnTo>
                    <a:pt x="56057" y="142557"/>
                  </a:lnTo>
                  <a:lnTo>
                    <a:pt x="56057" y="250774"/>
                  </a:lnTo>
                  <a:lnTo>
                    <a:pt x="84086" y="250774"/>
                  </a:lnTo>
                  <a:lnTo>
                    <a:pt x="84086" y="142557"/>
                  </a:lnTo>
                  <a:close/>
                </a:path>
                <a:path w="478790" h="448944">
                  <a:moveTo>
                    <a:pt x="465181" y="142557"/>
                  </a:moveTo>
                  <a:lnTo>
                    <a:pt x="422325" y="142557"/>
                  </a:lnTo>
                  <a:lnTo>
                    <a:pt x="433590" y="148623"/>
                  </a:lnTo>
                  <a:lnTo>
                    <a:pt x="442460" y="157694"/>
                  </a:lnTo>
                  <a:lnTo>
                    <a:pt x="448270" y="169105"/>
                  </a:lnTo>
                  <a:lnTo>
                    <a:pt x="450354" y="182194"/>
                  </a:lnTo>
                  <a:lnTo>
                    <a:pt x="448949" y="196215"/>
                  </a:lnTo>
                  <a:lnTo>
                    <a:pt x="448383" y="201671"/>
                  </a:lnTo>
                  <a:lnTo>
                    <a:pt x="442841" y="219670"/>
                  </a:lnTo>
                  <a:lnTo>
                    <a:pt x="434018" y="236106"/>
                  </a:lnTo>
                  <a:lnTo>
                    <a:pt x="422325" y="250507"/>
                  </a:lnTo>
                  <a:lnTo>
                    <a:pt x="457120" y="250507"/>
                  </a:lnTo>
                  <a:lnTo>
                    <a:pt x="463027" y="242260"/>
                  </a:lnTo>
                  <a:lnTo>
                    <a:pt x="474328" y="213796"/>
                  </a:lnTo>
                  <a:lnTo>
                    <a:pt x="475904" y="201671"/>
                  </a:lnTo>
                  <a:lnTo>
                    <a:pt x="478383" y="182194"/>
                  </a:lnTo>
                  <a:lnTo>
                    <a:pt x="474117" y="158102"/>
                  </a:lnTo>
                  <a:lnTo>
                    <a:pt x="465181" y="142557"/>
                  </a:lnTo>
                  <a:close/>
                </a:path>
                <a:path w="478790" h="448944">
                  <a:moveTo>
                    <a:pt x="169113" y="28028"/>
                  </a:moveTo>
                  <a:lnTo>
                    <a:pt x="141084" y="28028"/>
                  </a:lnTo>
                  <a:lnTo>
                    <a:pt x="141084" y="56057"/>
                  </a:lnTo>
                  <a:lnTo>
                    <a:pt x="28028" y="56057"/>
                  </a:lnTo>
                  <a:lnTo>
                    <a:pt x="28028" y="84086"/>
                  </a:lnTo>
                  <a:lnTo>
                    <a:pt x="141084" y="84086"/>
                  </a:lnTo>
                  <a:lnTo>
                    <a:pt x="141084" y="154165"/>
                  </a:lnTo>
                  <a:lnTo>
                    <a:pt x="144393" y="170513"/>
                  </a:lnTo>
                  <a:lnTo>
                    <a:pt x="153412" y="183881"/>
                  </a:lnTo>
                  <a:lnTo>
                    <a:pt x="166780" y="192904"/>
                  </a:lnTo>
                  <a:lnTo>
                    <a:pt x="183134" y="196215"/>
                  </a:lnTo>
                  <a:lnTo>
                    <a:pt x="199482" y="192904"/>
                  </a:lnTo>
                  <a:lnTo>
                    <a:pt x="212850" y="183881"/>
                  </a:lnTo>
                  <a:lnTo>
                    <a:pt x="221872" y="170513"/>
                  </a:lnTo>
                  <a:lnTo>
                    <a:pt x="222346" y="168173"/>
                  </a:lnTo>
                  <a:lnTo>
                    <a:pt x="175399" y="168173"/>
                  </a:lnTo>
                  <a:lnTo>
                    <a:pt x="169113" y="161886"/>
                  </a:lnTo>
                  <a:lnTo>
                    <a:pt x="169113" y="28028"/>
                  </a:lnTo>
                  <a:close/>
                </a:path>
                <a:path w="478790" h="448944">
                  <a:moveTo>
                    <a:pt x="239191" y="56057"/>
                  </a:moveTo>
                  <a:lnTo>
                    <a:pt x="222843" y="59366"/>
                  </a:lnTo>
                  <a:lnTo>
                    <a:pt x="209475" y="68386"/>
                  </a:lnTo>
                  <a:lnTo>
                    <a:pt x="200453" y="81753"/>
                  </a:lnTo>
                  <a:lnTo>
                    <a:pt x="197142" y="98107"/>
                  </a:lnTo>
                  <a:lnTo>
                    <a:pt x="197142" y="161886"/>
                  </a:lnTo>
                  <a:lnTo>
                    <a:pt x="190855" y="168173"/>
                  </a:lnTo>
                  <a:lnTo>
                    <a:pt x="222346" y="168173"/>
                  </a:lnTo>
                  <a:lnTo>
                    <a:pt x="225183" y="154165"/>
                  </a:lnTo>
                  <a:lnTo>
                    <a:pt x="225183" y="90373"/>
                  </a:lnTo>
                  <a:lnTo>
                    <a:pt x="231470" y="84086"/>
                  </a:lnTo>
                  <a:lnTo>
                    <a:pt x="278404" y="84086"/>
                  </a:lnTo>
                  <a:lnTo>
                    <a:pt x="277932" y="81753"/>
                  </a:lnTo>
                  <a:lnTo>
                    <a:pt x="268912" y="68386"/>
                  </a:lnTo>
                  <a:lnTo>
                    <a:pt x="255545" y="59366"/>
                  </a:lnTo>
                  <a:lnTo>
                    <a:pt x="239191" y="56057"/>
                  </a:lnTo>
                  <a:close/>
                </a:path>
                <a:path w="478790" h="448944">
                  <a:moveTo>
                    <a:pt x="278404" y="84086"/>
                  </a:moveTo>
                  <a:lnTo>
                    <a:pt x="246926" y="84086"/>
                  </a:lnTo>
                  <a:lnTo>
                    <a:pt x="253212" y="90373"/>
                  </a:lnTo>
                  <a:lnTo>
                    <a:pt x="253212" y="98107"/>
                  </a:lnTo>
                  <a:lnTo>
                    <a:pt x="280439" y="137451"/>
                  </a:lnTo>
                  <a:lnTo>
                    <a:pt x="295249" y="140144"/>
                  </a:lnTo>
                  <a:lnTo>
                    <a:pt x="311603" y="136835"/>
                  </a:lnTo>
                  <a:lnTo>
                    <a:pt x="324970" y="127817"/>
                  </a:lnTo>
                  <a:lnTo>
                    <a:pt x="333990" y="114453"/>
                  </a:lnTo>
                  <a:lnTo>
                    <a:pt x="334463" y="112115"/>
                  </a:lnTo>
                  <a:lnTo>
                    <a:pt x="287528" y="112115"/>
                  </a:lnTo>
                  <a:lnTo>
                    <a:pt x="281241" y="105829"/>
                  </a:lnTo>
                  <a:lnTo>
                    <a:pt x="281241" y="98107"/>
                  </a:lnTo>
                  <a:lnTo>
                    <a:pt x="278404" y="84086"/>
                  </a:lnTo>
                  <a:close/>
                </a:path>
                <a:path w="478790" h="448944">
                  <a:moveTo>
                    <a:pt x="337299" y="28028"/>
                  </a:moveTo>
                  <a:lnTo>
                    <a:pt x="309270" y="28028"/>
                  </a:lnTo>
                  <a:lnTo>
                    <a:pt x="309270" y="105829"/>
                  </a:lnTo>
                  <a:lnTo>
                    <a:pt x="302983" y="112115"/>
                  </a:lnTo>
                  <a:lnTo>
                    <a:pt x="334463" y="112115"/>
                  </a:lnTo>
                  <a:lnTo>
                    <a:pt x="337299" y="98107"/>
                  </a:lnTo>
                  <a:lnTo>
                    <a:pt x="337299" y="84086"/>
                  </a:lnTo>
                  <a:lnTo>
                    <a:pt x="450354" y="84086"/>
                  </a:lnTo>
                  <a:lnTo>
                    <a:pt x="450354" y="56057"/>
                  </a:lnTo>
                  <a:lnTo>
                    <a:pt x="337299" y="56057"/>
                  </a:lnTo>
                  <a:lnTo>
                    <a:pt x="337299" y="28028"/>
                  </a:lnTo>
                  <a:close/>
                </a:path>
                <a:path w="478790" h="448944">
                  <a:moveTo>
                    <a:pt x="422325" y="0"/>
                  </a:moveTo>
                  <a:lnTo>
                    <a:pt x="56057" y="0"/>
                  </a:lnTo>
                  <a:lnTo>
                    <a:pt x="56057" y="56057"/>
                  </a:lnTo>
                  <a:lnTo>
                    <a:pt x="84086" y="56057"/>
                  </a:lnTo>
                  <a:lnTo>
                    <a:pt x="84086" y="28028"/>
                  </a:lnTo>
                  <a:lnTo>
                    <a:pt x="422325" y="28028"/>
                  </a:lnTo>
                  <a:lnTo>
                    <a:pt x="422325" y="0"/>
                  </a:lnTo>
                  <a:close/>
                </a:path>
                <a:path w="478790" h="448944">
                  <a:moveTo>
                    <a:pt x="422325" y="28028"/>
                  </a:moveTo>
                  <a:lnTo>
                    <a:pt x="394296" y="28028"/>
                  </a:lnTo>
                  <a:lnTo>
                    <a:pt x="394296" y="56057"/>
                  </a:lnTo>
                  <a:lnTo>
                    <a:pt x="422325" y="56057"/>
                  </a:lnTo>
                  <a:lnTo>
                    <a:pt x="422325" y="280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20533" name="object 33">
              <a:extLst>
                <a:ext uri="{FF2B5EF4-FFF2-40B4-BE49-F238E27FC236}">
                  <a16:creationId xmlns="" xmlns:a16="http://schemas.microsoft.com/office/drawing/2014/main" id="{68A0A50B-013A-4245-9266-40F096A63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268" y="4689957"/>
              <a:ext cx="4674235" cy="271145"/>
            </a:xfrm>
            <a:custGeom>
              <a:avLst/>
              <a:gdLst>
                <a:gd name="T0" fmla="*/ 355930 w 4674235"/>
                <a:gd name="T1" fmla="*/ 41338 h 271145"/>
                <a:gd name="T2" fmla="*/ 254584 w 4674235"/>
                <a:gd name="T3" fmla="*/ 154089 h 271145"/>
                <a:gd name="T4" fmla="*/ 248831 w 4674235"/>
                <a:gd name="T5" fmla="*/ 41338 h 271145"/>
                <a:gd name="T6" fmla="*/ 0 w 4674235"/>
                <a:gd name="T7" fmla="*/ 317 h 271145"/>
                <a:gd name="T8" fmla="*/ 342671 w 4674235"/>
                <a:gd name="T9" fmla="*/ 229235 h 271145"/>
                <a:gd name="T10" fmla="*/ 823823 w 4674235"/>
                <a:gd name="T11" fmla="*/ 121323 h 271145"/>
                <a:gd name="T12" fmla="*/ 784161 w 4674235"/>
                <a:gd name="T13" fmla="*/ 317 h 271145"/>
                <a:gd name="T14" fmla="*/ 698804 w 4674235"/>
                <a:gd name="T15" fmla="*/ 229235 h 271145"/>
                <a:gd name="T16" fmla="*/ 522655 w 4674235"/>
                <a:gd name="T17" fmla="*/ 86182 h 271145"/>
                <a:gd name="T18" fmla="*/ 715149 w 4674235"/>
                <a:gd name="T19" fmla="*/ 134950 h 271145"/>
                <a:gd name="T20" fmla="*/ 414959 w 4674235"/>
                <a:gd name="T21" fmla="*/ 79705 h 271145"/>
                <a:gd name="T22" fmla="*/ 449529 w 4674235"/>
                <a:gd name="T23" fmla="*/ 270510 h 271145"/>
                <a:gd name="T24" fmla="*/ 821944 w 4674235"/>
                <a:gd name="T25" fmla="*/ 173101 h 271145"/>
                <a:gd name="T26" fmla="*/ 885926 w 4674235"/>
                <a:gd name="T27" fmla="*/ 37757 h 271145"/>
                <a:gd name="T28" fmla="*/ 885151 w 4674235"/>
                <a:gd name="T29" fmla="*/ 230314 h 271145"/>
                <a:gd name="T30" fmla="*/ 993381 w 4674235"/>
                <a:gd name="T31" fmla="*/ 229235 h 271145"/>
                <a:gd name="T32" fmla="*/ 993381 w 4674235"/>
                <a:gd name="T33" fmla="*/ 41338 h 271145"/>
                <a:gd name="T34" fmla="*/ 1259763 w 4674235"/>
                <a:gd name="T35" fmla="*/ 0 h 271145"/>
                <a:gd name="T36" fmla="*/ 1478013 w 4674235"/>
                <a:gd name="T37" fmla="*/ 270510 h 271145"/>
                <a:gd name="T38" fmla="*/ 1960778 w 4674235"/>
                <a:gd name="T39" fmla="*/ 317 h 271145"/>
                <a:gd name="T40" fmla="*/ 1620735 w 4674235"/>
                <a:gd name="T41" fmla="*/ 132930 h 271145"/>
                <a:gd name="T42" fmla="*/ 1960600 w 4674235"/>
                <a:gd name="T43" fmla="*/ 270510 h 271145"/>
                <a:gd name="T44" fmla="*/ 1729346 w 4674235"/>
                <a:gd name="T45" fmla="*/ 134950 h 271145"/>
                <a:gd name="T46" fmla="*/ 1960778 w 4674235"/>
                <a:gd name="T47" fmla="*/ 317 h 271145"/>
                <a:gd name="T48" fmla="*/ 2306701 w 4674235"/>
                <a:gd name="T49" fmla="*/ 140335 h 271145"/>
                <a:gd name="T50" fmla="*/ 2350541 w 4674235"/>
                <a:gd name="T51" fmla="*/ 41275 h 271145"/>
                <a:gd name="T52" fmla="*/ 2012200 w 4674235"/>
                <a:gd name="T53" fmla="*/ 99695 h 271145"/>
                <a:gd name="T54" fmla="*/ 2350795 w 4674235"/>
                <a:gd name="T55" fmla="*/ 269875 h 271145"/>
                <a:gd name="T56" fmla="*/ 2389797 w 4674235"/>
                <a:gd name="T57" fmla="*/ 270510 h 271145"/>
                <a:gd name="T58" fmla="*/ 2699664 w 4674235"/>
                <a:gd name="T59" fmla="*/ 270510 h 271145"/>
                <a:gd name="T60" fmla="*/ 3219945 w 4674235"/>
                <a:gd name="T61" fmla="*/ 85471 h 271145"/>
                <a:gd name="T62" fmla="*/ 3116745 w 4674235"/>
                <a:gd name="T63" fmla="*/ 156006 h 271145"/>
                <a:gd name="T64" fmla="*/ 2969285 w 4674235"/>
                <a:gd name="T65" fmla="*/ 82486 h 271145"/>
                <a:gd name="T66" fmla="*/ 3116745 w 4674235"/>
                <a:gd name="T67" fmla="*/ 41338 h 271145"/>
                <a:gd name="T68" fmla="*/ 2860179 w 4674235"/>
                <a:gd name="T69" fmla="*/ 270510 h 271145"/>
                <a:gd name="T70" fmla="*/ 3227095 w 4674235"/>
                <a:gd name="T71" fmla="*/ 180365 h 271145"/>
                <a:gd name="T72" fmla="*/ 3479203 w 4674235"/>
                <a:gd name="T73" fmla="*/ 94602 h 271145"/>
                <a:gd name="T74" fmla="*/ 3375647 w 4674235"/>
                <a:gd name="T75" fmla="*/ 270522 h 271145"/>
                <a:gd name="T76" fmla="*/ 3582403 w 4674235"/>
                <a:gd name="T77" fmla="*/ 270522 h 271145"/>
                <a:gd name="T78" fmla="*/ 4044505 w 4674235"/>
                <a:gd name="T79" fmla="*/ 330 h 271145"/>
                <a:gd name="T80" fmla="*/ 3898290 w 4674235"/>
                <a:gd name="T81" fmla="*/ 41351 h 271145"/>
                <a:gd name="T82" fmla="*/ 3730777 w 4674235"/>
                <a:gd name="T83" fmla="*/ 270497 h 271145"/>
                <a:gd name="T84" fmla="*/ 4044505 w 4674235"/>
                <a:gd name="T85" fmla="*/ 270497 h 271145"/>
                <a:gd name="T86" fmla="*/ 4153662 w 4674235"/>
                <a:gd name="T87" fmla="*/ 41351 h 271145"/>
                <a:gd name="T88" fmla="*/ 4564685 w 4674235"/>
                <a:gd name="T89" fmla="*/ 229870 h 271145"/>
                <a:gd name="T90" fmla="*/ 4378807 w 4674235"/>
                <a:gd name="T91" fmla="*/ 229870 h 271145"/>
                <a:gd name="T92" fmla="*/ 4192701 w 4674235"/>
                <a:gd name="T93" fmla="*/ 229870 h 271145"/>
                <a:gd name="T94" fmla="*/ 4673803 w 4674235"/>
                <a:gd name="T95" fmla="*/ 0 h 27114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674235" h="271145">
                  <a:moveTo>
                    <a:pt x="364566" y="138214"/>
                  </a:moveTo>
                  <a:lnTo>
                    <a:pt x="364197" y="90284"/>
                  </a:lnTo>
                  <a:lnTo>
                    <a:pt x="356679" y="43599"/>
                  </a:lnTo>
                  <a:lnTo>
                    <a:pt x="355930" y="41338"/>
                  </a:lnTo>
                  <a:lnTo>
                    <a:pt x="342328" y="317"/>
                  </a:lnTo>
                  <a:lnTo>
                    <a:pt x="256654" y="317"/>
                  </a:lnTo>
                  <a:lnTo>
                    <a:pt x="256654" y="115112"/>
                  </a:lnTo>
                  <a:lnTo>
                    <a:pt x="254584" y="154089"/>
                  </a:lnTo>
                  <a:lnTo>
                    <a:pt x="248704" y="188950"/>
                  </a:lnTo>
                  <a:lnTo>
                    <a:pt x="108800" y="188950"/>
                  </a:lnTo>
                  <a:lnTo>
                    <a:pt x="108800" y="41338"/>
                  </a:lnTo>
                  <a:lnTo>
                    <a:pt x="248831" y="41338"/>
                  </a:lnTo>
                  <a:lnTo>
                    <a:pt x="254774" y="76149"/>
                  </a:lnTo>
                  <a:lnTo>
                    <a:pt x="256654" y="115112"/>
                  </a:lnTo>
                  <a:lnTo>
                    <a:pt x="256654" y="317"/>
                  </a:lnTo>
                  <a:lnTo>
                    <a:pt x="0" y="317"/>
                  </a:lnTo>
                  <a:lnTo>
                    <a:pt x="0" y="270510"/>
                  </a:lnTo>
                  <a:lnTo>
                    <a:pt x="108800" y="270510"/>
                  </a:lnTo>
                  <a:lnTo>
                    <a:pt x="108800" y="229235"/>
                  </a:lnTo>
                  <a:lnTo>
                    <a:pt x="342671" y="229235"/>
                  </a:lnTo>
                  <a:lnTo>
                    <a:pt x="356235" y="188950"/>
                  </a:lnTo>
                  <a:lnTo>
                    <a:pt x="357479" y="185242"/>
                  </a:lnTo>
                  <a:lnTo>
                    <a:pt x="364566" y="138214"/>
                  </a:lnTo>
                  <a:close/>
                </a:path>
                <a:path w="4674235" h="271145">
                  <a:moveTo>
                    <a:pt x="823823" y="121323"/>
                  </a:moveTo>
                  <a:lnTo>
                    <a:pt x="816914" y="72682"/>
                  </a:lnTo>
                  <a:lnTo>
                    <a:pt x="806513" y="41389"/>
                  </a:lnTo>
                  <a:lnTo>
                    <a:pt x="803084" y="31051"/>
                  </a:lnTo>
                  <a:lnTo>
                    <a:pt x="784161" y="317"/>
                  </a:lnTo>
                  <a:lnTo>
                    <a:pt x="715149" y="317"/>
                  </a:lnTo>
                  <a:lnTo>
                    <a:pt x="715149" y="134950"/>
                  </a:lnTo>
                  <a:lnTo>
                    <a:pt x="711339" y="184302"/>
                  </a:lnTo>
                  <a:lnTo>
                    <a:pt x="698804" y="229235"/>
                  </a:lnTo>
                  <a:lnTo>
                    <a:pt x="534619" y="229235"/>
                  </a:lnTo>
                  <a:lnTo>
                    <a:pt x="522401" y="184721"/>
                  </a:lnTo>
                  <a:lnTo>
                    <a:pt x="518426" y="135496"/>
                  </a:lnTo>
                  <a:lnTo>
                    <a:pt x="522655" y="86182"/>
                  </a:lnTo>
                  <a:lnTo>
                    <a:pt x="534987" y="41389"/>
                  </a:lnTo>
                  <a:lnTo>
                    <a:pt x="698436" y="41389"/>
                  </a:lnTo>
                  <a:lnTo>
                    <a:pt x="710704" y="85775"/>
                  </a:lnTo>
                  <a:lnTo>
                    <a:pt x="715149" y="134950"/>
                  </a:lnTo>
                  <a:lnTo>
                    <a:pt x="715149" y="317"/>
                  </a:lnTo>
                  <a:lnTo>
                    <a:pt x="449237" y="317"/>
                  </a:lnTo>
                  <a:lnTo>
                    <a:pt x="428523" y="35534"/>
                  </a:lnTo>
                  <a:lnTo>
                    <a:pt x="414959" y="79705"/>
                  </a:lnTo>
                  <a:lnTo>
                    <a:pt x="409397" y="129044"/>
                  </a:lnTo>
                  <a:lnTo>
                    <a:pt x="412724" y="179819"/>
                  </a:lnTo>
                  <a:lnTo>
                    <a:pt x="425818" y="228219"/>
                  </a:lnTo>
                  <a:lnTo>
                    <a:pt x="449529" y="270510"/>
                  </a:lnTo>
                  <a:lnTo>
                    <a:pt x="784440" y="270510"/>
                  </a:lnTo>
                  <a:lnTo>
                    <a:pt x="806678" y="229235"/>
                  </a:lnTo>
                  <a:lnTo>
                    <a:pt x="809434" y="224129"/>
                  </a:lnTo>
                  <a:lnTo>
                    <a:pt x="821944" y="173101"/>
                  </a:lnTo>
                  <a:lnTo>
                    <a:pt x="823823" y="121323"/>
                  </a:lnTo>
                  <a:close/>
                </a:path>
                <a:path w="4674235" h="271145">
                  <a:moveTo>
                    <a:pt x="1208341" y="317"/>
                  </a:moveTo>
                  <a:lnTo>
                    <a:pt x="906576" y="317"/>
                  </a:lnTo>
                  <a:lnTo>
                    <a:pt x="885926" y="37757"/>
                  </a:lnTo>
                  <a:lnTo>
                    <a:pt x="873023" y="83197"/>
                  </a:lnTo>
                  <a:lnTo>
                    <a:pt x="868299" y="132930"/>
                  </a:lnTo>
                  <a:lnTo>
                    <a:pt x="872197" y="183210"/>
                  </a:lnTo>
                  <a:lnTo>
                    <a:pt x="885151" y="230314"/>
                  </a:lnTo>
                  <a:lnTo>
                    <a:pt x="907592" y="270510"/>
                  </a:lnTo>
                  <a:lnTo>
                    <a:pt x="1208163" y="270510"/>
                  </a:lnTo>
                  <a:lnTo>
                    <a:pt x="1208163" y="229235"/>
                  </a:lnTo>
                  <a:lnTo>
                    <a:pt x="993381" y="229235"/>
                  </a:lnTo>
                  <a:lnTo>
                    <a:pt x="981163" y="183578"/>
                  </a:lnTo>
                  <a:lnTo>
                    <a:pt x="976909" y="134950"/>
                  </a:lnTo>
                  <a:lnTo>
                    <a:pt x="980897" y="86499"/>
                  </a:lnTo>
                  <a:lnTo>
                    <a:pt x="993381" y="41338"/>
                  </a:lnTo>
                  <a:lnTo>
                    <a:pt x="1208341" y="41338"/>
                  </a:lnTo>
                  <a:lnTo>
                    <a:pt x="1208341" y="317"/>
                  </a:lnTo>
                  <a:close/>
                </a:path>
                <a:path w="4674235" h="271145">
                  <a:moveTo>
                    <a:pt x="1587131" y="0"/>
                  </a:moveTo>
                  <a:lnTo>
                    <a:pt x="1259763" y="0"/>
                  </a:lnTo>
                  <a:lnTo>
                    <a:pt x="1259763" y="41910"/>
                  </a:lnTo>
                  <a:lnTo>
                    <a:pt x="1368945" y="41910"/>
                  </a:lnTo>
                  <a:lnTo>
                    <a:pt x="1368945" y="270510"/>
                  </a:lnTo>
                  <a:lnTo>
                    <a:pt x="1478013" y="270510"/>
                  </a:lnTo>
                  <a:lnTo>
                    <a:pt x="1478013" y="41910"/>
                  </a:lnTo>
                  <a:lnTo>
                    <a:pt x="1587131" y="41910"/>
                  </a:lnTo>
                  <a:lnTo>
                    <a:pt x="1587131" y="0"/>
                  </a:lnTo>
                  <a:close/>
                </a:path>
                <a:path w="4674235" h="271145">
                  <a:moveTo>
                    <a:pt x="1960778" y="317"/>
                  </a:moveTo>
                  <a:lnTo>
                    <a:pt x="1659013" y="317"/>
                  </a:lnTo>
                  <a:lnTo>
                    <a:pt x="1638363" y="37757"/>
                  </a:lnTo>
                  <a:lnTo>
                    <a:pt x="1625460" y="83197"/>
                  </a:lnTo>
                  <a:lnTo>
                    <a:pt x="1620735" y="132930"/>
                  </a:lnTo>
                  <a:lnTo>
                    <a:pt x="1624634" y="183210"/>
                  </a:lnTo>
                  <a:lnTo>
                    <a:pt x="1637588" y="230314"/>
                  </a:lnTo>
                  <a:lnTo>
                    <a:pt x="1660029" y="270510"/>
                  </a:lnTo>
                  <a:lnTo>
                    <a:pt x="1960600" y="270510"/>
                  </a:lnTo>
                  <a:lnTo>
                    <a:pt x="1960600" y="229235"/>
                  </a:lnTo>
                  <a:lnTo>
                    <a:pt x="1745818" y="229235"/>
                  </a:lnTo>
                  <a:lnTo>
                    <a:pt x="1733600" y="183578"/>
                  </a:lnTo>
                  <a:lnTo>
                    <a:pt x="1729346" y="134950"/>
                  </a:lnTo>
                  <a:lnTo>
                    <a:pt x="1733334" y="86499"/>
                  </a:lnTo>
                  <a:lnTo>
                    <a:pt x="1745818" y="41338"/>
                  </a:lnTo>
                  <a:lnTo>
                    <a:pt x="1960778" y="41338"/>
                  </a:lnTo>
                  <a:lnTo>
                    <a:pt x="1960778" y="317"/>
                  </a:lnTo>
                  <a:close/>
                </a:path>
                <a:path w="4674235" h="271145">
                  <a:moveTo>
                    <a:pt x="2350795" y="229235"/>
                  </a:moveTo>
                  <a:lnTo>
                    <a:pt x="2121103" y="229235"/>
                  </a:lnTo>
                  <a:lnTo>
                    <a:pt x="2121103" y="140335"/>
                  </a:lnTo>
                  <a:lnTo>
                    <a:pt x="2306701" y="140335"/>
                  </a:lnTo>
                  <a:lnTo>
                    <a:pt x="2306701" y="99695"/>
                  </a:lnTo>
                  <a:lnTo>
                    <a:pt x="2121103" y="99695"/>
                  </a:lnTo>
                  <a:lnTo>
                    <a:pt x="2121103" y="41275"/>
                  </a:lnTo>
                  <a:lnTo>
                    <a:pt x="2350541" y="41275"/>
                  </a:lnTo>
                  <a:lnTo>
                    <a:pt x="2350541" y="635"/>
                  </a:lnTo>
                  <a:lnTo>
                    <a:pt x="2012200" y="635"/>
                  </a:lnTo>
                  <a:lnTo>
                    <a:pt x="2012200" y="41275"/>
                  </a:lnTo>
                  <a:lnTo>
                    <a:pt x="2012200" y="99695"/>
                  </a:lnTo>
                  <a:lnTo>
                    <a:pt x="2012200" y="140335"/>
                  </a:lnTo>
                  <a:lnTo>
                    <a:pt x="2012200" y="229235"/>
                  </a:lnTo>
                  <a:lnTo>
                    <a:pt x="2012200" y="269875"/>
                  </a:lnTo>
                  <a:lnTo>
                    <a:pt x="2350795" y="269875"/>
                  </a:lnTo>
                  <a:lnTo>
                    <a:pt x="2350795" y="229235"/>
                  </a:lnTo>
                  <a:close/>
                </a:path>
                <a:path w="4674235" h="271145">
                  <a:moveTo>
                    <a:pt x="2808744" y="317"/>
                  </a:moveTo>
                  <a:lnTo>
                    <a:pt x="2468537" y="317"/>
                  </a:lnTo>
                  <a:lnTo>
                    <a:pt x="2389797" y="270510"/>
                  </a:lnTo>
                  <a:lnTo>
                    <a:pt x="2498915" y="270510"/>
                  </a:lnTo>
                  <a:lnTo>
                    <a:pt x="2565870" y="41313"/>
                  </a:lnTo>
                  <a:lnTo>
                    <a:pt x="2699664" y="41313"/>
                  </a:lnTo>
                  <a:lnTo>
                    <a:pt x="2699664" y="270510"/>
                  </a:lnTo>
                  <a:lnTo>
                    <a:pt x="2808744" y="270510"/>
                  </a:lnTo>
                  <a:lnTo>
                    <a:pt x="2808744" y="317"/>
                  </a:lnTo>
                  <a:close/>
                </a:path>
                <a:path w="4674235" h="271145">
                  <a:moveTo>
                    <a:pt x="3227476" y="132499"/>
                  </a:moveTo>
                  <a:lnTo>
                    <a:pt x="3219945" y="85471"/>
                  </a:lnTo>
                  <a:lnTo>
                    <a:pt x="3218878" y="82486"/>
                  </a:lnTo>
                  <a:lnTo>
                    <a:pt x="3204197" y="41338"/>
                  </a:lnTo>
                  <a:lnTo>
                    <a:pt x="3116745" y="41338"/>
                  </a:lnTo>
                  <a:lnTo>
                    <a:pt x="3116745" y="156006"/>
                  </a:lnTo>
                  <a:lnTo>
                    <a:pt x="3114967" y="194525"/>
                  </a:lnTo>
                  <a:lnTo>
                    <a:pt x="3108236" y="229235"/>
                  </a:lnTo>
                  <a:lnTo>
                    <a:pt x="2969285" y="229235"/>
                  </a:lnTo>
                  <a:lnTo>
                    <a:pt x="2969285" y="82486"/>
                  </a:lnTo>
                  <a:lnTo>
                    <a:pt x="3108604" y="82486"/>
                  </a:lnTo>
                  <a:lnTo>
                    <a:pt x="3114370" y="117398"/>
                  </a:lnTo>
                  <a:lnTo>
                    <a:pt x="3116745" y="156006"/>
                  </a:lnTo>
                  <a:lnTo>
                    <a:pt x="3116745" y="41338"/>
                  </a:lnTo>
                  <a:lnTo>
                    <a:pt x="2969285" y="41338"/>
                  </a:lnTo>
                  <a:lnTo>
                    <a:pt x="2969285" y="317"/>
                  </a:lnTo>
                  <a:lnTo>
                    <a:pt x="2860179" y="317"/>
                  </a:lnTo>
                  <a:lnTo>
                    <a:pt x="2860179" y="270510"/>
                  </a:lnTo>
                  <a:lnTo>
                    <a:pt x="3203752" y="270510"/>
                  </a:lnTo>
                  <a:lnTo>
                    <a:pt x="3218319" y="229235"/>
                  </a:lnTo>
                  <a:lnTo>
                    <a:pt x="3219081" y="227050"/>
                  </a:lnTo>
                  <a:lnTo>
                    <a:pt x="3227095" y="180365"/>
                  </a:lnTo>
                  <a:lnTo>
                    <a:pt x="3227476" y="132499"/>
                  </a:lnTo>
                  <a:close/>
                </a:path>
                <a:path w="4674235" h="271145">
                  <a:moveTo>
                    <a:pt x="3691750" y="330"/>
                  </a:moveTo>
                  <a:lnTo>
                    <a:pt x="3582403" y="330"/>
                  </a:lnTo>
                  <a:lnTo>
                    <a:pt x="3479203" y="94602"/>
                  </a:lnTo>
                  <a:lnTo>
                    <a:pt x="3376053" y="330"/>
                  </a:lnTo>
                  <a:lnTo>
                    <a:pt x="3267125" y="330"/>
                  </a:lnTo>
                  <a:lnTo>
                    <a:pt x="3267125" y="270522"/>
                  </a:lnTo>
                  <a:lnTo>
                    <a:pt x="3375647" y="270522"/>
                  </a:lnTo>
                  <a:lnTo>
                    <a:pt x="3376053" y="57327"/>
                  </a:lnTo>
                  <a:lnTo>
                    <a:pt x="3479203" y="150228"/>
                  </a:lnTo>
                  <a:lnTo>
                    <a:pt x="3582403" y="57327"/>
                  </a:lnTo>
                  <a:lnTo>
                    <a:pt x="3582403" y="270522"/>
                  </a:lnTo>
                  <a:lnTo>
                    <a:pt x="3691750" y="270522"/>
                  </a:lnTo>
                  <a:lnTo>
                    <a:pt x="3691750" y="330"/>
                  </a:lnTo>
                  <a:close/>
                </a:path>
                <a:path w="4674235" h="271145">
                  <a:moveTo>
                    <a:pt x="4153662" y="330"/>
                  </a:moveTo>
                  <a:lnTo>
                    <a:pt x="4044505" y="330"/>
                  </a:lnTo>
                  <a:lnTo>
                    <a:pt x="4044505" y="41351"/>
                  </a:lnTo>
                  <a:lnTo>
                    <a:pt x="4044505" y="188074"/>
                  </a:lnTo>
                  <a:lnTo>
                    <a:pt x="3861168" y="188074"/>
                  </a:lnTo>
                  <a:lnTo>
                    <a:pt x="3898290" y="41351"/>
                  </a:lnTo>
                  <a:lnTo>
                    <a:pt x="4044505" y="41351"/>
                  </a:lnTo>
                  <a:lnTo>
                    <a:pt x="4044505" y="330"/>
                  </a:lnTo>
                  <a:lnTo>
                    <a:pt x="3801059" y="330"/>
                  </a:lnTo>
                  <a:lnTo>
                    <a:pt x="3730777" y="270497"/>
                  </a:lnTo>
                  <a:lnTo>
                    <a:pt x="3840251" y="270497"/>
                  </a:lnTo>
                  <a:lnTo>
                    <a:pt x="3850767" y="229222"/>
                  </a:lnTo>
                  <a:lnTo>
                    <a:pt x="4044505" y="229222"/>
                  </a:lnTo>
                  <a:lnTo>
                    <a:pt x="4044505" y="270497"/>
                  </a:lnTo>
                  <a:lnTo>
                    <a:pt x="4153662" y="270497"/>
                  </a:lnTo>
                  <a:lnTo>
                    <a:pt x="4153662" y="229222"/>
                  </a:lnTo>
                  <a:lnTo>
                    <a:pt x="4153662" y="188074"/>
                  </a:lnTo>
                  <a:lnTo>
                    <a:pt x="4153662" y="41351"/>
                  </a:lnTo>
                  <a:lnTo>
                    <a:pt x="4153662" y="330"/>
                  </a:lnTo>
                  <a:close/>
                </a:path>
                <a:path w="4674235" h="271145">
                  <a:moveTo>
                    <a:pt x="4673803" y="0"/>
                  </a:moveTo>
                  <a:lnTo>
                    <a:pt x="4564685" y="0"/>
                  </a:lnTo>
                  <a:lnTo>
                    <a:pt x="4564685" y="229870"/>
                  </a:lnTo>
                  <a:lnTo>
                    <a:pt x="4487697" y="229870"/>
                  </a:lnTo>
                  <a:lnTo>
                    <a:pt x="4487697" y="0"/>
                  </a:lnTo>
                  <a:lnTo>
                    <a:pt x="4378807" y="0"/>
                  </a:lnTo>
                  <a:lnTo>
                    <a:pt x="4378807" y="229870"/>
                  </a:lnTo>
                  <a:lnTo>
                    <a:pt x="4301579" y="229870"/>
                  </a:lnTo>
                  <a:lnTo>
                    <a:pt x="4301579" y="0"/>
                  </a:lnTo>
                  <a:lnTo>
                    <a:pt x="4192701" y="0"/>
                  </a:lnTo>
                  <a:lnTo>
                    <a:pt x="4192701" y="229870"/>
                  </a:lnTo>
                  <a:lnTo>
                    <a:pt x="4192701" y="270510"/>
                  </a:lnTo>
                  <a:lnTo>
                    <a:pt x="4673803" y="270510"/>
                  </a:lnTo>
                  <a:lnTo>
                    <a:pt x="4673803" y="229870"/>
                  </a:lnTo>
                  <a:lnTo>
                    <a:pt x="4673803" y="0"/>
                  </a:lnTo>
                  <a:close/>
                </a:path>
              </a:pathLst>
            </a:custGeom>
            <a:solidFill>
              <a:srgbClr val="DA0C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20508" name="object 34">
            <a:extLst>
              <a:ext uri="{FF2B5EF4-FFF2-40B4-BE49-F238E27FC236}">
                <a16:creationId xmlns="" xmlns:a16="http://schemas.microsoft.com/office/drawing/2014/main" id="{59376499-2576-4A67-A77F-B6CF0520B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7123113"/>
            <a:ext cx="9509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Стратегическим партнером компании является «Ростсельмаш» — лидер отечественного сельхозмашиностроения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graphicFrame>
        <p:nvGraphicFramePr>
          <p:cNvPr id="20509" name="Объект 35">
            <a:extLst>
              <a:ext uri="{FF2B5EF4-FFF2-40B4-BE49-F238E27FC236}">
                <a16:creationId xmlns="" xmlns:a16="http://schemas.microsoft.com/office/drawing/2014/main" id="{B36B34F9-A57F-463E-8581-5D09490A45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7" name="CorelDRAW" r:id="rId16" imgW="3876120" imgH="797040" progId="CorelDraw.Graphic.23">
                  <p:embed/>
                </p:oleObj>
              </mc:Choice>
              <mc:Fallback>
                <p:oleObj name="CorelDRAW" r:id="rId16" imgW="3876120" imgH="797040" progId="CorelDraw.Graphic.23">
                  <p:embed/>
                  <p:pic>
                    <p:nvPicPr>
                      <p:cNvPr id="0" name="Объект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H1">
            <a:extLst>
              <a:ext uri="{FF2B5EF4-FFF2-40B4-BE49-F238E27FC236}">
                <a16:creationId xmlns="" xmlns:a16="http://schemas.microsoft.com/office/drawing/2014/main" id="{D315AEDD-1CBB-4B2C-9BF8-B208433E9578}"/>
              </a:ext>
            </a:extLst>
          </p:cNvPr>
          <p:cNvSpPr/>
          <p:nvPr/>
        </p:nvSpPr>
        <p:spPr>
          <a:xfrm flipH="1">
            <a:off x="449263" y="9324975"/>
            <a:ext cx="552450" cy="363538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100" kern="0" spc="300" dirty="0">
                <a:solidFill>
                  <a:srgbClr val="8690A1"/>
                </a:solidFill>
                <a:latin typeface="Inter Regular" pitchFamily="34" charset="0"/>
                <a:ea typeface="Inter Regular" pitchFamily="34" charset="-122"/>
                <a:cs typeface="+mn-cs"/>
              </a:rPr>
              <a:t>7</a:t>
            </a:r>
            <a:endParaRPr lang="en-US" sz="1100" spc="300" dirty="0">
              <a:solidFill>
                <a:srgbClr val="8690A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1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4492076"/>
            <a:ext cx="16848000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Proxima Nova Regular"/>
              </a:rPr>
              <a:t>ПОДДЕРЖКА</a:t>
            </a:r>
            <a:endParaRPr lang="en-US" sz="8800" b="1" dirty="0">
              <a:solidFill>
                <a:srgbClr val="F47629"/>
              </a:solidFill>
              <a:latin typeface="Proxima Nova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25347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18" name="Объект 90">
            <a:extLst>
              <a:ext uri="{FF2B5EF4-FFF2-40B4-BE49-F238E27FC236}">
                <a16:creationId xmlns="" xmlns:a16="http://schemas.microsoft.com/office/drawing/2014/main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094723"/>
              </p:ext>
            </p:extLst>
          </p:nvPr>
        </p:nvGraphicFramePr>
        <p:xfrm>
          <a:off x="14790738" y="464291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0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0738" y="464291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905710" y="400944"/>
            <a:ext cx="12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dirty="0">
                <a:solidFill>
                  <a:srgbClr val="313131"/>
                </a:solidFill>
                <a:latin typeface="Arial"/>
              </a:rPr>
              <a:t>КОМАНДА ЭМПИЛС НА ВАШЕЙ ТЕРРИТОРИИ</a:t>
            </a:r>
          </a:p>
        </p:txBody>
      </p:sp>
      <p:sp>
        <p:nvSpPr>
          <p:cNvPr id="40" name="Rectangle 3"/>
          <p:cNvSpPr/>
          <p:nvPr/>
        </p:nvSpPr>
        <p:spPr>
          <a:xfrm>
            <a:off x="1001246" y="965340"/>
            <a:ext cx="2340000" cy="36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73950" y="1636854"/>
            <a:ext cx="14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dirty="0" err="1">
                <a:solidFill>
                  <a:srgbClr val="6B7280"/>
                </a:solidFill>
                <a:latin typeface="Arial"/>
              </a:rPr>
              <a:t>Начните</a:t>
            </a:r>
            <a:r>
              <a:rPr sz="1300" dirty="0">
                <a:solidFill>
                  <a:srgbClr val="6B728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работать</a:t>
            </a:r>
            <a:r>
              <a:rPr sz="1300" dirty="0">
                <a:solidFill>
                  <a:srgbClr val="6B7280"/>
                </a:solidFill>
                <a:latin typeface="Arial"/>
              </a:rPr>
              <a:t> с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Эмпилс</a:t>
            </a:r>
            <a:r>
              <a:rPr sz="1300" dirty="0">
                <a:solidFill>
                  <a:srgbClr val="6B7280"/>
                </a:solidFill>
                <a:latin typeface="Arial"/>
              </a:rPr>
              <a:t> — и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наша</a:t>
            </a:r>
            <a:r>
              <a:rPr sz="1300" dirty="0">
                <a:solidFill>
                  <a:srgbClr val="6B728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команда</a:t>
            </a:r>
            <a:r>
              <a:rPr sz="1300" dirty="0">
                <a:solidFill>
                  <a:srgbClr val="6B728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поможет</a:t>
            </a:r>
            <a:r>
              <a:rPr sz="1300" dirty="0">
                <a:solidFill>
                  <a:srgbClr val="6B728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вам</a:t>
            </a:r>
            <a:r>
              <a:rPr sz="1300" dirty="0">
                <a:solidFill>
                  <a:srgbClr val="6B728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масштабировать</a:t>
            </a:r>
            <a:r>
              <a:rPr sz="1300" dirty="0">
                <a:solidFill>
                  <a:srgbClr val="6B728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продажи</a:t>
            </a:r>
            <a:endParaRPr sz="1300" dirty="0">
              <a:solidFill>
                <a:srgbClr val="6B7280"/>
              </a:solidFill>
              <a:latin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01950" y="203055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7629"/>
                </a:solidFill>
                <a:latin typeface="Arial"/>
              </a:rPr>
              <a:t>СТРУКТУРА КОМАНДЫ</a:t>
            </a:r>
          </a:p>
        </p:txBody>
      </p:sp>
      <p:sp>
        <p:nvSpPr>
          <p:cNvPr id="43" name="Rounded Rectangle 6"/>
          <p:cNvSpPr/>
          <p:nvPr/>
        </p:nvSpPr>
        <p:spPr>
          <a:xfrm>
            <a:off x="901950" y="2390550"/>
            <a:ext cx="7200000" cy="1728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81950" y="2498550"/>
            <a:ext cx="666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313131"/>
                </a:solidFill>
                <a:latin typeface="Arial"/>
              </a:rPr>
              <a:t>🎯  </a:t>
            </a:r>
            <a:r>
              <a:rPr sz="2400" b="1" dirty="0" err="1">
                <a:solidFill>
                  <a:srgbClr val="313131"/>
                </a:solidFill>
                <a:latin typeface="Arial"/>
              </a:rPr>
              <a:t>Региональный</a:t>
            </a:r>
            <a:r>
              <a:rPr sz="2400" b="1" dirty="0">
                <a:solidFill>
                  <a:srgbClr val="313131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313131"/>
                </a:solidFill>
                <a:latin typeface="Arial"/>
              </a:rPr>
              <a:t>директор</a:t>
            </a:r>
            <a:endParaRPr sz="2400" b="1" dirty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81950" y="2974092"/>
            <a:ext cx="666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000000"/>
                </a:solidFill>
                <a:latin typeface="Arial"/>
              </a:rPr>
              <a:t>Ответственный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за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территорию</a:t>
            </a:r>
            <a:r>
              <a:rPr sz="1600" dirty="0">
                <a:solidFill>
                  <a:srgbClr val="000000"/>
                </a:solidFill>
                <a:latin typeface="Arial"/>
              </a:rPr>
              <a:t>.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Стратегическое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планирование</a:t>
            </a:r>
            <a:r>
              <a:rPr sz="1600" dirty="0">
                <a:solidFill>
                  <a:srgbClr val="000000"/>
                </a:solidFill>
                <a:latin typeface="Arial"/>
              </a:rPr>
              <a:t>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согласование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условий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1950" y="3607008"/>
            <a:ext cx="666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F47629"/>
                </a:solidFill>
                <a:latin typeface="Arial"/>
              </a:rPr>
              <a:t>Курирует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всех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дистрибьюторов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на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территории</a:t>
            </a:r>
            <a:endParaRPr sz="1400" b="1" dirty="0">
              <a:solidFill>
                <a:srgbClr val="F47629"/>
              </a:solidFill>
              <a:latin typeface="Arial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321950" y="4046549"/>
            <a:ext cx="36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47629"/>
                </a:solidFill>
                <a:latin typeface="Arial"/>
              </a:rPr>
              <a:t>↓</a:t>
            </a:r>
          </a:p>
        </p:txBody>
      </p:sp>
      <p:sp>
        <p:nvSpPr>
          <p:cNvPr id="50" name="Rounded Rectangle 11"/>
          <p:cNvSpPr/>
          <p:nvPr/>
        </p:nvSpPr>
        <p:spPr>
          <a:xfrm>
            <a:off x="901950" y="4713450"/>
            <a:ext cx="7200000" cy="1728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81950" y="4821450"/>
            <a:ext cx="666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313131"/>
                </a:solidFill>
                <a:latin typeface="Arial"/>
              </a:rPr>
              <a:t>📊  </a:t>
            </a:r>
            <a:r>
              <a:rPr sz="2400" b="1" dirty="0" err="1">
                <a:solidFill>
                  <a:srgbClr val="313131"/>
                </a:solidFill>
                <a:latin typeface="Arial"/>
              </a:rPr>
              <a:t>Региональный</a:t>
            </a:r>
            <a:r>
              <a:rPr sz="2400" b="1" dirty="0">
                <a:solidFill>
                  <a:srgbClr val="313131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313131"/>
                </a:solidFill>
                <a:latin typeface="Arial"/>
              </a:rPr>
              <a:t>менеджер</a:t>
            </a:r>
            <a:endParaRPr sz="2400" b="1" dirty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81950" y="5296992"/>
            <a:ext cx="666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000000"/>
                </a:solidFill>
                <a:latin typeface="Arial"/>
              </a:rPr>
              <a:t>Оперативное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управление</a:t>
            </a:r>
            <a:r>
              <a:rPr sz="1600" dirty="0">
                <a:solidFill>
                  <a:srgbClr val="000000"/>
                </a:solidFill>
                <a:latin typeface="Arial"/>
              </a:rPr>
              <a:t>.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Контроль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отгрузок</a:t>
            </a:r>
            <a:r>
              <a:rPr sz="1600" dirty="0">
                <a:solidFill>
                  <a:srgbClr val="000000"/>
                </a:solidFill>
                <a:latin typeface="Arial"/>
              </a:rPr>
              <a:t>, MML,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маркетинговые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программы</a:t>
            </a:r>
            <a:r>
              <a:rPr sz="1600" dirty="0">
                <a:solidFill>
                  <a:srgbClr val="000000"/>
                </a:solidFill>
                <a:latin typeface="Arial"/>
              </a:rPr>
              <a:t>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аналитика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1950" y="5973450"/>
            <a:ext cx="666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F47629"/>
                </a:solidFill>
                <a:latin typeface="Arial"/>
              </a:rPr>
              <a:t>Точка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контакта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для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дистрибьютора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на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ежедневной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основе</a:t>
            </a:r>
            <a:endParaRPr sz="1400" b="1" dirty="0">
              <a:solidFill>
                <a:srgbClr val="F47629"/>
              </a:solidFill>
              <a:latin typeface="Arial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321950" y="6369449"/>
            <a:ext cx="36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47629"/>
                </a:solidFill>
                <a:latin typeface="Arial"/>
              </a:rPr>
              <a:t>↓</a:t>
            </a:r>
          </a:p>
        </p:txBody>
      </p:sp>
      <p:sp>
        <p:nvSpPr>
          <p:cNvPr id="55" name="Rounded Rectangle 16"/>
          <p:cNvSpPr/>
          <p:nvPr/>
        </p:nvSpPr>
        <p:spPr>
          <a:xfrm>
            <a:off x="901950" y="6903000"/>
            <a:ext cx="7200000" cy="1728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81950" y="6952944"/>
            <a:ext cx="666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313131"/>
                </a:solidFill>
                <a:latin typeface="Arial"/>
              </a:rPr>
              <a:t>🚗  ЭТП — </a:t>
            </a:r>
            <a:r>
              <a:rPr sz="2400" b="1" dirty="0" err="1">
                <a:solidFill>
                  <a:srgbClr val="313131"/>
                </a:solidFill>
                <a:latin typeface="Arial"/>
              </a:rPr>
              <a:t>Эксклюзивный</a:t>
            </a:r>
            <a:r>
              <a:rPr sz="2400" b="1" dirty="0">
                <a:solidFill>
                  <a:srgbClr val="313131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313131"/>
                </a:solidFill>
                <a:latin typeface="Arial"/>
              </a:rPr>
              <a:t>торговый</a:t>
            </a:r>
            <a:r>
              <a:rPr sz="2400" b="1" dirty="0">
                <a:solidFill>
                  <a:srgbClr val="313131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313131"/>
                </a:solidFill>
                <a:latin typeface="Arial"/>
              </a:rPr>
              <a:t>представитель</a:t>
            </a:r>
            <a:endParaRPr sz="2400" b="1" dirty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81949" y="7747794"/>
            <a:ext cx="67847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000000"/>
                </a:solidFill>
                <a:latin typeface="Arial"/>
              </a:rPr>
              <a:t>Полевая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работа</a:t>
            </a:r>
            <a:r>
              <a:rPr sz="1600" dirty="0">
                <a:solidFill>
                  <a:srgbClr val="000000"/>
                </a:solidFill>
                <a:latin typeface="Arial"/>
              </a:rPr>
              <a:t> с АКБ.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Визиты</a:t>
            </a:r>
            <a:r>
              <a:rPr sz="1600" dirty="0">
                <a:solidFill>
                  <a:srgbClr val="000000"/>
                </a:solidFill>
                <a:latin typeface="Arial"/>
              </a:rPr>
              <a:t> в РТТ,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обучение</a:t>
            </a:r>
            <a:r>
              <a:rPr sz="1600" dirty="0">
                <a:solidFill>
                  <a:srgbClr val="000000"/>
                </a:solidFill>
                <a:latin typeface="Arial"/>
              </a:rPr>
              <a:t> ТП,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выкладка</a:t>
            </a:r>
            <a:r>
              <a:rPr sz="1600" dirty="0">
                <a:solidFill>
                  <a:srgbClr val="000000"/>
                </a:solidFill>
                <a:latin typeface="Arial"/>
              </a:rPr>
              <a:t>, POS-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материалы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4345" y="8319195"/>
            <a:ext cx="666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47629"/>
                </a:solidFill>
                <a:latin typeface="Arial"/>
              </a:rPr>
              <a:t>120 РТТ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на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1 ЭТП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2894" y="1907718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47629"/>
                </a:solidFill>
                <a:latin typeface="Arial"/>
              </a:rPr>
              <a:t>ПРИНЦИП МАСШТАБИРОВАНИЯ</a:t>
            </a:r>
          </a:p>
        </p:txBody>
      </p:sp>
      <p:sp>
        <p:nvSpPr>
          <p:cNvPr id="60" name="Rounded Rectangle 21"/>
          <p:cNvSpPr/>
          <p:nvPr/>
        </p:nvSpPr>
        <p:spPr>
          <a:xfrm>
            <a:off x="8641950" y="2390550"/>
            <a:ext cx="7200000" cy="1800000"/>
          </a:xfrm>
          <a:prstGeom prst="round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001950" y="2512494"/>
            <a:ext cx="6480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 err="1">
                <a:solidFill>
                  <a:srgbClr val="FFFFFF"/>
                </a:solidFill>
                <a:latin typeface="Arial"/>
              </a:rPr>
              <a:t>Больше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АКБ с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Эмпилс</a:t>
            </a:r>
            <a:endParaRPr sz="1800" b="1" dirty="0">
              <a:solidFill>
                <a:srgbClr val="FFFFFF"/>
              </a:solidFill>
              <a:latin typeface="Arial"/>
            </a:endParaRPr>
          </a:p>
          <a:p>
            <a:pPr algn="ctr">
              <a:spcBef>
                <a:spcPts val="800"/>
              </a:spcBef>
            </a:pPr>
            <a:r>
              <a:rPr sz="2400" dirty="0">
                <a:solidFill>
                  <a:srgbClr val="F47629"/>
                </a:solidFill>
                <a:latin typeface="Arial"/>
              </a:rPr>
              <a:t>↓</a:t>
            </a:r>
          </a:p>
          <a:p>
            <a:pPr algn="ctr">
              <a:spcBef>
                <a:spcPts val="400"/>
              </a:spcBef>
            </a:pPr>
            <a:r>
              <a:rPr sz="1800" b="1" dirty="0" err="1">
                <a:solidFill>
                  <a:srgbClr val="F47629"/>
                </a:solidFill>
                <a:latin typeface="Arial"/>
              </a:rPr>
              <a:t>Больше</a:t>
            </a:r>
            <a:r>
              <a:rPr sz="18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47629"/>
                </a:solidFill>
                <a:latin typeface="Arial"/>
              </a:rPr>
              <a:t>наша</a:t>
            </a:r>
            <a:r>
              <a:rPr sz="18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47629"/>
                </a:solidFill>
                <a:latin typeface="Arial"/>
              </a:rPr>
              <a:t>команда</a:t>
            </a:r>
            <a:r>
              <a:rPr sz="18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47629"/>
                </a:solidFill>
                <a:latin typeface="Arial"/>
              </a:rPr>
              <a:t>на</a:t>
            </a:r>
            <a:r>
              <a:rPr sz="18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47629"/>
                </a:solidFill>
                <a:latin typeface="Arial"/>
              </a:rPr>
              <a:t>вашей</a:t>
            </a:r>
            <a:r>
              <a:rPr sz="18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47629"/>
                </a:solidFill>
                <a:latin typeface="Arial"/>
              </a:rPr>
              <a:t>территории</a:t>
            </a:r>
            <a:endParaRPr sz="1800" b="1" dirty="0">
              <a:solidFill>
                <a:srgbClr val="F47629"/>
              </a:solidFill>
              <a:latin typeface="Arial"/>
            </a:endParaRPr>
          </a:p>
        </p:txBody>
      </p:sp>
      <p:sp>
        <p:nvSpPr>
          <p:cNvPr id="62" name="Rounded Rectangle 23"/>
          <p:cNvSpPr/>
          <p:nvPr/>
        </p:nvSpPr>
        <p:spPr>
          <a:xfrm>
            <a:off x="8641950" y="4713450"/>
            <a:ext cx="7200000" cy="1440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001950" y="4777908"/>
            <a:ext cx="6480000" cy="1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dirty="0">
                <a:solidFill>
                  <a:srgbClr val="F47629"/>
                </a:solidFill>
                <a:latin typeface="Arial"/>
              </a:rPr>
              <a:t>120 РТТ</a:t>
            </a:r>
          </a:p>
          <a:p>
            <a:pPr algn="ctr"/>
            <a:r>
              <a:rPr sz="1400" dirty="0" err="1">
                <a:solidFill>
                  <a:srgbClr val="313131"/>
                </a:solidFill>
                <a:latin typeface="Arial"/>
              </a:rPr>
              <a:t>на</a:t>
            </a:r>
            <a:r>
              <a:rPr sz="1400" dirty="0">
                <a:solidFill>
                  <a:srgbClr val="313131"/>
                </a:solidFill>
                <a:latin typeface="Arial"/>
              </a:rPr>
              <a:t> 1 ЭТП</a:t>
            </a:r>
          </a:p>
          <a:p>
            <a:pPr algn="ctr">
              <a:spcBef>
                <a:spcPts val="600"/>
              </a:spcBef>
            </a:pPr>
            <a:r>
              <a:rPr sz="1000" dirty="0" err="1">
                <a:solidFill>
                  <a:srgbClr val="000000"/>
                </a:solidFill>
                <a:latin typeface="Arial"/>
              </a:rPr>
              <a:t>Каждые</a:t>
            </a:r>
            <a:r>
              <a:rPr sz="1000" dirty="0">
                <a:solidFill>
                  <a:srgbClr val="000000"/>
                </a:solidFill>
                <a:latin typeface="Arial"/>
              </a:rPr>
              <a:t> 120 </a:t>
            </a:r>
            <a:r>
              <a:rPr sz="1000" dirty="0" err="1">
                <a:solidFill>
                  <a:srgbClr val="000000"/>
                </a:solidFill>
                <a:latin typeface="Arial"/>
              </a:rPr>
              <a:t>активных</a:t>
            </a:r>
            <a:r>
              <a:rPr sz="1000" dirty="0">
                <a:solidFill>
                  <a:srgbClr val="000000"/>
                </a:solidFill>
                <a:latin typeface="Arial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Arial"/>
              </a:rPr>
              <a:t>торговых</a:t>
            </a:r>
            <a:r>
              <a:rPr sz="1000" dirty="0">
                <a:solidFill>
                  <a:srgbClr val="000000"/>
                </a:solidFill>
                <a:latin typeface="Arial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Arial"/>
              </a:rPr>
              <a:t>точек</a:t>
            </a:r>
            <a:r>
              <a:rPr sz="1000" dirty="0">
                <a:solidFill>
                  <a:srgbClr val="000000"/>
                </a:solidFill>
                <a:latin typeface="Arial"/>
              </a:rPr>
              <a:t> = +1 ЭТП </a:t>
            </a:r>
            <a:r>
              <a:rPr sz="1000" dirty="0" err="1">
                <a:solidFill>
                  <a:srgbClr val="000000"/>
                </a:solidFill>
                <a:latin typeface="Arial"/>
              </a:rPr>
              <a:t>на</a:t>
            </a:r>
            <a:r>
              <a:rPr sz="1000" dirty="0">
                <a:solidFill>
                  <a:srgbClr val="000000"/>
                </a:solidFill>
                <a:latin typeface="Arial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Arial"/>
              </a:rPr>
              <a:t>вашей</a:t>
            </a:r>
            <a:r>
              <a:rPr sz="1000" dirty="0">
                <a:solidFill>
                  <a:srgbClr val="000000"/>
                </a:solidFill>
                <a:latin typeface="Arial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Arial"/>
              </a:rPr>
              <a:t>территории</a:t>
            </a:r>
            <a:endParaRPr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641950" y="6723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7629"/>
                </a:solidFill>
                <a:latin typeface="Arial"/>
              </a:rPr>
              <a:t>ЧТО ДЕЛАЕТ КОМАНДА:</a:t>
            </a:r>
          </a:p>
        </p:txBody>
      </p:sp>
      <p:sp>
        <p:nvSpPr>
          <p:cNvPr id="65" name="Rounded Rectangle 26"/>
          <p:cNvSpPr/>
          <p:nvPr/>
        </p:nvSpPr>
        <p:spPr>
          <a:xfrm>
            <a:off x="8641950" y="7083000"/>
            <a:ext cx="2268000" cy="162000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749950" y="7191000"/>
            <a:ext cx="2052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dirty="0">
                <a:latin typeface="Arial"/>
              </a:rPr>
              <a:t>📋</a:t>
            </a:r>
          </a:p>
          <a:p>
            <a:pPr algn="ctr">
              <a:spcBef>
                <a:spcPts val="400"/>
              </a:spcBef>
            </a:pPr>
            <a:r>
              <a:rPr sz="1200" b="1" dirty="0" err="1">
                <a:solidFill>
                  <a:srgbClr val="313131"/>
                </a:solidFill>
                <a:latin typeface="Arial"/>
              </a:rPr>
              <a:t>Контроль</a:t>
            </a:r>
            <a:r>
              <a:rPr sz="1200" b="1" dirty="0">
                <a:solidFill>
                  <a:srgbClr val="313131"/>
                </a:solidFill>
                <a:latin typeface="Arial"/>
              </a:rPr>
              <a:t> MML</a:t>
            </a:r>
          </a:p>
          <a:p>
            <a:pPr algn="ctr">
              <a:spcBef>
                <a:spcPts val="400"/>
              </a:spcBef>
            </a:pPr>
            <a:r>
              <a:rPr sz="900" dirty="0" err="1">
                <a:solidFill>
                  <a:srgbClr val="000000"/>
                </a:solidFill>
                <a:latin typeface="Arial"/>
              </a:rPr>
              <a:t>Слежение</a:t>
            </a:r>
            <a:r>
              <a:rPr sz="900" dirty="0">
                <a:solidFill>
                  <a:srgbClr val="000000"/>
                </a:solidFill>
                <a:latin typeface="Arial"/>
              </a:rPr>
              <a:t> </a:t>
            </a:r>
            <a:r>
              <a:rPr sz="900" dirty="0" err="1">
                <a:solidFill>
                  <a:srgbClr val="000000"/>
                </a:solidFill>
                <a:latin typeface="Arial"/>
              </a:rPr>
              <a:t>за</a:t>
            </a:r>
            <a:r>
              <a:rPr sz="900" dirty="0">
                <a:solidFill>
                  <a:srgbClr val="000000"/>
                </a:solidFill>
                <a:latin typeface="Arial"/>
              </a:rPr>
              <a:t> </a:t>
            </a:r>
            <a:r>
              <a:rPr sz="900" dirty="0" err="1">
                <a:solidFill>
                  <a:srgbClr val="000000"/>
                </a:solidFill>
                <a:latin typeface="Arial"/>
              </a:rPr>
              <a:t>присутствием</a:t>
            </a:r>
            <a:r>
              <a:rPr sz="900" dirty="0">
                <a:solidFill>
                  <a:srgbClr val="000000"/>
                </a:solidFill>
                <a:latin typeface="Arial"/>
              </a:rPr>
              <a:t>
</a:t>
            </a:r>
            <a:r>
              <a:rPr sz="900" dirty="0" err="1">
                <a:solidFill>
                  <a:srgbClr val="000000"/>
                </a:solidFill>
                <a:latin typeface="Arial"/>
              </a:rPr>
              <a:t>всех</a:t>
            </a:r>
            <a:r>
              <a:rPr sz="900" dirty="0">
                <a:solidFill>
                  <a:srgbClr val="000000"/>
                </a:solidFill>
                <a:latin typeface="Arial"/>
              </a:rPr>
              <a:t> </a:t>
            </a:r>
            <a:r>
              <a:rPr sz="900" dirty="0" err="1">
                <a:solidFill>
                  <a:srgbClr val="000000"/>
                </a:solidFill>
                <a:latin typeface="Arial"/>
              </a:rPr>
              <a:t>обязательных</a:t>
            </a:r>
            <a:r>
              <a:rPr sz="900" dirty="0">
                <a:solidFill>
                  <a:srgbClr val="000000"/>
                </a:solidFill>
                <a:latin typeface="Arial"/>
              </a:rPr>
              <a:t> SKU</a:t>
            </a:r>
          </a:p>
        </p:txBody>
      </p:sp>
      <p:sp>
        <p:nvSpPr>
          <p:cNvPr id="67" name="Rounded Rectangle 28"/>
          <p:cNvSpPr/>
          <p:nvPr/>
        </p:nvSpPr>
        <p:spPr>
          <a:xfrm>
            <a:off x="11161950" y="7083000"/>
            <a:ext cx="2268000" cy="162000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269950" y="7191000"/>
            <a:ext cx="2052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latin typeface="Arial"/>
              </a:rPr>
              <a:t>🎓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313131"/>
                </a:solidFill>
                <a:latin typeface="Arial"/>
              </a:rPr>
              <a:t>Обучение ТП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000000"/>
                </a:solidFill>
                <a:latin typeface="Arial"/>
              </a:rPr>
              <a:t>Тренинги по продукту,
продажам, TCO</a:t>
            </a:r>
          </a:p>
        </p:txBody>
      </p:sp>
      <p:sp>
        <p:nvSpPr>
          <p:cNvPr id="69" name="Rounded Rectangle 30"/>
          <p:cNvSpPr/>
          <p:nvPr/>
        </p:nvSpPr>
        <p:spPr>
          <a:xfrm>
            <a:off x="13681950" y="7083000"/>
            <a:ext cx="2268000" cy="162000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3789950" y="7191000"/>
            <a:ext cx="2052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latin typeface="Arial"/>
              </a:rPr>
              <a:t>📍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313131"/>
                </a:solidFill>
                <a:latin typeface="Arial"/>
              </a:rPr>
              <a:t>Выкладка и POS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000000"/>
                </a:solidFill>
                <a:latin typeface="Arial"/>
              </a:rPr>
              <a:t>Контроль полки,
установка POS-материалов</a:t>
            </a:r>
          </a:p>
        </p:txBody>
      </p:sp>
    </p:spTree>
    <p:extLst>
      <p:ext uri="{BB962C8B-B14F-4D97-AF65-F5344CB8AC3E}">
        <p14:creationId xmlns:p14="http://schemas.microsoft.com/office/powerpoint/2010/main" val="244843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4848" y="155499"/>
            <a:ext cx="12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313131"/>
                </a:solidFill>
                <a:latin typeface="Arial"/>
              </a:rPr>
              <a:t>ТРЕЙД-МАРКЕТИНГ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056" y="716240"/>
            <a:ext cx="2340000" cy="36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9432" y="2838734"/>
            <a:ext cx="4768980" cy="4004713"/>
          </a:xfrm>
          <a:prstGeom prst="round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432" y="3531166"/>
            <a:ext cx="4314792" cy="129266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0" b="1" dirty="0">
                <a:solidFill>
                  <a:srgbClr val="F47629"/>
                </a:solidFill>
                <a:latin typeface="Arial"/>
              </a:rPr>
              <a:t>2%</a:t>
            </a:r>
          </a:p>
          <a:p>
            <a:pPr algn="ctr"/>
            <a:r>
              <a:rPr sz="1400" dirty="0" err="1">
                <a:solidFill>
                  <a:srgbClr val="FFFFFF"/>
                </a:solidFill>
                <a:latin typeface="Arial"/>
              </a:rPr>
              <a:t>от</a:t>
            </a:r>
            <a:r>
              <a:rPr sz="140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Arial"/>
              </a:rPr>
              <a:t>оборота</a:t>
            </a:r>
            <a:endParaRPr sz="14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9432" y="5301047"/>
            <a:ext cx="4314792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dirty="0" err="1">
                <a:solidFill>
                  <a:srgbClr val="FFFFFF"/>
                </a:solidFill>
                <a:latin typeface="Arial"/>
              </a:rPr>
              <a:t>Эмпилс</a:t>
            </a:r>
            <a:r>
              <a:rPr sz="140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Arial"/>
              </a:rPr>
              <a:t>выделяет</a:t>
            </a:r>
            <a:r>
              <a:rPr sz="140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Arial"/>
              </a:rPr>
              <a:t>на</a:t>
            </a:r>
            <a:r>
              <a:rPr sz="140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Arial"/>
              </a:rPr>
              <a:t>трейд-маркетинг</a:t>
            </a:r>
            <a:r>
              <a:rPr sz="140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Arial"/>
              </a:rPr>
              <a:t>дистрибьютора</a:t>
            </a:r>
            <a:endParaRPr sz="1400" dirty="0">
              <a:solidFill>
                <a:srgbClr val="FFFFFF"/>
              </a:solidFill>
              <a:latin typeface="Arial"/>
            </a:endParaRPr>
          </a:p>
          <a:p>
            <a:pPr algn="ctr">
              <a:spcBef>
                <a:spcPts val="400"/>
              </a:spcBef>
            </a:pPr>
            <a:r>
              <a:rPr sz="1400" b="1" dirty="0">
                <a:solidFill>
                  <a:srgbClr val="F47629"/>
                </a:solidFill>
                <a:latin typeface="Arial"/>
              </a:rPr>
              <a:t>230 ₽/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кг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—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зарабатываем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вместе</a:t>
            </a:r>
            <a:endParaRPr sz="1400" b="1" dirty="0">
              <a:solidFill>
                <a:srgbClr val="F47629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7695" y="575669"/>
            <a:ext cx="99267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47629"/>
                </a:solidFill>
                <a:latin typeface="Arial"/>
              </a:rPr>
              <a:t>НАПРАВЛЕНИЯ ПОДДЕРЖКИ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00290" y="4217426"/>
            <a:ext cx="3507694" cy="2618826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13233" y="4438815"/>
            <a:ext cx="3312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313131"/>
                </a:solidFill>
                <a:latin typeface="Arial"/>
              </a:rPr>
              <a:t>🎁  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Акции</a:t>
            </a:r>
            <a:r>
              <a:rPr sz="1600" b="1" dirty="0">
                <a:solidFill>
                  <a:srgbClr val="313131"/>
                </a:solidFill>
                <a:latin typeface="Arial"/>
              </a:rPr>
              <a:t> «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Подарок</a:t>
            </a:r>
            <a:r>
              <a:rPr sz="1600" b="1" dirty="0">
                <a:solidFill>
                  <a:srgbClr val="313131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за</a:t>
            </a:r>
            <a:r>
              <a:rPr sz="1600" b="1" dirty="0">
                <a:solidFill>
                  <a:srgbClr val="313131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покупку</a:t>
            </a:r>
            <a:r>
              <a:rPr sz="1600" b="1" dirty="0">
                <a:solidFill>
                  <a:srgbClr val="313131"/>
                </a:solidFill>
                <a:latin typeface="Arial"/>
              </a:rPr>
              <a:t>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40529" y="5043126"/>
            <a:ext cx="1217949" cy="51046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13233" y="5253963"/>
            <a:ext cx="33128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rgbClr val="000000"/>
                </a:solidFill>
                <a:latin typeface="Arial"/>
              </a:rPr>
              <a:t>При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закупке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объёма</a:t>
            </a:r>
            <a:r>
              <a:rPr sz="1400" dirty="0">
                <a:solidFill>
                  <a:srgbClr val="000000"/>
                </a:solidFill>
                <a:latin typeface="Arial"/>
              </a:rPr>
              <a:t> —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бонусные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банки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бесплатно</a:t>
            </a:r>
            <a:r>
              <a:rPr sz="1400" dirty="0">
                <a:solidFill>
                  <a:srgbClr val="000000"/>
                </a:solidFill>
                <a:latin typeface="Arial"/>
              </a:rPr>
              <a:t>.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Стимулирует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увеличение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заказа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14514" y="1445331"/>
            <a:ext cx="3507694" cy="2618826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213809" y="1825741"/>
            <a:ext cx="3312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313131"/>
                </a:solidFill>
                <a:latin typeface="Arial"/>
              </a:rPr>
              <a:t>💰  </a:t>
            </a:r>
            <a:r>
              <a:rPr lang="ru-RU" sz="1600" b="1" dirty="0" smtClean="0">
                <a:solidFill>
                  <a:srgbClr val="313131"/>
                </a:solidFill>
                <a:latin typeface="Arial"/>
              </a:rPr>
              <a:t>Увеличение отсрочки</a:t>
            </a:r>
            <a:endParaRPr sz="1600" b="1" dirty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4350289" y="2202791"/>
            <a:ext cx="1217949" cy="51046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186513" y="2470882"/>
            <a:ext cx="33128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400" dirty="0" smtClean="0">
                <a:solidFill>
                  <a:srgbClr val="000000"/>
                </a:solidFill>
                <a:latin typeface="Arial"/>
              </a:rPr>
              <a:t>Увеличение отсрочки</a:t>
            </a:r>
            <a:endParaRPr sz="1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90399" y="7037146"/>
            <a:ext cx="3507694" cy="2618826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2398" y="7499444"/>
            <a:ext cx="3312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313131"/>
                </a:solidFill>
                <a:latin typeface="Arial"/>
              </a:rPr>
              <a:t>📍  POS-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материалы</a:t>
            </a:r>
            <a:endParaRPr sz="1600" b="1" dirty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657934" y="7876494"/>
            <a:ext cx="1217949" cy="51046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62398" y="8114627"/>
            <a:ext cx="33128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rgbClr val="000000"/>
                </a:solidFill>
                <a:latin typeface="Arial"/>
              </a:rPr>
              <a:t>Шелфтокеры</a:t>
            </a:r>
            <a:r>
              <a:rPr sz="1400" dirty="0">
                <a:solidFill>
                  <a:srgbClr val="00000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воблеры</a:t>
            </a:r>
            <a:r>
              <a:rPr sz="1400" dirty="0">
                <a:solidFill>
                  <a:srgbClr val="00000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ценникодержатели</a:t>
            </a:r>
            <a:r>
              <a:rPr sz="1400" dirty="0">
                <a:solidFill>
                  <a:srgbClr val="00000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планограммы</a:t>
            </a:r>
            <a:r>
              <a:rPr sz="1400" dirty="0">
                <a:solidFill>
                  <a:srgbClr val="00000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баннеры</a:t>
            </a:r>
            <a:r>
              <a:rPr sz="1400" dirty="0">
                <a:solidFill>
                  <a:srgbClr val="000000"/>
                </a:solidFill>
                <a:latin typeface="Arial"/>
              </a:rPr>
              <a:t> —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бесплатно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12655" y="4231773"/>
            <a:ext cx="3507694" cy="2618826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211950" y="4453162"/>
            <a:ext cx="3312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313131"/>
                </a:solidFill>
                <a:latin typeface="Arial"/>
              </a:rPr>
              <a:t>🎓  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Обучение</a:t>
            </a:r>
            <a:r>
              <a:rPr sz="1600" b="1" dirty="0">
                <a:solidFill>
                  <a:srgbClr val="313131"/>
                </a:solidFill>
                <a:latin typeface="Arial"/>
              </a:rPr>
              <a:t> и 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мотивация</a:t>
            </a:r>
            <a:r>
              <a:rPr sz="1600" b="1" dirty="0">
                <a:solidFill>
                  <a:srgbClr val="313131"/>
                </a:solidFill>
                <a:latin typeface="Arial"/>
              </a:rPr>
              <a:t> ТП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211950" y="4825457"/>
            <a:ext cx="1217949" cy="51046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4211950" y="5170578"/>
            <a:ext cx="33128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rgbClr val="000000"/>
                </a:solidFill>
                <a:latin typeface="Arial"/>
              </a:rPr>
              <a:t>Тренинги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по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 smtClean="0">
                <a:solidFill>
                  <a:srgbClr val="000000"/>
                </a:solidFill>
                <a:latin typeface="Arial"/>
              </a:rPr>
              <a:t>продукту</a:t>
            </a:r>
            <a:r>
              <a:rPr lang="ru-RU" sz="1400" dirty="0" smtClean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l"/>
            <a:r>
              <a:rPr sz="14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1400" dirty="0" smtClean="0">
                <a:solidFill>
                  <a:srgbClr val="000000"/>
                </a:solidFill>
                <a:latin typeface="Arial"/>
              </a:rPr>
              <a:t>Мастер-классы. </a:t>
            </a:r>
          </a:p>
          <a:p>
            <a:pPr algn="l"/>
            <a:r>
              <a:rPr lang="ru-RU" sz="1400" dirty="0" smtClean="0">
                <a:solidFill>
                  <a:srgbClr val="000000"/>
                </a:solidFill>
                <a:latin typeface="Arial"/>
              </a:rPr>
              <a:t>Сравнительные </a:t>
            </a:r>
            <a:r>
              <a:rPr lang="ru-RU" sz="1400" dirty="0" err="1" smtClean="0">
                <a:solidFill>
                  <a:srgbClr val="000000"/>
                </a:solidFill>
                <a:latin typeface="Arial"/>
              </a:rPr>
              <a:t>выкрасы</a:t>
            </a:r>
            <a:r>
              <a:rPr lang="ru-RU" sz="1400" dirty="0" smtClean="0">
                <a:solidFill>
                  <a:srgbClr val="000000"/>
                </a:solidFill>
                <a:latin typeface="Arial"/>
              </a:rPr>
              <a:t>.</a:t>
            </a:r>
            <a:endParaRPr sz="1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0341234" y="7037146"/>
            <a:ext cx="3507694" cy="2618826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13233" y="7499444"/>
            <a:ext cx="3312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313131"/>
                </a:solidFill>
                <a:latin typeface="Arial"/>
              </a:rPr>
              <a:t>📺  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Контент</a:t>
            </a:r>
            <a:r>
              <a:rPr sz="1600" b="1" dirty="0">
                <a:solidFill>
                  <a:srgbClr val="313131"/>
                </a:solidFill>
                <a:latin typeface="Arial"/>
              </a:rPr>
              <a:t> и digital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36065" y="7862846"/>
            <a:ext cx="1217949" cy="51046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13233" y="8114627"/>
            <a:ext cx="33128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rgbClr val="000000"/>
                </a:solidFill>
                <a:latin typeface="Arial"/>
              </a:rPr>
              <a:t>Материалы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для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соцсетей</a:t>
            </a:r>
            <a:r>
              <a:rPr sz="1400" dirty="0">
                <a:solidFill>
                  <a:srgbClr val="00000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видеоинструкции</a:t>
            </a:r>
            <a:r>
              <a:rPr sz="1400" dirty="0">
                <a:solidFill>
                  <a:srgbClr val="00000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фото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выкрасов</a:t>
            </a:r>
            <a:r>
              <a:rPr sz="1400" dirty="0">
                <a:solidFill>
                  <a:srgbClr val="000000"/>
                </a:solidFill>
                <a:latin typeface="Arial"/>
              </a:rPr>
              <a:t>.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Поддержка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интернет-магазина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0399" y="1460300"/>
            <a:ext cx="3507694" cy="2618826"/>
          </a:xfrm>
          <a:prstGeom prst="roundRect">
            <a:avLst/>
          </a:prstGeom>
          <a:solidFill>
            <a:srgbClr val="E9D5FF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9694" y="1840710"/>
            <a:ext cx="3312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313131"/>
                </a:solidFill>
                <a:latin typeface="Arial"/>
              </a:rPr>
              <a:t>🏆  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Мотивация</a:t>
            </a:r>
            <a:r>
              <a:rPr sz="1600" b="1" dirty="0">
                <a:solidFill>
                  <a:srgbClr val="313131"/>
                </a:solidFill>
                <a:latin typeface="Arial"/>
              </a:rPr>
              <a:t> ТП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12526" y="2204112"/>
            <a:ext cx="1217949" cy="51046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62398" y="2510485"/>
            <a:ext cx="33128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rgbClr val="000000"/>
                </a:solidFill>
                <a:latin typeface="Arial"/>
              </a:rPr>
              <a:t>Конкурсы</a:t>
            </a:r>
            <a:r>
              <a:rPr sz="1400" dirty="0">
                <a:solidFill>
                  <a:srgbClr val="000000"/>
                </a:solidFill>
                <a:latin typeface="Arial"/>
              </a:rPr>
              <a:t> и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премии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для</a:t>
            </a:r>
            <a:r>
              <a:rPr sz="1400" dirty="0">
                <a:solidFill>
                  <a:srgbClr val="000000"/>
                </a:solidFill>
                <a:latin typeface="Arial"/>
              </a:rPr>
              <a:t> ТП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дистрибьютора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за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активные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продажи</a:t>
            </a:r>
            <a:r>
              <a:rPr sz="1400" dirty="0">
                <a:solidFill>
                  <a:srgbClr val="000000"/>
                </a:solidFill>
                <a:latin typeface="Arial"/>
              </a:rPr>
              <a:t>.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Призы</a:t>
            </a:r>
            <a:r>
              <a:rPr sz="1400" dirty="0">
                <a:solidFill>
                  <a:srgbClr val="00000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бонусы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за</a:t>
            </a:r>
            <a:r>
              <a:rPr sz="1400" dirty="0">
                <a:solidFill>
                  <a:srgbClr val="000000"/>
                </a:solidFill>
                <a:latin typeface="Arial"/>
              </a:rPr>
              <a:t> KPI.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68591" y="1460300"/>
            <a:ext cx="3507694" cy="2618826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367886" y="1819561"/>
            <a:ext cx="3312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313131"/>
                </a:solidFill>
                <a:latin typeface="Arial"/>
              </a:rPr>
              <a:t>🏪  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Мотивация</a:t>
            </a:r>
            <a:r>
              <a:rPr sz="1600" b="1" dirty="0">
                <a:solidFill>
                  <a:srgbClr val="313131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розницы</a:t>
            </a:r>
            <a:endParaRPr sz="1600" b="1" dirty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0477070" y="2204112"/>
            <a:ext cx="1217949" cy="51046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40590" y="2494641"/>
            <a:ext cx="33128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rgbClr val="000000"/>
                </a:solidFill>
                <a:latin typeface="Arial"/>
              </a:rPr>
              <a:t>Программы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лояльности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для</a:t>
            </a:r>
            <a:r>
              <a:rPr sz="1400" dirty="0">
                <a:solidFill>
                  <a:srgbClr val="000000"/>
                </a:solidFill>
                <a:latin typeface="Arial"/>
              </a:rPr>
              <a:t> РТТ: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накопительные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бонусы</a:t>
            </a:r>
            <a:r>
              <a:rPr sz="1400" dirty="0">
                <a:solidFill>
                  <a:srgbClr val="00000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призы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за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выкладку</a:t>
            </a:r>
            <a:r>
              <a:rPr sz="1400" dirty="0">
                <a:solidFill>
                  <a:srgbClr val="00000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рейтинги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0399" y="4235533"/>
            <a:ext cx="3507694" cy="2618826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62398" y="4456922"/>
            <a:ext cx="3312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313131"/>
                </a:solidFill>
                <a:latin typeface="Arial"/>
              </a:rPr>
              <a:t>🟡  «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Жёлтый</a:t>
            </a:r>
            <a:r>
              <a:rPr sz="1600" b="1" dirty="0">
                <a:solidFill>
                  <a:srgbClr val="313131"/>
                </a:solidFill>
                <a:latin typeface="Arial"/>
              </a:rPr>
              <a:t> </a:t>
            </a:r>
            <a:r>
              <a:rPr sz="1600" b="1" dirty="0" err="1" smtClean="0">
                <a:solidFill>
                  <a:srgbClr val="313131"/>
                </a:solidFill>
                <a:latin typeface="Arial"/>
              </a:rPr>
              <a:t>ценник</a:t>
            </a:r>
            <a:r>
              <a:rPr lang="ru-RU" sz="1600" b="1" dirty="0" smtClean="0">
                <a:solidFill>
                  <a:srgbClr val="313131"/>
                </a:solidFill>
                <a:latin typeface="Arial"/>
              </a:rPr>
              <a:t> и </a:t>
            </a:r>
            <a:r>
              <a:rPr lang="ru-RU" sz="1600" b="1" dirty="0" err="1" smtClean="0">
                <a:solidFill>
                  <a:srgbClr val="313131"/>
                </a:solidFill>
                <a:latin typeface="Arial"/>
              </a:rPr>
              <a:t>спеццены</a:t>
            </a:r>
            <a:r>
              <a:rPr sz="1600" b="1" dirty="0" smtClean="0">
                <a:solidFill>
                  <a:srgbClr val="313131"/>
                </a:solidFill>
                <a:latin typeface="Arial"/>
              </a:rPr>
              <a:t>»</a:t>
            </a:r>
            <a:endParaRPr sz="1600" b="1" dirty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657934" y="5074881"/>
            <a:ext cx="1217949" cy="51046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62398" y="5242578"/>
            <a:ext cx="33128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rgbClr val="000000"/>
                </a:solidFill>
                <a:latin typeface="Arial"/>
              </a:rPr>
              <a:t>Снижение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цены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на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полке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на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ключевые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SKU.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Сезонное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ценовое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продвижение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172834" y="7037146"/>
            <a:ext cx="3507694" cy="2618826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4244833" y="7449607"/>
            <a:ext cx="3312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313131"/>
                </a:solidFill>
                <a:latin typeface="Arial"/>
              </a:rPr>
              <a:t>🚐  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Брендирование</a:t>
            </a:r>
            <a:r>
              <a:rPr sz="1600" b="1" dirty="0">
                <a:solidFill>
                  <a:srgbClr val="313131"/>
                </a:solidFill>
                <a:latin typeface="Arial"/>
              </a:rPr>
              <a:t> и 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реклама</a:t>
            </a:r>
            <a:endParaRPr sz="1600" b="1" dirty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4313073" y="7835550"/>
            <a:ext cx="1217949" cy="51046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4244833" y="8128275"/>
            <a:ext cx="33128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rgbClr val="000000"/>
                </a:solidFill>
                <a:latin typeface="Arial"/>
              </a:rPr>
              <a:t>Брендирование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машин</a:t>
            </a:r>
            <a:r>
              <a:rPr sz="1400" dirty="0">
                <a:solidFill>
                  <a:srgbClr val="00000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входных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групп</a:t>
            </a:r>
            <a:r>
              <a:rPr sz="1400" dirty="0">
                <a:solidFill>
                  <a:srgbClr val="000000"/>
                </a:solidFill>
                <a:latin typeface="Arial"/>
              </a:rPr>
              <a:t> в РТТ,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баннерная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реклама</a:t>
            </a:r>
            <a:r>
              <a:rPr sz="1400" dirty="0">
                <a:solidFill>
                  <a:srgbClr val="000000"/>
                </a:solidFill>
                <a:latin typeface="Arial"/>
              </a:rPr>
              <a:t>.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Узнаваемость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9436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E:\Реклама\Presentation\2026 Обучающие\DSC_0854-1.png">
            <a:extLst>
              <a:ext uri="{FF2B5EF4-FFF2-40B4-BE49-F238E27FC236}">
                <a16:creationId xmlns="" xmlns:a16="http://schemas.microsoft.com/office/drawing/2014/main" id="{6D935E32-797F-47FC-8991-D08BF7B93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36" b="9482"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Rectangle 1">
            <a:extLst>
              <a:ext uri="{FF2B5EF4-FFF2-40B4-BE49-F238E27FC236}">
                <a16:creationId xmlns="" xmlns:a16="http://schemas.microsoft.com/office/drawing/2014/main" id="{6BBFF896-26AD-4E7E-9F09-FD93B4036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0575" y="5514975"/>
            <a:ext cx="3527425" cy="3019425"/>
          </a:xfrm>
          <a:prstGeom prst="rect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7892" name="Rectangle 1">
            <a:extLst>
              <a:ext uri="{FF2B5EF4-FFF2-40B4-BE49-F238E27FC236}">
                <a16:creationId xmlns="" xmlns:a16="http://schemas.microsoft.com/office/drawing/2014/main" id="{94D09A7D-E951-4C40-8586-3115E5F8F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514975"/>
            <a:ext cx="12580938" cy="3019425"/>
          </a:xfrm>
          <a:prstGeom prst="rect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5" name="H1">
            <a:extLst>
              <a:ext uri="{FF2B5EF4-FFF2-40B4-BE49-F238E27FC236}">
                <a16:creationId xmlns="" xmlns:a16="http://schemas.microsoft.com/office/drawing/2014/main" id="{432E0554-34D6-4FBB-B986-1371E0B68EC7}"/>
              </a:ext>
            </a:extLst>
          </p:cNvPr>
          <p:cNvSpPr/>
          <p:nvPr/>
        </p:nvSpPr>
        <p:spPr>
          <a:xfrm>
            <a:off x="1685925" y="6510338"/>
            <a:ext cx="11841163" cy="102870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7200" b="1" kern="0" spc="360" dirty="0">
                <a:solidFill>
                  <a:srgbClr val="FFFFFF"/>
                </a:solidFill>
                <a:latin typeface="Proxima Nova Rg" panose="02000506030000020004" pitchFamily="2" charset="0"/>
                <a:ea typeface="Proxima Nova Bold" pitchFamily="34" charset="-122"/>
                <a:cs typeface="Proxima Nova Bold" pitchFamily="34" charset="-120"/>
              </a:rPr>
              <a:t>СПАСИБО ЗА ВНИМАНИЕ</a:t>
            </a:r>
          </a:p>
        </p:txBody>
      </p:sp>
      <p:sp>
        <p:nvSpPr>
          <p:cNvPr id="6" name="H1">
            <a:extLst>
              <a:ext uri="{FF2B5EF4-FFF2-40B4-BE49-F238E27FC236}">
                <a16:creationId xmlns="" xmlns:a16="http://schemas.microsoft.com/office/drawing/2014/main" id="{D8AFD22F-0913-4454-827B-30428CD1F67E}"/>
              </a:ext>
            </a:extLst>
          </p:cNvPr>
          <p:cNvSpPr/>
          <p:nvPr/>
        </p:nvSpPr>
        <p:spPr>
          <a:xfrm>
            <a:off x="15414625" y="9324975"/>
            <a:ext cx="1204913" cy="304800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algn="r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kern="0" spc="-75" dirty="0">
                <a:solidFill>
                  <a:schemeClr val="bg1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2026</a:t>
            </a:r>
            <a:endParaRPr lang="en-US" sz="2700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pic>
        <p:nvPicPr>
          <p:cNvPr id="37895" name="Picture 3" descr="E:\Реклама\Presentation\2026 Обучающие\qr white_Монтажная область 1.png">
            <a:extLst>
              <a:ext uri="{FF2B5EF4-FFF2-40B4-BE49-F238E27FC236}">
                <a16:creationId xmlns="" xmlns:a16="http://schemas.microsoft.com/office/drawing/2014/main" id="{CD44E07F-D5D4-4143-9F59-DBA013B07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0913" y="5776913"/>
            <a:ext cx="2017712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288000"/>
            <a:ext cx="12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313131"/>
                </a:solidFill>
                <a:latin typeface="Arial"/>
              </a:rPr>
              <a:t>НОВИНКИ 2027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648000"/>
            <a:ext cx="1980000" cy="36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756000"/>
            <a:ext cx="16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B7280"/>
                </a:solidFill>
                <a:latin typeface="Arial"/>
              </a:rPr>
              <a:t>Расширяем ассортимент — 28 новых продуктов по 6 брендам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260000"/>
            <a:ext cx="5400000" cy="3420000"/>
          </a:xfrm>
          <a:prstGeom prst="roundRect">
            <a:avLst/>
          </a:prstGeom>
          <a:solidFill>
            <a:srgbClr val="E9D5FF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4000" y="1332000"/>
            <a:ext cx="511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3131"/>
                </a:solidFill>
                <a:latin typeface="Arial"/>
              </a:rPr>
              <a:t>🎨  AVANTGARDE</a:t>
            </a:r>
          </a:p>
          <a:p>
            <a:pPr algn="l"/>
            <a:r>
              <a:rPr sz="900" b="1">
                <a:solidFill>
                  <a:srgbClr val="F47629"/>
                </a:solidFill>
                <a:latin typeface="Arial"/>
              </a:rPr>
              <a:t>+3 новинок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000" y="1800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000" y="1908000"/>
            <a:ext cx="5112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•  Гидроизолирующая грунтовка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•  Пропитка-лак для финишного покрытия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•  Наливные полы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0000" y="1260000"/>
            <a:ext cx="5400000" cy="3420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4000" y="1332000"/>
            <a:ext cx="511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3131"/>
                </a:solidFill>
                <a:latin typeface="Arial"/>
              </a:rPr>
              <a:t>🛡️  TITAN</a:t>
            </a:r>
          </a:p>
          <a:p>
            <a:pPr algn="l"/>
            <a:r>
              <a:rPr sz="900" b="1">
                <a:solidFill>
                  <a:srgbClr val="F47629"/>
                </a:solidFill>
                <a:latin typeface="Arial"/>
              </a:rPr>
              <a:t>+4 новинок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4000" y="1800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4000" y="1908000"/>
            <a:ext cx="5112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•  Термостойкая эмаль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•  Преобразователь ржавчины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•  Очиститель поверхности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•  Растворитель «TITAN»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00000" y="1260000"/>
            <a:ext cx="5400000" cy="3420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44000" y="1332000"/>
            <a:ext cx="511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3131"/>
                </a:solidFill>
                <a:latin typeface="Arial"/>
              </a:rPr>
              <a:t>💧  NEWTONE</a:t>
            </a:r>
          </a:p>
          <a:p>
            <a:pPr algn="l"/>
            <a:r>
              <a:rPr sz="900" b="1">
                <a:solidFill>
                  <a:srgbClr val="F47629"/>
                </a:solidFill>
                <a:latin typeface="Arial"/>
              </a:rPr>
              <a:t>+2 новинок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44000" y="1800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44000" y="1908000"/>
            <a:ext cx="5112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•  Грунт-концентрат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•  Краска интерьерная в готовых цветах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000" y="4860000"/>
            <a:ext cx="5400000" cy="34200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4000" y="4932000"/>
            <a:ext cx="511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3131"/>
                </a:solidFill>
                <a:latin typeface="Arial"/>
              </a:rPr>
              <a:t>🏠  ОРЕОЛ</a:t>
            </a:r>
          </a:p>
          <a:p>
            <a:pPr algn="l"/>
            <a:r>
              <a:rPr sz="900" b="1">
                <a:solidFill>
                  <a:srgbClr val="F47629"/>
                </a:solidFill>
                <a:latin typeface="Arial"/>
              </a:rPr>
              <a:t>+8 новинок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4000" y="5400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4000" y="5508000"/>
            <a:ext cx="5112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Грунтовка глубокого проникновения с антисептиком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Краска для ванной и кухни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Краска для спальни и гостиной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Краска для обоев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Краска резиновая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Краска для детских комнат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Краска для мебели и декора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Декоративная штукатурка «Короед»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0000" y="4860000"/>
            <a:ext cx="5400000" cy="3420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4000" y="4932000"/>
            <a:ext cx="511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3131"/>
                </a:solidFill>
                <a:latin typeface="Arial"/>
              </a:rPr>
              <a:t>🌲  PROFIWOOD</a:t>
            </a:r>
          </a:p>
          <a:p>
            <a:pPr algn="l"/>
            <a:r>
              <a:rPr sz="900" b="1">
                <a:solidFill>
                  <a:srgbClr val="F47629"/>
                </a:solidFill>
                <a:latin typeface="Arial"/>
              </a:rPr>
              <a:t>+10 новинок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4000" y="5400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4000" y="5508000"/>
            <a:ext cx="5112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Масло для террас и деревянных поверхностей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Концентрат биоцидный «Антижук»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Концентрат «Антиплесень» универсальный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Концентрат трудновымываемый антисептик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Отбеливатель для древесины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Средство для удаления высолов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Средство для удаления старого покрытия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Гидрофобизатор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Изолирующий грунт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>
                <a:solidFill>
                  <a:srgbClr val="000000"/>
                </a:solidFill>
                <a:latin typeface="Arial"/>
              </a:rPr>
              <a:t>•  Антисмольный изолятор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700000" y="4860000"/>
            <a:ext cx="5400000" cy="3420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44000" y="4932000"/>
            <a:ext cx="511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13131"/>
                </a:solidFill>
                <a:latin typeface="Arial"/>
              </a:rPr>
              <a:t>🧪  РАСЦВЕТ</a:t>
            </a:r>
          </a:p>
          <a:p>
            <a:pPr algn="l"/>
            <a:r>
              <a:rPr sz="900" b="1">
                <a:solidFill>
                  <a:srgbClr val="F47629"/>
                </a:solidFill>
                <a:latin typeface="Arial"/>
              </a:rPr>
              <a:t>+1 новинок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44000" y="5400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44000" y="5508000"/>
            <a:ext cx="5112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•  Смывка-гель для ЛКМ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9720000"/>
            <a:ext cx="18288000" cy="5400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000" y="9792000"/>
            <a:ext cx="1620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Arial"/>
              </a:rPr>
              <a:t>28 новых продуктов в 2027 — </a:t>
            </a:r>
            <a:r>
              <a:rPr sz="1200" b="1">
                <a:solidFill>
                  <a:srgbClr val="F47629"/>
                </a:solidFill>
                <a:latin typeface="Arial"/>
              </a:rPr>
              <a:t>расширяем категории, закрываем потребности, растём вместе с партнёрами.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2776</TotalTime>
  <Words>1359</Words>
  <Application>Microsoft Office PowerPoint</Application>
  <PresentationFormat>Произвольный</PresentationFormat>
  <Paragraphs>314</Paragraphs>
  <Slides>20</Slides>
  <Notes>16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37" baseType="lpstr">
      <vt:lpstr>Arial</vt:lpstr>
      <vt:lpstr>Calibri</vt:lpstr>
      <vt:lpstr>Proxima Nova Regular</vt:lpstr>
      <vt:lpstr>Proxima Nova Semibold</vt:lpstr>
      <vt:lpstr>Calibri Light</vt:lpstr>
      <vt:lpstr>Proxima Nova Bold</vt:lpstr>
      <vt:lpstr>Livvic</vt:lpstr>
      <vt:lpstr>Roboto</vt:lpstr>
      <vt:lpstr>Livvic Light</vt:lpstr>
      <vt:lpstr>Proxima Nova Lt</vt:lpstr>
      <vt:lpstr>Inter Extra Bold</vt:lpstr>
      <vt:lpstr>Proxima Nova Rg</vt:lpstr>
      <vt:lpstr>Inter Regular</vt:lpstr>
      <vt:lpstr>Inter Bold</vt:lpstr>
      <vt:lpstr>Gilroy ExtraBold</vt:lpstr>
      <vt:lpstr>Office Theme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ЦЕНОВОЕ ПОЗИЦИОНИРОВАНИЕ</vt:lpstr>
      <vt:lpstr>Презентация PowerPoint</vt:lpstr>
      <vt:lpstr>Презентация PowerPoint</vt:lpstr>
      <vt:lpstr>ПРОДУКЦИЯ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196</cp:revision>
  <dcterms:created xsi:type="dcterms:W3CDTF">2026-04-13T22:25:45Z</dcterms:created>
  <dcterms:modified xsi:type="dcterms:W3CDTF">2026-08-06T09:38:34Z</dcterms:modified>
</cp:coreProperties>
</file>