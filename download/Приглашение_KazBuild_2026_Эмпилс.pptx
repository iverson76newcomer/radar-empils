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360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7629"/>
                </a:solidFill>
                <a:latin typeface="Arial"/>
              </a:rPr>
              <a:t>EMPILS</a:t>
            </a:r>
            <a:r>
              <a:rPr sz="1200">
                <a:solidFill>
                  <a:srgbClr val="6B7280"/>
                </a:solidFill>
                <a:latin typeface="Arial"/>
              </a:rPr>
              <a:t>  ·  ЗАО «Эмпилс»  ·  Ростов-на-Дону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64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13131"/>
                </a:solidFill>
                <a:latin typeface="Arial"/>
              </a:rPr>
              <a:t>ПРИГЛАШЕНИЕ</a:t>
            </a:r>
          </a:p>
          <a:p>
            <a:pPr algn="ctr">
              <a:spcBef>
                <a:spcPts val="400"/>
              </a:spcBef>
            </a:pPr>
            <a:r>
              <a:rPr sz="2200">
                <a:solidFill>
                  <a:srgbClr val="6B7280"/>
                </a:solidFill>
                <a:latin typeface="Arial"/>
              </a:rPr>
              <a:t>Шақыру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000" y="2088000"/>
            <a:ext cx="2160000" cy="28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2268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E3A5F"/>
                </a:solidFill>
                <a:latin typeface="Arial"/>
              </a:rPr>
              <a:t>KazBuild 2026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6B7280"/>
                </a:solidFill>
                <a:latin typeface="Arial"/>
              </a:rPr>
              <a:t>Казахстанская международная строительная и интерьерная выставка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Қазақстан халықаралық құрылыс және интерьер көрмесі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000" y="3240000"/>
            <a:ext cx="5760000" cy="1260000"/>
          </a:xfrm>
          <a:prstGeom prst="round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000" y="3348000"/>
            <a:ext cx="540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47629"/>
                </a:solidFill>
                <a:latin typeface="Arial"/>
              </a:rPr>
              <a:t>2–4 сентября 2026</a:t>
            </a:r>
          </a:p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2–4 қыркүйек 2026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Arial"/>
              </a:rPr>
              <a:t>КЦД «Атакент»  ·  Алматы, Казахстан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4680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Время работы: 2–3 сентября 10:00–18:00  ·  4 сентября 10:00–16:00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Жұмыс уақыты: 2–3 қыркүйек 10:00–18:00  ·  4 қыркүйек 10:00–16:00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0000" y="5472000"/>
            <a:ext cx="5040000" cy="162000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0000" y="5580000"/>
            <a:ext cx="4680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13131"/>
                </a:solidFill>
                <a:latin typeface="Arial"/>
              </a:rPr>
              <a:t>ПОСЕТИТЕ НАШ СТЕНД</a:t>
            </a:r>
          </a:p>
          <a:p>
            <a:pPr algn="ctr"/>
            <a:r>
              <a:rPr sz="1200">
                <a:solidFill>
                  <a:srgbClr val="6B7280"/>
                </a:solidFill>
                <a:latin typeface="Arial"/>
              </a:rPr>
              <a:t>Біздің стендімізге шақырамыз!</a:t>
            </a:r>
          </a:p>
          <a:p>
            <a:pPr algn="ctr">
              <a:spcBef>
                <a:spcPts val="800"/>
              </a:spcBef>
            </a:pPr>
            <a:r>
              <a:rPr sz="2400" b="1">
                <a:solidFill>
                  <a:srgbClr val="F47629"/>
                </a:solidFill>
                <a:latin typeface="Arial"/>
              </a:rPr>
              <a:t>Павильон 10  ·  Стенд 10-679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0000" y="7380000"/>
            <a:ext cx="4320000" cy="12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0000" y="7452000"/>
            <a:ext cx="3960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13131"/>
                </a:solidFill>
                <a:latin typeface="Arial"/>
              </a:rPr>
              <a:t>БЕСПЛАТНОЕ ПОСЕЩЕНИЕ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Тегін кіру үшін промокодты пайдаланыңыз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6B7280"/>
                </a:solidFill>
                <a:latin typeface="Arial"/>
              </a:rPr>
              <a:t>ПРОМОКОД:</a:t>
            </a:r>
          </a:p>
          <a:p>
            <a:pPr algn="ctr"/>
            <a:r>
              <a:rPr sz="2400" b="1">
                <a:solidFill>
                  <a:srgbClr val="F47629"/>
                </a:solidFill>
                <a:latin typeface="Arial"/>
              </a:rPr>
              <a:t>KBA5GR5U4G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6B7280"/>
                </a:solidFill>
                <a:latin typeface="Arial"/>
              </a:rPr>
              <a:t>Получите e-ticket на kazbuild.kz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00000" y="8820000"/>
            <a:ext cx="2160000" cy="108000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0000" y="8820000"/>
            <a:ext cx="2160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Arial"/>
              </a:rPr>
              <a:t>[ QR-код ]
kazbuild.kz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0152000"/>
            <a:ext cx="7560000" cy="540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10188000"/>
            <a:ext cx="648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47629"/>
                </a:solidFill>
                <a:latin typeface="Arial"/>
              </a:rPr>
              <a:t>EMPILS  ·  </a:t>
            </a:r>
            <a:r>
              <a:rPr sz="1000">
                <a:solidFill>
                  <a:srgbClr val="FFFFFF"/>
                </a:solidFill>
                <a:latin typeface="Arial"/>
              </a:rPr>
              <a:t>empils.ru  ·  titanpaints.ru  ·  +7 (863) 203-71-30</a:t>
            </a:r>
          </a:p>
          <a:p>
            <a:pPr algn="ctr"/>
            <a:r>
              <a:rPr sz="900" i="1">
                <a:solidFill>
                  <a:srgbClr val="F47629"/>
                </a:solidFill>
                <a:latin typeface="Arial"/>
              </a:rPr>
              <a:t>Красишь 1 раз — служит 10 лет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