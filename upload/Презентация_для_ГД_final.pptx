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56" r:id="rId3"/>
    <p:sldId id="261" r:id="rId4"/>
    <p:sldId id="259" r:id="rId5"/>
    <p:sldId id="257" r:id="rId6"/>
    <p:sldId id="269" r:id="rId7"/>
    <p:sldId id="264" r:id="rId8"/>
    <p:sldId id="268" r:id="rId9"/>
    <p:sldId id="258" r:id="rId10"/>
    <p:sldId id="260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6897" autoAdjust="0"/>
    <p:restoredTop sz="88101" autoAdjust="0"/>
  </p:normalViewPr>
  <p:slideViewPr>
    <p:cSldViewPr snapToGrid="0" snapToObjects="1">
      <p:cViewPr varScale="1">
        <p:scale>
          <a:sx n="132" d="100"/>
          <a:sy n="132" d="100"/>
        </p:scale>
        <p:origin x="-930" y="-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по бренду компании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 по бренду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en-US" sz="1200" b="1" i="0" baseline="0" dirty="0" smtClean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1219328"/>
            <a:ext cx="79200" cy="2300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391966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309966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495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458850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547591" y="4332700"/>
            <a:ext cx="20405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Влияние на новых дилеров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4703" y="159902"/>
            <a:ext cx="2504174" cy="48563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75" y="3284511"/>
            <a:ext cx="5499189" cy="17316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2060334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80334"/>
            <a:ext cx="12467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25910" y="1779546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25910" y="1889546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680" y="24476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794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8050" y="1774028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8050" y="1884028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254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9468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93122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20536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20536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2736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C9A77C"/>
                </a:solidFill>
                <a:latin typeface="Roboto Mono"/>
              </a:rPr>
              <a:t>30 </a:t>
            </a:r>
            <a:r>
              <a:rPr sz="1600" b="1" dirty="0" err="1">
                <a:solidFill>
                  <a:srgbClr val="C9A77C"/>
                </a:solidFill>
                <a:latin typeface="Roboto Mono"/>
              </a:rPr>
              <a:t>дней</a:t>
            </a:r>
            <a:endParaRPr sz="16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34184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8397" y="277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58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Левая часть — результаты запуска новинок 2026 · Правая — стандарт вывода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799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 smtClean="0">
              <a:solidFill>
                <a:schemeClr val="tx1"/>
              </a:solidFill>
              <a:latin typeface="+mj-lt"/>
            </a:endParaRPr>
          </a:p>
          <a:p>
            <a:r>
              <a:rPr lang="en-US" sz="1600" smtClean="0">
                <a:solidFill>
                  <a:schemeClr val="tx1"/>
                </a:solidFill>
                <a:latin typeface="+mj-lt"/>
              </a:rPr>
              <a:t> </a:t>
            </a:r>
            <a:endParaRPr lang="en-US" sz="1600" dirty="0" smtClean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0000" y="1105200"/>
            <a:ext cx="3851999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РЕЗУЛЬТАТЫ ЗАПУСКА НОВИНОК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303200"/>
            <a:ext cx="3851999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Заполняется по итогам года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501200"/>
            <a:ext cx="3851999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24000" y="1105200"/>
            <a:ext cx="3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4000" y="1303200"/>
            <a:ext cx="360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Подготовка → Запуск → Сопровождение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000" y="1501200"/>
            <a:ext cx="3924000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24000" y="1627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824000" y="1627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24000" y="1627200"/>
            <a:ext cx="39600" cy="97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24000" y="1807200"/>
            <a:ext cx="864000" cy="39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4000" y="2239200"/>
            <a:ext cx="864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−60 до 0 дней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4000" y="2401200"/>
            <a:ext cx="864000" cy="125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spc="200">
                <a:solidFill>
                  <a:srgbClr val="C00000"/>
                </a:solidFill>
                <a:latin typeface="Inter"/>
              </a:rPr>
              <a:t>ФАЗА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6000" y="1735200"/>
            <a:ext cx="2844000" cy="1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6000" y="19692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000" y="19800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6000" y="20988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6000" y="21096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Ценообразование и MML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6000" y="22284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000" y="22392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Подготовка POSM и контента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0000" y="22932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0000" y="2437200"/>
            <a:ext cx="1080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до запуска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24000" y="2671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824000" y="2671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824000" y="2671200"/>
            <a:ext cx="39600" cy="972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24000" y="2851200"/>
            <a:ext cx="864000" cy="39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4000" y="3283200"/>
            <a:ext cx="864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0 — 30 дней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4000" y="3445200"/>
            <a:ext cx="864000" cy="125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spc="200">
                <a:solidFill>
                  <a:srgbClr val="C9A77C"/>
                </a:solidFill>
                <a:latin typeface="Inter"/>
              </a:rPr>
              <a:t>ФАЗА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6000" y="2779200"/>
            <a:ext cx="2844000" cy="1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6000" y="30132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6000" y="30240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Старт продаж во всех пилотах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6000" y="31428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86000" y="31536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Обучение ТП: 350 человек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6000" y="32724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6000" y="32832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POSM в 100% пилотных точек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0000" y="33372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0000" y="3481200"/>
            <a:ext cx="1080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наличие POSM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24000" y="3715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824000" y="3715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824000" y="3715200"/>
            <a:ext cx="39600" cy="972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24000" y="3895200"/>
            <a:ext cx="864000" cy="39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24000" y="4327200"/>
            <a:ext cx="864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30 — 90 дней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24000" y="4489200"/>
            <a:ext cx="864000" cy="125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spc="200">
                <a:solidFill>
                  <a:srgbClr val="6B8FA8"/>
                </a:solidFill>
                <a:latin typeface="Inter"/>
              </a:rPr>
              <a:t>ФАЗА 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6000" y="3823200"/>
            <a:ext cx="2844000" cy="1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96000" y="40572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86000" y="40680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Промоакции и мастер-классы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96000" y="41868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86000" y="41976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Куратор на каждую точку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96000" y="43164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86000" y="43272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Аналитика продаж по неделе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60000" y="43812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6B8FA8"/>
                </a:solidFill>
                <a:latin typeface="Roboto Mono"/>
              </a:rPr>
              <a:t>350 ТП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0000" y="4525200"/>
            <a:ext cx="1080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обучено в 1-й мес.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0000" y="4860000"/>
            <a:ext cx="88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334007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</TotalTime>
  <Words>1156</Words>
  <Application>Microsoft Office PowerPoint</Application>
  <PresentationFormat>Экран (16:9)</PresentationFormat>
  <Paragraphs>365</Paragraphs>
  <Slides>10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109</cp:revision>
  <dcterms:created xsi:type="dcterms:W3CDTF">2026-10-01T12:44:52Z</dcterms:created>
  <dcterms:modified xsi:type="dcterms:W3CDTF">2026-10-06T07:16:10Z</dcterms:modified>
</cp:coreProperties>
</file>