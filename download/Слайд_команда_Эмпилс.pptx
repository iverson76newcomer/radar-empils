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9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60000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КОМАНДА ЭМПИЛС НА ВАШЕЙ ТЕРРИТОРИИ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9200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00000"/>
            <a:ext cx="14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B7280"/>
                </a:solidFill>
                <a:latin typeface="Arial"/>
              </a:rPr>
              <a:t>Начните работать с Эмпилс — и наша команда поможет вам масштабировать продажи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СТРУКТУРА КОМАНДЫ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800000"/>
            <a:ext cx="7200000" cy="17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08000"/>
            <a:ext cx="6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Arial"/>
              </a:rPr>
              <a:t>🎯  Региональный директор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34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Ответственный за территорию. Стратегическое планирование, согласование условий.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060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629"/>
                </a:solidFill>
                <a:latin typeface="Arial"/>
              </a:rPr>
              <a:t>Курирует всех дистрибьюторов на территории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345599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780000"/>
            <a:ext cx="7200000" cy="17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6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Arial"/>
              </a:rPr>
              <a:t>📊  Региональный менеджер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2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Оперативное управление. Контроль отгрузок, MML, маркетинговые программы, аналитика.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040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629"/>
                </a:solidFill>
                <a:latin typeface="Arial"/>
              </a:rPr>
              <a:t>Точка контакта для дистрибьютора на ежедневной основе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543599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5760000"/>
            <a:ext cx="7200000" cy="17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5868000"/>
            <a:ext cx="6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Arial"/>
              </a:rPr>
              <a:t>🚗  ЭТП — Эксклюзивный торговый представитель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630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Полевая работа с АКБ. Визиты в РТТ, обучение ТП, выкладка, POS-материалы.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020000"/>
            <a:ext cx="66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7629"/>
                </a:solidFill>
                <a:latin typeface="Arial"/>
              </a:rPr>
              <a:t>120 РТТ на 1 ЭТП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144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ПРИНЦИП МАСШТАБИРОВАНИЯ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0000" y="1800000"/>
            <a:ext cx="7200000" cy="180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0" y="1980000"/>
            <a:ext cx="648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Больше АКБ с Эмпилс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F47629"/>
                </a:solidFill>
                <a:latin typeface="Arial"/>
              </a:rPr>
              <a:t>↓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47629"/>
                </a:solidFill>
                <a:latin typeface="Arial"/>
              </a:rPr>
              <a:t>Больше наша команда на вашей территории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0000" y="3780000"/>
            <a:ext cx="7200000" cy="14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0000" y="3888000"/>
            <a:ext cx="64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47629"/>
                </a:solidFill>
                <a:latin typeface="Arial"/>
              </a:rPr>
              <a:t>120 РТТ</a:t>
            </a:r>
          </a:p>
          <a:p>
            <a:pPr algn="ctr"/>
            <a:r>
              <a:rPr sz="1400">
                <a:solidFill>
                  <a:srgbClr val="313131"/>
                </a:solidFill>
                <a:latin typeface="Arial"/>
              </a:rPr>
              <a:t>на 1 ЭТП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Каждые 120 активных торговых точек = +1 ЭТП на вашей территории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0" y="558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ЧТО ДЕЛАЕТ КОМАНДА: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5940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8000" y="6048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📋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Контроль MML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Слежение за присутствием
всех обязательных SKU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00000" y="5940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08000" y="6048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🎓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Обучение ТП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Тренинги по продукту,
продажам, TCO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320000" y="5940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28000" y="6048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📍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Выкладка и POS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Контроль полки,
установка POS-материалов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540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" y="9612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Arial"/>
              </a:rPr>
              <a:t>Начните работать с Эмпилс — и наша команда поможет вам масштабировать продажи. </a:t>
            </a:r>
            <a:r>
              <a:rPr sz="1200" b="1">
                <a:solidFill>
                  <a:srgbClr val="F47629"/>
                </a:solidFill>
                <a:latin typeface="Arial"/>
              </a:rPr>
              <a:t>Чем больше АКБ, тем больше команда на вашей стороне.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