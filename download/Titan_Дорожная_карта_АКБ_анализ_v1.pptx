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87" r:id="rId28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TITAN — Аналитика 1 полугодия: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Без СтройТерминала (не предоставлял статистику в 2025). Источник: TITAN_анализ_АКБ.xlsx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АКБ розничных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6 096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5 181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Розница СЖИМАЕТСЯ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РТТ, продающие TITAN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464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436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Розничная база сокращается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(вторичка)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30 589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20 046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Берут реже и меньше — проблема глубины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(первичка)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90 505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19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92 094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+1.8%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7584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Небольшой рост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749039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861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⚠ ПАРАДОКС СЕЗОНА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2519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первичка растёт (+1.8%), вторичка падает (−35%). Дистрибьюторы закупают TITAN на склад, но не продают в розницу.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Все 3 метрики вторички падают: АКБ −15%, РТТ −6%, кг −35%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47 из 109 договоров (44%) — «спящие», без закупок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✅ Позитивные сигналы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Первичка +1.8% (90 505 → 92 094 кг) — спрос есть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Уралстройсервис +55%, Держава Трейд (KZ) +11%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ВЫВОД: первичка растёт, вторичка падает — нужна программа активации розницы и работы с «спящими» договорами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760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