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ПРОДВИЖЕНИЕ TITAN — OUTDOOR + ЭКСТРЕМАЛЬНЫЙ ТЕСТ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3 инструмента · за пределами полки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777240"/>
            <a:ext cx="3749039" cy="7315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822960"/>
            <a:ext cx="374903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🔥  ЭКСТРЕМАЛЬНЫЙ ТЕСТ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097280"/>
            <a:ext cx="3749039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TITAN vs 365 дней
под открытым небом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C62828"/>
                </a:solidFill>
                <a:latin typeface="Arial"/>
              </a:rPr>
              <a:t>Что: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645920"/>
            <a:ext cx="274319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10 металлических пластин красим TITAN 3в1 и выставляем на крышу здания в Ростове-на-Дону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59152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Условия: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359152"/>
            <a:ext cx="274319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Солнце, дождь, снег, град, перепады от -25°C до +40°C — 365 дней без укрытия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72384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Трансляция: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72384"/>
            <a:ext cx="274319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Онлайн-камера 24/7 на сайте titanpaints.ru — каждый может смотреть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785616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Контроль: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6"/>
            <a:ext cx="274319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Ежемесячные фото-отчёты + независимая экспертиза ООО «Рутил»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98848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Финал: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98848"/>
            <a:ext cx="274319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Через 365 дней — торжественное снятие, публикация результатов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349240"/>
            <a:ext cx="3474719" cy="3200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347471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715000"/>
            <a:ext cx="3474719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Доказать «10 лет без перекраски» не на словах, а публично — в реальном времени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59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59" y="777240"/>
            <a:ext cx="3749039" cy="7315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59" y="822960"/>
            <a:ext cx="374903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🔍  КОНТЕКСТНАЯ РЕКЛАМА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59" y="1097280"/>
            <a:ext cx="3749039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Яндекс.Директ
(поиск + РСЯ)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9" y="1645920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Как: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39" y="1645920"/>
            <a:ext cx="274319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Человек вводит «краска по ржавчине», «грунт-эмаль 3 в 1», «как покрасить забор» — видит рекламу TITAN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59152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2359152"/>
            <a:ext cx="274319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Текстово-графические объявления + баннеры РСЯ на сайтах партнёров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19" y="3072384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39" y="3072384"/>
            <a:ext cx="274319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 лет, интересы: ремонт, строительство, дача, авто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19" y="3785616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Посыл: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39" y="3785616"/>
            <a:ext cx="274319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«TITAN 3в1 — 10 лет без перекраски. Найдите в магазине [сеть]» + ссылка на тест 365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19" y="4498848"/>
            <a:ext cx="73152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39" y="4498848"/>
            <a:ext cx="274319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15-30 ₽ за клик · ~30 000 ₽/мес на регион · охват 50 000+ показов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19" y="5349240"/>
            <a:ext cx="3474719" cy="3200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19" y="5349240"/>
            <a:ext cx="347471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19" y="5715000"/>
            <a:ext cx="3474719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Ловить горячий спрос — тех, кто уже ищет ЛКМ, и направлять в точки продаж TITAN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58" y="777240"/>
            <a:ext cx="3749039" cy="53949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58" y="777240"/>
            <a:ext cx="3749039" cy="7315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58" y="822960"/>
            <a:ext cx="374903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📺  ВИДЕОРЕКЛАМА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58" y="1097280"/>
            <a:ext cx="3749039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RuTube
(без VPN в РФ)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1645920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6A34A"/>
                </a:solidFill>
                <a:latin typeface="Arial"/>
              </a:rPr>
              <a:t>Почему RuTube: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58" y="1645920"/>
            <a:ext cx="246887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Единственная видеоплатформа, которая работает в РФ без VPN. Аудитория растёт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8" y="2359152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Формат: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58" y="2359152"/>
            <a:ext cx="246887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Пре-роллы 15-30 сек перед видео о ремонте, строительстве, даче, авто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18" y="3072384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Контент: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58" y="3072384"/>
            <a:ext cx="246887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Демо TITAN vs ПФ-115 + кадры из экстремального теста 365 дней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18" y="3785616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Таргетинг: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58" y="3785616"/>
            <a:ext cx="246887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Мужчины 25-55, каналы: «Ремонт», «Строительство», «Дача», «Гараж», «Сделай сам»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18" y="4498848"/>
            <a:ext cx="1005840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Бюджет: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58" y="4498848"/>
            <a:ext cx="2468879" cy="6400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0" i="0">
                <a:solidFill>
                  <a:srgbClr val="1A1F36"/>
                </a:solidFill>
                <a:latin typeface="Arial"/>
              </a:rPr>
              <a:t>~10-15 ₽ за просмотр · ~40 000 ₽/мес · охват 100 000+ просмотров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5318" y="5349240"/>
            <a:ext cx="3474719" cy="3200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18" y="5349240"/>
            <a:ext cx="347471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ЦЕЛЬ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8" y="5715000"/>
            <a:ext cx="3474719" cy="5029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A1F36"/>
                </a:solidFill>
                <a:latin typeface="Arial"/>
              </a:rPr>
              <a:t>Массовый охват целевой аудитории + видеоконтент из теста 365 = синергия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6309360"/>
            <a:ext cx="11460175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6309360"/>
            <a:ext cx="11460175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200" b="1" i="0">
                <a:solidFill>
                  <a:srgbClr val="8E0000"/>
                </a:solidFill>
                <a:latin typeface="Arial"/>
              </a:rPr>
              <a:t>⚡  Синергия: экстремальный тест 365 → контент для RuTube + Я.Директ → трафик в точки продаж → рост третичных продаж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675120"/>
            <a:ext cx="11460175" cy="18288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00" b="0" i="1">
                <a:solidFill>
                  <a:srgbClr val="9CA3AF"/>
                </a:solidFill>
                <a:latin typeface="Arial"/>
              </a:rPr>
              <a:t>Empils  •  TITAN  •  Outdoor-продвижение  •  Красишь 1 раз — служит 10 лет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