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Рейтинг узнаваемости брендов грунт-эмалей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Сумма 7 одинаковых запросов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1945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Сумма 7 запросов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22x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13x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3x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1x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13131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47629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</a:rPr>
                        <a:t>0.8x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2651760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Dali (37x)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011680"/>
            <a:ext cx="157003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319" y="2011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Престиж (22x)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468880"/>
            <a:ext cx="994309" cy="347472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9589" y="2468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Elcon (14x)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926080"/>
            <a:ext cx="90419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9475" y="2926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Лакра (13x)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383280"/>
            <a:ext cx="283158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438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Husky (4x)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840480"/>
            <a:ext cx="224834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0114" y="3840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Новбытхим (3x)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297680"/>
            <a:ext cx="119451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731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Metallista (2x)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754880"/>
            <a:ext cx="7159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6870" y="4754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TITAN (1x)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59325" cy="3474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4605" y="5212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13131"/>
                </a:solidFill>
                <a:latin typeface="Arial"/>
              </a:rPr>
              <a:t>Correx (0.8x)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280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Arial"/>
              </a:rPr>
              <a:t>Сумма 7 запросов (показов/мес)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Матрица: бренд × тип запроса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Показов в месяц | Тепловая карта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Бренд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Престиж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17 998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2 762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3 102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1 708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1 754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1 915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31 361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Elcon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6 584</a:t>
                      </a:r>
                    </a:p>
                  </a:txBody>
                  <a:tcPr anchor="ctr">
                    <a:solidFill>
                      <a:srgbClr val="FBA6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4 090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2 876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2 127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2 675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1 243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19 861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Лакра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12 027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2 138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1 533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18 061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Husky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4 372</a:t>
                      </a:r>
                    </a:p>
                  </a:txBody>
                  <a:tcPr anchor="ctr">
                    <a:solidFill>
                      <a:srgbClr val="FDD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5 656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Новбытхим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1 596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4 491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Metallista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1 009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2 386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Correx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1313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1 185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13131"/>
                </a:solidFill>
                <a:latin typeface="Arial"/>
              </a:rPr>
              <a:t>TITAN vs Dali — по 7 типам запросов</a:t>
            </a:r>
          </a:p>
          <a:p>
            <a:r>
              <a:rPr sz="1200" i="1">
                <a:solidFill>
                  <a:srgbClr val="6B7280"/>
                </a:solidFill>
                <a:latin typeface="Arial"/>
              </a:rPr>
              <a:t>Сравнение по каждому типу запроса | Yandex Wordstat API, сентябрь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Тип запроса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Dali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Во сколько раз Dali &gt; TITAN</a:t>
                      </a:r>
                    </a:p>
                  </a:txBody>
                  <a:tcPr anchor="ctr">
                    <a:solidFill>
                      <a:srgbClr val="31313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краска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19 626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46x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грунт-эмаль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9 977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3 в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7 812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24x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металлу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1 766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по ржавчине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10 034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108x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молотковая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3 486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62x</a:t>
                      </a:r>
                    </a:p>
                  </a:txBody>
                  <a:tcPr anchor="ctr">
                    <a:solidFill>
                      <a:srgbClr val="F8F4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13131"/>
                          </a:solidFill>
                          <a:latin typeface="Arial"/>
                        </a:rPr>
                        <a:t>быстросохнущая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47629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1 430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52 968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37x</a:t>
                      </a:r>
                    </a:p>
                  </a:txBody>
                  <a:tcPr anchor="ctr">
                    <a:solidFill>
                      <a:srgbClr val="F476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