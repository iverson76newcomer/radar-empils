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60000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ТРЕЙД-МАРКЕТИНГ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9200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00000"/>
            <a:ext cx="16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B7280"/>
                </a:solidFill>
                <a:latin typeface="Arial"/>
              </a:rPr>
              <a:t>2% от оборота — на совместное продвижение. Мы инвестируем в ваши продажи.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620000"/>
            <a:ext cx="3960000" cy="324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360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47629"/>
                </a:solidFill>
                <a:latin typeface="Arial"/>
              </a:rPr>
              <a:t>2%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от оборота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780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Эмпилс выделяет на трейд-маркетинг дистрибьютора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F47629"/>
                </a:solidFill>
                <a:latin typeface="Arial"/>
              </a:rPr>
              <a:t>230 ₽/кг — зарабатываем вместе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1440000"/>
            <a:ext cx="12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НАПРАВЛЕНИЯ ПОДДЕРЖКИ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0" y="1800000"/>
            <a:ext cx="4140000" cy="270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000" y="190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🎁  Акции «Подарок за покупку»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4000" y="244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000" y="259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При закупке определённого объёма — бонусные банки бесплатно. Стимулирует увеличение заказа и расширение ассортимента.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0" y="1800000"/>
            <a:ext cx="4140000" cy="270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4000" y="190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💰  Ретробонусы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4000" y="244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4000" y="259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По итогам периода — возврат части средств за выполнение плана закупок. Прозрачная система мотивации.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80000" y="1800000"/>
            <a:ext cx="4140000" cy="270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24000" y="190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🏷️  Спеццены и скидки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24000" y="244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24000" y="259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Сезонные акции на ключевые SKU. Индивидуальные ценовые предложения под сезон и регион.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00" y="4680000"/>
            <a:ext cx="4140000" cy="270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000" y="478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📍  POS-материалы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4000" y="532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000" y="547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Шелфтокеры, воблеры, ценникодержатели, планограммы, баннеры. Бесплатно для активных точек.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0000" y="4680000"/>
            <a:ext cx="4140000" cy="270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4000" y="478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🎓  Обучение и мотивация ТП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4000" y="532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4000" y="547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Тренинги по продукту, TCO, технике продаж. Мотивационные программы для торговых представителей дистрибьютора.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80000" y="4680000"/>
            <a:ext cx="4140000" cy="270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24000" y="4788000"/>
            <a:ext cx="38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3131"/>
                </a:solidFill>
                <a:latin typeface="Arial"/>
              </a:rPr>
              <a:t>📺  Контент и цифровой маркетинг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24000" y="5328000"/>
            <a:ext cx="126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24000" y="5472000"/>
            <a:ext cx="3852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Arial"/>
              </a:rPr>
              <a:t>Готовые материалы для соцсетей, видеоинструкции, фото выкрасов. Поддержка интернет-магазина и маркетплейсов.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9540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9612000"/>
            <a:ext cx="162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2% от оборота — ваш бюджет на рост. </a:t>
            </a:r>
            <a:r>
              <a:rPr sz="1200" b="1">
                <a:solidFill>
                  <a:srgbClr val="F47629"/>
                </a:solidFill>
                <a:latin typeface="Arial"/>
              </a:rPr>
              <a:t>Мы не просто поставляем продукт — мы инвестируем в ваши продажи.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