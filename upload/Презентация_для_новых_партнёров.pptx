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320" r:id="rId2"/>
    <p:sldId id="306" r:id="rId3"/>
    <p:sldId id="298" r:id="rId4"/>
    <p:sldId id="308" r:id="rId5"/>
    <p:sldId id="309" r:id="rId6"/>
    <p:sldId id="310" r:id="rId7"/>
    <p:sldId id="361" r:id="rId8"/>
    <p:sldId id="311" r:id="rId9"/>
    <p:sldId id="352" r:id="rId10"/>
    <p:sldId id="336" r:id="rId11"/>
    <p:sldId id="258" r:id="rId12"/>
    <p:sldId id="259" r:id="rId13"/>
    <p:sldId id="338" r:id="rId14"/>
    <p:sldId id="317" r:id="rId15"/>
    <p:sldId id="347" r:id="rId16"/>
    <p:sldId id="348" r:id="rId17"/>
    <p:sldId id="337" r:id="rId18"/>
    <p:sldId id="318" r:id="rId19"/>
    <p:sldId id="350" r:id="rId20"/>
    <p:sldId id="354" r:id="rId21"/>
    <p:sldId id="341" r:id="rId22"/>
    <p:sldId id="358" r:id="rId23"/>
    <p:sldId id="356" r:id="rId24"/>
    <p:sldId id="360" r:id="rId25"/>
    <p:sldId id="362" r:id="rId26"/>
    <p:sldId id="359" r:id="rId27"/>
    <p:sldId id="349" r:id="rId28"/>
  </p:sldIdLst>
  <p:sldSz cx="18288000" cy="10287000"/>
  <p:notesSz cx="10234613" cy="7104063"/>
  <p:embeddedFontLst>
    <p:embeddedFont>
      <p:font typeface="Calibri" pitchFamily="34" charset="0"/>
      <p:regular r:id="rId31"/>
      <p:bold r:id="rId32"/>
      <p:italic r:id="rId33"/>
      <p:boldItalic r:id="rId34"/>
    </p:embeddedFont>
    <p:embeddedFont>
      <p:font typeface="Inter Bold" charset="0"/>
      <p:bold r:id="rId35"/>
    </p:embeddedFont>
    <p:embeddedFont>
      <p:font typeface="Proxima Nova Regular" charset="0"/>
      <p:regular r:id="rId36"/>
    </p:embeddedFont>
    <p:embeddedFont>
      <p:font typeface="Calibri Light" pitchFamily="34" charset="0"/>
      <p:regular r:id="rId37"/>
      <p:italic r:id="rId38"/>
    </p:embeddedFont>
    <p:embeddedFont>
      <p:font typeface="Inter Extra Bold" charset="0"/>
      <p:bold r:id="rId39"/>
      <p:boldItalic r:id="rId40"/>
    </p:embeddedFont>
    <p:embeddedFont>
      <p:font typeface="Inter Regular" charset="0"/>
      <p:regular r:id="rId41"/>
    </p:embeddedFont>
  </p:embeddedFontLst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8324"/>
    <a:srgbClr val="753921"/>
    <a:srgbClr val="DED09F"/>
    <a:srgbClr val="154889"/>
    <a:srgbClr val="A5A8A6"/>
    <a:srgbClr val="F47629"/>
    <a:srgbClr val="C0C0C0"/>
    <a:srgbClr val="3131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53" autoAdjust="0"/>
    <p:restoredTop sz="86384" autoAdjust="0"/>
  </p:normalViewPr>
  <p:slideViewPr>
    <p:cSldViewPr snapToGrid="0" snapToObjects="1">
      <p:cViewPr>
        <p:scale>
          <a:sx n="70" d="100"/>
          <a:sy n="70" d="100"/>
        </p:scale>
        <p:origin x="-624" y="234"/>
      </p:cViewPr>
      <p:guideLst>
        <p:guide orient="horz"/>
        <p:guide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19" d="100"/>
          <a:sy n="119" d="100"/>
        </p:scale>
        <p:origin x="-2046" y="-102"/>
      </p:cViewPr>
      <p:guideLst>
        <p:guide orient="horz" pos="2238"/>
        <p:guide pos="322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font" Target="fonts/font5.fntdata"/><Relationship Id="rId43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4434999" cy="355203"/>
          </a:xfrm>
          <a:prstGeom prst="rect">
            <a:avLst/>
          </a:prstGeom>
        </p:spPr>
        <p:txBody>
          <a:bodyPr vert="horz" lIns="55459" tIns="27729" rIns="55459" bIns="27729" rtlCol="0"/>
          <a:lstStyle>
            <a:lvl1pPr algn="l">
              <a:defRPr sz="7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5798037" y="1"/>
            <a:ext cx="4434999" cy="355203"/>
          </a:xfrm>
          <a:prstGeom prst="rect">
            <a:avLst/>
          </a:prstGeom>
        </p:spPr>
        <p:txBody>
          <a:bodyPr vert="horz" lIns="55459" tIns="27729" rIns="55459" bIns="27729" rtlCol="0"/>
          <a:lstStyle>
            <a:lvl1pPr algn="r">
              <a:defRPr sz="700"/>
            </a:lvl1pPr>
          </a:lstStyle>
          <a:p>
            <a:fld id="{CF2C94AD-3D0D-4EE6-9A01-721E4375C2EF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6747628"/>
            <a:ext cx="4434999" cy="355203"/>
          </a:xfrm>
          <a:prstGeom prst="rect">
            <a:avLst/>
          </a:prstGeom>
        </p:spPr>
        <p:txBody>
          <a:bodyPr vert="horz" lIns="55459" tIns="27729" rIns="55459" bIns="27729" rtlCol="0" anchor="b"/>
          <a:lstStyle>
            <a:lvl1pPr algn="l">
              <a:defRPr sz="7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5798037" y="6747628"/>
            <a:ext cx="4434999" cy="355203"/>
          </a:xfrm>
          <a:prstGeom prst="rect">
            <a:avLst/>
          </a:prstGeom>
        </p:spPr>
        <p:txBody>
          <a:bodyPr vert="horz" lIns="55459" tIns="27729" rIns="55459" bIns="27729" rtlCol="0" anchor="b"/>
          <a:lstStyle>
            <a:lvl1pPr algn="r">
              <a:defRPr sz="700"/>
            </a:lvl1pPr>
          </a:lstStyle>
          <a:p>
            <a:fld id="{EC6922B4-AB00-4323-90FC-2760FD3A00C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55215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882246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3228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>
            <a:extLst>
              <a:ext uri="{FF2B5EF4-FFF2-40B4-BE49-F238E27FC236}">
                <a16:creationId xmlns="" xmlns:a16="http://schemas.microsoft.com/office/drawing/2014/main" id="{E933AAE8-5B79-4E94-ABDF-6FFCE25D3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Notes Placeholder 2">
            <a:extLst>
              <a:ext uri="{FF2B5EF4-FFF2-40B4-BE49-F238E27FC236}">
                <a16:creationId xmlns="" xmlns:a16="http://schemas.microsoft.com/office/drawing/2014/main" id="{E335C650-0B7B-4418-9B8F-A49886E435F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 dirty="0"/>
          </a:p>
        </p:txBody>
      </p:sp>
      <p:sp>
        <p:nvSpPr>
          <p:cNvPr id="5124" name="Slide Number Placeholder 3">
            <a:extLst>
              <a:ext uri="{FF2B5EF4-FFF2-40B4-BE49-F238E27FC236}">
                <a16:creationId xmlns="" xmlns:a16="http://schemas.microsoft.com/office/drawing/2014/main" id="{A2AC004A-2163-4F94-8CFC-1C783F56269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0CB92577-6C1F-4C4E-9FF8-43E8BBB92088}" type="slidenum">
              <a:rPr lang="en-US" altLang="ru-RU"/>
              <a:pPr eaLnBrk="1" hangingPunct="1"/>
              <a:t>2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Slide Image Placeholder 1">
            <a:extLst>
              <a:ext uri="{FF2B5EF4-FFF2-40B4-BE49-F238E27FC236}">
                <a16:creationId xmlns="" xmlns:a16="http://schemas.microsoft.com/office/drawing/2014/main" id="{582AC21D-A2E2-43D1-A1F4-5EF46CD752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1267" name="Notes Placeholder 2">
            <a:extLst>
              <a:ext uri="{FF2B5EF4-FFF2-40B4-BE49-F238E27FC236}">
                <a16:creationId xmlns="" xmlns:a16="http://schemas.microsoft.com/office/drawing/2014/main" id="{725FB78B-39C1-46B2-8FBD-07DF2441A8A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1268" name="Slide Number Placeholder 3">
            <a:extLst>
              <a:ext uri="{FF2B5EF4-FFF2-40B4-BE49-F238E27FC236}">
                <a16:creationId xmlns="" xmlns:a16="http://schemas.microsoft.com/office/drawing/2014/main" id="{CE264E41-4D33-4939-BB60-AECF0E24725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B1F69BD4-6652-4EDB-B9C4-D20A426F5A2F}" type="slidenum">
              <a:rPr lang="en-US" altLang="ru-RU"/>
              <a:pPr eaLnBrk="1" hangingPunct="1"/>
              <a:t>3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lide Image Placeholder 1">
            <a:extLst>
              <a:ext uri="{FF2B5EF4-FFF2-40B4-BE49-F238E27FC236}">
                <a16:creationId xmlns="" xmlns:a16="http://schemas.microsoft.com/office/drawing/2014/main" id="{3E6C915A-0C03-4DF4-A525-0DA5C68041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3315" name="Notes Placeholder 2">
            <a:extLst>
              <a:ext uri="{FF2B5EF4-FFF2-40B4-BE49-F238E27FC236}">
                <a16:creationId xmlns="" xmlns:a16="http://schemas.microsoft.com/office/drawing/2014/main" id="{96487E9B-FB75-4B93-9B1F-0131BA431FF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3316" name="Slide Number Placeholder 3">
            <a:extLst>
              <a:ext uri="{FF2B5EF4-FFF2-40B4-BE49-F238E27FC236}">
                <a16:creationId xmlns="" xmlns:a16="http://schemas.microsoft.com/office/drawing/2014/main" id="{A9F86CD2-8B8C-4786-B99B-A01A39A1108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812FF21E-A173-4C3A-A05D-10EF26270EF0}" type="slidenum">
              <a:rPr lang="en-US" altLang="ru-RU"/>
              <a:pPr eaLnBrk="1" hangingPunct="1"/>
              <a:t>4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="" xmlns:a16="http://schemas.microsoft.com/office/drawing/2014/main" id="{BFDD78DF-D51B-4CE3-8F36-EFB0E75789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5363" name="Notes Placeholder 2">
            <a:extLst>
              <a:ext uri="{FF2B5EF4-FFF2-40B4-BE49-F238E27FC236}">
                <a16:creationId xmlns="" xmlns:a16="http://schemas.microsoft.com/office/drawing/2014/main" id="{E08D97C7-B152-439E-A7FA-7B666ABF856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5364" name="Slide Number Placeholder 3">
            <a:extLst>
              <a:ext uri="{FF2B5EF4-FFF2-40B4-BE49-F238E27FC236}">
                <a16:creationId xmlns="" xmlns:a16="http://schemas.microsoft.com/office/drawing/2014/main" id="{701DA06F-EE9D-4B82-A91B-145C6C61EDA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CFE6DA3B-6508-4D25-9ACB-566D5CB69300}" type="slidenum">
              <a:rPr lang="en-US" altLang="ru-RU"/>
              <a:pPr eaLnBrk="1" hangingPunct="1"/>
              <a:t>5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Image Placeholder 1">
            <a:extLst>
              <a:ext uri="{FF2B5EF4-FFF2-40B4-BE49-F238E27FC236}">
                <a16:creationId xmlns="" xmlns:a16="http://schemas.microsoft.com/office/drawing/2014/main" id="{2E9D0E98-798D-40C1-B8DB-BC01191064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7411" name="Notes Placeholder 2">
            <a:extLst>
              <a:ext uri="{FF2B5EF4-FFF2-40B4-BE49-F238E27FC236}">
                <a16:creationId xmlns="" xmlns:a16="http://schemas.microsoft.com/office/drawing/2014/main" id="{62DC7A03-7D11-4A39-BA19-EB994E373F0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7412" name="Slide Number Placeholder 3">
            <a:extLst>
              <a:ext uri="{FF2B5EF4-FFF2-40B4-BE49-F238E27FC236}">
                <a16:creationId xmlns="" xmlns:a16="http://schemas.microsoft.com/office/drawing/2014/main" id="{E4FF45A5-4FFD-4F98-9911-C92B8B620C2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6713D92D-92E2-4CE9-AB63-58428A2C1588}" type="slidenum">
              <a:rPr lang="en-US" altLang="ru-RU"/>
              <a:pPr eaLnBrk="1" hangingPunct="1"/>
              <a:t>6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73749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>
            <a:extLst>
              <a:ext uri="{FF2B5EF4-FFF2-40B4-BE49-F238E27FC236}">
                <a16:creationId xmlns="" xmlns:a16="http://schemas.microsoft.com/office/drawing/2014/main" id="{0A76FA6D-1AD0-4458-A327-2BAD934B92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19459" name="Notes Placeholder 2">
            <a:extLst>
              <a:ext uri="{FF2B5EF4-FFF2-40B4-BE49-F238E27FC236}">
                <a16:creationId xmlns="" xmlns:a16="http://schemas.microsoft.com/office/drawing/2014/main" id="{D64243B2-12C3-4664-9CCC-F729A1C0B5D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19460" name="Slide Number Placeholder 3">
            <a:extLst>
              <a:ext uri="{FF2B5EF4-FFF2-40B4-BE49-F238E27FC236}">
                <a16:creationId xmlns="" xmlns:a16="http://schemas.microsoft.com/office/drawing/2014/main" id="{C9460DC5-1C2A-443C-B246-512F349C26F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4843DC2B-0C65-425F-A5FB-7BE7099BFDE6}" type="slidenum">
              <a:rPr lang="en-US" altLang="ru-RU"/>
              <a:pPr eaLnBrk="1" hangingPunct="1"/>
              <a:t>8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49550" y="531813"/>
            <a:ext cx="4735513" cy="2665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462" y="3374431"/>
            <a:ext cx="8187690" cy="3196828"/>
          </a:xfrm>
          <a:prstGeom prst="rect">
            <a:avLst/>
          </a:prstGeom>
        </p:spPr>
        <p:txBody>
          <a:bodyPr lIns="55459" tIns="27729" rIns="55459" bIns="27729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29054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>
            <a:extLst>
              <a:ext uri="{FF2B5EF4-FFF2-40B4-BE49-F238E27FC236}">
                <a16:creationId xmlns:a16="http://schemas.microsoft.com/office/drawing/2014/main" xmlns="" id="{E933AAE8-5B79-4E94-ABDF-6FFCE25D3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Notes Placeholder 2">
            <a:extLst>
              <a:ext uri="{FF2B5EF4-FFF2-40B4-BE49-F238E27FC236}">
                <a16:creationId xmlns:a16="http://schemas.microsoft.com/office/drawing/2014/main" xmlns="" id="{E335C650-0B7B-4418-9B8F-A49886E435F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5124" name="Slide Number Placeholder 3">
            <a:extLst>
              <a:ext uri="{FF2B5EF4-FFF2-40B4-BE49-F238E27FC236}">
                <a16:creationId xmlns:a16="http://schemas.microsoft.com/office/drawing/2014/main" xmlns="" id="{A2AC004A-2163-4F94-8CFC-1C783F56269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0CB92577-6C1F-4C4E-9FF8-43E8BBB92088}" type="slidenum">
              <a:rPr lang="en-US" altLang="ru-RU"/>
              <a:pPr eaLnBrk="1" hangingPunct="1"/>
              <a:t>10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Image Placeholder 1">
            <a:extLst>
              <a:ext uri="{FF2B5EF4-FFF2-40B4-BE49-F238E27FC236}">
                <a16:creationId xmlns="" xmlns:a16="http://schemas.microsoft.com/office/drawing/2014/main" id="{A415D239-986B-4175-B0B4-0C07F7208E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7171" name="Notes Placeholder 2">
            <a:extLst>
              <a:ext uri="{FF2B5EF4-FFF2-40B4-BE49-F238E27FC236}">
                <a16:creationId xmlns="" xmlns:a16="http://schemas.microsoft.com/office/drawing/2014/main" id="{C33673D6-E772-478A-B5AA-F53AC67CB01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7172" name="Slide Number Placeholder 3">
            <a:extLst>
              <a:ext uri="{FF2B5EF4-FFF2-40B4-BE49-F238E27FC236}">
                <a16:creationId xmlns="" xmlns:a16="http://schemas.microsoft.com/office/drawing/2014/main" id="{C18449C1-4102-4609-BCA4-D761A205DDA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23D07561-702B-442C-9BF7-FEC78C99E8FD}" type="slidenum">
              <a:rPr lang="en-US" altLang="ru-RU"/>
              <a:pPr eaLnBrk="1" hangingPunct="1"/>
              <a:t>11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Image Placeholder 1">
            <a:extLst>
              <a:ext uri="{FF2B5EF4-FFF2-40B4-BE49-F238E27FC236}">
                <a16:creationId xmlns="" xmlns:a16="http://schemas.microsoft.com/office/drawing/2014/main" id="{D991231F-BE03-4847-98DB-77F55AFC12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9219" name="Notes Placeholder 2">
            <a:extLst>
              <a:ext uri="{FF2B5EF4-FFF2-40B4-BE49-F238E27FC236}">
                <a16:creationId xmlns="" xmlns:a16="http://schemas.microsoft.com/office/drawing/2014/main" id="{F8975ED4-FCA7-4349-A950-300C4FFA29E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9220" name="Slide Number Placeholder 3">
            <a:extLst>
              <a:ext uri="{FF2B5EF4-FFF2-40B4-BE49-F238E27FC236}">
                <a16:creationId xmlns="" xmlns:a16="http://schemas.microsoft.com/office/drawing/2014/main" id="{CF078787-9E7E-4040-A060-602E29BA717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D46C23E4-86A9-4250-8546-DBB97165F6B4}" type="slidenum">
              <a:rPr lang="en-US" altLang="ru-RU"/>
              <a:pPr eaLnBrk="1" hangingPunct="1"/>
              <a:t>12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>
            <a:extLst>
              <a:ext uri="{FF2B5EF4-FFF2-40B4-BE49-F238E27FC236}">
                <a16:creationId xmlns:a16="http://schemas.microsoft.com/office/drawing/2014/main" xmlns="" id="{E933AAE8-5B79-4E94-ABDF-6FFCE25D3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Notes Placeholder 2">
            <a:extLst>
              <a:ext uri="{FF2B5EF4-FFF2-40B4-BE49-F238E27FC236}">
                <a16:creationId xmlns:a16="http://schemas.microsoft.com/office/drawing/2014/main" xmlns="" id="{E335C650-0B7B-4418-9B8F-A49886E435F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5124" name="Slide Number Placeholder 3">
            <a:extLst>
              <a:ext uri="{FF2B5EF4-FFF2-40B4-BE49-F238E27FC236}">
                <a16:creationId xmlns:a16="http://schemas.microsoft.com/office/drawing/2014/main" xmlns="" id="{A2AC004A-2163-4F94-8CFC-1C783F56269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0CB92577-6C1F-4C4E-9FF8-43E8BBB92088}" type="slidenum">
              <a:rPr lang="en-US" altLang="ru-RU"/>
              <a:pPr eaLnBrk="1" hangingPunct="1"/>
              <a:t>13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48347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38792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77483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>
            <a:extLst>
              <a:ext uri="{FF2B5EF4-FFF2-40B4-BE49-F238E27FC236}">
                <a16:creationId xmlns:a16="http://schemas.microsoft.com/office/drawing/2014/main" xmlns="" id="{E933AAE8-5B79-4E94-ABDF-6FFCE25D3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Notes Placeholder 2">
            <a:extLst>
              <a:ext uri="{FF2B5EF4-FFF2-40B4-BE49-F238E27FC236}">
                <a16:creationId xmlns:a16="http://schemas.microsoft.com/office/drawing/2014/main" xmlns="" id="{E335C650-0B7B-4418-9B8F-A49886E435F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5124" name="Slide Number Placeholder 3">
            <a:extLst>
              <a:ext uri="{FF2B5EF4-FFF2-40B4-BE49-F238E27FC236}">
                <a16:creationId xmlns:a16="http://schemas.microsoft.com/office/drawing/2014/main" xmlns="" id="{A2AC004A-2163-4F94-8CFC-1C783F56269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0CB92577-6C1F-4C4E-9FF8-43E8BBB92088}" type="slidenum">
              <a:rPr lang="en-US" altLang="ru-RU"/>
              <a:pPr eaLnBrk="1" hangingPunct="1"/>
              <a:t>17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Google Shape;368;g33e13d9a7e_0_226:notes">
            <a:extLst>
              <a:ext uri="{FF2B5EF4-FFF2-40B4-BE49-F238E27FC236}">
                <a16:creationId xmlns="" xmlns:a16="http://schemas.microsoft.com/office/drawing/2014/main" id="{0EC0A6A7-8BD4-4113-B221-021F7E65A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2749550" y="531813"/>
            <a:ext cx="4735513" cy="2665412"/>
          </a:xfrm>
          <a:custGeom>
            <a:avLst/>
            <a:gdLst>
              <a:gd name="T0" fmla="*/ 0 w 120000"/>
              <a:gd name="T1" fmla="*/ 0 h 120000"/>
              <a:gd name="T2" fmla="*/ 2147483646 w 120000"/>
              <a:gd name="T3" fmla="*/ 0 h 120000"/>
              <a:gd name="T4" fmla="*/ 2147483646 w 120000"/>
              <a:gd name="T5" fmla="*/ 2147483646 h 120000"/>
              <a:gd name="T6" fmla="*/ 0 w 120000"/>
              <a:gd name="T7" fmla="*/ 2147483646 h 120000"/>
              <a:gd name="T8" fmla="*/ 0 w 120000"/>
              <a:gd name="T9" fmla="*/ 0 h 1200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lnTo>
                  <a:pt x="0" y="0"/>
                </a:lnTo>
                <a:close/>
              </a:path>
            </a:pathLst>
          </a:cu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2531" name="Google Shape;369;g33e13d9a7e_0_226:notes">
            <a:extLst>
              <a:ext uri="{FF2B5EF4-FFF2-40B4-BE49-F238E27FC236}">
                <a16:creationId xmlns="" xmlns:a16="http://schemas.microsoft.com/office/drawing/2014/main" id="{F79C7206-99BC-4A51-B44A-889DECC3CBB9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1023462" y="3374431"/>
            <a:ext cx="8187690" cy="319682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9017" tIns="99017" rIns="99017" bIns="99017"/>
          <a:lstStyle/>
          <a:p>
            <a:pPr eaLnBrk="1" hangingPunct="1">
              <a:spcBef>
                <a:spcPct val="0"/>
              </a:spcBef>
            </a:pPr>
            <a:endParaRPr lang="ru-RU" altLang="ru-RU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98292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0209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>
            <a:extLst>
              <a:ext uri="{FF2B5EF4-FFF2-40B4-BE49-F238E27FC236}">
                <a16:creationId xmlns:a16="http://schemas.microsoft.com/office/drawing/2014/main" xmlns="" id="{E933AAE8-5B79-4E94-ABDF-6FFCE25D3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-1201808938" y="-834199500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Notes Placeholder 2">
            <a:extLst>
              <a:ext uri="{FF2B5EF4-FFF2-40B4-BE49-F238E27FC236}">
                <a16:creationId xmlns:a16="http://schemas.microsoft.com/office/drawing/2014/main" xmlns="" id="{E335C650-0B7B-4418-9B8F-A49886E435F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-1201807965" y="-834200521"/>
            <a:ext cx="0" cy="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/>
          <a:p>
            <a:pPr eaLnBrk="1" hangingPunct="1">
              <a:spcBef>
                <a:spcPct val="0"/>
              </a:spcBef>
            </a:pPr>
            <a:endParaRPr lang="en-US" altLang="ru-RU"/>
          </a:p>
        </p:txBody>
      </p:sp>
      <p:sp>
        <p:nvSpPr>
          <p:cNvPr id="5124" name="Slide Number Placeholder 3">
            <a:extLst>
              <a:ext uri="{FF2B5EF4-FFF2-40B4-BE49-F238E27FC236}">
                <a16:creationId xmlns:a16="http://schemas.microsoft.com/office/drawing/2014/main" xmlns="" id="{A2AC004A-2163-4F94-8CFC-1C783F56269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5459" tIns="27729" rIns="55459" bIns="27729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450600" indent="-17330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693231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970523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1247815" indent="-138646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1525108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1802400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2079693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2356985" indent="-13864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fld id="{0CB92577-6C1F-4C4E-9FF8-43E8BBB92088}" type="slidenum">
              <a:rPr lang="en-US" altLang="ru-RU"/>
              <a:pPr eaLnBrk="1" hangingPunct="1"/>
              <a:t>21</a:t>
            </a:fld>
            <a:endParaRPr lang="en-US" altLang="ru-RU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49550" y="531813"/>
            <a:ext cx="4735513" cy="2665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2971" y="3374514"/>
            <a:ext cx="8188672" cy="3196994"/>
          </a:xfrm>
          <a:prstGeom prst="rect">
            <a:avLst/>
          </a:prstGeom>
        </p:spPr>
        <p:txBody>
          <a:bodyPr lIns="94768" tIns="47384" rIns="94768" bIns="47384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9424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58333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49550" y="531813"/>
            <a:ext cx="4735513" cy="2665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2971" y="3374514"/>
            <a:ext cx="8188672" cy="3196994"/>
          </a:xfrm>
          <a:prstGeom prst="rect">
            <a:avLst/>
          </a:prstGeom>
        </p:spPr>
        <p:txBody>
          <a:bodyPr lIns="94768" tIns="47384" rIns="94768" bIns="47384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9706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4843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26846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2751138" y="531813"/>
            <a:ext cx="4733925" cy="26638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>
          <a:xfrm>
            <a:off x="1023939" y="3374112"/>
            <a:ext cx="8186737" cy="3197782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5908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3567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70277" y="-320710"/>
            <a:ext cx="14808502" cy="2264695"/>
          </a:xfrm>
          <a:prstGeom prst="rect">
            <a:avLst/>
          </a:prstGeom>
        </p:spPr>
        <p:txBody>
          <a:bodyPr lIns="0" tIns="0" rIns="0" bIns="0"/>
          <a:lstStyle>
            <a:lvl1pPr>
              <a:defRPr sz="5800" b="1" i="0">
                <a:solidFill>
                  <a:srgbClr val="F08327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>
            <a:extLst>
              <a:ext uri="{FF2B5EF4-FFF2-40B4-BE49-F238E27FC236}">
                <a16:creationId xmlns="" xmlns:a16="http://schemas.microsoft.com/office/drawing/2014/main" id="{65A7A8FD-098C-4397-BE20-812DFE71425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218238" y="9566275"/>
            <a:ext cx="5851525" cy="514350"/>
          </a:xfrm>
          <a:prstGeom prst="rect">
            <a:avLst/>
          </a:prstGeom>
        </p:spPr>
        <p:txBody>
          <a:bodyPr lIns="0" tIns="0" rIns="0" bIns="0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" name="Holder 5">
            <a:extLst>
              <a:ext uri="{FF2B5EF4-FFF2-40B4-BE49-F238E27FC236}">
                <a16:creationId xmlns="" xmlns:a16="http://schemas.microsoft.com/office/drawing/2014/main" id="{E96FDCAF-9E88-43C9-A58A-AADE49E3C03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914400" y="9566275"/>
            <a:ext cx="4206875" cy="514350"/>
          </a:xfrm>
          <a:prstGeom prst="rect">
            <a:avLst/>
          </a:prstGeom>
        </p:spPr>
        <p:txBody>
          <a:bodyPr lIns="0" tIns="0" rIns="0" bIns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6592CFB7-B6AB-44C7-B3A7-8D7A29C6EFC8}" type="datetimeFigureOut">
              <a:rPr lang="en-US"/>
              <a:pPr>
                <a:defRPr/>
              </a:pPr>
              <a:t>8/28/2026</a:t>
            </a:fld>
            <a:endParaRPr lang="en-US"/>
          </a:p>
        </p:txBody>
      </p:sp>
      <p:sp>
        <p:nvSpPr>
          <p:cNvPr id="6" name="Holder 6">
            <a:extLst>
              <a:ext uri="{FF2B5EF4-FFF2-40B4-BE49-F238E27FC236}">
                <a16:creationId xmlns="" xmlns:a16="http://schemas.microsoft.com/office/drawing/2014/main" id="{3458804A-7DDC-4022-8C7B-97901A1D6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3166725" y="9566275"/>
            <a:ext cx="4206875" cy="514350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13776C29-A00A-4D7E-A9DC-6B22C44C607C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957424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Title + desig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4"/>
          <p:cNvSpPr txBox="1">
            <a:spLocks noGrp="1"/>
          </p:cNvSpPr>
          <p:nvPr>
            <p:ph type="ctrTitle"/>
          </p:nvPr>
        </p:nvSpPr>
        <p:spPr>
          <a:xfrm rot="5400000">
            <a:off x="13207190" y="3860450"/>
            <a:ext cx="6962400" cy="9750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2775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71600" y="3195638"/>
            <a:ext cx="15544800" cy="2205038"/>
          </a:xfrm>
          <a:prstGeom prst="rect">
            <a:avLst/>
          </a:prstGeom>
        </p:spPr>
        <p:txBody>
          <a:bodyPr lIns="163284" tIns="81642" rIns="163284" bIns="81642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43200" y="5829300"/>
            <a:ext cx="12801600" cy="2628900"/>
          </a:xfrm>
          <a:prstGeom prst="rect">
            <a:avLst/>
          </a:prstGeom>
        </p:spPr>
        <p:txBody>
          <a:bodyPr lIns="163284" tIns="81642" rIns="163284" bIns="81642"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164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328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492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656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82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98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714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313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="" xmlns:a16="http://schemas.microsoft.com/office/drawing/2014/main" id="{12839669-DB69-4E70-A268-7CD95E8D6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400" y="9534525"/>
            <a:ext cx="4267200" cy="547688"/>
          </a:xfrm>
          <a:prstGeom prst="rect">
            <a:avLst/>
          </a:prstGeom>
        </p:spPr>
        <p:txBody>
          <a:bodyPr lIns="163284" tIns="81642" rIns="163284" bIns="81642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323120A2-40B9-4CEF-8FFE-F34C92842125}" type="datetimeFigureOut">
              <a:rPr lang="ru-RU"/>
              <a:pPr>
                <a:defRPr/>
              </a:pPr>
              <a:t>28.08.2026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="" xmlns:a16="http://schemas.microsoft.com/office/drawing/2014/main" id="{8C54B9FB-A22B-4E00-8B39-2132911D2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48400" y="9534525"/>
            <a:ext cx="5791200" cy="547688"/>
          </a:xfrm>
          <a:prstGeom prst="rect">
            <a:avLst/>
          </a:prstGeom>
        </p:spPr>
        <p:txBody>
          <a:bodyPr lIns="163284" tIns="81642" rIns="163284" bIns="81642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="" xmlns:a16="http://schemas.microsoft.com/office/drawing/2014/main" id="{3C44BC73-628A-4E70-B837-F07746AD0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3106400" y="9534525"/>
            <a:ext cx="4267200" cy="547688"/>
          </a:xfrm>
          <a:prstGeom prst="rect">
            <a:avLst/>
          </a:prstGeom>
        </p:spPr>
        <p:txBody>
          <a:bodyPr vert="horz" wrap="square" lIns="163284" tIns="81642" rIns="163284" bIns="81642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45F265D-257C-4149-9076-5AF5696D6D34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992149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0471"/>
            <a:ext cx="2133600" cy="364787"/>
          </a:xfrm>
          <a:prstGeom prst="rect">
            <a:avLst/>
          </a:prstGeom>
        </p:spPr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0471"/>
            <a:ext cx="2895600" cy="3647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0471"/>
            <a:ext cx="2133600" cy="364787"/>
          </a:xfrm>
          <a:prstGeom prst="rect">
            <a:avLst/>
          </a:prstGeo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108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700" r:id="rId2"/>
    <p:sldLayoutId id="2147483699" r:id="rId3"/>
    <p:sldLayoutId id="2147483701" r:id="rId4"/>
    <p:sldLayoutId id="2147483702" r:id="rId5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17.png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emf"/><Relationship Id="rId11" Type="http://schemas.openxmlformats.org/officeDocument/2006/relationships/image" Target="../media/image12.png"/><Relationship Id="rId5" Type="http://schemas.openxmlformats.org/officeDocument/2006/relationships/oleObject" Target="../embeddings/oleObject2.bin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26" Type="http://schemas.openxmlformats.org/officeDocument/2006/relationships/image" Target="../media/image31.png"/><Relationship Id="rId3" Type="http://schemas.openxmlformats.org/officeDocument/2006/relationships/notesSlide" Target="../notesSlides/notesSlide4.xml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5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29" Type="http://schemas.openxmlformats.org/officeDocument/2006/relationships/image" Target="../media/image34.png"/><Relationship Id="rId1" Type="http://schemas.openxmlformats.org/officeDocument/2006/relationships/vmlDrawing" Target="../drawings/vmlDrawing3.vml"/><Relationship Id="rId6" Type="http://schemas.openxmlformats.org/officeDocument/2006/relationships/image" Target="../media/image4.emf"/><Relationship Id="rId11" Type="http://schemas.openxmlformats.org/officeDocument/2006/relationships/image" Target="../media/image16.png"/><Relationship Id="rId24" Type="http://schemas.openxmlformats.org/officeDocument/2006/relationships/image" Target="../media/image29.png"/><Relationship Id="rId5" Type="http://schemas.openxmlformats.org/officeDocument/2006/relationships/oleObject" Target="../embeddings/oleObject3.bin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28" Type="http://schemas.openxmlformats.org/officeDocument/2006/relationships/image" Target="../media/image33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31" Type="http://schemas.openxmlformats.org/officeDocument/2006/relationships/image" Target="../media/image36.png"/><Relationship Id="rId4" Type="http://schemas.openxmlformats.org/officeDocument/2006/relationships/image" Target="../media/image5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openxmlformats.org/officeDocument/2006/relationships/image" Target="../media/image27.png"/><Relationship Id="rId27" Type="http://schemas.openxmlformats.org/officeDocument/2006/relationships/image" Target="../media/image32.png"/><Relationship Id="rId30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18" Type="http://schemas.openxmlformats.org/officeDocument/2006/relationships/image" Target="../media/image41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40.png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39.png"/><Relationship Id="rId1" Type="http://schemas.openxmlformats.org/officeDocument/2006/relationships/vmlDrawing" Target="../drawings/vmlDrawing4.v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4.emf"/><Relationship Id="rId15" Type="http://schemas.openxmlformats.org/officeDocument/2006/relationships/image" Target="../media/image38.png"/><Relationship Id="rId10" Type="http://schemas.openxmlformats.org/officeDocument/2006/relationships/image" Target="../media/image16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15.png"/><Relationship Id="rId14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4.emf"/><Relationship Id="rId18" Type="http://schemas.openxmlformats.org/officeDocument/2006/relationships/image" Target="../media/image46.png"/><Relationship Id="rId3" Type="http://schemas.openxmlformats.org/officeDocument/2006/relationships/notesSlide" Target="../notesSlides/notesSlide6.xml"/><Relationship Id="rId21" Type="http://schemas.openxmlformats.org/officeDocument/2006/relationships/image" Target="../media/image49.png"/><Relationship Id="rId7" Type="http://schemas.openxmlformats.org/officeDocument/2006/relationships/image" Target="../media/image15.png"/><Relationship Id="rId12" Type="http://schemas.openxmlformats.org/officeDocument/2006/relationships/oleObject" Target="../embeddings/oleObject5.bin"/><Relationship Id="rId17" Type="http://schemas.openxmlformats.org/officeDocument/2006/relationships/image" Target="../media/image45.png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44.png"/><Relationship Id="rId20" Type="http://schemas.openxmlformats.org/officeDocument/2006/relationships/image" Target="../media/image48.png"/><Relationship Id="rId1" Type="http://schemas.openxmlformats.org/officeDocument/2006/relationships/vmlDrawing" Target="../drawings/vmlDrawing5.v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43.png"/><Relationship Id="rId10" Type="http://schemas.openxmlformats.org/officeDocument/2006/relationships/image" Target="../media/image18.png"/><Relationship Id="rId19" Type="http://schemas.openxmlformats.org/officeDocument/2006/relationships/image" Target="../media/image47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42.png"/><Relationship Id="rId22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4.e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56.png"/><Relationship Id="rId21" Type="http://schemas.openxmlformats.org/officeDocument/2006/relationships/image" Target="../media/image74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24" Type="http://schemas.openxmlformats.org/officeDocument/2006/relationships/image" Target="../media/image77.png"/><Relationship Id="rId5" Type="http://schemas.openxmlformats.org/officeDocument/2006/relationships/image" Target="../media/image58.png"/><Relationship Id="rId15" Type="http://schemas.openxmlformats.org/officeDocument/2006/relationships/image" Target="../media/image68.png"/><Relationship Id="rId23" Type="http://schemas.openxmlformats.org/officeDocument/2006/relationships/image" Target="../media/image76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Relationship Id="rId22" Type="http://schemas.openxmlformats.org/officeDocument/2006/relationships/image" Target="../media/image7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8.bin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79.png"/><Relationship Id="rId5" Type="http://schemas.openxmlformats.org/officeDocument/2006/relationships/image" Target="../media/image4.emf"/><Relationship Id="rId4" Type="http://schemas.openxmlformats.org/officeDocument/2006/relationships/oleObject" Target="../embeddings/oleObject9.bin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notesSlide" Target="../notesSlides/notesSlide15.xml"/><Relationship Id="rId7" Type="http://schemas.openxmlformats.org/officeDocument/2006/relationships/image" Target="../media/image80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0.v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oleObject" Target="../embeddings/oleObject10.bin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notesSlide" Target="../notesSlides/notesSlide16.xml"/><Relationship Id="rId7" Type="http://schemas.openxmlformats.org/officeDocument/2006/relationships/image" Target="../media/image82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oleObject" Target="../embeddings/oleObject11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12.bin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13" Type="http://schemas.openxmlformats.org/officeDocument/2006/relationships/image" Target="../media/image91.png"/><Relationship Id="rId18" Type="http://schemas.openxmlformats.org/officeDocument/2006/relationships/image" Target="../media/image96.png"/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87.png"/><Relationship Id="rId12" Type="http://schemas.openxmlformats.org/officeDocument/2006/relationships/image" Target="../media/image90.png"/><Relationship Id="rId17" Type="http://schemas.openxmlformats.org/officeDocument/2006/relationships/image" Target="../media/image95.jpeg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94.png"/><Relationship Id="rId1" Type="http://schemas.openxmlformats.org/officeDocument/2006/relationships/vmlDrawing" Target="../drawings/vmlDrawing13.vml"/><Relationship Id="rId6" Type="http://schemas.openxmlformats.org/officeDocument/2006/relationships/image" Target="../media/image86.png"/><Relationship Id="rId11" Type="http://schemas.openxmlformats.org/officeDocument/2006/relationships/image" Target="../media/image4.emf"/><Relationship Id="rId5" Type="http://schemas.openxmlformats.org/officeDocument/2006/relationships/image" Target="../media/image85.png"/><Relationship Id="rId15" Type="http://schemas.openxmlformats.org/officeDocument/2006/relationships/image" Target="../media/image93.png"/><Relationship Id="rId10" Type="http://schemas.openxmlformats.org/officeDocument/2006/relationships/oleObject" Target="../embeddings/oleObject13.bin"/><Relationship Id="rId19" Type="http://schemas.openxmlformats.org/officeDocument/2006/relationships/image" Target="../media/image97.png"/><Relationship Id="rId4" Type="http://schemas.openxmlformats.org/officeDocument/2006/relationships/image" Target="../media/image84.png"/><Relationship Id="rId9" Type="http://schemas.openxmlformats.org/officeDocument/2006/relationships/image" Target="../media/image89.png"/><Relationship Id="rId14" Type="http://schemas.openxmlformats.org/officeDocument/2006/relationships/image" Target="../media/image9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4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14.bin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15.bin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16.bin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jpeg"/><Relationship Id="rId3" Type="http://schemas.openxmlformats.org/officeDocument/2006/relationships/notesSlide" Target="../notesSlides/notesSlide24.xml"/><Relationship Id="rId7" Type="http://schemas.openxmlformats.org/officeDocument/2006/relationships/image" Target="../media/image98.jpeg"/><Relationship Id="rId12" Type="http://schemas.openxmlformats.org/officeDocument/2006/relationships/image" Target="../media/image101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4.emf"/><Relationship Id="rId11" Type="http://schemas.openxmlformats.org/officeDocument/2006/relationships/image" Target="../media/image53.png"/><Relationship Id="rId5" Type="http://schemas.openxmlformats.org/officeDocument/2006/relationships/oleObject" Target="../embeddings/oleObject17.bin"/><Relationship Id="rId10" Type="http://schemas.openxmlformats.org/officeDocument/2006/relationships/image" Target="../media/image52.png"/><Relationship Id="rId4" Type="http://schemas.openxmlformats.org/officeDocument/2006/relationships/image" Target="../media/image5.png"/><Relationship Id="rId9" Type="http://schemas.openxmlformats.org/officeDocument/2006/relationships/image" Target="../media/image100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7" Type="http://schemas.openxmlformats.org/officeDocument/2006/relationships/image" Target="../media/image102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18.bin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jpeg"/><Relationship Id="rId3" Type="http://schemas.openxmlformats.org/officeDocument/2006/relationships/notesSlide" Target="../notesSlides/notesSlide26.xml"/><Relationship Id="rId7" Type="http://schemas.openxmlformats.org/officeDocument/2006/relationships/image" Target="../media/image103.jpeg"/><Relationship Id="rId2" Type="http://schemas.openxmlformats.org/officeDocument/2006/relationships/slideLayout" Target="../slideLayouts/slideLayout5.xml"/><Relationship Id="rId1" Type="http://schemas.openxmlformats.org/officeDocument/2006/relationships/vmlDrawing" Target="../drawings/vmlDrawing19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19.bin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5.xml"/><Relationship Id="rId1" Type="http://schemas.openxmlformats.org/officeDocument/2006/relationships/vmlDrawing" Target="../drawings/vmlDrawing20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20.bin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Box 2">
            <a:extLst>
              <a:ext uri="{FF2B5EF4-FFF2-40B4-BE49-F238E27FC236}">
                <a16:creationId xmlns="" xmlns:a16="http://schemas.microsoft.com/office/drawing/2014/main" id="{3DA929BC-7B4B-4B46-A646-C21034EBEB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4251" y="3283808"/>
            <a:ext cx="6273607" cy="19345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63284" tIns="81642" rIns="163284" bIns="81642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100"/>
              </a:spcBef>
            </a:pPr>
            <a:r>
              <a:rPr lang="ru-RU" altLang="ru-RU" sz="11500" b="1" dirty="0" err="1" smtClean="0">
                <a:solidFill>
                  <a:srgbClr val="656565"/>
                </a:solidFill>
                <a:latin typeface="Inter Extra Bold" panose="02000903000000020004" pitchFamily="2" charset="0"/>
              </a:rPr>
              <a:t>Эмпилс</a:t>
            </a:r>
            <a:endParaRPr lang="ru-RU" altLang="ru-RU" sz="9600" dirty="0">
              <a:latin typeface="Gilroy ExtraBold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="" xmlns:a16="http://schemas.microsoft.com/office/drawing/2014/main" id="{D2EFB349-360F-458A-B536-2BC6BA101D6E}"/>
              </a:ext>
            </a:extLst>
          </p:cNvPr>
          <p:cNvSpPr/>
          <p:nvPr/>
        </p:nvSpPr>
        <p:spPr>
          <a:xfrm>
            <a:off x="0" y="5359400"/>
            <a:ext cx="12278037" cy="6000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/>
          </a:p>
        </p:txBody>
      </p:sp>
      <p:sp>
        <p:nvSpPr>
          <p:cNvPr id="3076" name="TextBox 9">
            <a:extLst>
              <a:ext uri="{FF2B5EF4-FFF2-40B4-BE49-F238E27FC236}">
                <a16:creationId xmlns="" xmlns:a16="http://schemas.microsoft.com/office/drawing/2014/main" id="{55195ACC-83D9-4904-B534-27B8580C15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5625" y="5349875"/>
            <a:ext cx="9274175" cy="71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63284" tIns="81642" rIns="163284" bIns="81642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ru-RU" sz="3600" b="1" dirty="0">
                <a:latin typeface="Proxima Nova Lt" panose="02000506030000020004" pitchFamily="50" charset="0"/>
              </a:rPr>
              <a:t>2026 г.</a:t>
            </a:r>
          </a:p>
        </p:txBody>
      </p:sp>
      <p:pic>
        <p:nvPicPr>
          <p:cNvPr id="3077" name="Picture 2" descr="D:\Реклама\LOGOS\EMPILS\2024\Горизонтальный лого\Лого EMPILS.png">
            <a:extLst>
              <a:ext uri="{FF2B5EF4-FFF2-40B4-BE49-F238E27FC236}">
                <a16:creationId xmlns="" xmlns:a16="http://schemas.microsoft.com/office/drawing/2014/main" id="{8361674D-EACB-46B5-B243-EAE921C35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0" y="606425"/>
            <a:ext cx="5799138" cy="1189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078" name="Группа 3">
            <a:extLst>
              <a:ext uri="{FF2B5EF4-FFF2-40B4-BE49-F238E27FC236}">
                <a16:creationId xmlns="" xmlns:a16="http://schemas.microsoft.com/office/drawing/2014/main" id="{8A73964C-592C-4C83-A4DD-BB205C12158E}"/>
              </a:ext>
            </a:extLst>
          </p:cNvPr>
          <p:cNvGrpSpPr>
            <a:grpSpLocks/>
          </p:cNvGrpSpPr>
          <p:nvPr/>
        </p:nvGrpSpPr>
        <p:grpSpPr bwMode="auto">
          <a:xfrm>
            <a:off x="1079500" y="7843838"/>
            <a:ext cx="16141700" cy="969962"/>
            <a:chOff x="278426" y="4871215"/>
            <a:chExt cx="8071155" cy="646318"/>
          </a:xfrm>
        </p:grpSpPr>
        <p:pic>
          <p:nvPicPr>
            <p:cNvPr id="3079" name="Picture 3" descr="D:\Реклама\LOGOS\EMPILS\logo_EmpilsZinc.png">
              <a:extLst>
                <a:ext uri="{FF2B5EF4-FFF2-40B4-BE49-F238E27FC236}">
                  <a16:creationId xmlns="" xmlns:a16="http://schemas.microsoft.com/office/drawing/2014/main" id="{3F68E790-A592-472F-BB78-0D14DC590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4978709"/>
              <a:ext cx="1113285" cy="434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080" name="Picture 2" descr="D:\логотипы.png">
              <a:extLst>
                <a:ext uri="{FF2B5EF4-FFF2-40B4-BE49-F238E27FC236}">
                  <a16:creationId xmlns="" xmlns:a16="http://schemas.microsoft.com/office/drawing/2014/main" id="{C5589E30-C79D-48F7-B454-A954BC422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10831" r="91489" b="-12656"/>
            <a:stretch>
              <a:fillRect/>
            </a:stretch>
          </p:blipFill>
          <p:spPr bwMode="auto">
            <a:xfrm>
              <a:off x="278426" y="4881703"/>
              <a:ext cx="610807" cy="6253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081" name="Picture 2" descr="D:\логотипы.png">
              <a:extLst>
                <a:ext uri="{FF2B5EF4-FFF2-40B4-BE49-F238E27FC236}">
                  <a16:creationId xmlns="" xmlns:a16="http://schemas.microsoft.com/office/drawing/2014/main" id="{D04B8F93-93A5-464F-9440-5F11D8BA7C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8222" t="606" r="-1082"/>
            <a:stretch>
              <a:fillRect/>
            </a:stretch>
          </p:blipFill>
          <p:spPr bwMode="auto">
            <a:xfrm>
              <a:off x="6012160" y="4944241"/>
              <a:ext cx="922790" cy="5033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082" name="Picture 2" descr="D:\логотипы.png">
              <a:extLst>
                <a:ext uri="{FF2B5EF4-FFF2-40B4-BE49-F238E27FC236}">
                  <a16:creationId xmlns="" xmlns:a16="http://schemas.microsoft.com/office/drawing/2014/main" id="{0999A901-7E1A-41BF-A2E9-4E0DD578CC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178" t="-13754" r="18652" b="-13873"/>
            <a:stretch>
              <a:fillRect/>
            </a:stretch>
          </p:blipFill>
          <p:spPr bwMode="auto">
            <a:xfrm>
              <a:off x="5148064" y="4871215"/>
              <a:ext cx="729842" cy="6463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083" name="Picture 2" descr="D:\логотипы.png">
              <a:extLst>
                <a:ext uri="{FF2B5EF4-FFF2-40B4-BE49-F238E27FC236}">
                  <a16:creationId xmlns="" xmlns:a16="http://schemas.microsoft.com/office/drawing/2014/main" id="{7A869586-D8D5-4900-B17D-52EEA98EC0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43" r="32037"/>
            <a:stretch>
              <a:fillRect/>
            </a:stretch>
          </p:blipFill>
          <p:spPr bwMode="auto">
            <a:xfrm>
              <a:off x="999007" y="4941166"/>
              <a:ext cx="4077049" cy="5064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32">
            <a:extLst>
              <a:ext uri="{FF2B5EF4-FFF2-40B4-BE49-F238E27FC236}">
                <a16:creationId xmlns="" xmlns:a16="http://schemas.microsoft.com/office/drawing/2014/main" id="{AD2B6CED-33B6-4E65-95F7-65FD2907EC93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7708900" y="5059363"/>
            <a:ext cx="2446337" cy="5684838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4099" name="Text 2">
            <a:extLst>
              <a:ext uri="{FF2B5EF4-FFF2-40B4-BE49-F238E27FC236}">
                <a16:creationId xmlns="" xmlns:a16="http://schemas.microsoft.com/office/drawing/2014/main" id="{CC555AC7-F7B2-4157-B46B-2559669F97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8450" y="987425"/>
            <a:ext cx="83851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en-US" altLang="ru-RU"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О КОМПАНИИ «ЭМПИЛС»</a:t>
            </a:r>
          </a:p>
        </p:txBody>
      </p:sp>
      <p:pic>
        <p:nvPicPr>
          <p:cNvPr id="7" name="Line 1" descr="preencoded.png">
            <a:extLst>
              <a:ext uri="{FF2B5EF4-FFF2-40B4-BE49-F238E27FC236}">
                <a16:creationId xmlns="" xmlns:a16="http://schemas.microsoft.com/office/drawing/2014/main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9225642" y="1200150"/>
            <a:ext cx="4931683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4101" name="Rectangle 132">
            <a:extLst>
              <a:ext uri="{FF2B5EF4-FFF2-40B4-BE49-F238E27FC236}">
                <a16:creationId xmlns="" xmlns:a16="http://schemas.microsoft.com/office/drawing/2014/main" id="{D281D76E-7742-4762-906F-C1EBA73386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220119" y="1476529"/>
            <a:ext cx="2365375" cy="3706813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4132" name="Text 6">
            <a:extLst>
              <a:ext uri="{FF2B5EF4-FFF2-40B4-BE49-F238E27FC236}">
                <a16:creationId xmlns="" xmlns:a16="http://schemas.microsoft.com/office/drawing/2014/main" id="{FA14128C-96F7-4005-966F-6B3A22AD16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1631" y="2572035"/>
            <a:ext cx="3177821" cy="14950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ru-RU" altLang="ru-RU" sz="3000" dirty="0" smtClean="0">
                <a:solidFill>
                  <a:srgbClr val="F47629"/>
                </a:solidFill>
                <a:latin typeface="Inter Extra Bold" panose="02000903000000020004" pitchFamily="2" charset="0"/>
              </a:rPr>
              <a:t>Крупнейший </a:t>
            </a:r>
            <a:endParaRPr lang="ru-RU" altLang="ru-RU" sz="3000" dirty="0">
              <a:solidFill>
                <a:srgbClr val="F47629"/>
              </a:solidFill>
              <a:latin typeface="Inter Extra Bold" panose="02000903000000020004" pitchFamily="2" charset="0"/>
            </a:endParaRPr>
          </a:p>
          <a:p>
            <a:pPr eaLnBrk="1" hangingPunct="1">
              <a:lnSpc>
                <a:spcPct val="110000"/>
              </a:lnSpc>
            </a:pPr>
            <a:r>
              <a:rPr lang="ru-RU" altLang="ru-RU" sz="3000" dirty="0">
                <a:solidFill>
                  <a:srgbClr val="F47629"/>
                </a:solidFill>
                <a:latin typeface="Inter Extra Bold" panose="02000903000000020004" pitchFamily="2" charset="0"/>
              </a:rPr>
              <a:t>производитель</a:t>
            </a:r>
          </a:p>
          <a:p>
            <a:pPr eaLnBrk="1" hangingPunct="1">
              <a:lnSpc>
                <a:spcPct val="110000"/>
              </a:lnSpc>
            </a:pPr>
            <a:r>
              <a:rPr lang="ru-RU" altLang="ru-RU" sz="2000" dirty="0">
                <a:solidFill>
                  <a:srgbClr val="000000"/>
                </a:solidFill>
                <a:latin typeface="Inter Regular" panose="02000503000000020004" pitchFamily="2" charset="0"/>
              </a:rPr>
              <a:t>органических ЛКМ</a:t>
            </a:r>
          </a:p>
        </p:txBody>
      </p:sp>
      <p:sp>
        <p:nvSpPr>
          <p:cNvPr id="4103" name="Rectangle 132">
            <a:extLst>
              <a:ext uri="{FF2B5EF4-FFF2-40B4-BE49-F238E27FC236}">
                <a16:creationId xmlns="" xmlns:a16="http://schemas.microsoft.com/office/drawing/2014/main" id="{DF1924CC-653F-4768-9B92-C572989B8403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504825" y="3167063"/>
            <a:ext cx="2374900" cy="285750"/>
          </a:xfrm>
          <a:prstGeom prst="roundRect">
            <a:avLst>
              <a:gd name="adj" fmla="val 26287"/>
            </a:avLst>
          </a:prstGeom>
          <a:solidFill>
            <a:srgbClr val="F183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4104" name="Rectangle 132">
            <a:extLst>
              <a:ext uri="{FF2B5EF4-FFF2-40B4-BE49-F238E27FC236}">
                <a16:creationId xmlns="" xmlns:a16="http://schemas.microsoft.com/office/drawing/2014/main" id="{1771ACFD-7772-4E3A-94B0-33D7E8365695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6815138" y="1309687"/>
            <a:ext cx="2374900" cy="4022725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4105" name="Text 6">
            <a:extLst>
              <a:ext uri="{FF2B5EF4-FFF2-40B4-BE49-F238E27FC236}">
                <a16:creationId xmlns="" xmlns:a16="http://schemas.microsoft.com/office/drawing/2014/main" id="{F62CEE4A-847A-4861-803A-13BE683374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3338" y="3313993"/>
            <a:ext cx="3143250" cy="1008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ru-RU" altLang="ru-RU" sz="2000" dirty="0">
                <a:solidFill>
                  <a:srgbClr val="000000"/>
                </a:solidFill>
                <a:latin typeface="Inter Regular" panose="02000503000000020004" pitchFamily="2" charset="0"/>
              </a:rPr>
              <a:t>доля рынка в денежном </a:t>
            </a:r>
          </a:p>
          <a:p>
            <a:pPr eaLnBrk="1" hangingPunct="1">
              <a:lnSpc>
                <a:spcPct val="110000"/>
              </a:lnSpc>
            </a:pPr>
            <a:r>
              <a:rPr lang="ru-RU" altLang="ru-RU" sz="2000" dirty="0" smtClean="0">
                <a:solidFill>
                  <a:srgbClr val="000000"/>
                </a:solidFill>
                <a:latin typeface="Inter Regular" panose="02000503000000020004" pitchFamily="2" charset="0"/>
              </a:rPr>
              <a:t>выражении</a:t>
            </a:r>
            <a:r>
              <a:rPr lang="en-US" altLang="ru-RU" sz="2000" dirty="0" smtClean="0">
                <a:solidFill>
                  <a:srgbClr val="000000"/>
                </a:solidFill>
                <a:latin typeface="Inter Regular" panose="02000503000000020004" pitchFamily="2" charset="0"/>
              </a:rPr>
              <a:t>*</a:t>
            </a:r>
            <a:endParaRPr lang="ru-RU" altLang="ru-RU" sz="2000" dirty="0">
              <a:solidFill>
                <a:srgbClr val="000000"/>
              </a:solidFill>
              <a:latin typeface="Inter Regular" panose="02000503000000020004" pitchFamily="2" charset="0"/>
            </a:endParaRPr>
          </a:p>
        </p:txBody>
      </p:sp>
      <p:sp>
        <p:nvSpPr>
          <p:cNvPr id="4106" name="name_150">
            <a:extLst>
              <a:ext uri="{FF2B5EF4-FFF2-40B4-BE49-F238E27FC236}">
                <a16:creationId xmlns="" xmlns:a16="http://schemas.microsoft.com/office/drawing/2014/main" id="{39CD20FF-5E36-4C07-92E1-4B385876C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3338" y="2688518"/>
            <a:ext cx="142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3000"/>
              </a:lnSpc>
            </a:pPr>
            <a:r>
              <a:rPr lang="ru-RU" altLang="ru-RU" sz="5400" dirty="0">
                <a:solidFill>
                  <a:srgbClr val="F47629"/>
                </a:solidFill>
                <a:latin typeface="Inter Extra Bold" panose="02000903000000020004" pitchFamily="2" charset="0"/>
              </a:rPr>
              <a:t>8%</a:t>
            </a:r>
          </a:p>
        </p:txBody>
      </p:sp>
      <p:grpSp>
        <p:nvGrpSpPr>
          <p:cNvPr id="4107" name="Группа 43">
            <a:extLst>
              <a:ext uri="{FF2B5EF4-FFF2-40B4-BE49-F238E27FC236}">
                <a16:creationId xmlns="" xmlns:a16="http://schemas.microsoft.com/office/drawing/2014/main" id="{1C031309-1801-4874-9476-436866D84161}"/>
              </a:ext>
            </a:extLst>
          </p:cNvPr>
          <p:cNvGrpSpPr>
            <a:grpSpLocks/>
          </p:cNvGrpSpPr>
          <p:nvPr/>
        </p:nvGrpSpPr>
        <p:grpSpPr bwMode="auto">
          <a:xfrm>
            <a:off x="5153025" y="3225800"/>
            <a:ext cx="936625" cy="219075"/>
            <a:chOff x="493487" y="3600545"/>
            <a:chExt cx="942115" cy="217715"/>
          </a:xfrm>
        </p:grpSpPr>
        <p:cxnSp>
          <p:nvCxnSpPr>
            <p:cNvPr id="45" name="Прямая соединительная линия 44">
              <a:extLst>
                <a:ext uri="{FF2B5EF4-FFF2-40B4-BE49-F238E27FC236}">
                  <a16:creationId xmlns="" xmlns:a16="http://schemas.microsoft.com/office/drawing/2014/main" id="{9D80DE9A-CA2C-44D1-B702-06588A55B6EC}"/>
                </a:ext>
              </a:extLst>
            </p:cNvPr>
            <p:cNvCxnSpPr>
              <a:cxnSpLocks/>
              <a:stCxn id="70" idx="6"/>
              <a:endCxn id="46" idx="2"/>
            </p:cNvCxnSpPr>
            <p:nvPr/>
          </p:nvCxnSpPr>
          <p:spPr>
            <a:xfrm flipH="1">
              <a:off x="493487" y="3709403"/>
              <a:ext cx="942115" cy="0"/>
            </a:xfrm>
            <a:prstGeom prst="line">
              <a:avLst/>
            </a:prstGeom>
            <a:ln w="38100">
              <a:solidFill>
                <a:srgbClr val="F4762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Овал 45">
              <a:extLst>
                <a:ext uri="{FF2B5EF4-FFF2-40B4-BE49-F238E27FC236}">
                  <a16:creationId xmlns="" xmlns:a16="http://schemas.microsoft.com/office/drawing/2014/main" id="{4E71EB9F-BE7A-4C4E-B059-ECFE4FAB38DB}"/>
                </a:ext>
              </a:extLst>
            </p:cNvPr>
            <p:cNvSpPr/>
            <p:nvPr/>
          </p:nvSpPr>
          <p:spPr>
            <a:xfrm>
              <a:off x="493487" y="3600545"/>
              <a:ext cx="217165" cy="217715"/>
            </a:xfrm>
            <a:prstGeom prst="ellipse">
              <a:avLst/>
            </a:prstGeom>
            <a:solidFill>
              <a:srgbClr val="F476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ru-RU" dirty="0"/>
            </a:p>
          </p:txBody>
        </p:sp>
        <p:sp>
          <p:nvSpPr>
            <p:cNvPr id="70" name="Овал 69">
              <a:extLst>
                <a:ext uri="{FF2B5EF4-FFF2-40B4-BE49-F238E27FC236}">
                  <a16:creationId xmlns="" xmlns:a16="http://schemas.microsoft.com/office/drawing/2014/main" id="{C8A25579-763E-4356-BFD3-6077513E23BF}"/>
                </a:ext>
              </a:extLst>
            </p:cNvPr>
            <p:cNvSpPr/>
            <p:nvPr/>
          </p:nvSpPr>
          <p:spPr>
            <a:xfrm>
              <a:off x="1218437" y="3600545"/>
              <a:ext cx="217165" cy="217715"/>
            </a:xfrm>
            <a:prstGeom prst="ellipse">
              <a:avLst/>
            </a:prstGeom>
            <a:solidFill>
              <a:srgbClr val="F476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ru-RU" dirty="0"/>
            </a:p>
          </p:txBody>
        </p:sp>
      </p:grpSp>
      <p:sp>
        <p:nvSpPr>
          <p:cNvPr id="4108" name="Rectangle 132">
            <a:extLst>
              <a:ext uri="{FF2B5EF4-FFF2-40B4-BE49-F238E27FC236}">
                <a16:creationId xmlns="" xmlns:a16="http://schemas.microsoft.com/office/drawing/2014/main" id="{0506D3D6-C6A2-4505-BDA9-EF871593D83D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3986213" y="2598737"/>
            <a:ext cx="965200" cy="5851525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4109" name="name_150">
            <a:extLst>
              <a:ext uri="{FF2B5EF4-FFF2-40B4-BE49-F238E27FC236}">
                <a16:creationId xmlns="" xmlns:a16="http://schemas.microsoft.com/office/drawing/2014/main" id="{CFA45A7A-9C90-40A6-AA72-AFF52A966E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6613" y="5054600"/>
            <a:ext cx="2717800" cy="95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3000"/>
              </a:lnSpc>
            </a:pPr>
            <a:r>
              <a:rPr lang="ru-RU" altLang="ru-RU" sz="5400">
                <a:solidFill>
                  <a:srgbClr val="F47629"/>
                </a:solidFill>
                <a:latin typeface="Inter Extra Bold" panose="02000903000000020004" pitchFamily="2" charset="0"/>
              </a:rPr>
              <a:t>2</a:t>
            </a:r>
          </a:p>
        </p:txBody>
      </p:sp>
      <p:sp>
        <p:nvSpPr>
          <p:cNvPr id="4110" name="Text 6">
            <a:extLst>
              <a:ext uri="{FF2B5EF4-FFF2-40B4-BE49-F238E27FC236}">
                <a16:creationId xmlns="" xmlns:a16="http://schemas.microsoft.com/office/drawing/2014/main" id="{F2CA9217-FE1F-4A35-B026-E35E6B2CE5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3038" y="5213350"/>
            <a:ext cx="4381500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ru-RU" altLang="ru-RU" sz="2000" dirty="0">
                <a:solidFill>
                  <a:srgbClr val="000000"/>
                </a:solidFill>
                <a:latin typeface="Inter Regular" panose="02000503000000020004" pitchFamily="2" charset="0"/>
              </a:rPr>
              <a:t>современные научно-исследовательские лаборатории</a:t>
            </a:r>
          </a:p>
        </p:txBody>
      </p:sp>
      <p:sp>
        <p:nvSpPr>
          <p:cNvPr id="4111" name="Rectangle 132">
            <a:extLst>
              <a:ext uri="{FF2B5EF4-FFF2-40B4-BE49-F238E27FC236}">
                <a16:creationId xmlns="" xmlns:a16="http://schemas.microsoft.com/office/drawing/2014/main" id="{346BACAE-564A-4853-B94B-CEB27CE76A19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2173288" y="6034087"/>
            <a:ext cx="2446338" cy="3706813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grpSp>
        <p:nvGrpSpPr>
          <p:cNvPr id="4112" name="Группа 61">
            <a:extLst>
              <a:ext uri="{FF2B5EF4-FFF2-40B4-BE49-F238E27FC236}">
                <a16:creationId xmlns="" xmlns:a16="http://schemas.microsoft.com/office/drawing/2014/main" id="{17ED6701-3C35-4458-A531-9936749926AB}"/>
              </a:ext>
            </a:extLst>
          </p:cNvPr>
          <p:cNvGrpSpPr>
            <a:grpSpLocks/>
          </p:cNvGrpSpPr>
          <p:nvPr/>
        </p:nvGrpSpPr>
        <p:grpSpPr bwMode="auto">
          <a:xfrm>
            <a:off x="2130425" y="6837363"/>
            <a:ext cx="3300413" cy="2055812"/>
            <a:chOff x="2729024" y="2459630"/>
            <a:chExt cx="3300756" cy="2055247"/>
          </a:xfrm>
        </p:grpSpPr>
        <p:sp>
          <p:nvSpPr>
            <p:cNvPr id="4126" name="Text 6">
              <a:extLst>
                <a:ext uri="{FF2B5EF4-FFF2-40B4-BE49-F238E27FC236}">
                  <a16:creationId xmlns="" xmlns:a16="http://schemas.microsoft.com/office/drawing/2014/main" id="{BAF22810-2847-448F-8CFD-3A453FF71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6015" y="3494396"/>
              <a:ext cx="3273765" cy="10204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110000"/>
                </a:lnSpc>
              </a:pPr>
              <a:r>
                <a:rPr lang="ru-RU" altLang="ru-RU" sz="2000" dirty="0">
                  <a:solidFill>
                    <a:srgbClr val="000000"/>
                  </a:solidFill>
                  <a:latin typeface="Inter Regular" panose="02000503000000020004" pitchFamily="2" charset="0"/>
                </a:rPr>
                <a:t>непрерывного </a:t>
              </a:r>
            </a:p>
            <a:p>
              <a:pPr eaLnBrk="1" hangingPunct="1">
                <a:lnSpc>
                  <a:spcPct val="110000"/>
                </a:lnSpc>
              </a:pPr>
              <a:r>
                <a:rPr lang="ru-RU" altLang="ru-RU" sz="2000" dirty="0">
                  <a:solidFill>
                    <a:srgbClr val="000000"/>
                  </a:solidFill>
                  <a:latin typeface="Inter Regular" panose="02000503000000020004" pitchFamily="2" charset="0"/>
                </a:rPr>
                <a:t>развития </a:t>
              </a:r>
            </a:p>
            <a:p>
              <a:pPr eaLnBrk="1" hangingPunct="1">
                <a:lnSpc>
                  <a:spcPct val="110000"/>
                </a:lnSpc>
              </a:pPr>
              <a:r>
                <a:rPr lang="ru-RU" altLang="ru-RU" sz="2000" dirty="0">
                  <a:solidFill>
                    <a:srgbClr val="000000"/>
                  </a:solidFill>
                  <a:latin typeface="Inter Regular" panose="02000503000000020004" pitchFamily="2" charset="0"/>
                </a:rPr>
                <a:t>в химической отрасли</a:t>
              </a:r>
            </a:p>
          </p:txBody>
        </p:sp>
        <p:sp>
          <p:nvSpPr>
            <p:cNvPr id="4127" name="name_150">
              <a:extLst>
                <a:ext uri="{FF2B5EF4-FFF2-40B4-BE49-F238E27FC236}">
                  <a16:creationId xmlns="" xmlns:a16="http://schemas.microsoft.com/office/drawing/2014/main" id="{D0CFA5D5-55C1-4C15-96BB-244197642D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29024" y="2797063"/>
              <a:ext cx="3091206" cy="7557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 anchor="ctr"/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103000"/>
                </a:lnSpc>
              </a:pPr>
              <a:r>
                <a:rPr lang="ru-RU" altLang="ru-RU" sz="5400">
                  <a:solidFill>
                    <a:srgbClr val="F47629"/>
                  </a:solidFill>
                  <a:latin typeface="Inter Extra Bold" panose="02000903000000020004" pitchFamily="2" charset="0"/>
                </a:rPr>
                <a:t>100 лет</a:t>
              </a:r>
            </a:p>
          </p:txBody>
        </p:sp>
        <p:sp>
          <p:nvSpPr>
            <p:cNvPr id="4128" name="Text 6">
              <a:extLst>
                <a:ext uri="{FF2B5EF4-FFF2-40B4-BE49-F238E27FC236}">
                  <a16:creationId xmlns="" xmlns:a16="http://schemas.microsoft.com/office/drawing/2014/main" id="{9D4E1899-1BC5-4D87-9511-D22F50AFA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6015" y="2459630"/>
              <a:ext cx="1424135" cy="3872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110000"/>
                </a:lnSpc>
              </a:pPr>
              <a:r>
                <a:rPr lang="ru-RU" altLang="ru-RU" sz="2000" dirty="0">
                  <a:solidFill>
                    <a:srgbClr val="000000"/>
                  </a:solidFill>
                  <a:latin typeface="Inter Regular" panose="02000503000000020004" pitchFamily="2" charset="0"/>
                </a:rPr>
                <a:t>Более</a:t>
              </a:r>
            </a:p>
          </p:txBody>
        </p:sp>
      </p:grpSp>
      <p:sp>
        <p:nvSpPr>
          <p:cNvPr id="4113" name="Rectangle 132">
            <a:extLst>
              <a:ext uri="{FF2B5EF4-FFF2-40B4-BE49-F238E27FC236}">
                <a16:creationId xmlns="" xmlns:a16="http://schemas.microsoft.com/office/drawing/2014/main" id="{33E26AE1-5241-4F5E-B7AF-408C1E5512DA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1203325" y="5381625"/>
            <a:ext cx="965200" cy="285750"/>
          </a:xfrm>
          <a:prstGeom prst="roundRect">
            <a:avLst>
              <a:gd name="adj" fmla="val 26287"/>
            </a:avLst>
          </a:prstGeom>
          <a:solidFill>
            <a:srgbClr val="F183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4114" name="Rectangle 132">
            <a:extLst>
              <a:ext uri="{FF2B5EF4-FFF2-40B4-BE49-F238E27FC236}">
                <a16:creationId xmlns="" xmlns:a16="http://schemas.microsoft.com/office/drawing/2014/main" id="{FB32FE8A-92D2-4787-9B57-9F6F2C2701D0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462756" y="7744619"/>
            <a:ext cx="2446338" cy="285750"/>
          </a:xfrm>
          <a:prstGeom prst="roundRect">
            <a:avLst>
              <a:gd name="adj" fmla="val 26287"/>
            </a:avLst>
          </a:prstGeom>
          <a:solidFill>
            <a:srgbClr val="F183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4115" name="Text 6">
            <a:extLst>
              <a:ext uri="{FF2B5EF4-FFF2-40B4-BE49-F238E27FC236}">
                <a16:creationId xmlns="" xmlns:a16="http://schemas.microsoft.com/office/drawing/2014/main" id="{D42E48FA-E2FA-4E0B-9821-E298196F17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6988" y="6853238"/>
            <a:ext cx="5119687" cy="1254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ru-RU" altLang="ru-RU" sz="2000">
                <a:solidFill>
                  <a:srgbClr val="000000"/>
                </a:solidFill>
                <a:latin typeface="Inter Regular" panose="02000503000000020004" pitchFamily="2" charset="0"/>
              </a:rPr>
              <a:t>Система менеджмента качества предприятия сертифицирована и соответствует </a:t>
            </a:r>
            <a:endParaRPr lang="en-US" altLang="ru-RU" sz="2000">
              <a:solidFill>
                <a:srgbClr val="000000"/>
              </a:solidFill>
              <a:latin typeface="Inter Regular" panose="02000503000000020004" pitchFamily="2" charset="0"/>
            </a:endParaRPr>
          </a:p>
          <a:p>
            <a:pPr eaLnBrk="1" hangingPunct="1">
              <a:lnSpc>
                <a:spcPct val="110000"/>
              </a:lnSpc>
            </a:pPr>
            <a:r>
              <a:rPr lang="ru-RU" altLang="ru-RU" sz="2000">
                <a:solidFill>
                  <a:srgbClr val="000000"/>
                </a:solidFill>
                <a:latin typeface="Inter Regular" panose="02000503000000020004" pitchFamily="2" charset="0"/>
              </a:rPr>
              <a:t>международным стандартам </a:t>
            </a:r>
          </a:p>
        </p:txBody>
      </p:sp>
      <p:sp>
        <p:nvSpPr>
          <p:cNvPr id="4116" name="name_150">
            <a:extLst>
              <a:ext uri="{FF2B5EF4-FFF2-40B4-BE49-F238E27FC236}">
                <a16:creationId xmlns="" xmlns:a16="http://schemas.microsoft.com/office/drawing/2014/main" id="{208EA117-4826-451F-878B-9B9CF5154C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48413" y="8172450"/>
            <a:ext cx="5148262" cy="95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3000"/>
              </a:lnSpc>
            </a:pPr>
            <a:r>
              <a:rPr lang="en-US" altLang="ru-RU" sz="5400">
                <a:solidFill>
                  <a:srgbClr val="F47629"/>
                </a:solidFill>
                <a:latin typeface="Inter Extra Bold" panose="02000903000000020004" pitchFamily="2" charset="0"/>
              </a:rPr>
              <a:t>ISO 9001:2015</a:t>
            </a:r>
            <a:endParaRPr lang="ru-RU" altLang="ru-RU" sz="5400">
              <a:solidFill>
                <a:srgbClr val="F47629"/>
              </a:solidFill>
              <a:latin typeface="Inter Extra Bold" panose="02000903000000020004" pitchFamily="2" charset="0"/>
            </a:endParaRPr>
          </a:p>
        </p:txBody>
      </p:sp>
      <p:sp>
        <p:nvSpPr>
          <p:cNvPr id="4117" name="Rectangle 132">
            <a:extLst>
              <a:ext uri="{FF2B5EF4-FFF2-40B4-BE49-F238E27FC236}">
                <a16:creationId xmlns="" xmlns:a16="http://schemas.microsoft.com/office/drawing/2014/main" id="{6D9B342C-559E-4933-8DA1-A3D49DF2F892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4755356" y="7797007"/>
            <a:ext cx="2446337" cy="209550"/>
          </a:xfrm>
          <a:prstGeom prst="roundRect">
            <a:avLst>
              <a:gd name="adj" fmla="val 26287"/>
            </a:avLst>
          </a:prstGeom>
          <a:solidFill>
            <a:srgbClr val="F183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graphicFrame>
        <p:nvGraphicFramePr>
          <p:cNvPr id="4118" name="Объект 90">
            <a:extLst>
              <a:ext uri="{FF2B5EF4-FFF2-40B4-BE49-F238E27FC236}">
                <a16:creationId xmlns="" xmlns:a16="http://schemas.microsoft.com/office/drawing/2014/main" id="{2597C0FB-F8F0-43F5-80DE-06AD191337A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295438" y="9906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445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Объект 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9906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19" name="Rectangle 132">
            <a:extLst>
              <a:ext uri="{FF2B5EF4-FFF2-40B4-BE49-F238E27FC236}">
                <a16:creationId xmlns="" xmlns:a16="http://schemas.microsoft.com/office/drawing/2014/main" id="{655CD4A0-2AEB-4BC5-807E-5563821EE9A1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11722894" y="2185194"/>
            <a:ext cx="2363788" cy="2260600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pic>
        <p:nvPicPr>
          <p:cNvPr id="4" name="image 3" descr="preencoded.png">
            <a:extLst>
              <a:ext uri="{FF2B5EF4-FFF2-40B4-BE49-F238E27FC236}">
                <a16:creationId xmlns="" xmlns:a16="http://schemas.microsoft.com/office/drawing/2014/main" id="{6580A00E-391C-4C25-9237-E315150666D3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12036976" y="2332293"/>
            <a:ext cx="1389803" cy="1771999"/>
          </a:xfrm>
          <a:prstGeom prst="rect">
            <a:avLst/>
          </a:prstGeom>
        </p:spPr>
      </p:pic>
      <p:pic>
        <p:nvPicPr>
          <p:cNvPr id="4121" name="image 2" descr="preencoded.png">
            <a:extLst>
              <a:ext uri="{FF2B5EF4-FFF2-40B4-BE49-F238E27FC236}">
                <a16:creationId xmlns="" xmlns:a16="http://schemas.microsoft.com/office/drawing/2014/main" id="{79DCBCA0-5088-4925-AE71-6A016F76A8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68375" y="2133600"/>
            <a:ext cx="4619625" cy="699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22" name="Rectangle 132">
            <a:extLst>
              <a:ext uri="{FF2B5EF4-FFF2-40B4-BE49-F238E27FC236}">
                <a16:creationId xmlns="" xmlns:a16="http://schemas.microsoft.com/office/drawing/2014/main" id="{E9F805EF-CF27-46F1-8156-44E71CC5A228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9902067" y="3324983"/>
            <a:ext cx="965200" cy="4424434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4123" name="Rectangle 132">
            <a:extLst>
              <a:ext uri="{FF2B5EF4-FFF2-40B4-BE49-F238E27FC236}">
                <a16:creationId xmlns="" xmlns:a16="http://schemas.microsoft.com/office/drawing/2014/main" id="{4023D5A6-78B8-4FB4-8F18-D3A712306C7A}"/>
              </a:ext>
            </a:extLst>
          </p:cNvPr>
          <p:cNvSpPr>
            <a:spLocks noChangeArrowheads="1"/>
          </p:cNvSpPr>
          <p:nvPr/>
        </p:nvSpPr>
        <p:spPr bwMode="auto">
          <a:xfrm rot="-5400000">
            <a:off x="7689850" y="5381625"/>
            <a:ext cx="965200" cy="285750"/>
          </a:xfrm>
          <a:prstGeom prst="roundRect">
            <a:avLst>
              <a:gd name="adj" fmla="val 26287"/>
            </a:avLst>
          </a:prstGeom>
          <a:solidFill>
            <a:srgbClr val="F183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40" name="name_393">
            <a:extLst>
              <a:ext uri="{FF2B5EF4-FFF2-40B4-BE49-F238E27FC236}">
                <a16:creationId xmlns="" xmlns:a16="http://schemas.microsoft.com/office/drawing/2014/main" id="{526C47DD-D3F9-426C-B7AB-F3991E95AC10}"/>
              </a:ext>
            </a:extLst>
          </p:cNvPr>
          <p:cNvSpPr/>
          <p:nvPr/>
        </p:nvSpPr>
        <p:spPr>
          <a:xfrm>
            <a:off x="8382000" y="5124450"/>
            <a:ext cx="1362075" cy="800100"/>
          </a:xfrm>
          <a:prstGeom prst="rect">
            <a:avLst/>
          </a:prstGeom>
          <a:noFill/>
          <a:ln/>
        </p:spPr>
        <p:txBody>
          <a:bodyPr lIns="0" tIns="0" rIns="0" bIns="0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800" b="1" kern="0" spc="-150" dirty="0">
                <a:solidFill>
                  <a:srgbClr val="F476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39,3</a:t>
            </a:r>
            <a:endParaRPr lang="en-US" sz="4800" dirty="0">
              <a:solidFill>
                <a:srgbClr val="F47629"/>
              </a:solidFill>
              <a:latin typeface="+mn-lt"/>
              <a:cs typeface="+mn-cs"/>
            </a:endParaRPr>
          </a:p>
        </p:txBody>
      </p:sp>
      <p:sp>
        <p:nvSpPr>
          <p:cNvPr id="41" name="Text 6">
            <a:extLst>
              <a:ext uri="{FF2B5EF4-FFF2-40B4-BE49-F238E27FC236}">
                <a16:creationId xmlns="" xmlns:a16="http://schemas.microsoft.com/office/drawing/2014/main" id="{B68FDB4D-04A2-4934-B2E8-7985C2F1DD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61550" y="5218113"/>
            <a:ext cx="3143250" cy="1008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ru-RU" altLang="ru-RU" sz="2000" dirty="0" smtClean="0">
                <a:solidFill>
                  <a:srgbClr val="000000"/>
                </a:solidFill>
                <a:latin typeface="Inter Regular" panose="02000503000000020004" pitchFamily="2" charset="0"/>
              </a:rPr>
              <a:t>тыс</a:t>
            </a:r>
            <a:r>
              <a:rPr lang="ru-RU" altLang="ru-RU" sz="2000" dirty="0">
                <a:solidFill>
                  <a:srgbClr val="000000"/>
                </a:solidFill>
                <a:latin typeface="Inter Regular" panose="02000503000000020004" pitchFamily="2" charset="0"/>
              </a:rPr>
              <a:t>. тонн</a:t>
            </a:r>
          </a:p>
          <a:p>
            <a:pPr eaLnBrk="1" hangingPunct="1">
              <a:lnSpc>
                <a:spcPct val="110000"/>
              </a:lnSpc>
            </a:pPr>
            <a:r>
              <a:rPr lang="ru-RU" altLang="ru-RU" sz="2000" dirty="0">
                <a:solidFill>
                  <a:srgbClr val="000000"/>
                </a:solidFill>
                <a:latin typeface="Inter Regular" panose="02000503000000020004" pitchFamily="2" charset="0"/>
              </a:rPr>
              <a:t>за 2025 </a:t>
            </a:r>
            <a:r>
              <a:rPr lang="ru-RU" altLang="ru-RU" sz="2000" dirty="0" smtClean="0">
                <a:solidFill>
                  <a:srgbClr val="000000"/>
                </a:solidFill>
                <a:latin typeface="Inter Regular" panose="02000503000000020004" pitchFamily="2" charset="0"/>
              </a:rPr>
              <a:t>год* </a:t>
            </a:r>
            <a:endParaRPr lang="ru-RU" altLang="ru-RU" sz="2000" dirty="0">
              <a:solidFill>
                <a:srgbClr val="000000"/>
              </a:solidFill>
              <a:latin typeface="Inter Regular" panose="020005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2">
            <a:extLst>
              <a:ext uri="{FF2B5EF4-FFF2-40B4-BE49-F238E27FC236}">
                <a16:creationId xmlns="" xmlns:a16="http://schemas.microsoft.com/office/drawing/2014/main" id="{D5D3589A-7E14-43A6-845A-8829C841F34C}"/>
              </a:ext>
            </a:extLst>
          </p:cNvPr>
          <p:cNvSpPr/>
          <p:nvPr/>
        </p:nvSpPr>
        <p:spPr>
          <a:xfrm>
            <a:off x="1543050" y="974725"/>
            <a:ext cx="7440613" cy="581025"/>
          </a:xfrm>
          <a:prstGeom prst="rect">
            <a:avLst/>
          </a:prstGeom>
          <a:noFill/>
          <a:ln/>
        </p:spPr>
        <p:txBody>
          <a:bodyPr lIns="0" tIns="0" rIns="0" bIns="0" anchor="b"/>
          <a:lstStyle/>
          <a:p>
            <a:pPr eaLnBrk="1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ПРОИЗВОДСТВО</a:t>
            </a:r>
            <a:endParaRPr lang="en-US" sz="4400" b="1" dirty="0">
              <a:solidFill>
                <a:srgbClr val="656565"/>
              </a:solidFill>
              <a:latin typeface="Inter Extra Bold" panose="02000903000000020004" pitchFamily="2" charset="0"/>
            </a:endParaRPr>
          </a:p>
        </p:txBody>
      </p:sp>
      <p:pic>
        <p:nvPicPr>
          <p:cNvPr id="7" name="Line 1" descr="preencoded.png">
            <a:extLst>
              <a:ext uri="{FF2B5EF4-FFF2-40B4-BE49-F238E27FC236}">
                <a16:creationId xmlns="" xmlns:a16="http://schemas.microsoft.com/office/drawing/2014/main" id="{0050CB0E-93D3-4180-8BA1-EB6644E931A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12001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0244" name="Объект 90">
            <a:extLst>
              <a:ext uri="{FF2B5EF4-FFF2-40B4-BE49-F238E27FC236}">
                <a16:creationId xmlns="" xmlns:a16="http://schemas.microsoft.com/office/drawing/2014/main" id="{A54ABDC7-ED58-427C-B545-68592BB84AC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295438" y="9906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06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Объект 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9906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0245" name="object 3">
            <a:extLst>
              <a:ext uri="{FF2B5EF4-FFF2-40B4-BE49-F238E27FC236}">
                <a16:creationId xmlns="" xmlns:a16="http://schemas.microsoft.com/office/drawing/2014/main" id="{281C2646-7F2F-4CF1-90E3-B7C1E00CE308}"/>
              </a:ext>
            </a:extLst>
          </p:cNvPr>
          <p:cNvGrpSpPr>
            <a:grpSpLocks/>
          </p:cNvGrpSpPr>
          <p:nvPr/>
        </p:nvGrpSpPr>
        <p:grpSpPr bwMode="auto">
          <a:xfrm>
            <a:off x="1782763" y="2895600"/>
            <a:ext cx="6149975" cy="5784850"/>
            <a:chOff x="871169" y="2268219"/>
            <a:chExt cx="4154551" cy="4151504"/>
          </a:xfrm>
        </p:grpSpPr>
        <p:sp>
          <p:nvSpPr>
            <p:cNvPr id="10291" name="object 4">
              <a:extLst>
                <a:ext uri="{FF2B5EF4-FFF2-40B4-BE49-F238E27FC236}">
                  <a16:creationId xmlns="" xmlns:a16="http://schemas.microsoft.com/office/drawing/2014/main" id="{1CE8E977-76EA-42D9-94FF-374B8C222FD0}"/>
                </a:ext>
              </a:extLst>
            </p:cNvPr>
            <p:cNvSpPr>
              <a:spLocks/>
            </p:cNvSpPr>
            <p:nvPr/>
          </p:nvSpPr>
          <p:spPr bwMode="auto">
            <a:xfrm>
              <a:off x="2303754" y="4198861"/>
              <a:ext cx="1329690" cy="269240"/>
            </a:xfrm>
            <a:custGeom>
              <a:avLst/>
              <a:gdLst>
                <a:gd name="T0" fmla="*/ 77050 w 1329689"/>
                <a:gd name="T1" fmla="*/ 217888 h 269239"/>
                <a:gd name="T2" fmla="*/ 167373 w 1329689"/>
                <a:gd name="T3" fmla="*/ 154388 h 269239"/>
                <a:gd name="T4" fmla="*/ 77050 w 1329689"/>
                <a:gd name="T5" fmla="*/ 111201 h 269239"/>
                <a:gd name="T6" fmla="*/ 193268 w 1329689"/>
                <a:gd name="T7" fmla="*/ 50241 h 269239"/>
                <a:gd name="T8" fmla="*/ 0 w 1329689"/>
                <a:gd name="T9" fmla="*/ 3251 h 269239"/>
                <a:gd name="T10" fmla="*/ 0 w 1329689"/>
                <a:gd name="T11" fmla="*/ 111201 h 269239"/>
                <a:gd name="T12" fmla="*/ 0 w 1329689"/>
                <a:gd name="T13" fmla="*/ 217888 h 269239"/>
                <a:gd name="T14" fmla="*/ 195249 w 1329689"/>
                <a:gd name="T15" fmla="*/ 268688 h 269239"/>
                <a:gd name="T16" fmla="*/ 543560 w 1329689"/>
                <a:gd name="T17" fmla="*/ 3048 h 269239"/>
                <a:gd name="T18" fmla="*/ 466509 w 1329689"/>
                <a:gd name="T19" fmla="*/ 3048 h 269239"/>
                <a:gd name="T20" fmla="*/ 322618 w 1329689"/>
                <a:gd name="T21" fmla="*/ 3048 h 269239"/>
                <a:gd name="T22" fmla="*/ 232498 w 1329689"/>
                <a:gd name="T23" fmla="*/ 268650 h 269239"/>
                <a:gd name="T24" fmla="*/ 283768 w 1329689"/>
                <a:gd name="T25" fmla="*/ 119786 h 269239"/>
                <a:gd name="T26" fmla="*/ 395185 w 1329689"/>
                <a:gd name="T27" fmla="*/ 268650 h 269239"/>
                <a:gd name="T28" fmla="*/ 466509 w 1329689"/>
                <a:gd name="T29" fmla="*/ 268650 h 269239"/>
                <a:gd name="T30" fmla="*/ 543560 w 1329689"/>
                <a:gd name="T31" fmla="*/ 3048 h 269239"/>
                <a:gd name="T32" fmla="*/ 818928 w 1329689"/>
                <a:gd name="T33" fmla="*/ 62191 h 269239"/>
                <a:gd name="T34" fmla="*/ 798163 w 1329689"/>
                <a:gd name="T35" fmla="*/ 31407 h 269239"/>
                <a:gd name="T36" fmla="*/ 746411 w 1329689"/>
                <a:gd name="T37" fmla="*/ 6438 h 269239"/>
                <a:gd name="T38" fmla="*/ 742791 w 1329689"/>
                <a:gd name="T39" fmla="*/ 122542 h 269239"/>
                <a:gd name="T40" fmla="*/ 718319 w 1329689"/>
                <a:gd name="T41" fmla="*/ 150222 h 269239"/>
                <a:gd name="T42" fmla="*/ 664413 w 1329689"/>
                <a:gd name="T43" fmla="*/ 154299 h 269239"/>
                <a:gd name="T44" fmla="*/ 662432 w 1329689"/>
                <a:gd name="T45" fmla="*/ 50558 h 269239"/>
                <a:gd name="T46" fmla="*/ 700551 w 1329689"/>
                <a:gd name="T47" fmla="*/ 50317 h 269239"/>
                <a:gd name="T48" fmla="*/ 732936 w 1329689"/>
                <a:gd name="T49" fmla="*/ 65532 h 269239"/>
                <a:gd name="T50" fmla="*/ 746411 w 1329689"/>
                <a:gd name="T51" fmla="*/ 102311 h 269239"/>
                <a:gd name="T52" fmla="*/ 729647 w 1329689"/>
                <a:gd name="T53" fmla="*/ 3048 h 269239"/>
                <a:gd name="T54" fmla="*/ 585431 w 1329689"/>
                <a:gd name="T55" fmla="*/ 268624 h 269239"/>
                <a:gd name="T56" fmla="*/ 662432 w 1329689"/>
                <a:gd name="T57" fmla="*/ 204883 h 269239"/>
                <a:gd name="T58" fmla="*/ 691064 w 1329689"/>
                <a:gd name="T59" fmla="*/ 204299 h 269239"/>
                <a:gd name="T60" fmla="*/ 767366 w 1329689"/>
                <a:gd name="T61" fmla="*/ 196691 h 269239"/>
                <a:gd name="T62" fmla="*/ 812756 w 1329689"/>
                <a:gd name="T63" fmla="*/ 154299 h 269239"/>
                <a:gd name="T64" fmla="*/ 826535 w 1329689"/>
                <a:gd name="T65" fmla="*/ 107467 h 269239"/>
                <a:gd name="T66" fmla="*/ 935730 w 1329689"/>
                <a:gd name="T67" fmla="*/ 3035 h 269239"/>
                <a:gd name="T68" fmla="*/ 858628 w 1329689"/>
                <a:gd name="T69" fmla="*/ 268535 h 269239"/>
                <a:gd name="T70" fmla="*/ 935730 w 1329689"/>
                <a:gd name="T71" fmla="*/ 3035 h 269239"/>
                <a:gd name="T72" fmla="*/ 1053281 w 1329689"/>
                <a:gd name="T73" fmla="*/ 217888 h 269239"/>
                <a:gd name="T74" fmla="*/ 976179 w 1329689"/>
                <a:gd name="T75" fmla="*/ 3048 h 269239"/>
                <a:gd name="T76" fmla="*/ 1105008 w 1329689"/>
                <a:gd name="T77" fmla="*/ 268726 h 269239"/>
                <a:gd name="T78" fmla="*/ 1329544 w 1329689"/>
                <a:gd name="T79" fmla="*/ 178873 h 269239"/>
                <a:gd name="T80" fmla="*/ 1302582 w 1329689"/>
                <a:gd name="T81" fmla="*/ 136341 h 269239"/>
                <a:gd name="T82" fmla="*/ 1214050 w 1329689"/>
                <a:gd name="T83" fmla="*/ 82169 h 269239"/>
                <a:gd name="T84" fmla="*/ 1208437 w 1329689"/>
                <a:gd name="T85" fmla="*/ 74955 h 269239"/>
                <a:gd name="T86" fmla="*/ 1210698 w 1329689"/>
                <a:gd name="T87" fmla="*/ 58864 h 269239"/>
                <a:gd name="T88" fmla="*/ 1222636 w 1329689"/>
                <a:gd name="T89" fmla="*/ 51358 h 269239"/>
                <a:gd name="T90" fmla="*/ 1317974 w 1329689"/>
                <a:gd name="T91" fmla="*/ 50342 h 269239"/>
                <a:gd name="T92" fmla="*/ 1212679 w 1329689"/>
                <a:gd name="T93" fmla="*/ 2603 h 269239"/>
                <a:gd name="T94" fmla="*/ 1145051 w 1329689"/>
                <a:gd name="T95" fmla="*/ 6045 h 269239"/>
                <a:gd name="T96" fmla="*/ 1129214 w 1329689"/>
                <a:gd name="T97" fmla="*/ 68897 h 269239"/>
                <a:gd name="T98" fmla="*/ 1151236 w 1329689"/>
                <a:gd name="T99" fmla="*/ 129184 h 269239"/>
                <a:gd name="T100" fmla="*/ 1218140 w 1329689"/>
                <a:gd name="T101" fmla="*/ 173006 h 269239"/>
                <a:gd name="T102" fmla="*/ 1245457 w 1329689"/>
                <a:gd name="T103" fmla="*/ 192183 h 269239"/>
                <a:gd name="T104" fmla="*/ 1246702 w 1329689"/>
                <a:gd name="T105" fmla="*/ 200235 h 269239"/>
                <a:gd name="T106" fmla="*/ 1149141 w 1329689"/>
                <a:gd name="T107" fmla="*/ 218015 h 269239"/>
                <a:gd name="T108" fmla="*/ 1250588 w 1329689"/>
                <a:gd name="T109" fmla="*/ 268777 h 269239"/>
                <a:gd name="T110" fmla="*/ 1306011 w 1329689"/>
                <a:gd name="T111" fmla="*/ 261957 h 269239"/>
                <a:gd name="T112" fmla="*/ 1327322 w 1329689"/>
                <a:gd name="T113" fmla="*/ 213722 h 269239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1329689" h="269239">
                  <a:moveTo>
                    <a:pt x="195249" y="217881"/>
                  </a:moveTo>
                  <a:lnTo>
                    <a:pt x="77050" y="217881"/>
                  </a:lnTo>
                  <a:lnTo>
                    <a:pt x="77050" y="154381"/>
                  </a:lnTo>
                  <a:lnTo>
                    <a:pt x="167373" y="154381"/>
                  </a:lnTo>
                  <a:lnTo>
                    <a:pt x="167373" y="111201"/>
                  </a:lnTo>
                  <a:lnTo>
                    <a:pt x="77050" y="111201"/>
                  </a:lnTo>
                  <a:lnTo>
                    <a:pt x="77050" y="50241"/>
                  </a:lnTo>
                  <a:lnTo>
                    <a:pt x="193268" y="50241"/>
                  </a:lnTo>
                  <a:lnTo>
                    <a:pt x="193268" y="3251"/>
                  </a:lnTo>
                  <a:lnTo>
                    <a:pt x="0" y="3251"/>
                  </a:lnTo>
                  <a:lnTo>
                    <a:pt x="0" y="50241"/>
                  </a:lnTo>
                  <a:lnTo>
                    <a:pt x="0" y="111201"/>
                  </a:lnTo>
                  <a:lnTo>
                    <a:pt x="0" y="154381"/>
                  </a:lnTo>
                  <a:lnTo>
                    <a:pt x="0" y="217881"/>
                  </a:lnTo>
                  <a:lnTo>
                    <a:pt x="0" y="268681"/>
                  </a:lnTo>
                  <a:lnTo>
                    <a:pt x="195249" y="268681"/>
                  </a:lnTo>
                  <a:lnTo>
                    <a:pt x="195249" y="217881"/>
                  </a:lnTo>
                  <a:close/>
                </a:path>
                <a:path w="1329689" h="269239">
                  <a:moveTo>
                    <a:pt x="543560" y="3048"/>
                  </a:moveTo>
                  <a:lnTo>
                    <a:pt x="537895" y="3048"/>
                  </a:lnTo>
                  <a:lnTo>
                    <a:pt x="466509" y="3048"/>
                  </a:lnTo>
                  <a:lnTo>
                    <a:pt x="395592" y="153123"/>
                  </a:lnTo>
                  <a:lnTo>
                    <a:pt x="322618" y="3048"/>
                  </a:lnTo>
                  <a:lnTo>
                    <a:pt x="232498" y="3048"/>
                  </a:lnTo>
                  <a:lnTo>
                    <a:pt x="232498" y="268643"/>
                  </a:lnTo>
                  <a:lnTo>
                    <a:pt x="283768" y="268643"/>
                  </a:lnTo>
                  <a:lnTo>
                    <a:pt x="283768" y="119786"/>
                  </a:lnTo>
                  <a:lnTo>
                    <a:pt x="357492" y="268643"/>
                  </a:lnTo>
                  <a:lnTo>
                    <a:pt x="395185" y="268643"/>
                  </a:lnTo>
                  <a:lnTo>
                    <a:pt x="466509" y="116293"/>
                  </a:lnTo>
                  <a:lnTo>
                    <a:pt x="466509" y="268643"/>
                  </a:lnTo>
                  <a:lnTo>
                    <a:pt x="543560" y="268643"/>
                  </a:lnTo>
                  <a:lnTo>
                    <a:pt x="543560" y="3048"/>
                  </a:lnTo>
                  <a:close/>
                </a:path>
                <a:path w="1329689" h="269239">
                  <a:moveTo>
                    <a:pt x="826528" y="99898"/>
                  </a:moveTo>
                  <a:lnTo>
                    <a:pt x="818921" y="62191"/>
                  </a:lnTo>
                  <a:lnTo>
                    <a:pt x="810907" y="50317"/>
                  </a:lnTo>
                  <a:lnTo>
                    <a:pt x="798156" y="31407"/>
                  </a:lnTo>
                  <a:lnTo>
                    <a:pt x="767359" y="10655"/>
                  </a:lnTo>
                  <a:lnTo>
                    <a:pt x="746404" y="6438"/>
                  </a:lnTo>
                  <a:lnTo>
                    <a:pt x="746404" y="102311"/>
                  </a:lnTo>
                  <a:lnTo>
                    <a:pt x="742784" y="122542"/>
                  </a:lnTo>
                  <a:lnTo>
                    <a:pt x="732929" y="139065"/>
                  </a:lnTo>
                  <a:lnTo>
                    <a:pt x="718312" y="150215"/>
                  </a:lnTo>
                  <a:lnTo>
                    <a:pt x="700430" y="154292"/>
                  </a:lnTo>
                  <a:lnTo>
                    <a:pt x="664413" y="154292"/>
                  </a:lnTo>
                  <a:lnTo>
                    <a:pt x="662432" y="154076"/>
                  </a:lnTo>
                  <a:lnTo>
                    <a:pt x="662432" y="50558"/>
                  </a:lnTo>
                  <a:lnTo>
                    <a:pt x="663943" y="50317"/>
                  </a:lnTo>
                  <a:lnTo>
                    <a:pt x="700544" y="50317"/>
                  </a:lnTo>
                  <a:lnTo>
                    <a:pt x="718312" y="54381"/>
                  </a:lnTo>
                  <a:lnTo>
                    <a:pt x="732929" y="65532"/>
                  </a:lnTo>
                  <a:lnTo>
                    <a:pt x="742784" y="82067"/>
                  </a:lnTo>
                  <a:lnTo>
                    <a:pt x="746404" y="102311"/>
                  </a:lnTo>
                  <a:lnTo>
                    <a:pt x="746404" y="6438"/>
                  </a:lnTo>
                  <a:lnTo>
                    <a:pt x="729640" y="3048"/>
                  </a:lnTo>
                  <a:lnTo>
                    <a:pt x="585431" y="3048"/>
                  </a:lnTo>
                  <a:lnTo>
                    <a:pt x="585431" y="268617"/>
                  </a:lnTo>
                  <a:lnTo>
                    <a:pt x="662432" y="268617"/>
                  </a:lnTo>
                  <a:lnTo>
                    <a:pt x="662432" y="204876"/>
                  </a:lnTo>
                  <a:lnTo>
                    <a:pt x="691057" y="204876"/>
                  </a:lnTo>
                  <a:lnTo>
                    <a:pt x="691057" y="204292"/>
                  </a:lnTo>
                  <a:lnTo>
                    <a:pt x="729653" y="204292"/>
                  </a:lnTo>
                  <a:lnTo>
                    <a:pt x="767359" y="196684"/>
                  </a:lnTo>
                  <a:lnTo>
                    <a:pt x="798156" y="175920"/>
                  </a:lnTo>
                  <a:lnTo>
                    <a:pt x="812749" y="154292"/>
                  </a:lnTo>
                  <a:lnTo>
                    <a:pt x="818921" y="145148"/>
                  </a:lnTo>
                  <a:lnTo>
                    <a:pt x="826528" y="107467"/>
                  </a:lnTo>
                  <a:lnTo>
                    <a:pt x="826528" y="99898"/>
                  </a:lnTo>
                  <a:close/>
                </a:path>
                <a:path w="1329689" h="269239">
                  <a:moveTo>
                    <a:pt x="935723" y="3035"/>
                  </a:moveTo>
                  <a:lnTo>
                    <a:pt x="858621" y="3035"/>
                  </a:lnTo>
                  <a:lnTo>
                    <a:pt x="858621" y="268528"/>
                  </a:lnTo>
                  <a:lnTo>
                    <a:pt x="935723" y="268528"/>
                  </a:lnTo>
                  <a:lnTo>
                    <a:pt x="935723" y="3035"/>
                  </a:lnTo>
                  <a:close/>
                </a:path>
                <a:path w="1329689" h="269239">
                  <a:moveTo>
                    <a:pt x="1128026" y="217881"/>
                  </a:moveTo>
                  <a:lnTo>
                    <a:pt x="1053274" y="217881"/>
                  </a:lnTo>
                  <a:lnTo>
                    <a:pt x="1053274" y="3048"/>
                  </a:lnTo>
                  <a:lnTo>
                    <a:pt x="976172" y="3048"/>
                  </a:lnTo>
                  <a:lnTo>
                    <a:pt x="976172" y="268643"/>
                  </a:lnTo>
                  <a:lnTo>
                    <a:pt x="1105001" y="268719"/>
                  </a:lnTo>
                  <a:lnTo>
                    <a:pt x="1128026" y="217881"/>
                  </a:lnTo>
                  <a:close/>
                </a:path>
                <a:path w="1329689" h="269239">
                  <a:moveTo>
                    <a:pt x="1329537" y="178866"/>
                  </a:moveTo>
                  <a:lnTo>
                    <a:pt x="1318729" y="153377"/>
                  </a:lnTo>
                  <a:lnTo>
                    <a:pt x="1302575" y="136334"/>
                  </a:lnTo>
                  <a:lnTo>
                    <a:pt x="1288846" y="126733"/>
                  </a:lnTo>
                  <a:lnTo>
                    <a:pt x="1214043" y="82169"/>
                  </a:lnTo>
                  <a:lnTo>
                    <a:pt x="1211351" y="79616"/>
                  </a:lnTo>
                  <a:lnTo>
                    <a:pt x="1208430" y="74955"/>
                  </a:lnTo>
                  <a:lnTo>
                    <a:pt x="1208430" y="66586"/>
                  </a:lnTo>
                  <a:lnTo>
                    <a:pt x="1210691" y="58864"/>
                  </a:lnTo>
                  <a:lnTo>
                    <a:pt x="1216113" y="53987"/>
                  </a:lnTo>
                  <a:lnTo>
                    <a:pt x="1222629" y="51358"/>
                  </a:lnTo>
                  <a:lnTo>
                    <a:pt x="1228140" y="50342"/>
                  </a:lnTo>
                  <a:lnTo>
                    <a:pt x="1317967" y="50342"/>
                  </a:lnTo>
                  <a:lnTo>
                    <a:pt x="1317967" y="2603"/>
                  </a:lnTo>
                  <a:lnTo>
                    <a:pt x="1212672" y="2603"/>
                  </a:lnTo>
                  <a:lnTo>
                    <a:pt x="1168476" y="0"/>
                  </a:lnTo>
                  <a:lnTo>
                    <a:pt x="1145044" y="6045"/>
                  </a:lnTo>
                  <a:lnTo>
                    <a:pt x="1134567" y="26936"/>
                  </a:lnTo>
                  <a:lnTo>
                    <a:pt x="1129207" y="68897"/>
                  </a:lnTo>
                  <a:lnTo>
                    <a:pt x="1131125" y="93878"/>
                  </a:lnTo>
                  <a:lnTo>
                    <a:pt x="1151229" y="129184"/>
                  </a:lnTo>
                  <a:lnTo>
                    <a:pt x="1174089" y="146126"/>
                  </a:lnTo>
                  <a:lnTo>
                    <a:pt x="1218133" y="172999"/>
                  </a:lnTo>
                  <a:lnTo>
                    <a:pt x="1239799" y="186982"/>
                  </a:lnTo>
                  <a:lnTo>
                    <a:pt x="1245450" y="192176"/>
                  </a:lnTo>
                  <a:lnTo>
                    <a:pt x="1247648" y="195973"/>
                  </a:lnTo>
                  <a:lnTo>
                    <a:pt x="1246695" y="200228"/>
                  </a:lnTo>
                  <a:lnTo>
                    <a:pt x="1235989" y="218008"/>
                  </a:lnTo>
                  <a:lnTo>
                    <a:pt x="1149134" y="218008"/>
                  </a:lnTo>
                  <a:lnTo>
                    <a:pt x="1124699" y="268770"/>
                  </a:lnTo>
                  <a:lnTo>
                    <a:pt x="1250581" y="268770"/>
                  </a:lnTo>
                  <a:lnTo>
                    <a:pt x="1286154" y="267957"/>
                  </a:lnTo>
                  <a:lnTo>
                    <a:pt x="1306004" y="261950"/>
                  </a:lnTo>
                  <a:lnTo>
                    <a:pt x="1317320" y="245592"/>
                  </a:lnTo>
                  <a:lnTo>
                    <a:pt x="1327315" y="213715"/>
                  </a:lnTo>
                  <a:lnTo>
                    <a:pt x="1329537" y="178866"/>
                  </a:lnTo>
                  <a:close/>
                </a:path>
              </a:pathLst>
            </a:custGeom>
            <a:solidFill>
              <a:srgbClr val="7170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0292" name="object 5">
              <a:extLst>
                <a:ext uri="{FF2B5EF4-FFF2-40B4-BE49-F238E27FC236}">
                  <a16:creationId xmlns="" xmlns:a16="http://schemas.microsoft.com/office/drawing/2014/main" id="{2702419A-9F70-4B8D-AE3D-C4487D6D79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169" y="2268219"/>
              <a:ext cx="1994662" cy="1994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93" name="object 6">
              <a:extLst>
                <a:ext uri="{FF2B5EF4-FFF2-40B4-BE49-F238E27FC236}">
                  <a16:creationId xmlns="" xmlns:a16="http://schemas.microsoft.com/office/drawing/2014/main" id="{6E934156-6203-4B63-9F2F-8DA7F39182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31185" y="2268220"/>
              <a:ext cx="1994535" cy="19946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94" name="object 7">
              <a:extLst>
                <a:ext uri="{FF2B5EF4-FFF2-40B4-BE49-F238E27FC236}">
                  <a16:creationId xmlns="" xmlns:a16="http://schemas.microsoft.com/office/drawing/2014/main" id="{BB64A11A-6871-4ED7-9F0E-657B1F04E3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169" y="4425188"/>
              <a:ext cx="1994662" cy="19945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95" name="object 8">
              <a:extLst>
                <a:ext uri="{FF2B5EF4-FFF2-40B4-BE49-F238E27FC236}">
                  <a16:creationId xmlns="" xmlns:a16="http://schemas.microsoft.com/office/drawing/2014/main" id="{0351ABDB-60B9-4EDB-B6FE-FB9886B8E4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31185" y="4425188"/>
              <a:ext cx="1994535" cy="19945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246" name="object 12">
            <a:extLst>
              <a:ext uri="{FF2B5EF4-FFF2-40B4-BE49-F238E27FC236}">
                <a16:creationId xmlns="" xmlns:a16="http://schemas.microsoft.com/office/drawing/2014/main" id="{0A773D7C-48B4-4D4B-BBE8-A856175208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9925" y="7029450"/>
            <a:ext cx="2400300" cy="151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05354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3125"/>
              </a:lnSpc>
              <a:spcBef>
                <a:spcPts val="825"/>
              </a:spcBef>
            </a:pPr>
            <a:r>
              <a:rPr lang="ru-RU" altLang="ru-RU" sz="3500" b="1" dirty="0">
                <a:solidFill>
                  <a:srgbClr val="FFFFFF"/>
                </a:solidFill>
                <a:latin typeface="Inter Bold" panose="02000803000000020004" pitchFamily="2" charset="0"/>
              </a:rPr>
              <a:t>Цех эмалей</a:t>
            </a:r>
            <a:endParaRPr lang="ru-RU" altLang="ru-RU" sz="3500" dirty="0">
              <a:latin typeface="Inter Bold" panose="02000803000000020004" pitchFamily="2" charset="0"/>
            </a:endParaRPr>
          </a:p>
          <a:p>
            <a:pPr eaLnBrk="1" hangingPunct="1">
              <a:lnSpc>
                <a:spcPts val="1850"/>
              </a:lnSpc>
              <a:spcBef>
                <a:spcPts val="1038"/>
              </a:spcBef>
            </a:pPr>
            <a:r>
              <a:rPr lang="ru-RU" altLang="ru-RU" dirty="0" smtClean="0">
                <a:solidFill>
                  <a:srgbClr val="FFFFFF"/>
                </a:solidFill>
                <a:latin typeface="Inter Regular" panose="02000503000000020004" pitchFamily="2" charset="0"/>
              </a:rPr>
              <a:t>малотоннажные партии</a:t>
            </a:r>
            <a:endParaRPr lang="ru-RU" altLang="ru-RU" dirty="0">
              <a:latin typeface="Inter Regular" panose="02000503000000020004" pitchFamily="2" charset="0"/>
            </a:endParaRPr>
          </a:p>
        </p:txBody>
      </p:sp>
      <p:sp>
        <p:nvSpPr>
          <p:cNvPr id="10247" name="object 13">
            <a:extLst>
              <a:ext uri="{FF2B5EF4-FFF2-40B4-BE49-F238E27FC236}">
                <a16:creationId xmlns="" xmlns:a16="http://schemas.microsoft.com/office/drawing/2014/main" id="{0CEEA934-769B-46C9-A603-4B0A63DA7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0563" y="3108325"/>
            <a:ext cx="1606550" cy="1014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15293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3525"/>
              </a:lnSpc>
              <a:spcBef>
                <a:spcPts val="913"/>
              </a:spcBef>
            </a:pPr>
            <a:r>
              <a:rPr lang="ru-RU" altLang="ru-RU" sz="3500" b="1">
                <a:solidFill>
                  <a:srgbClr val="FFFFFF"/>
                </a:solidFill>
                <a:latin typeface="Inter Bold" panose="02000803000000020004" pitchFamily="2" charset="0"/>
              </a:rPr>
              <a:t>Цех лаков</a:t>
            </a:r>
            <a:endParaRPr lang="ru-RU" altLang="ru-RU" sz="3500">
              <a:latin typeface="Inter Bold" panose="02000803000000020004" pitchFamily="2" charset="0"/>
            </a:endParaRPr>
          </a:p>
        </p:txBody>
      </p:sp>
      <p:sp>
        <p:nvSpPr>
          <p:cNvPr id="10248" name="object 14">
            <a:extLst>
              <a:ext uri="{FF2B5EF4-FFF2-40B4-BE49-F238E27FC236}">
                <a16:creationId xmlns="" xmlns:a16="http://schemas.microsoft.com/office/drawing/2014/main" id="{DA1E6035-9FB7-4EB3-8AC1-762E55AF68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86338" y="7069138"/>
            <a:ext cx="2749550" cy="146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15293" rIns="0" bIns="0">
            <a:spAutoFit/>
          </a:bodyPr>
          <a:lstStyle>
            <a:lvl1pPr marL="19050" indent="132238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lnSpc>
                <a:spcPts val="3525"/>
              </a:lnSpc>
              <a:spcBef>
                <a:spcPts val="913"/>
              </a:spcBef>
            </a:pPr>
            <a:r>
              <a:rPr lang="ru-RU" altLang="ru-RU" sz="3500" b="1">
                <a:solidFill>
                  <a:srgbClr val="FFFFFF"/>
                </a:solidFill>
                <a:latin typeface="Inter Bold" panose="02000803000000020004" pitchFamily="2" charset="0"/>
              </a:rPr>
              <a:t>Цех водных покрытий</a:t>
            </a:r>
            <a:endParaRPr lang="ru-RU" altLang="ru-RU" sz="3500">
              <a:latin typeface="Inter Bold" panose="02000803000000020004" pitchFamily="2" charset="0"/>
            </a:endParaRPr>
          </a:p>
        </p:txBody>
      </p:sp>
      <p:sp>
        <p:nvSpPr>
          <p:cNvPr id="10249" name="object 15">
            <a:extLst>
              <a:ext uri="{FF2B5EF4-FFF2-40B4-BE49-F238E27FC236}">
                <a16:creationId xmlns="" xmlns:a16="http://schemas.microsoft.com/office/drawing/2014/main" id="{975CE483-3413-4F9C-B226-0518AEA552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4325" y="3108325"/>
            <a:ext cx="2366963" cy="17606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05354" rIns="0" bIns="0">
            <a:spAutoFit/>
          </a:bodyPr>
          <a:lstStyle>
            <a:lvl1pPr marL="714375" indent="6794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3125"/>
              </a:lnSpc>
              <a:spcBef>
                <a:spcPts val="825"/>
              </a:spcBef>
            </a:pPr>
            <a:r>
              <a:rPr lang="ru-RU" altLang="ru-RU" sz="3500" b="1" dirty="0" err="1">
                <a:solidFill>
                  <a:srgbClr val="FFFFFF"/>
                </a:solidFill>
                <a:latin typeface="Inter Bold" panose="02000803000000020004" pitchFamily="2" charset="0"/>
              </a:rPr>
              <a:t>Цехэмалей</a:t>
            </a:r>
            <a:endParaRPr lang="ru-RU" altLang="ru-RU" sz="3500" dirty="0">
              <a:latin typeface="Inter Bold" panose="02000803000000020004" pitchFamily="2" charset="0"/>
            </a:endParaRPr>
          </a:p>
          <a:p>
            <a:pPr algn="r" eaLnBrk="1" hangingPunct="1">
              <a:lnSpc>
                <a:spcPts val="2000"/>
              </a:lnSpc>
              <a:spcBef>
                <a:spcPts val="713"/>
              </a:spcBef>
            </a:pPr>
            <a:r>
              <a:rPr lang="ru-RU" altLang="ru-RU" dirty="0" smtClean="0">
                <a:solidFill>
                  <a:srgbClr val="FFFFFF"/>
                </a:solidFill>
                <a:latin typeface="Inter Regular" panose="02000503000000020004" pitchFamily="2" charset="0"/>
              </a:rPr>
              <a:t>крупнотоннажные</a:t>
            </a:r>
            <a:endParaRPr lang="ru-RU" altLang="ru-RU" dirty="0">
              <a:latin typeface="Inter Regular" panose="02000503000000020004" pitchFamily="2" charset="0"/>
            </a:endParaRPr>
          </a:p>
          <a:p>
            <a:pPr algn="r" eaLnBrk="1" hangingPunct="1">
              <a:lnSpc>
                <a:spcPts val="2000"/>
              </a:lnSpc>
            </a:pPr>
            <a:r>
              <a:rPr lang="ru-RU" altLang="ru-RU" dirty="0" smtClean="0">
                <a:solidFill>
                  <a:srgbClr val="FFFFFF"/>
                </a:solidFill>
                <a:latin typeface="Inter Regular" panose="02000503000000020004" pitchFamily="2" charset="0"/>
              </a:rPr>
              <a:t>партии</a:t>
            </a:r>
            <a:endParaRPr lang="ru-RU" altLang="ru-RU" dirty="0">
              <a:latin typeface="Inter Regular" panose="02000503000000020004" pitchFamily="2" charset="0"/>
            </a:endParaRPr>
          </a:p>
        </p:txBody>
      </p:sp>
      <p:sp>
        <p:nvSpPr>
          <p:cNvPr id="10250" name="object 16">
            <a:extLst>
              <a:ext uri="{FF2B5EF4-FFF2-40B4-BE49-F238E27FC236}">
                <a16:creationId xmlns="" xmlns:a16="http://schemas.microsoft.com/office/drawing/2014/main" id="{36F0A2EE-23E0-4190-A7D8-F8080B79BDD2}"/>
              </a:ext>
            </a:extLst>
          </p:cNvPr>
          <p:cNvSpPr>
            <a:spLocks/>
          </p:cNvSpPr>
          <p:nvPr/>
        </p:nvSpPr>
        <p:spPr bwMode="auto">
          <a:xfrm>
            <a:off x="6299200" y="3867150"/>
            <a:ext cx="12700" cy="11113"/>
          </a:xfrm>
          <a:custGeom>
            <a:avLst/>
            <a:gdLst>
              <a:gd name="T0" fmla="*/ 105708 w 7620"/>
              <a:gd name="T1" fmla="*/ 0 h 7619"/>
              <a:gd name="T2" fmla="*/ 42187 w 7620"/>
              <a:gd name="T3" fmla="*/ 14090 h 7619"/>
              <a:gd name="T4" fmla="*/ 0 w 7620"/>
              <a:gd name="T5" fmla="*/ 63131 h 7619"/>
              <a:gd name="T6" fmla="*/ 28575 w 7620"/>
              <a:gd name="T7" fmla="*/ 89718 h 7619"/>
              <a:gd name="T8" fmla="*/ 145603 w 7620"/>
              <a:gd name="T9" fmla="*/ 104343 h 7619"/>
              <a:gd name="T10" fmla="*/ 210047 w 7620"/>
              <a:gd name="T11" fmla="*/ 89541 h 7619"/>
              <a:gd name="T12" fmla="*/ 230453 w 7620"/>
              <a:gd name="T13" fmla="*/ 65635 h 7619"/>
              <a:gd name="T14" fmla="*/ 252222 w 7620"/>
              <a:gd name="T15" fmla="*/ 40485 h 7619"/>
              <a:gd name="T16" fmla="*/ 222742 w 7620"/>
              <a:gd name="T17" fmla="*/ 14617 h 7619"/>
              <a:gd name="T18" fmla="*/ 163750 w 7620"/>
              <a:gd name="T19" fmla="*/ 7138 h 7619"/>
              <a:gd name="T20" fmla="*/ 105708 w 7620"/>
              <a:gd name="T21" fmla="*/ 0 h 761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7620" h="7619">
                <a:moveTo>
                  <a:pt x="2959" y="0"/>
                </a:moveTo>
                <a:lnTo>
                  <a:pt x="1181" y="1003"/>
                </a:lnTo>
                <a:lnTo>
                  <a:pt x="0" y="4495"/>
                </a:lnTo>
                <a:lnTo>
                  <a:pt x="800" y="6388"/>
                </a:lnTo>
                <a:lnTo>
                  <a:pt x="4076" y="7429"/>
                </a:lnTo>
                <a:lnTo>
                  <a:pt x="5880" y="6375"/>
                </a:lnTo>
                <a:lnTo>
                  <a:pt x="6451" y="4673"/>
                </a:lnTo>
                <a:lnTo>
                  <a:pt x="7061" y="2882"/>
                </a:lnTo>
                <a:lnTo>
                  <a:pt x="6235" y="1041"/>
                </a:lnTo>
                <a:lnTo>
                  <a:pt x="4584" y="508"/>
                </a:lnTo>
                <a:lnTo>
                  <a:pt x="2959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51" name="object 17">
            <a:extLst>
              <a:ext uri="{FF2B5EF4-FFF2-40B4-BE49-F238E27FC236}">
                <a16:creationId xmlns="" xmlns:a16="http://schemas.microsoft.com/office/drawing/2014/main" id="{5D9E549F-E883-43F4-8199-9229EEBDBDA7}"/>
              </a:ext>
            </a:extLst>
          </p:cNvPr>
          <p:cNvSpPr>
            <a:spLocks/>
          </p:cNvSpPr>
          <p:nvPr/>
        </p:nvSpPr>
        <p:spPr bwMode="auto">
          <a:xfrm>
            <a:off x="2566988" y="7505700"/>
            <a:ext cx="6350" cy="4763"/>
          </a:xfrm>
          <a:custGeom>
            <a:avLst/>
            <a:gdLst>
              <a:gd name="T0" fmla="*/ 54437 w 3810"/>
              <a:gd name="T1" fmla="*/ 0 h 3810"/>
              <a:gd name="T2" fmla="*/ 21283 w 3810"/>
              <a:gd name="T3" fmla="*/ 2482 h 3810"/>
              <a:gd name="T4" fmla="*/ 10867 w 3810"/>
              <a:gd name="T5" fmla="*/ 6423 h 3810"/>
              <a:gd name="T6" fmla="*/ 0 w 3810"/>
              <a:gd name="T7" fmla="*/ 10782 h 3810"/>
              <a:gd name="T8" fmla="*/ 16333 w 3810"/>
              <a:gd name="T9" fmla="*/ 15152 h 3810"/>
              <a:gd name="T10" fmla="*/ 45333 w 3810"/>
              <a:gd name="T11" fmla="*/ 16363 h 3810"/>
              <a:gd name="T12" fmla="*/ 74367 w 3810"/>
              <a:gd name="T13" fmla="*/ 17628 h 3810"/>
              <a:gd name="T14" fmla="*/ 105230 w 3810"/>
              <a:gd name="T15" fmla="*/ 15270 h 3810"/>
              <a:gd name="T16" fmla="*/ 116550 w 3810"/>
              <a:gd name="T17" fmla="*/ 10910 h 3810"/>
              <a:gd name="T18" fmla="*/ 126563 w 3810"/>
              <a:gd name="T19" fmla="*/ 6966 h 3810"/>
              <a:gd name="T20" fmla="*/ 112487 w 3810"/>
              <a:gd name="T21" fmla="*/ 2482 h 3810"/>
              <a:gd name="T22" fmla="*/ 83437 w 3810"/>
              <a:gd name="T23" fmla="*/ 1218 h 3810"/>
              <a:gd name="T24" fmla="*/ 54437 w 3810"/>
              <a:gd name="T25" fmla="*/ 0 h 3810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0" t="0" r="r" b="b"/>
            <a:pathLst>
              <a:path w="3810" h="3810">
                <a:moveTo>
                  <a:pt x="1524" y="0"/>
                </a:moveTo>
                <a:lnTo>
                  <a:pt x="596" y="520"/>
                </a:lnTo>
                <a:lnTo>
                  <a:pt x="304" y="1346"/>
                </a:lnTo>
                <a:lnTo>
                  <a:pt x="0" y="2260"/>
                </a:lnTo>
                <a:lnTo>
                  <a:pt x="457" y="3175"/>
                </a:lnTo>
                <a:lnTo>
                  <a:pt x="1269" y="3429"/>
                </a:lnTo>
                <a:lnTo>
                  <a:pt x="2082" y="3695"/>
                </a:lnTo>
                <a:lnTo>
                  <a:pt x="2946" y="3200"/>
                </a:lnTo>
                <a:lnTo>
                  <a:pt x="3263" y="2286"/>
                </a:lnTo>
                <a:lnTo>
                  <a:pt x="3543" y="1460"/>
                </a:lnTo>
                <a:lnTo>
                  <a:pt x="3149" y="520"/>
                </a:lnTo>
                <a:lnTo>
                  <a:pt x="2336" y="254"/>
                </a:lnTo>
                <a:lnTo>
                  <a:pt x="1524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52" name="object 18">
            <a:extLst>
              <a:ext uri="{FF2B5EF4-FFF2-40B4-BE49-F238E27FC236}">
                <a16:creationId xmlns="" xmlns:a16="http://schemas.microsoft.com/office/drawing/2014/main" id="{9193D31E-E3B5-425B-91CF-89670A8FDCD8}"/>
              </a:ext>
            </a:extLst>
          </p:cNvPr>
          <p:cNvSpPr>
            <a:spLocks/>
          </p:cNvSpPr>
          <p:nvPr/>
        </p:nvSpPr>
        <p:spPr bwMode="auto">
          <a:xfrm>
            <a:off x="1751013" y="7126288"/>
            <a:ext cx="1587" cy="1587"/>
          </a:xfrm>
          <a:custGeom>
            <a:avLst/>
            <a:gdLst>
              <a:gd name="T0" fmla="*/ 2489 w 1269"/>
              <a:gd name="T1" fmla="*/ 0 h 1270"/>
              <a:gd name="T2" fmla="*/ 974 w 1269"/>
              <a:gd name="T3" fmla="*/ 721 h 1270"/>
              <a:gd name="T4" fmla="*/ 485 w 1269"/>
              <a:gd name="T5" fmla="*/ 2229 h 1270"/>
              <a:gd name="T6" fmla="*/ 0 w 1269"/>
              <a:gd name="T7" fmla="*/ 3565 h 1270"/>
              <a:gd name="T8" fmla="*/ 790 w 1269"/>
              <a:gd name="T9" fmla="*/ 5013 h 1270"/>
              <a:gd name="T10" fmla="*/ 2061 w 1269"/>
              <a:gd name="T11" fmla="*/ 5435 h 1270"/>
              <a:gd name="T12" fmla="*/ 3340 w 1269"/>
              <a:gd name="T13" fmla="*/ 5799 h 1270"/>
              <a:gd name="T14" fmla="*/ 4736 w 1269"/>
              <a:gd name="T15" fmla="*/ 5068 h 1270"/>
              <a:gd name="T16" fmla="*/ 5161 w 1269"/>
              <a:gd name="T17" fmla="*/ 3743 h 1270"/>
              <a:gd name="T18" fmla="*/ 5709 w 1269"/>
              <a:gd name="T19" fmla="*/ 2229 h 1270"/>
              <a:gd name="T20" fmla="*/ 5041 w 1269"/>
              <a:gd name="T21" fmla="*/ 782 h 1270"/>
              <a:gd name="T22" fmla="*/ 3826 w 1269"/>
              <a:gd name="T23" fmla="*/ 417 h 1270"/>
              <a:gd name="T24" fmla="*/ 2489 w 1269"/>
              <a:gd name="T25" fmla="*/ 0 h 1270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0" t="0" r="r" b="b"/>
            <a:pathLst>
              <a:path w="1269" h="1270">
                <a:moveTo>
                  <a:pt x="520" y="0"/>
                </a:moveTo>
                <a:lnTo>
                  <a:pt x="203" y="152"/>
                </a:lnTo>
                <a:lnTo>
                  <a:pt x="101" y="469"/>
                </a:lnTo>
                <a:lnTo>
                  <a:pt x="0" y="749"/>
                </a:lnTo>
                <a:lnTo>
                  <a:pt x="165" y="1054"/>
                </a:lnTo>
                <a:lnTo>
                  <a:pt x="431" y="1143"/>
                </a:lnTo>
                <a:lnTo>
                  <a:pt x="698" y="1219"/>
                </a:lnTo>
                <a:lnTo>
                  <a:pt x="990" y="1066"/>
                </a:lnTo>
                <a:lnTo>
                  <a:pt x="1079" y="787"/>
                </a:lnTo>
                <a:lnTo>
                  <a:pt x="1193" y="469"/>
                </a:lnTo>
                <a:lnTo>
                  <a:pt x="1054" y="165"/>
                </a:lnTo>
                <a:lnTo>
                  <a:pt x="800" y="88"/>
                </a:lnTo>
                <a:lnTo>
                  <a:pt x="520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53" name="object 19">
            <a:extLst>
              <a:ext uri="{FF2B5EF4-FFF2-40B4-BE49-F238E27FC236}">
                <a16:creationId xmlns="" xmlns:a16="http://schemas.microsoft.com/office/drawing/2014/main" id="{EDF4B1B6-2551-44BC-A1B7-2DF1134F08F0}"/>
              </a:ext>
            </a:extLst>
          </p:cNvPr>
          <p:cNvSpPr>
            <a:spLocks/>
          </p:cNvSpPr>
          <p:nvPr/>
        </p:nvSpPr>
        <p:spPr bwMode="auto">
          <a:xfrm>
            <a:off x="6657975" y="3959225"/>
            <a:ext cx="14288" cy="11113"/>
          </a:xfrm>
          <a:custGeom>
            <a:avLst/>
            <a:gdLst>
              <a:gd name="T0" fmla="*/ 96804 w 8889"/>
              <a:gd name="T1" fmla="*/ 0 h 8889"/>
              <a:gd name="T2" fmla="*/ 38370 w 8889"/>
              <a:gd name="T3" fmla="*/ 5515 h 8889"/>
              <a:gd name="T4" fmla="*/ 0 w 8889"/>
              <a:gd name="T5" fmla="*/ 25094 h 8889"/>
              <a:gd name="T6" fmla="*/ 27433 w 8889"/>
              <a:gd name="T7" fmla="*/ 35342 h 8889"/>
              <a:gd name="T8" fmla="*/ 133059 w 8889"/>
              <a:gd name="T9" fmla="*/ 41099 h 8889"/>
              <a:gd name="T10" fmla="*/ 191162 w 8889"/>
              <a:gd name="T11" fmla="*/ 35583 h 8889"/>
              <a:gd name="T12" fmla="*/ 210520 w 8889"/>
              <a:gd name="T13" fmla="*/ 25700 h 8889"/>
              <a:gd name="T14" fmla="*/ 229547 w 8889"/>
              <a:gd name="T15" fmla="*/ 16065 h 8889"/>
              <a:gd name="T16" fmla="*/ 202430 w 8889"/>
              <a:gd name="T17" fmla="*/ 5818 h 8889"/>
              <a:gd name="T18" fmla="*/ 96804 w 8889"/>
              <a:gd name="T19" fmla="*/ 0 h 8889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8889" h="8889">
                <a:moveTo>
                  <a:pt x="3492" y="0"/>
                </a:moveTo>
                <a:lnTo>
                  <a:pt x="1384" y="1155"/>
                </a:lnTo>
                <a:lnTo>
                  <a:pt x="0" y="5257"/>
                </a:lnTo>
                <a:lnTo>
                  <a:pt x="990" y="7404"/>
                </a:lnTo>
                <a:lnTo>
                  <a:pt x="4800" y="8610"/>
                </a:lnTo>
                <a:lnTo>
                  <a:pt x="6896" y="7454"/>
                </a:lnTo>
                <a:lnTo>
                  <a:pt x="7594" y="5384"/>
                </a:lnTo>
                <a:lnTo>
                  <a:pt x="8280" y="3365"/>
                </a:lnTo>
                <a:lnTo>
                  <a:pt x="7302" y="1219"/>
                </a:lnTo>
                <a:lnTo>
                  <a:pt x="3492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54" name="object 20">
            <a:extLst>
              <a:ext uri="{FF2B5EF4-FFF2-40B4-BE49-F238E27FC236}">
                <a16:creationId xmlns="" xmlns:a16="http://schemas.microsoft.com/office/drawing/2014/main" id="{C5AEF9B5-81BA-49E2-8491-3FF42482794F}"/>
              </a:ext>
            </a:extLst>
          </p:cNvPr>
          <p:cNvSpPr>
            <a:spLocks/>
          </p:cNvSpPr>
          <p:nvPr/>
        </p:nvSpPr>
        <p:spPr bwMode="auto">
          <a:xfrm>
            <a:off x="6811963" y="4333875"/>
            <a:ext cx="12700" cy="11113"/>
          </a:xfrm>
          <a:custGeom>
            <a:avLst/>
            <a:gdLst>
              <a:gd name="T0" fmla="*/ 106133 w 7620"/>
              <a:gd name="T1" fmla="*/ 0 h 7619"/>
              <a:gd name="T2" fmla="*/ 42187 w 7620"/>
              <a:gd name="T3" fmla="*/ 14252 h 7619"/>
              <a:gd name="T4" fmla="*/ 0 w 7620"/>
              <a:gd name="T5" fmla="*/ 63314 h 7619"/>
              <a:gd name="T6" fmla="*/ 29938 w 7620"/>
              <a:gd name="T7" fmla="*/ 88480 h 7619"/>
              <a:gd name="T8" fmla="*/ 146063 w 7620"/>
              <a:gd name="T9" fmla="*/ 103092 h 7619"/>
              <a:gd name="T10" fmla="*/ 210047 w 7620"/>
              <a:gd name="T11" fmla="*/ 89718 h 7619"/>
              <a:gd name="T12" fmla="*/ 231328 w 7620"/>
              <a:gd name="T13" fmla="*/ 65110 h 7619"/>
              <a:gd name="T14" fmla="*/ 252662 w 7620"/>
              <a:gd name="T15" fmla="*/ 40485 h 7619"/>
              <a:gd name="T16" fmla="*/ 222313 w 7620"/>
              <a:gd name="T17" fmla="*/ 14617 h 7619"/>
              <a:gd name="T18" fmla="*/ 106133 w 7620"/>
              <a:gd name="T19" fmla="*/ 0 h 7619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7620" h="7619">
                <a:moveTo>
                  <a:pt x="2971" y="0"/>
                </a:moveTo>
                <a:lnTo>
                  <a:pt x="1181" y="1015"/>
                </a:lnTo>
                <a:lnTo>
                  <a:pt x="0" y="4508"/>
                </a:lnTo>
                <a:lnTo>
                  <a:pt x="838" y="6299"/>
                </a:lnTo>
                <a:lnTo>
                  <a:pt x="4089" y="7340"/>
                </a:lnTo>
                <a:lnTo>
                  <a:pt x="5880" y="6388"/>
                </a:lnTo>
                <a:lnTo>
                  <a:pt x="6476" y="4635"/>
                </a:lnTo>
                <a:lnTo>
                  <a:pt x="7073" y="2882"/>
                </a:lnTo>
                <a:lnTo>
                  <a:pt x="6223" y="1041"/>
                </a:lnTo>
                <a:lnTo>
                  <a:pt x="2971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55" name="object 21">
            <a:extLst>
              <a:ext uri="{FF2B5EF4-FFF2-40B4-BE49-F238E27FC236}">
                <a16:creationId xmlns="" xmlns:a16="http://schemas.microsoft.com/office/drawing/2014/main" id="{1FE277AA-5C48-406F-BF53-5F9258ED36D3}"/>
              </a:ext>
            </a:extLst>
          </p:cNvPr>
          <p:cNvSpPr>
            <a:spLocks/>
          </p:cNvSpPr>
          <p:nvPr/>
        </p:nvSpPr>
        <p:spPr bwMode="auto">
          <a:xfrm>
            <a:off x="6848475" y="4516438"/>
            <a:ext cx="42863" cy="34925"/>
          </a:xfrm>
          <a:custGeom>
            <a:avLst/>
            <a:gdLst>
              <a:gd name="T0" fmla="*/ 407315 w 25400"/>
              <a:gd name="T1" fmla="*/ 0 h 26035"/>
              <a:gd name="T2" fmla="*/ 161808 w 25400"/>
              <a:gd name="T3" fmla="*/ 27293 h 26035"/>
              <a:gd name="T4" fmla="*/ 0 w 25400"/>
              <a:gd name="T5" fmla="*/ 123199 h 26035"/>
              <a:gd name="T6" fmla="*/ 114805 w 25400"/>
              <a:gd name="T7" fmla="*/ 173530 h 26035"/>
              <a:gd name="T8" fmla="*/ 558270 w 25400"/>
              <a:gd name="T9" fmla="*/ 201922 h 26035"/>
              <a:gd name="T10" fmla="*/ 803735 w 25400"/>
              <a:gd name="T11" fmla="*/ 174632 h 26035"/>
              <a:gd name="T12" fmla="*/ 884414 w 25400"/>
              <a:gd name="T13" fmla="*/ 126872 h 26035"/>
              <a:gd name="T14" fmla="*/ 965600 w 25400"/>
              <a:gd name="T15" fmla="*/ 78725 h 26035"/>
              <a:gd name="T16" fmla="*/ 850771 w 25400"/>
              <a:gd name="T17" fmla="*/ 28393 h 26035"/>
              <a:gd name="T18" fmla="*/ 407315 w 25400"/>
              <a:gd name="T19" fmla="*/ 0 h 2603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25400" h="26035">
                <a:moveTo>
                  <a:pt x="10452" y="0"/>
                </a:moveTo>
                <a:lnTo>
                  <a:pt x="4152" y="3492"/>
                </a:lnTo>
                <a:lnTo>
                  <a:pt x="0" y="15760"/>
                </a:lnTo>
                <a:lnTo>
                  <a:pt x="2946" y="22199"/>
                </a:lnTo>
                <a:lnTo>
                  <a:pt x="14325" y="25831"/>
                </a:lnTo>
                <a:lnTo>
                  <a:pt x="20624" y="22339"/>
                </a:lnTo>
                <a:lnTo>
                  <a:pt x="22694" y="16230"/>
                </a:lnTo>
                <a:lnTo>
                  <a:pt x="24777" y="10071"/>
                </a:lnTo>
                <a:lnTo>
                  <a:pt x="21831" y="3632"/>
                </a:lnTo>
                <a:lnTo>
                  <a:pt x="10452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56" name="object 22">
            <a:extLst>
              <a:ext uri="{FF2B5EF4-FFF2-40B4-BE49-F238E27FC236}">
                <a16:creationId xmlns="" xmlns:a16="http://schemas.microsoft.com/office/drawing/2014/main" id="{F8A660E2-05D7-4297-B743-1FF79023DF26}"/>
              </a:ext>
            </a:extLst>
          </p:cNvPr>
          <p:cNvSpPr>
            <a:spLocks/>
          </p:cNvSpPr>
          <p:nvPr/>
        </p:nvSpPr>
        <p:spPr bwMode="auto">
          <a:xfrm>
            <a:off x="2363788" y="7686675"/>
            <a:ext cx="7937" cy="6350"/>
          </a:xfrm>
          <a:custGeom>
            <a:avLst/>
            <a:gdLst>
              <a:gd name="T0" fmla="*/ 45294 w 5080"/>
              <a:gd name="T1" fmla="*/ 0 h 5079"/>
              <a:gd name="T2" fmla="*/ 17896 w 5080"/>
              <a:gd name="T3" fmla="*/ 2969 h 5079"/>
              <a:gd name="T4" fmla="*/ 0 w 5080"/>
              <a:gd name="T5" fmla="*/ 14184 h 5079"/>
              <a:gd name="T6" fmla="*/ 13265 w 5080"/>
              <a:gd name="T7" fmla="*/ 19950 h 5079"/>
              <a:gd name="T8" fmla="*/ 62343 w 5080"/>
              <a:gd name="T9" fmla="*/ 23226 h 5079"/>
              <a:gd name="T10" fmla="*/ 89754 w 5080"/>
              <a:gd name="T11" fmla="*/ 20250 h 5079"/>
              <a:gd name="T12" fmla="*/ 98711 w 5080"/>
              <a:gd name="T13" fmla="*/ 14734 h 5079"/>
              <a:gd name="T14" fmla="*/ 107935 w 5080"/>
              <a:gd name="T15" fmla="*/ 9033 h 5079"/>
              <a:gd name="T16" fmla="*/ 94658 w 5080"/>
              <a:gd name="T17" fmla="*/ 3271 h 5079"/>
              <a:gd name="T18" fmla="*/ 45294 w 5080"/>
              <a:gd name="T19" fmla="*/ 0 h 5079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5080" h="5079">
                <a:moveTo>
                  <a:pt x="1993" y="0"/>
                </a:moveTo>
                <a:lnTo>
                  <a:pt x="787" y="622"/>
                </a:lnTo>
                <a:lnTo>
                  <a:pt x="0" y="2971"/>
                </a:lnTo>
                <a:lnTo>
                  <a:pt x="584" y="4178"/>
                </a:lnTo>
                <a:lnTo>
                  <a:pt x="2743" y="4864"/>
                </a:lnTo>
                <a:lnTo>
                  <a:pt x="3949" y="4241"/>
                </a:lnTo>
                <a:lnTo>
                  <a:pt x="4343" y="3086"/>
                </a:lnTo>
                <a:lnTo>
                  <a:pt x="4749" y="1892"/>
                </a:lnTo>
                <a:lnTo>
                  <a:pt x="4165" y="685"/>
                </a:lnTo>
                <a:lnTo>
                  <a:pt x="1993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57" name="object 23">
            <a:extLst>
              <a:ext uri="{FF2B5EF4-FFF2-40B4-BE49-F238E27FC236}">
                <a16:creationId xmlns="" xmlns:a16="http://schemas.microsoft.com/office/drawing/2014/main" id="{D44DC73E-90D1-4C2F-9710-CDDA635ABA9A}"/>
              </a:ext>
            </a:extLst>
          </p:cNvPr>
          <p:cNvSpPr>
            <a:spLocks/>
          </p:cNvSpPr>
          <p:nvPr/>
        </p:nvSpPr>
        <p:spPr bwMode="auto">
          <a:xfrm>
            <a:off x="2147888" y="7607300"/>
            <a:ext cx="7937" cy="6350"/>
          </a:xfrm>
          <a:custGeom>
            <a:avLst/>
            <a:gdLst>
              <a:gd name="T0" fmla="*/ 45592 w 5080"/>
              <a:gd name="T1" fmla="*/ 0 h 5079"/>
              <a:gd name="T2" fmla="*/ 18182 w 5080"/>
              <a:gd name="T3" fmla="*/ 3271 h 5079"/>
              <a:gd name="T4" fmla="*/ 0 w 5080"/>
              <a:gd name="T5" fmla="*/ 14489 h 5079"/>
              <a:gd name="T6" fmla="*/ 12682 w 5080"/>
              <a:gd name="T7" fmla="*/ 20434 h 5079"/>
              <a:gd name="T8" fmla="*/ 61748 w 5080"/>
              <a:gd name="T9" fmla="*/ 23705 h 5079"/>
              <a:gd name="T10" fmla="*/ 89462 w 5080"/>
              <a:gd name="T11" fmla="*/ 20434 h 5079"/>
              <a:gd name="T12" fmla="*/ 98413 w 5080"/>
              <a:gd name="T13" fmla="*/ 14977 h 5079"/>
              <a:gd name="T14" fmla="*/ 107653 w 5080"/>
              <a:gd name="T15" fmla="*/ 9277 h 5079"/>
              <a:gd name="T16" fmla="*/ 94658 w 5080"/>
              <a:gd name="T17" fmla="*/ 3271 h 5079"/>
              <a:gd name="T18" fmla="*/ 45592 w 5080"/>
              <a:gd name="T19" fmla="*/ 0 h 5079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5080" h="5079">
                <a:moveTo>
                  <a:pt x="2006" y="0"/>
                </a:moveTo>
                <a:lnTo>
                  <a:pt x="800" y="685"/>
                </a:lnTo>
                <a:lnTo>
                  <a:pt x="0" y="3035"/>
                </a:lnTo>
                <a:lnTo>
                  <a:pt x="558" y="4279"/>
                </a:lnTo>
                <a:lnTo>
                  <a:pt x="2717" y="4965"/>
                </a:lnTo>
                <a:lnTo>
                  <a:pt x="3936" y="4279"/>
                </a:lnTo>
                <a:lnTo>
                  <a:pt x="4330" y="3136"/>
                </a:lnTo>
                <a:lnTo>
                  <a:pt x="4737" y="1943"/>
                </a:lnTo>
                <a:lnTo>
                  <a:pt x="4165" y="685"/>
                </a:lnTo>
                <a:lnTo>
                  <a:pt x="2006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58" name="object 24">
            <a:extLst>
              <a:ext uri="{FF2B5EF4-FFF2-40B4-BE49-F238E27FC236}">
                <a16:creationId xmlns="" xmlns:a16="http://schemas.microsoft.com/office/drawing/2014/main" id="{E514F39A-4D4E-4109-85A5-917BF7E25658}"/>
              </a:ext>
            </a:extLst>
          </p:cNvPr>
          <p:cNvSpPr>
            <a:spLocks/>
          </p:cNvSpPr>
          <p:nvPr/>
        </p:nvSpPr>
        <p:spPr bwMode="auto">
          <a:xfrm>
            <a:off x="1939925" y="7515225"/>
            <a:ext cx="7938" cy="4763"/>
          </a:xfrm>
          <a:custGeom>
            <a:avLst/>
            <a:gdLst>
              <a:gd name="T0" fmla="*/ 257984 w 3809"/>
              <a:gd name="T1" fmla="*/ 0 h 3810"/>
              <a:gd name="T2" fmla="*/ 101725 w 3809"/>
              <a:gd name="T3" fmla="*/ 2236 h 3810"/>
              <a:gd name="T4" fmla="*/ 51925 w 3809"/>
              <a:gd name="T5" fmla="*/ 6423 h 3810"/>
              <a:gd name="T6" fmla="*/ 0 w 3809"/>
              <a:gd name="T7" fmla="*/ 10605 h 3810"/>
              <a:gd name="T8" fmla="*/ 75796 w 3809"/>
              <a:gd name="T9" fmla="*/ 15152 h 3810"/>
              <a:gd name="T10" fmla="*/ 214637 w 3809"/>
              <a:gd name="T11" fmla="*/ 16363 h 3810"/>
              <a:gd name="T12" fmla="*/ 353390 w 3809"/>
              <a:gd name="T13" fmla="*/ 17628 h 3810"/>
              <a:gd name="T14" fmla="*/ 505212 w 3809"/>
              <a:gd name="T15" fmla="*/ 15089 h 3810"/>
              <a:gd name="T16" fmla="*/ 555014 w 3809"/>
              <a:gd name="T17" fmla="*/ 10910 h 3810"/>
              <a:gd name="T18" fmla="*/ 604903 w 3809"/>
              <a:gd name="T19" fmla="*/ 6721 h 3810"/>
              <a:gd name="T20" fmla="*/ 535353 w 3809"/>
              <a:gd name="T21" fmla="*/ 2482 h 3810"/>
              <a:gd name="T22" fmla="*/ 396756 w 3809"/>
              <a:gd name="T23" fmla="*/ 1218 h 3810"/>
              <a:gd name="T24" fmla="*/ 257984 w 3809"/>
              <a:gd name="T25" fmla="*/ 0 h 3810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0" t="0" r="r" b="b"/>
            <a:pathLst>
              <a:path w="3809" h="3810">
                <a:moveTo>
                  <a:pt x="1511" y="0"/>
                </a:moveTo>
                <a:lnTo>
                  <a:pt x="596" y="469"/>
                </a:lnTo>
                <a:lnTo>
                  <a:pt x="304" y="1346"/>
                </a:lnTo>
                <a:lnTo>
                  <a:pt x="0" y="2222"/>
                </a:lnTo>
                <a:lnTo>
                  <a:pt x="444" y="3175"/>
                </a:lnTo>
                <a:lnTo>
                  <a:pt x="1257" y="3429"/>
                </a:lnTo>
                <a:lnTo>
                  <a:pt x="2070" y="3695"/>
                </a:lnTo>
                <a:lnTo>
                  <a:pt x="2959" y="3162"/>
                </a:lnTo>
                <a:lnTo>
                  <a:pt x="3251" y="2286"/>
                </a:lnTo>
                <a:lnTo>
                  <a:pt x="3543" y="1409"/>
                </a:lnTo>
                <a:lnTo>
                  <a:pt x="3136" y="520"/>
                </a:lnTo>
                <a:lnTo>
                  <a:pt x="2324" y="254"/>
                </a:lnTo>
                <a:lnTo>
                  <a:pt x="1511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59" name="object 25">
            <a:extLst>
              <a:ext uri="{FF2B5EF4-FFF2-40B4-BE49-F238E27FC236}">
                <a16:creationId xmlns="" xmlns:a16="http://schemas.microsoft.com/office/drawing/2014/main" id="{5985029A-F698-4FCE-9AC9-860B7AEC9D6D}"/>
              </a:ext>
            </a:extLst>
          </p:cNvPr>
          <p:cNvSpPr>
            <a:spLocks/>
          </p:cNvSpPr>
          <p:nvPr/>
        </p:nvSpPr>
        <p:spPr bwMode="auto">
          <a:xfrm>
            <a:off x="1557338" y="7292975"/>
            <a:ext cx="3175" cy="1588"/>
          </a:xfrm>
          <a:custGeom>
            <a:avLst/>
            <a:gdLst>
              <a:gd name="T0" fmla="*/ 303654 w 1269"/>
              <a:gd name="T1" fmla="*/ 0 h 1270"/>
              <a:gd name="T2" fmla="*/ 124608 w 1269"/>
              <a:gd name="T3" fmla="*/ 789 h 1270"/>
              <a:gd name="T4" fmla="*/ 62066 w 1269"/>
              <a:gd name="T5" fmla="*/ 2304 h 1270"/>
              <a:gd name="T6" fmla="*/ 0 w 1269"/>
              <a:gd name="T7" fmla="*/ 3641 h 1270"/>
              <a:gd name="T8" fmla="*/ 85390 w 1269"/>
              <a:gd name="T9" fmla="*/ 5095 h 1270"/>
              <a:gd name="T10" fmla="*/ 257060 w 1269"/>
              <a:gd name="T11" fmla="*/ 5519 h 1270"/>
              <a:gd name="T12" fmla="*/ 413050 w 1269"/>
              <a:gd name="T13" fmla="*/ 5881 h 1270"/>
              <a:gd name="T14" fmla="*/ 607576 w 1269"/>
              <a:gd name="T15" fmla="*/ 5155 h 1270"/>
              <a:gd name="T16" fmla="*/ 662279 w 1269"/>
              <a:gd name="T17" fmla="*/ 3820 h 1270"/>
              <a:gd name="T18" fmla="*/ 732184 w 1269"/>
              <a:gd name="T19" fmla="*/ 2304 h 1270"/>
              <a:gd name="T20" fmla="*/ 630894 w 1269"/>
              <a:gd name="T21" fmla="*/ 843 h 1270"/>
              <a:gd name="T22" fmla="*/ 475124 w 1269"/>
              <a:gd name="T23" fmla="*/ 423 h 1270"/>
              <a:gd name="T24" fmla="*/ 303654 w 1269"/>
              <a:gd name="T25" fmla="*/ 0 h 1270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0" t="0" r="r" b="b"/>
            <a:pathLst>
              <a:path w="1269" h="1270">
                <a:moveTo>
                  <a:pt x="495" y="0"/>
                </a:moveTo>
                <a:lnTo>
                  <a:pt x="203" y="165"/>
                </a:lnTo>
                <a:lnTo>
                  <a:pt x="101" y="482"/>
                </a:lnTo>
                <a:lnTo>
                  <a:pt x="0" y="762"/>
                </a:lnTo>
                <a:lnTo>
                  <a:pt x="139" y="1066"/>
                </a:lnTo>
                <a:lnTo>
                  <a:pt x="419" y="1155"/>
                </a:lnTo>
                <a:lnTo>
                  <a:pt x="673" y="1231"/>
                </a:lnTo>
                <a:lnTo>
                  <a:pt x="990" y="1079"/>
                </a:lnTo>
                <a:lnTo>
                  <a:pt x="1079" y="800"/>
                </a:lnTo>
                <a:lnTo>
                  <a:pt x="1193" y="482"/>
                </a:lnTo>
                <a:lnTo>
                  <a:pt x="1028" y="177"/>
                </a:lnTo>
                <a:lnTo>
                  <a:pt x="774" y="88"/>
                </a:lnTo>
                <a:lnTo>
                  <a:pt x="495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0" name="object 26">
            <a:extLst>
              <a:ext uri="{FF2B5EF4-FFF2-40B4-BE49-F238E27FC236}">
                <a16:creationId xmlns="" xmlns:a16="http://schemas.microsoft.com/office/drawing/2014/main" id="{46AB877F-F47E-471D-8AB1-C499E2B82DAE}"/>
              </a:ext>
            </a:extLst>
          </p:cNvPr>
          <p:cNvSpPr>
            <a:spLocks/>
          </p:cNvSpPr>
          <p:nvPr/>
        </p:nvSpPr>
        <p:spPr bwMode="auto">
          <a:xfrm>
            <a:off x="6913563" y="3875088"/>
            <a:ext cx="12700" cy="9525"/>
          </a:xfrm>
          <a:custGeom>
            <a:avLst/>
            <a:gdLst>
              <a:gd name="T0" fmla="*/ 106133 w 7620"/>
              <a:gd name="T1" fmla="*/ 0 h 7619"/>
              <a:gd name="T2" fmla="*/ 42187 w 7620"/>
              <a:gd name="T3" fmla="*/ 4787 h 7619"/>
              <a:gd name="T4" fmla="*/ 0 w 7620"/>
              <a:gd name="T5" fmla="*/ 21518 h 7619"/>
              <a:gd name="T6" fmla="*/ 29478 w 7620"/>
              <a:gd name="T7" fmla="*/ 30309 h 7619"/>
              <a:gd name="T8" fmla="*/ 145603 w 7620"/>
              <a:gd name="T9" fmla="*/ 35217 h 7619"/>
              <a:gd name="T10" fmla="*/ 210047 w 7620"/>
              <a:gd name="T11" fmla="*/ 30490 h 7619"/>
              <a:gd name="T12" fmla="*/ 231328 w 7620"/>
              <a:gd name="T13" fmla="*/ 22124 h 7619"/>
              <a:gd name="T14" fmla="*/ 252662 w 7620"/>
              <a:gd name="T15" fmla="*/ 13756 h 7619"/>
              <a:gd name="T16" fmla="*/ 222313 w 7620"/>
              <a:gd name="T17" fmla="*/ 4967 h 7619"/>
              <a:gd name="T18" fmla="*/ 106133 w 7620"/>
              <a:gd name="T19" fmla="*/ 0 h 7619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7620" h="7619">
                <a:moveTo>
                  <a:pt x="2971" y="0"/>
                </a:moveTo>
                <a:lnTo>
                  <a:pt x="1181" y="1003"/>
                </a:lnTo>
                <a:lnTo>
                  <a:pt x="0" y="4508"/>
                </a:lnTo>
                <a:lnTo>
                  <a:pt x="825" y="6350"/>
                </a:lnTo>
                <a:lnTo>
                  <a:pt x="4076" y="7378"/>
                </a:lnTo>
                <a:lnTo>
                  <a:pt x="5880" y="6388"/>
                </a:lnTo>
                <a:lnTo>
                  <a:pt x="6476" y="4635"/>
                </a:lnTo>
                <a:lnTo>
                  <a:pt x="7073" y="2882"/>
                </a:lnTo>
                <a:lnTo>
                  <a:pt x="6223" y="1041"/>
                </a:lnTo>
                <a:lnTo>
                  <a:pt x="2971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1" name="object 27">
            <a:extLst>
              <a:ext uri="{FF2B5EF4-FFF2-40B4-BE49-F238E27FC236}">
                <a16:creationId xmlns="" xmlns:a16="http://schemas.microsoft.com/office/drawing/2014/main" id="{838AE12E-4306-42DC-932F-B7E25504B9A4}"/>
              </a:ext>
            </a:extLst>
          </p:cNvPr>
          <p:cNvSpPr>
            <a:spLocks/>
          </p:cNvSpPr>
          <p:nvPr/>
        </p:nvSpPr>
        <p:spPr bwMode="auto">
          <a:xfrm>
            <a:off x="2606675" y="7991475"/>
            <a:ext cx="12700" cy="11113"/>
          </a:xfrm>
          <a:custGeom>
            <a:avLst/>
            <a:gdLst>
              <a:gd name="T0" fmla="*/ 105342 w 7619"/>
              <a:gd name="T1" fmla="*/ 0 h 7620"/>
              <a:gd name="T2" fmla="*/ 42239 w 7619"/>
              <a:gd name="T3" fmla="*/ 14259 h 7620"/>
              <a:gd name="T4" fmla="*/ 21299 w 7619"/>
              <a:gd name="T5" fmla="*/ 38846 h 7620"/>
              <a:gd name="T6" fmla="*/ 0 w 7619"/>
              <a:gd name="T7" fmla="*/ 63257 h 7620"/>
              <a:gd name="T8" fmla="*/ 28619 w 7619"/>
              <a:gd name="T9" fmla="*/ 89105 h 7620"/>
              <a:gd name="T10" fmla="*/ 145732 w 7619"/>
              <a:gd name="T11" fmla="*/ 103713 h 7620"/>
              <a:gd name="T12" fmla="*/ 209786 w 7619"/>
              <a:gd name="T13" fmla="*/ 89635 h 7620"/>
              <a:gd name="T14" fmla="*/ 230655 w 7619"/>
              <a:gd name="T15" fmla="*/ 65043 h 7620"/>
              <a:gd name="T16" fmla="*/ 251551 w 7619"/>
              <a:gd name="T17" fmla="*/ 40443 h 7620"/>
              <a:gd name="T18" fmla="*/ 222509 w 7619"/>
              <a:gd name="T19" fmla="*/ 14607 h 7620"/>
              <a:gd name="T20" fmla="*/ 105342 w 7619"/>
              <a:gd name="T21" fmla="*/ 0 h 762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7619" h="7620">
                <a:moveTo>
                  <a:pt x="2946" y="0"/>
                </a:moveTo>
                <a:lnTo>
                  <a:pt x="1181" y="1016"/>
                </a:lnTo>
                <a:lnTo>
                  <a:pt x="596" y="2768"/>
                </a:lnTo>
                <a:lnTo>
                  <a:pt x="0" y="4508"/>
                </a:lnTo>
                <a:lnTo>
                  <a:pt x="800" y="6350"/>
                </a:lnTo>
                <a:lnTo>
                  <a:pt x="4076" y="7391"/>
                </a:lnTo>
                <a:lnTo>
                  <a:pt x="5867" y="6388"/>
                </a:lnTo>
                <a:lnTo>
                  <a:pt x="6451" y="4635"/>
                </a:lnTo>
                <a:lnTo>
                  <a:pt x="7035" y="2882"/>
                </a:lnTo>
                <a:lnTo>
                  <a:pt x="6223" y="1041"/>
                </a:lnTo>
                <a:lnTo>
                  <a:pt x="2946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2" name="object 28">
            <a:extLst>
              <a:ext uri="{FF2B5EF4-FFF2-40B4-BE49-F238E27FC236}">
                <a16:creationId xmlns="" xmlns:a16="http://schemas.microsoft.com/office/drawing/2014/main" id="{0058A7BD-918C-498A-B857-8323C3D9FFF3}"/>
              </a:ext>
            </a:extLst>
          </p:cNvPr>
          <p:cNvSpPr>
            <a:spLocks/>
          </p:cNvSpPr>
          <p:nvPr/>
        </p:nvSpPr>
        <p:spPr bwMode="auto">
          <a:xfrm>
            <a:off x="1741488" y="7683500"/>
            <a:ext cx="12700" cy="11113"/>
          </a:xfrm>
          <a:custGeom>
            <a:avLst/>
            <a:gdLst>
              <a:gd name="T0" fmla="*/ 107172 w 7619"/>
              <a:gd name="T1" fmla="*/ 0 h 7620"/>
              <a:gd name="T2" fmla="*/ 42239 w 7619"/>
              <a:gd name="T3" fmla="*/ 14081 h 7620"/>
              <a:gd name="T4" fmla="*/ 21299 w 7619"/>
              <a:gd name="T5" fmla="*/ 38659 h 7620"/>
              <a:gd name="T6" fmla="*/ 0 w 7619"/>
              <a:gd name="T7" fmla="*/ 63080 h 7620"/>
              <a:gd name="T8" fmla="*/ 30397 w 7619"/>
              <a:gd name="T9" fmla="*/ 89105 h 7620"/>
              <a:gd name="T10" fmla="*/ 146674 w 7619"/>
              <a:gd name="T11" fmla="*/ 103526 h 7620"/>
              <a:gd name="T12" fmla="*/ 211606 w 7619"/>
              <a:gd name="T13" fmla="*/ 89635 h 7620"/>
              <a:gd name="T14" fmla="*/ 232486 w 7619"/>
              <a:gd name="T15" fmla="*/ 65043 h 7620"/>
              <a:gd name="T16" fmla="*/ 253370 w 7619"/>
              <a:gd name="T17" fmla="*/ 40443 h 7620"/>
              <a:gd name="T18" fmla="*/ 223411 w 7619"/>
              <a:gd name="T19" fmla="*/ 14607 h 7620"/>
              <a:gd name="T20" fmla="*/ 107172 w 7619"/>
              <a:gd name="T21" fmla="*/ 0 h 762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7619" h="7620">
                <a:moveTo>
                  <a:pt x="2997" y="0"/>
                </a:moveTo>
                <a:lnTo>
                  <a:pt x="1181" y="1003"/>
                </a:lnTo>
                <a:lnTo>
                  <a:pt x="596" y="2755"/>
                </a:lnTo>
                <a:lnTo>
                  <a:pt x="0" y="4495"/>
                </a:lnTo>
                <a:lnTo>
                  <a:pt x="850" y="6350"/>
                </a:lnTo>
                <a:lnTo>
                  <a:pt x="4102" y="7378"/>
                </a:lnTo>
                <a:lnTo>
                  <a:pt x="5918" y="6388"/>
                </a:lnTo>
                <a:lnTo>
                  <a:pt x="6502" y="4635"/>
                </a:lnTo>
                <a:lnTo>
                  <a:pt x="7086" y="2882"/>
                </a:lnTo>
                <a:lnTo>
                  <a:pt x="6248" y="1041"/>
                </a:lnTo>
                <a:lnTo>
                  <a:pt x="2997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3" name="object 29">
            <a:extLst>
              <a:ext uri="{FF2B5EF4-FFF2-40B4-BE49-F238E27FC236}">
                <a16:creationId xmlns="" xmlns:a16="http://schemas.microsoft.com/office/drawing/2014/main" id="{CE9EF593-F705-4ED6-8502-DED69E718DCE}"/>
              </a:ext>
            </a:extLst>
          </p:cNvPr>
          <p:cNvSpPr>
            <a:spLocks/>
          </p:cNvSpPr>
          <p:nvPr/>
        </p:nvSpPr>
        <p:spPr bwMode="auto">
          <a:xfrm>
            <a:off x="7062788" y="3605213"/>
            <a:ext cx="28575" cy="22225"/>
          </a:xfrm>
          <a:custGeom>
            <a:avLst/>
            <a:gdLst>
              <a:gd name="T0" fmla="*/ 395730 w 15875"/>
              <a:gd name="T1" fmla="*/ 0 h 16510"/>
              <a:gd name="T2" fmla="*/ 157043 w 15875"/>
              <a:gd name="T3" fmla="*/ 16983 h 16510"/>
              <a:gd name="T4" fmla="*/ 0 w 15875"/>
              <a:gd name="T5" fmla="*/ 77718 h 16510"/>
              <a:gd name="T6" fmla="*/ 111902 w 15875"/>
              <a:gd name="T7" fmla="*/ 109767 h 16510"/>
              <a:gd name="T8" fmla="*/ 544198 w 15875"/>
              <a:gd name="T9" fmla="*/ 127781 h 16510"/>
              <a:gd name="T10" fmla="*/ 783720 w 15875"/>
              <a:gd name="T11" fmla="*/ 110480 h 16510"/>
              <a:gd name="T12" fmla="*/ 861458 w 15875"/>
              <a:gd name="T13" fmla="*/ 80264 h 16510"/>
              <a:gd name="T14" fmla="*/ 940743 w 15875"/>
              <a:gd name="T15" fmla="*/ 49642 h 16510"/>
              <a:gd name="T16" fmla="*/ 828027 w 15875"/>
              <a:gd name="T17" fmla="*/ 18103 h 16510"/>
              <a:gd name="T18" fmla="*/ 395730 w 15875"/>
              <a:gd name="T19" fmla="*/ 0 h 1651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5875" h="16510">
                <a:moveTo>
                  <a:pt x="6464" y="0"/>
                </a:moveTo>
                <a:lnTo>
                  <a:pt x="2565" y="2120"/>
                </a:lnTo>
                <a:lnTo>
                  <a:pt x="0" y="9702"/>
                </a:lnTo>
                <a:lnTo>
                  <a:pt x="1828" y="13703"/>
                </a:lnTo>
                <a:lnTo>
                  <a:pt x="8889" y="15951"/>
                </a:lnTo>
                <a:lnTo>
                  <a:pt x="12801" y="13792"/>
                </a:lnTo>
                <a:lnTo>
                  <a:pt x="14071" y="10020"/>
                </a:lnTo>
                <a:lnTo>
                  <a:pt x="15366" y="6197"/>
                </a:lnTo>
                <a:lnTo>
                  <a:pt x="13525" y="2260"/>
                </a:lnTo>
                <a:lnTo>
                  <a:pt x="6464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4" name="object 30">
            <a:extLst>
              <a:ext uri="{FF2B5EF4-FFF2-40B4-BE49-F238E27FC236}">
                <a16:creationId xmlns="" xmlns:a16="http://schemas.microsoft.com/office/drawing/2014/main" id="{C2DF814A-12C7-4486-8973-51C1FECEA993}"/>
              </a:ext>
            </a:extLst>
          </p:cNvPr>
          <p:cNvSpPr>
            <a:spLocks/>
          </p:cNvSpPr>
          <p:nvPr/>
        </p:nvSpPr>
        <p:spPr bwMode="auto">
          <a:xfrm>
            <a:off x="7156450" y="3779838"/>
            <a:ext cx="38100" cy="30162"/>
          </a:xfrm>
          <a:custGeom>
            <a:avLst/>
            <a:gdLst>
              <a:gd name="T0" fmla="*/ 478642 w 21589"/>
              <a:gd name="T1" fmla="*/ 0 h 22225"/>
              <a:gd name="T2" fmla="*/ 189538 w 21589"/>
              <a:gd name="T3" fmla="*/ 25513 h 22225"/>
              <a:gd name="T4" fmla="*/ 0 w 21589"/>
              <a:gd name="T5" fmla="*/ 114783 h 22225"/>
              <a:gd name="T6" fmla="*/ 136069 w 21589"/>
              <a:gd name="T7" fmla="*/ 161415 h 22225"/>
              <a:gd name="T8" fmla="*/ 656077 w 21589"/>
              <a:gd name="T9" fmla="*/ 187787 h 22225"/>
              <a:gd name="T10" fmla="*/ 943185 w 21589"/>
              <a:gd name="T11" fmla="*/ 162588 h 22225"/>
              <a:gd name="T12" fmla="*/ 1038625 w 21589"/>
              <a:gd name="T13" fmla="*/ 117793 h 22225"/>
              <a:gd name="T14" fmla="*/ 1132762 w 21589"/>
              <a:gd name="T15" fmla="*/ 73321 h 22225"/>
              <a:gd name="T16" fmla="*/ 999385 w 21589"/>
              <a:gd name="T17" fmla="*/ 26378 h 22225"/>
              <a:gd name="T18" fmla="*/ 478642 w 21589"/>
              <a:gd name="T19" fmla="*/ 0 h 2222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21589" h="22225">
                <a:moveTo>
                  <a:pt x="8978" y="0"/>
                </a:moveTo>
                <a:lnTo>
                  <a:pt x="3555" y="3009"/>
                </a:lnTo>
                <a:lnTo>
                  <a:pt x="0" y="13538"/>
                </a:lnTo>
                <a:lnTo>
                  <a:pt x="2552" y="19037"/>
                </a:lnTo>
                <a:lnTo>
                  <a:pt x="12306" y="22148"/>
                </a:lnTo>
                <a:lnTo>
                  <a:pt x="17691" y="19176"/>
                </a:lnTo>
                <a:lnTo>
                  <a:pt x="19481" y="13893"/>
                </a:lnTo>
                <a:lnTo>
                  <a:pt x="21247" y="8648"/>
                </a:lnTo>
                <a:lnTo>
                  <a:pt x="18745" y="3111"/>
                </a:lnTo>
                <a:lnTo>
                  <a:pt x="8978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5" name="object 31">
            <a:extLst>
              <a:ext uri="{FF2B5EF4-FFF2-40B4-BE49-F238E27FC236}">
                <a16:creationId xmlns="" xmlns:a16="http://schemas.microsoft.com/office/drawing/2014/main" id="{05EC8827-F645-413A-9766-ED79902DE33B}"/>
              </a:ext>
            </a:extLst>
          </p:cNvPr>
          <p:cNvSpPr>
            <a:spLocks/>
          </p:cNvSpPr>
          <p:nvPr/>
        </p:nvSpPr>
        <p:spPr bwMode="auto">
          <a:xfrm>
            <a:off x="7246938" y="3968750"/>
            <a:ext cx="26987" cy="23813"/>
          </a:xfrm>
          <a:custGeom>
            <a:avLst/>
            <a:gdLst>
              <a:gd name="T0" fmla="*/ 264668 w 15875"/>
              <a:gd name="T1" fmla="*/ 0 h 16510"/>
              <a:gd name="T2" fmla="*/ 105230 w 15875"/>
              <a:gd name="T3" fmla="*/ 27533 h 16510"/>
              <a:gd name="T4" fmla="*/ 0 w 15875"/>
              <a:gd name="T5" fmla="*/ 125990 h 16510"/>
              <a:gd name="T6" fmla="*/ 75021 w 15875"/>
              <a:gd name="T7" fmla="*/ 177777 h 16510"/>
              <a:gd name="T8" fmla="*/ 363690 w 15875"/>
              <a:gd name="T9" fmla="*/ 206963 h 16510"/>
              <a:gd name="T10" fmla="*/ 524189 w 15875"/>
              <a:gd name="T11" fmla="*/ 178932 h 16510"/>
              <a:gd name="T12" fmla="*/ 576294 w 15875"/>
              <a:gd name="T13" fmla="*/ 129942 h 16510"/>
              <a:gd name="T14" fmla="*/ 629410 w 15875"/>
              <a:gd name="T15" fmla="*/ 80475 h 16510"/>
              <a:gd name="T16" fmla="*/ 553894 w 15875"/>
              <a:gd name="T17" fmla="*/ 29183 h 16510"/>
              <a:gd name="T18" fmla="*/ 264668 w 15875"/>
              <a:gd name="T19" fmla="*/ 0 h 1651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5875" h="16510">
                <a:moveTo>
                  <a:pt x="6451" y="0"/>
                </a:moveTo>
                <a:lnTo>
                  <a:pt x="2565" y="2120"/>
                </a:lnTo>
                <a:lnTo>
                  <a:pt x="0" y="9702"/>
                </a:lnTo>
                <a:lnTo>
                  <a:pt x="1828" y="13690"/>
                </a:lnTo>
                <a:lnTo>
                  <a:pt x="8864" y="15938"/>
                </a:lnTo>
                <a:lnTo>
                  <a:pt x="12776" y="13779"/>
                </a:lnTo>
                <a:lnTo>
                  <a:pt x="14046" y="10007"/>
                </a:lnTo>
                <a:lnTo>
                  <a:pt x="15341" y="6197"/>
                </a:lnTo>
                <a:lnTo>
                  <a:pt x="13500" y="2247"/>
                </a:lnTo>
                <a:lnTo>
                  <a:pt x="6451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6" name="object 32">
            <a:extLst>
              <a:ext uri="{FF2B5EF4-FFF2-40B4-BE49-F238E27FC236}">
                <a16:creationId xmlns="" xmlns:a16="http://schemas.microsoft.com/office/drawing/2014/main" id="{CFC050A1-DB22-47CF-88EC-2D9B6FB48AE1}"/>
              </a:ext>
            </a:extLst>
          </p:cNvPr>
          <p:cNvSpPr>
            <a:spLocks/>
          </p:cNvSpPr>
          <p:nvPr/>
        </p:nvSpPr>
        <p:spPr bwMode="auto">
          <a:xfrm>
            <a:off x="7354888" y="4340225"/>
            <a:ext cx="58737" cy="49213"/>
          </a:xfrm>
          <a:custGeom>
            <a:avLst/>
            <a:gdLst>
              <a:gd name="T0" fmla="*/ 623857 w 34289"/>
              <a:gd name="T1" fmla="*/ 0 h 36195"/>
              <a:gd name="T2" fmla="*/ 247311 w 34289"/>
              <a:gd name="T3" fmla="*/ 41346 h 36195"/>
              <a:gd name="T4" fmla="*/ 0 w 34289"/>
              <a:gd name="T5" fmla="*/ 186664 h 36195"/>
              <a:gd name="T6" fmla="*/ 175844 w 34289"/>
              <a:gd name="T7" fmla="*/ 262925 h 36195"/>
              <a:gd name="T8" fmla="*/ 857491 w 34289"/>
              <a:gd name="T9" fmla="*/ 306135 h 36195"/>
              <a:gd name="T10" fmla="*/ 1233419 w 34289"/>
              <a:gd name="T11" fmla="*/ 264781 h 36195"/>
              <a:gd name="T12" fmla="*/ 1357125 w 34289"/>
              <a:gd name="T13" fmla="*/ 192120 h 36195"/>
              <a:gd name="T14" fmla="*/ 1480788 w 34289"/>
              <a:gd name="T15" fmla="*/ 119456 h 36195"/>
              <a:gd name="T16" fmla="*/ 1305428 w 34289"/>
              <a:gd name="T17" fmla="*/ 43090 h 36195"/>
              <a:gd name="T18" fmla="*/ 623857 w 34289"/>
              <a:gd name="T19" fmla="*/ 0 h 3619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34289" h="36195">
                <a:moveTo>
                  <a:pt x="14414" y="0"/>
                </a:moveTo>
                <a:lnTo>
                  <a:pt x="5714" y="4813"/>
                </a:lnTo>
                <a:lnTo>
                  <a:pt x="0" y="21729"/>
                </a:lnTo>
                <a:lnTo>
                  <a:pt x="4063" y="30607"/>
                </a:lnTo>
                <a:lnTo>
                  <a:pt x="19812" y="35636"/>
                </a:lnTo>
                <a:lnTo>
                  <a:pt x="28498" y="30822"/>
                </a:lnTo>
                <a:lnTo>
                  <a:pt x="31356" y="22364"/>
                </a:lnTo>
                <a:lnTo>
                  <a:pt x="34213" y="13906"/>
                </a:lnTo>
                <a:lnTo>
                  <a:pt x="30162" y="5016"/>
                </a:lnTo>
                <a:lnTo>
                  <a:pt x="14414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7" name="object 33">
            <a:extLst>
              <a:ext uri="{FF2B5EF4-FFF2-40B4-BE49-F238E27FC236}">
                <a16:creationId xmlns="" xmlns:a16="http://schemas.microsoft.com/office/drawing/2014/main" id="{0FF15437-9A6A-4BBD-BC59-D481FF3488CF}"/>
              </a:ext>
            </a:extLst>
          </p:cNvPr>
          <p:cNvSpPr>
            <a:spLocks/>
          </p:cNvSpPr>
          <p:nvPr/>
        </p:nvSpPr>
        <p:spPr bwMode="auto">
          <a:xfrm>
            <a:off x="7388225" y="4530725"/>
            <a:ext cx="71438" cy="60325"/>
          </a:xfrm>
          <a:custGeom>
            <a:avLst/>
            <a:gdLst>
              <a:gd name="T0" fmla="*/ 828642 w 41910"/>
              <a:gd name="T1" fmla="*/ 0 h 43814"/>
              <a:gd name="T2" fmla="*/ 503518 w 41910"/>
              <a:gd name="T3" fmla="*/ 23667 h 43814"/>
              <a:gd name="T4" fmla="*/ 232629 w 41910"/>
              <a:gd name="T5" fmla="*/ 73974 h 43814"/>
              <a:gd name="T6" fmla="*/ 51849 w 41910"/>
              <a:gd name="T7" fmla="*/ 146522 h 43814"/>
              <a:gd name="T8" fmla="*/ 0 w 41910"/>
              <a:gd name="T9" fmla="*/ 228319 h 43814"/>
              <a:gd name="T10" fmla="*/ 80985 w 41910"/>
              <a:gd name="T11" fmla="*/ 303967 h 43814"/>
              <a:gd name="T12" fmla="*/ 278153 w 41910"/>
              <a:gd name="T13" fmla="*/ 365197 h 43814"/>
              <a:gd name="T14" fmla="*/ 574850 w 41910"/>
              <a:gd name="T15" fmla="*/ 403700 h 43814"/>
              <a:gd name="T16" fmla="*/ 918526 w 41910"/>
              <a:gd name="T17" fmla="*/ 411033 h 43814"/>
              <a:gd name="T18" fmla="*/ 1243867 w 41910"/>
              <a:gd name="T19" fmla="*/ 387201 h 43814"/>
              <a:gd name="T20" fmla="*/ 1514898 w 41910"/>
              <a:gd name="T21" fmla="*/ 336770 h 43814"/>
              <a:gd name="T22" fmla="*/ 1695781 w 41910"/>
              <a:gd name="T23" fmla="*/ 264212 h 43814"/>
              <a:gd name="T24" fmla="*/ 1747497 w 41910"/>
              <a:gd name="T25" fmla="*/ 182494 h 43814"/>
              <a:gd name="T26" fmla="*/ 1666171 w 41910"/>
              <a:gd name="T27" fmla="*/ 106983 h 43814"/>
              <a:gd name="T28" fmla="*/ 1468793 w 41910"/>
              <a:gd name="T29" fmla="*/ 45898 h 43814"/>
              <a:gd name="T30" fmla="*/ 1172239 w 41910"/>
              <a:gd name="T31" fmla="*/ 7381 h 43814"/>
              <a:gd name="T32" fmla="*/ 828642 w 41910"/>
              <a:gd name="T33" fmla="*/ 0 h 43814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0" t="0" r="r" b="b"/>
            <a:pathLst>
              <a:path w="41910" h="43814">
                <a:moveTo>
                  <a:pt x="19819" y="0"/>
                </a:moveTo>
                <a:lnTo>
                  <a:pt x="12043" y="2523"/>
                </a:lnTo>
                <a:lnTo>
                  <a:pt x="5564" y="7887"/>
                </a:lnTo>
                <a:lnTo>
                  <a:pt x="1240" y="15621"/>
                </a:lnTo>
                <a:lnTo>
                  <a:pt x="0" y="24342"/>
                </a:lnTo>
                <a:lnTo>
                  <a:pt x="1937" y="32407"/>
                </a:lnTo>
                <a:lnTo>
                  <a:pt x="6653" y="38935"/>
                </a:lnTo>
                <a:lnTo>
                  <a:pt x="13749" y="43040"/>
                </a:lnTo>
                <a:lnTo>
                  <a:pt x="21969" y="43821"/>
                </a:lnTo>
                <a:lnTo>
                  <a:pt x="29750" y="41281"/>
                </a:lnTo>
                <a:lnTo>
                  <a:pt x="36233" y="35904"/>
                </a:lnTo>
                <a:lnTo>
                  <a:pt x="40559" y="28169"/>
                </a:lnTo>
                <a:lnTo>
                  <a:pt x="41796" y="19456"/>
                </a:lnTo>
                <a:lnTo>
                  <a:pt x="39851" y="11406"/>
                </a:lnTo>
                <a:lnTo>
                  <a:pt x="35130" y="4893"/>
                </a:lnTo>
                <a:lnTo>
                  <a:pt x="28037" y="787"/>
                </a:lnTo>
                <a:lnTo>
                  <a:pt x="19819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8" name="object 34">
            <a:extLst>
              <a:ext uri="{FF2B5EF4-FFF2-40B4-BE49-F238E27FC236}">
                <a16:creationId xmlns="" xmlns:a16="http://schemas.microsoft.com/office/drawing/2014/main" id="{5F4CA324-D6D2-4895-B7B4-10A2EA149B02}"/>
              </a:ext>
            </a:extLst>
          </p:cNvPr>
          <p:cNvSpPr>
            <a:spLocks/>
          </p:cNvSpPr>
          <p:nvPr/>
        </p:nvSpPr>
        <p:spPr bwMode="auto">
          <a:xfrm>
            <a:off x="1744663" y="7950200"/>
            <a:ext cx="20637" cy="17463"/>
          </a:xfrm>
          <a:custGeom>
            <a:avLst/>
            <a:gdLst>
              <a:gd name="T0" fmla="*/ 212701 w 12065"/>
              <a:gd name="T1" fmla="*/ 0 h 12700"/>
              <a:gd name="T2" fmla="*/ 84291 w 12065"/>
              <a:gd name="T3" fmla="*/ 15336 h 12700"/>
              <a:gd name="T4" fmla="*/ 0 w 12065"/>
              <a:gd name="T5" fmla="*/ 69516 h 12700"/>
              <a:gd name="T6" fmla="*/ 60358 w 12065"/>
              <a:gd name="T7" fmla="*/ 97845 h 12700"/>
              <a:gd name="T8" fmla="*/ 293747 w 12065"/>
              <a:gd name="T9" fmla="*/ 114021 h 12700"/>
              <a:gd name="T10" fmla="*/ 421626 w 12065"/>
              <a:gd name="T11" fmla="*/ 98783 h 12700"/>
              <a:gd name="T12" fmla="*/ 464075 w 12065"/>
              <a:gd name="T13" fmla="*/ 71403 h 12700"/>
              <a:gd name="T14" fmla="*/ 505931 w 12065"/>
              <a:gd name="T15" fmla="*/ 44489 h 12700"/>
              <a:gd name="T16" fmla="*/ 446649 w 12065"/>
              <a:gd name="T17" fmla="*/ 16164 h 12700"/>
              <a:gd name="T18" fmla="*/ 212701 w 12065"/>
              <a:gd name="T19" fmla="*/ 0 h 127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2065" h="12700">
                <a:moveTo>
                  <a:pt x="4965" y="0"/>
                </a:moveTo>
                <a:lnTo>
                  <a:pt x="1968" y="1650"/>
                </a:lnTo>
                <a:lnTo>
                  <a:pt x="0" y="7480"/>
                </a:lnTo>
                <a:lnTo>
                  <a:pt x="1409" y="10528"/>
                </a:lnTo>
                <a:lnTo>
                  <a:pt x="6857" y="12268"/>
                </a:lnTo>
                <a:lnTo>
                  <a:pt x="9842" y="10629"/>
                </a:lnTo>
                <a:lnTo>
                  <a:pt x="10833" y="7683"/>
                </a:lnTo>
                <a:lnTo>
                  <a:pt x="11810" y="4787"/>
                </a:lnTo>
                <a:lnTo>
                  <a:pt x="10426" y="1739"/>
                </a:lnTo>
                <a:lnTo>
                  <a:pt x="4965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69" name="object 35">
            <a:extLst>
              <a:ext uri="{FF2B5EF4-FFF2-40B4-BE49-F238E27FC236}">
                <a16:creationId xmlns="" xmlns:a16="http://schemas.microsoft.com/office/drawing/2014/main" id="{C3842F49-803D-4EDE-92CD-0A294FDFF2BC}"/>
              </a:ext>
            </a:extLst>
          </p:cNvPr>
          <p:cNvSpPr>
            <a:spLocks/>
          </p:cNvSpPr>
          <p:nvPr/>
        </p:nvSpPr>
        <p:spPr bwMode="auto">
          <a:xfrm>
            <a:off x="7486650" y="3871913"/>
            <a:ext cx="57150" cy="47625"/>
          </a:xfrm>
          <a:custGeom>
            <a:avLst/>
            <a:gdLst>
              <a:gd name="T0" fmla="*/ 566849 w 33654"/>
              <a:gd name="T1" fmla="*/ 0 h 34925"/>
              <a:gd name="T2" fmla="*/ 224968 w 33654"/>
              <a:gd name="T3" fmla="*/ 40861 h 34925"/>
              <a:gd name="T4" fmla="*/ 0 w 33654"/>
              <a:gd name="T5" fmla="*/ 183946 h 34925"/>
              <a:gd name="T6" fmla="*/ 159818 w 33654"/>
              <a:gd name="T7" fmla="*/ 259219 h 34925"/>
              <a:gd name="T8" fmla="*/ 778370 w 33654"/>
              <a:gd name="T9" fmla="*/ 301755 h 34925"/>
              <a:gd name="T10" fmla="*/ 1121272 w 33654"/>
              <a:gd name="T11" fmla="*/ 261000 h 34925"/>
              <a:gd name="T12" fmla="*/ 1233526 w 33654"/>
              <a:gd name="T13" fmla="*/ 189634 h 34925"/>
              <a:gd name="T14" fmla="*/ 1346280 w 33654"/>
              <a:gd name="T15" fmla="*/ 117920 h 34925"/>
              <a:gd name="T16" fmla="*/ 1185407 w 33654"/>
              <a:gd name="T17" fmla="*/ 42530 h 34925"/>
              <a:gd name="T18" fmla="*/ 566849 w 33654"/>
              <a:gd name="T19" fmla="*/ 0 h 3492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33654" h="34925">
                <a:moveTo>
                  <a:pt x="13919" y="0"/>
                </a:moveTo>
                <a:lnTo>
                  <a:pt x="5524" y="4660"/>
                </a:lnTo>
                <a:lnTo>
                  <a:pt x="0" y="20980"/>
                </a:lnTo>
                <a:lnTo>
                  <a:pt x="3924" y="29565"/>
                </a:lnTo>
                <a:lnTo>
                  <a:pt x="19113" y="34416"/>
                </a:lnTo>
                <a:lnTo>
                  <a:pt x="27533" y="29768"/>
                </a:lnTo>
                <a:lnTo>
                  <a:pt x="30289" y="21628"/>
                </a:lnTo>
                <a:lnTo>
                  <a:pt x="33058" y="13449"/>
                </a:lnTo>
                <a:lnTo>
                  <a:pt x="29108" y="4851"/>
                </a:lnTo>
                <a:lnTo>
                  <a:pt x="13919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0270" name="object 36">
            <a:extLst>
              <a:ext uri="{FF2B5EF4-FFF2-40B4-BE49-F238E27FC236}">
                <a16:creationId xmlns="" xmlns:a16="http://schemas.microsoft.com/office/drawing/2014/main" id="{3700D154-19E1-42FA-B5A7-E347F663A2E3}"/>
              </a:ext>
            </a:extLst>
          </p:cNvPr>
          <p:cNvSpPr>
            <a:spLocks/>
          </p:cNvSpPr>
          <p:nvPr/>
        </p:nvSpPr>
        <p:spPr bwMode="auto">
          <a:xfrm>
            <a:off x="1749425" y="8208963"/>
            <a:ext cx="33338" cy="26987"/>
          </a:xfrm>
          <a:custGeom>
            <a:avLst/>
            <a:gdLst>
              <a:gd name="T0" fmla="*/ 399001 w 19050"/>
              <a:gd name="T1" fmla="*/ 0 h 19685"/>
              <a:gd name="T2" fmla="*/ 158297 w 19050"/>
              <a:gd name="T3" fmla="*/ 24152 h 19685"/>
              <a:gd name="T4" fmla="*/ 0 w 19050"/>
              <a:gd name="T5" fmla="*/ 109113 h 19685"/>
              <a:gd name="T6" fmla="*/ 111720 w 19050"/>
              <a:gd name="T7" fmla="*/ 153624 h 19685"/>
              <a:gd name="T8" fmla="*/ 548400 w 19050"/>
              <a:gd name="T9" fmla="*/ 178820 h 19685"/>
              <a:gd name="T10" fmla="*/ 791010 w 19050"/>
              <a:gd name="T11" fmla="*/ 154888 h 19685"/>
              <a:gd name="T12" fmla="*/ 870187 w 19050"/>
              <a:gd name="T13" fmla="*/ 112579 h 19685"/>
              <a:gd name="T14" fmla="*/ 949942 w 19050"/>
              <a:gd name="T15" fmla="*/ 69928 h 19685"/>
              <a:gd name="T16" fmla="*/ 835683 w 19050"/>
              <a:gd name="T17" fmla="*/ 25313 h 19685"/>
              <a:gd name="T18" fmla="*/ 399001 w 19050"/>
              <a:gd name="T19" fmla="*/ 0 h 1968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9050" h="19685">
                <a:moveTo>
                  <a:pt x="7937" y="0"/>
                </a:moveTo>
                <a:lnTo>
                  <a:pt x="3149" y="2654"/>
                </a:lnTo>
                <a:lnTo>
                  <a:pt x="0" y="11988"/>
                </a:lnTo>
                <a:lnTo>
                  <a:pt x="2222" y="16878"/>
                </a:lnTo>
                <a:lnTo>
                  <a:pt x="10909" y="19646"/>
                </a:lnTo>
                <a:lnTo>
                  <a:pt x="15735" y="17017"/>
                </a:lnTo>
                <a:lnTo>
                  <a:pt x="17310" y="12369"/>
                </a:lnTo>
                <a:lnTo>
                  <a:pt x="18897" y="7683"/>
                </a:lnTo>
                <a:lnTo>
                  <a:pt x="16624" y="2781"/>
                </a:lnTo>
                <a:lnTo>
                  <a:pt x="7937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grpSp>
        <p:nvGrpSpPr>
          <p:cNvPr id="10271" name="object 38">
            <a:extLst>
              <a:ext uri="{FF2B5EF4-FFF2-40B4-BE49-F238E27FC236}">
                <a16:creationId xmlns="" xmlns:a16="http://schemas.microsoft.com/office/drawing/2014/main" id="{0DB83702-43CF-4E18-875F-209D9F49BBDB}"/>
              </a:ext>
            </a:extLst>
          </p:cNvPr>
          <p:cNvGrpSpPr>
            <a:grpSpLocks/>
          </p:cNvGrpSpPr>
          <p:nvPr/>
        </p:nvGrpSpPr>
        <p:grpSpPr bwMode="auto">
          <a:xfrm>
            <a:off x="1490663" y="3084513"/>
            <a:ext cx="7104062" cy="5648325"/>
            <a:chOff x="871169" y="2268220"/>
            <a:chExt cx="4154804" cy="4151629"/>
          </a:xfrm>
        </p:grpSpPr>
        <p:sp>
          <p:nvSpPr>
            <p:cNvPr id="10275" name="object 39">
              <a:extLst>
                <a:ext uri="{FF2B5EF4-FFF2-40B4-BE49-F238E27FC236}">
                  <a16:creationId xmlns="" xmlns:a16="http://schemas.microsoft.com/office/drawing/2014/main" id="{D8E64BC5-4BCA-4A5B-AE87-BA9BEB74FFE9}"/>
                </a:ext>
              </a:extLst>
            </p:cNvPr>
            <p:cNvSpPr>
              <a:spLocks/>
            </p:cNvSpPr>
            <p:nvPr/>
          </p:nvSpPr>
          <p:spPr bwMode="auto">
            <a:xfrm>
              <a:off x="918184" y="2291194"/>
              <a:ext cx="3423920" cy="3536950"/>
            </a:xfrm>
            <a:custGeom>
              <a:avLst/>
              <a:gdLst>
                <a:gd name="T0" fmla="*/ 1168 w 3423920"/>
                <a:gd name="T1" fmla="*/ 2798076 h 3536950"/>
                <a:gd name="T2" fmla="*/ 87833 w 3423920"/>
                <a:gd name="T3" fmla="*/ 2909722 h 3536950"/>
                <a:gd name="T4" fmla="*/ 182549 w 3423920"/>
                <a:gd name="T5" fmla="*/ 3013710 h 3536950"/>
                <a:gd name="T6" fmla="*/ 394081 w 3423920"/>
                <a:gd name="T7" fmla="*/ 3196475 h 3536950"/>
                <a:gd name="T8" fmla="*/ 507771 w 3423920"/>
                <a:gd name="T9" fmla="*/ 3072282 h 3536950"/>
                <a:gd name="T10" fmla="*/ 510463 w 3423920"/>
                <a:gd name="T11" fmla="*/ 2863456 h 3536950"/>
                <a:gd name="T12" fmla="*/ 624725 w 3423920"/>
                <a:gd name="T13" fmla="*/ 3147860 h 3536950"/>
                <a:gd name="T14" fmla="*/ 747750 w 3423920"/>
                <a:gd name="T15" fmla="*/ 3212744 h 3536950"/>
                <a:gd name="T16" fmla="*/ 891057 w 3423920"/>
                <a:gd name="T17" fmla="*/ 3447224 h 3536950"/>
                <a:gd name="T18" fmla="*/ 1007605 w 3423920"/>
                <a:gd name="T19" fmla="*/ 3306534 h 3536950"/>
                <a:gd name="T20" fmla="*/ 1017778 w 3423920"/>
                <a:gd name="T21" fmla="*/ 3488994 h 3536950"/>
                <a:gd name="T22" fmla="*/ 1147000 w 3423920"/>
                <a:gd name="T23" fmla="*/ 3340519 h 3536950"/>
                <a:gd name="T24" fmla="*/ 1267739 w 3423920"/>
                <a:gd name="T25" fmla="*/ 3188792 h 3536950"/>
                <a:gd name="T26" fmla="*/ 1285862 w 3423920"/>
                <a:gd name="T27" fmla="*/ 3355048 h 3536950"/>
                <a:gd name="T28" fmla="*/ 1292301 w 3423920"/>
                <a:gd name="T29" fmla="*/ 3527564 h 3536950"/>
                <a:gd name="T30" fmla="*/ 1406740 w 3423920"/>
                <a:gd name="T31" fmla="*/ 3200412 h 3536950"/>
                <a:gd name="T32" fmla="*/ 1426438 w 3423920"/>
                <a:gd name="T33" fmla="*/ 3365792 h 3536950"/>
                <a:gd name="T34" fmla="*/ 1550962 w 3423920"/>
                <a:gd name="T35" fmla="*/ 3192399 h 3536950"/>
                <a:gd name="T36" fmla="*/ 1558747 w 3423920"/>
                <a:gd name="T37" fmla="*/ 3360356 h 3536950"/>
                <a:gd name="T38" fmla="*/ 1583359 w 3423920"/>
                <a:gd name="T39" fmla="*/ 3527158 h 3536950"/>
                <a:gd name="T40" fmla="*/ 1690306 w 3423920"/>
                <a:gd name="T41" fmla="*/ 3179318 h 3536950"/>
                <a:gd name="T42" fmla="*/ 1726526 w 3423920"/>
                <a:gd name="T43" fmla="*/ 3503587 h 3536950"/>
                <a:gd name="T44" fmla="*/ 1825955 w 3423920"/>
                <a:gd name="T45" fmla="*/ 3144583 h 3536950"/>
                <a:gd name="T46" fmla="*/ 1845640 w 3423920"/>
                <a:gd name="T47" fmla="*/ 3319195 h 3536950"/>
                <a:gd name="T48" fmla="*/ 1866265 w 3423920"/>
                <a:gd name="T49" fmla="*/ 3474440 h 3536950"/>
                <a:gd name="T50" fmla="*/ 2129625 w 3423920"/>
                <a:gd name="T51" fmla="*/ 3380816 h 3536950"/>
                <a:gd name="T52" fmla="*/ 2248624 w 3423920"/>
                <a:gd name="T53" fmla="*/ 3161436 h 3536950"/>
                <a:gd name="T54" fmla="*/ 2274925 w 3423920"/>
                <a:gd name="T55" fmla="*/ 3322269 h 3536950"/>
                <a:gd name="T56" fmla="*/ 2612542 w 3423920"/>
                <a:gd name="T57" fmla="*/ 55206 h 3536950"/>
                <a:gd name="T58" fmla="*/ 2718981 w 3423920"/>
                <a:gd name="T59" fmla="*/ 145859 h 3536950"/>
                <a:gd name="T60" fmla="*/ 2881744 w 3423920"/>
                <a:gd name="T61" fmla="*/ 72110 h 3536950"/>
                <a:gd name="T62" fmla="*/ 2907436 w 3423920"/>
                <a:gd name="T63" fmla="*/ 354063 h 3536950"/>
                <a:gd name="T64" fmla="*/ 2970669 w 3423920"/>
                <a:gd name="T65" fmla="*/ 786333 h 3536950"/>
                <a:gd name="T66" fmla="*/ 2975813 w 3423920"/>
                <a:gd name="T67" fmla="*/ 175628 h 3536950"/>
                <a:gd name="T68" fmla="*/ 2987446 w 3423920"/>
                <a:gd name="T69" fmla="*/ 470522 h 3536950"/>
                <a:gd name="T70" fmla="*/ 3021076 w 3423920"/>
                <a:gd name="T71" fmla="*/ 921550 h 3536950"/>
                <a:gd name="T72" fmla="*/ 3041675 w 3423920"/>
                <a:gd name="T73" fmla="*/ 152 h 3536950"/>
                <a:gd name="T74" fmla="*/ 3059938 w 3423920"/>
                <a:gd name="T75" fmla="*/ 1061935 h 3536950"/>
                <a:gd name="T76" fmla="*/ 3061119 w 3423920"/>
                <a:gd name="T77" fmla="*/ 287401 h 3536950"/>
                <a:gd name="T78" fmla="*/ 3066072 w 3423920"/>
                <a:gd name="T79" fmla="*/ 1797710 h 3536950"/>
                <a:gd name="T80" fmla="*/ 3086468 w 3423920"/>
                <a:gd name="T81" fmla="*/ 1206246 h 3536950"/>
                <a:gd name="T82" fmla="*/ 3089795 w 3423920"/>
                <a:gd name="T83" fmla="*/ 1649996 h 3536950"/>
                <a:gd name="T84" fmla="*/ 3102787 w 3423920"/>
                <a:gd name="T85" fmla="*/ 1354556 h 3536950"/>
                <a:gd name="T86" fmla="*/ 3104223 w 3423920"/>
                <a:gd name="T87" fmla="*/ 1501495 h 3536950"/>
                <a:gd name="T88" fmla="*/ 3120491 w 3423920"/>
                <a:gd name="T89" fmla="*/ 724649 h 3536950"/>
                <a:gd name="T90" fmla="*/ 3134804 w 3423920"/>
                <a:gd name="T91" fmla="*/ 106591 h 3536950"/>
                <a:gd name="T92" fmla="*/ 3142424 w 3423920"/>
                <a:gd name="T93" fmla="*/ 404774 h 3536950"/>
                <a:gd name="T94" fmla="*/ 3168866 w 3423920"/>
                <a:gd name="T95" fmla="*/ 858100 h 3536950"/>
                <a:gd name="T96" fmla="*/ 3210534 w 3423920"/>
                <a:gd name="T97" fmla="*/ 1003503 h 3536950"/>
                <a:gd name="T98" fmla="*/ 3213874 w 3423920"/>
                <a:gd name="T99" fmla="*/ 530618 h 3536950"/>
                <a:gd name="T100" fmla="*/ 3216618 w 3423920"/>
                <a:gd name="T101" fmla="*/ 218363 h 3536950"/>
                <a:gd name="T102" fmla="*/ 3235591 w 3423920"/>
                <a:gd name="T103" fmla="*/ 1146009 h 3536950"/>
                <a:gd name="T104" fmla="*/ 3243326 w 3423920"/>
                <a:gd name="T105" fmla="*/ 1736166 h 3536950"/>
                <a:gd name="T106" fmla="*/ 3259378 w 3423920"/>
                <a:gd name="T107" fmla="*/ 1581569 h 3536950"/>
                <a:gd name="T108" fmla="*/ 3254946 w 3423920"/>
                <a:gd name="T109" fmla="*/ 1438770 h 3536950"/>
                <a:gd name="T110" fmla="*/ 3319983 w 3423920"/>
                <a:gd name="T111" fmla="*/ 801458 h 3536950"/>
                <a:gd name="T112" fmla="*/ 3354971 w 3423920"/>
                <a:gd name="T113" fmla="*/ 1963407 h 3536950"/>
                <a:gd name="T114" fmla="*/ 3402050 w 3423920"/>
                <a:gd name="T115" fmla="*/ 1661083 h 3536950"/>
                <a:gd name="T116" fmla="*/ 3401822 w 3423920"/>
                <a:gd name="T117" fmla="*/ 1232992 h 3536950"/>
                <a:gd name="T118" fmla="*/ 3421875 w 3423920"/>
                <a:gd name="T119" fmla="*/ 1375321 h 3536950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3423920" h="3536950">
                  <a:moveTo>
                    <a:pt x="1168" y="2798076"/>
                  </a:moveTo>
                  <a:lnTo>
                    <a:pt x="1028" y="2797772"/>
                  </a:lnTo>
                  <a:lnTo>
                    <a:pt x="749" y="2797683"/>
                  </a:lnTo>
                  <a:lnTo>
                    <a:pt x="495" y="2797606"/>
                  </a:lnTo>
                  <a:lnTo>
                    <a:pt x="203" y="2797772"/>
                  </a:lnTo>
                  <a:lnTo>
                    <a:pt x="88" y="2798089"/>
                  </a:lnTo>
                  <a:lnTo>
                    <a:pt x="0" y="2798368"/>
                  </a:lnTo>
                  <a:lnTo>
                    <a:pt x="139" y="2798661"/>
                  </a:lnTo>
                  <a:lnTo>
                    <a:pt x="393" y="2798737"/>
                  </a:lnTo>
                  <a:lnTo>
                    <a:pt x="673" y="2798826"/>
                  </a:lnTo>
                  <a:lnTo>
                    <a:pt x="965" y="2798673"/>
                  </a:lnTo>
                  <a:lnTo>
                    <a:pt x="1054" y="2798394"/>
                  </a:lnTo>
                  <a:lnTo>
                    <a:pt x="1168" y="2798076"/>
                  </a:lnTo>
                  <a:close/>
                </a:path>
                <a:path w="3423920" h="3536950">
                  <a:moveTo>
                    <a:pt x="39052" y="2554033"/>
                  </a:moveTo>
                  <a:lnTo>
                    <a:pt x="38925" y="2553741"/>
                  </a:lnTo>
                  <a:lnTo>
                    <a:pt x="38366" y="2553563"/>
                  </a:lnTo>
                  <a:lnTo>
                    <a:pt x="38074" y="2553728"/>
                  </a:lnTo>
                  <a:lnTo>
                    <a:pt x="37985" y="2553995"/>
                  </a:lnTo>
                  <a:lnTo>
                    <a:pt x="37871" y="2554325"/>
                  </a:lnTo>
                  <a:lnTo>
                    <a:pt x="38023" y="2554579"/>
                  </a:lnTo>
                  <a:lnTo>
                    <a:pt x="38303" y="2554655"/>
                  </a:lnTo>
                  <a:lnTo>
                    <a:pt x="38582" y="2554744"/>
                  </a:lnTo>
                  <a:lnTo>
                    <a:pt x="38849" y="2554630"/>
                  </a:lnTo>
                  <a:lnTo>
                    <a:pt x="38963" y="2554313"/>
                  </a:lnTo>
                  <a:lnTo>
                    <a:pt x="39052" y="2554033"/>
                  </a:lnTo>
                  <a:close/>
                </a:path>
                <a:path w="3423920" h="3536950">
                  <a:moveTo>
                    <a:pt x="87833" y="2909722"/>
                  </a:moveTo>
                  <a:lnTo>
                    <a:pt x="87693" y="2909417"/>
                  </a:lnTo>
                  <a:lnTo>
                    <a:pt x="87388" y="2909328"/>
                  </a:lnTo>
                  <a:lnTo>
                    <a:pt x="87109" y="2909239"/>
                  </a:lnTo>
                  <a:lnTo>
                    <a:pt x="86817" y="2909405"/>
                  </a:lnTo>
                  <a:lnTo>
                    <a:pt x="86715" y="2909722"/>
                  </a:lnTo>
                  <a:lnTo>
                    <a:pt x="86614" y="2910001"/>
                  </a:lnTo>
                  <a:lnTo>
                    <a:pt x="86753" y="2910294"/>
                  </a:lnTo>
                  <a:lnTo>
                    <a:pt x="87033" y="2910382"/>
                  </a:lnTo>
                  <a:lnTo>
                    <a:pt x="87337" y="2910471"/>
                  </a:lnTo>
                  <a:lnTo>
                    <a:pt x="87630" y="2910319"/>
                  </a:lnTo>
                  <a:lnTo>
                    <a:pt x="87718" y="2910040"/>
                  </a:lnTo>
                  <a:lnTo>
                    <a:pt x="87833" y="2909722"/>
                  </a:lnTo>
                  <a:close/>
                </a:path>
                <a:path w="3423920" h="3536950">
                  <a:moveTo>
                    <a:pt x="182549" y="3013710"/>
                  </a:moveTo>
                  <a:lnTo>
                    <a:pt x="182384" y="3013405"/>
                  </a:lnTo>
                  <a:lnTo>
                    <a:pt x="182130" y="3013316"/>
                  </a:lnTo>
                  <a:lnTo>
                    <a:pt x="181876" y="3013240"/>
                  </a:lnTo>
                  <a:lnTo>
                    <a:pt x="181559" y="3013392"/>
                  </a:lnTo>
                  <a:lnTo>
                    <a:pt x="181444" y="3013710"/>
                  </a:lnTo>
                  <a:lnTo>
                    <a:pt x="181356" y="3013989"/>
                  </a:lnTo>
                  <a:lnTo>
                    <a:pt x="181521" y="3014294"/>
                  </a:lnTo>
                  <a:lnTo>
                    <a:pt x="181775" y="3014370"/>
                  </a:lnTo>
                  <a:lnTo>
                    <a:pt x="182029" y="3014459"/>
                  </a:lnTo>
                  <a:lnTo>
                    <a:pt x="182346" y="3014307"/>
                  </a:lnTo>
                  <a:lnTo>
                    <a:pt x="182435" y="3014027"/>
                  </a:lnTo>
                  <a:lnTo>
                    <a:pt x="182549" y="3013710"/>
                  </a:lnTo>
                  <a:close/>
                </a:path>
                <a:path w="3423920" h="3536950">
                  <a:moveTo>
                    <a:pt x="394081" y="3196475"/>
                  </a:moveTo>
                  <a:lnTo>
                    <a:pt x="393915" y="3196171"/>
                  </a:lnTo>
                  <a:lnTo>
                    <a:pt x="393661" y="3196082"/>
                  </a:lnTo>
                  <a:lnTo>
                    <a:pt x="393407" y="3196005"/>
                  </a:lnTo>
                  <a:lnTo>
                    <a:pt x="393090" y="3196158"/>
                  </a:lnTo>
                  <a:lnTo>
                    <a:pt x="392988" y="3196475"/>
                  </a:lnTo>
                  <a:lnTo>
                    <a:pt x="392887" y="3196755"/>
                  </a:lnTo>
                  <a:lnTo>
                    <a:pt x="393052" y="3197060"/>
                  </a:lnTo>
                  <a:lnTo>
                    <a:pt x="393306" y="3197136"/>
                  </a:lnTo>
                  <a:lnTo>
                    <a:pt x="393560" y="3197225"/>
                  </a:lnTo>
                  <a:lnTo>
                    <a:pt x="393877" y="3197072"/>
                  </a:lnTo>
                  <a:lnTo>
                    <a:pt x="393966" y="3196793"/>
                  </a:lnTo>
                  <a:lnTo>
                    <a:pt x="394081" y="3196475"/>
                  </a:lnTo>
                  <a:close/>
                </a:path>
                <a:path w="3423920" h="3536950">
                  <a:moveTo>
                    <a:pt x="507771" y="3072282"/>
                  </a:moveTo>
                  <a:lnTo>
                    <a:pt x="507593" y="3071977"/>
                  </a:lnTo>
                  <a:lnTo>
                    <a:pt x="507339" y="3071888"/>
                  </a:lnTo>
                  <a:lnTo>
                    <a:pt x="507085" y="3071812"/>
                  </a:lnTo>
                  <a:lnTo>
                    <a:pt x="506768" y="3071965"/>
                  </a:lnTo>
                  <a:lnTo>
                    <a:pt x="506679" y="3072244"/>
                  </a:lnTo>
                  <a:lnTo>
                    <a:pt x="506564" y="3072561"/>
                  </a:lnTo>
                  <a:lnTo>
                    <a:pt x="506730" y="3072866"/>
                  </a:lnTo>
                  <a:lnTo>
                    <a:pt x="506984" y="3072955"/>
                  </a:lnTo>
                  <a:lnTo>
                    <a:pt x="507238" y="3073031"/>
                  </a:lnTo>
                  <a:lnTo>
                    <a:pt x="507568" y="3072879"/>
                  </a:lnTo>
                  <a:lnTo>
                    <a:pt x="507682" y="3072561"/>
                  </a:lnTo>
                  <a:lnTo>
                    <a:pt x="507771" y="3072282"/>
                  </a:lnTo>
                  <a:close/>
                </a:path>
                <a:path w="3423920" h="3536950">
                  <a:moveTo>
                    <a:pt x="510463" y="2863456"/>
                  </a:moveTo>
                  <a:lnTo>
                    <a:pt x="510311" y="2863151"/>
                  </a:lnTo>
                  <a:lnTo>
                    <a:pt x="510057" y="2863075"/>
                  </a:lnTo>
                  <a:lnTo>
                    <a:pt x="509778" y="2862986"/>
                  </a:lnTo>
                  <a:lnTo>
                    <a:pt x="509460" y="2863138"/>
                  </a:lnTo>
                  <a:lnTo>
                    <a:pt x="509371" y="2863418"/>
                  </a:lnTo>
                  <a:lnTo>
                    <a:pt x="509257" y="2863735"/>
                  </a:lnTo>
                  <a:lnTo>
                    <a:pt x="509422" y="2864040"/>
                  </a:lnTo>
                  <a:lnTo>
                    <a:pt x="509701" y="2864129"/>
                  </a:lnTo>
                  <a:lnTo>
                    <a:pt x="509955" y="2864218"/>
                  </a:lnTo>
                  <a:lnTo>
                    <a:pt x="510260" y="2864053"/>
                  </a:lnTo>
                  <a:lnTo>
                    <a:pt x="510374" y="2863735"/>
                  </a:lnTo>
                  <a:lnTo>
                    <a:pt x="510463" y="2863456"/>
                  </a:lnTo>
                  <a:close/>
                </a:path>
                <a:path w="3423920" h="3536950">
                  <a:moveTo>
                    <a:pt x="624725" y="3147860"/>
                  </a:moveTo>
                  <a:lnTo>
                    <a:pt x="624598" y="3147568"/>
                  </a:lnTo>
                  <a:lnTo>
                    <a:pt x="624319" y="3147479"/>
                  </a:lnTo>
                  <a:lnTo>
                    <a:pt x="624052" y="3147390"/>
                  </a:lnTo>
                  <a:lnTo>
                    <a:pt x="623747" y="3147555"/>
                  </a:lnTo>
                  <a:lnTo>
                    <a:pt x="623658" y="3147822"/>
                  </a:lnTo>
                  <a:lnTo>
                    <a:pt x="623544" y="3148152"/>
                  </a:lnTo>
                  <a:lnTo>
                    <a:pt x="623697" y="3148457"/>
                  </a:lnTo>
                  <a:lnTo>
                    <a:pt x="623951" y="3148533"/>
                  </a:lnTo>
                  <a:lnTo>
                    <a:pt x="624230" y="3148622"/>
                  </a:lnTo>
                  <a:lnTo>
                    <a:pt x="624522" y="3148457"/>
                  </a:lnTo>
                  <a:lnTo>
                    <a:pt x="624636" y="3148139"/>
                  </a:lnTo>
                  <a:lnTo>
                    <a:pt x="624725" y="3147860"/>
                  </a:lnTo>
                  <a:close/>
                </a:path>
                <a:path w="3423920" h="3536950">
                  <a:moveTo>
                    <a:pt x="747750" y="3212744"/>
                  </a:moveTo>
                  <a:lnTo>
                    <a:pt x="747572" y="3212477"/>
                  </a:lnTo>
                  <a:lnTo>
                    <a:pt x="747318" y="3212401"/>
                  </a:lnTo>
                  <a:lnTo>
                    <a:pt x="747052" y="3212312"/>
                  </a:lnTo>
                  <a:lnTo>
                    <a:pt x="746785" y="3212427"/>
                  </a:lnTo>
                  <a:lnTo>
                    <a:pt x="746671" y="3212757"/>
                  </a:lnTo>
                  <a:lnTo>
                    <a:pt x="746582" y="3213023"/>
                  </a:lnTo>
                  <a:lnTo>
                    <a:pt x="746721" y="3213328"/>
                  </a:lnTo>
                  <a:lnTo>
                    <a:pt x="746975" y="3213404"/>
                  </a:lnTo>
                  <a:lnTo>
                    <a:pt x="747229" y="3213493"/>
                  </a:lnTo>
                  <a:lnTo>
                    <a:pt x="747547" y="3213341"/>
                  </a:lnTo>
                  <a:lnTo>
                    <a:pt x="747636" y="3213062"/>
                  </a:lnTo>
                  <a:lnTo>
                    <a:pt x="747750" y="3212744"/>
                  </a:lnTo>
                  <a:close/>
                </a:path>
                <a:path w="3423920" h="3536950">
                  <a:moveTo>
                    <a:pt x="891057" y="3447224"/>
                  </a:moveTo>
                  <a:lnTo>
                    <a:pt x="890206" y="3445370"/>
                  </a:lnTo>
                  <a:lnTo>
                    <a:pt x="886955" y="3444341"/>
                  </a:lnTo>
                  <a:lnTo>
                    <a:pt x="885151" y="3445332"/>
                  </a:lnTo>
                  <a:lnTo>
                    <a:pt x="883945" y="3448875"/>
                  </a:lnTo>
                  <a:lnTo>
                    <a:pt x="884809" y="3450679"/>
                  </a:lnTo>
                  <a:lnTo>
                    <a:pt x="888060" y="3451720"/>
                  </a:lnTo>
                  <a:lnTo>
                    <a:pt x="889863" y="3450767"/>
                  </a:lnTo>
                  <a:lnTo>
                    <a:pt x="890447" y="3449015"/>
                  </a:lnTo>
                  <a:lnTo>
                    <a:pt x="891057" y="3447224"/>
                  </a:lnTo>
                  <a:close/>
                </a:path>
                <a:path w="3423920" h="3536950">
                  <a:moveTo>
                    <a:pt x="1010335" y="3308477"/>
                  </a:moveTo>
                  <a:lnTo>
                    <a:pt x="1009764" y="3307219"/>
                  </a:lnTo>
                  <a:lnTo>
                    <a:pt x="1008672" y="3306864"/>
                  </a:lnTo>
                  <a:lnTo>
                    <a:pt x="1007605" y="3306534"/>
                  </a:lnTo>
                  <a:lnTo>
                    <a:pt x="1006398" y="3307219"/>
                  </a:lnTo>
                  <a:lnTo>
                    <a:pt x="1005598" y="3309556"/>
                  </a:lnTo>
                  <a:lnTo>
                    <a:pt x="1006157" y="3310801"/>
                  </a:lnTo>
                  <a:lnTo>
                    <a:pt x="1008316" y="3311499"/>
                  </a:lnTo>
                  <a:lnTo>
                    <a:pt x="1009535" y="3310813"/>
                  </a:lnTo>
                  <a:lnTo>
                    <a:pt x="1009942" y="3309620"/>
                  </a:lnTo>
                  <a:lnTo>
                    <a:pt x="1010335" y="3308477"/>
                  </a:lnTo>
                  <a:close/>
                </a:path>
                <a:path w="3423920" h="3536950">
                  <a:moveTo>
                    <a:pt x="1027125" y="3483775"/>
                  </a:moveTo>
                  <a:lnTo>
                    <a:pt x="1025867" y="3481032"/>
                  </a:lnTo>
                  <a:lnTo>
                    <a:pt x="1020991" y="3479482"/>
                  </a:lnTo>
                  <a:lnTo>
                    <a:pt x="1018273" y="3480943"/>
                  </a:lnTo>
                  <a:lnTo>
                    <a:pt x="1016482" y="3486239"/>
                  </a:lnTo>
                  <a:lnTo>
                    <a:pt x="1017778" y="3488994"/>
                  </a:lnTo>
                  <a:lnTo>
                    <a:pt x="1022654" y="3490544"/>
                  </a:lnTo>
                  <a:lnTo>
                    <a:pt x="1025334" y="3489058"/>
                  </a:lnTo>
                  <a:lnTo>
                    <a:pt x="1026223" y="3486442"/>
                  </a:lnTo>
                  <a:lnTo>
                    <a:pt x="1027125" y="3483775"/>
                  </a:lnTo>
                  <a:close/>
                </a:path>
                <a:path w="3423920" h="3536950">
                  <a:moveTo>
                    <a:pt x="1147584" y="3338766"/>
                  </a:moveTo>
                  <a:lnTo>
                    <a:pt x="1146746" y="3336925"/>
                  </a:lnTo>
                  <a:lnTo>
                    <a:pt x="1143495" y="3335883"/>
                  </a:lnTo>
                  <a:lnTo>
                    <a:pt x="1141691" y="3336887"/>
                  </a:lnTo>
                  <a:lnTo>
                    <a:pt x="1140510" y="3340379"/>
                  </a:lnTo>
                  <a:lnTo>
                    <a:pt x="1141349" y="3342233"/>
                  </a:lnTo>
                  <a:lnTo>
                    <a:pt x="1144600" y="3343275"/>
                  </a:lnTo>
                  <a:lnTo>
                    <a:pt x="1146416" y="3342271"/>
                  </a:lnTo>
                  <a:lnTo>
                    <a:pt x="1147000" y="3340519"/>
                  </a:lnTo>
                  <a:lnTo>
                    <a:pt x="1147584" y="3338766"/>
                  </a:lnTo>
                  <a:close/>
                </a:path>
                <a:path w="3423920" h="3536950">
                  <a:moveTo>
                    <a:pt x="1164297" y="3509937"/>
                  </a:moveTo>
                  <a:lnTo>
                    <a:pt x="1163040" y="3507143"/>
                  </a:lnTo>
                  <a:lnTo>
                    <a:pt x="1158138" y="3505581"/>
                  </a:lnTo>
                  <a:lnTo>
                    <a:pt x="1155433" y="3507105"/>
                  </a:lnTo>
                  <a:lnTo>
                    <a:pt x="1153668" y="3512350"/>
                  </a:lnTo>
                  <a:lnTo>
                    <a:pt x="1154925" y="3515093"/>
                  </a:lnTo>
                  <a:lnTo>
                    <a:pt x="1159814" y="3516655"/>
                  </a:lnTo>
                  <a:lnTo>
                    <a:pt x="1162519" y="3515169"/>
                  </a:lnTo>
                  <a:lnTo>
                    <a:pt x="1163408" y="3512553"/>
                  </a:lnTo>
                  <a:lnTo>
                    <a:pt x="1164297" y="3509937"/>
                  </a:lnTo>
                  <a:close/>
                </a:path>
                <a:path w="3423920" h="3536950">
                  <a:moveTo>
                    <a:pt x="1267917" y="3189097"/>
                  </a:moveTo>
                  <a:lnTo>
                    <a:pt x="1267739" y="3188792"/>
                  </a:lnTo>
                  <a:lnTo>
                    <a:pt x="1267485" y="3188703"/>
                  </a:lnTo>
                  <a:lnTo>
                    <a:pt x="1267231" y="3188627"/>
                  </a:lnTo>
                  <a:lnTo>
                    <a:pt x="1266939" y="3188792"/>
                  </a:lnTo>
                  <a:lnTo>
                    <a:pt x="1266850" y="3189059"/>
                  </a:lnTo>
                  <a:lnTo>
                    <a:pt x="1266736" y="3189389"/>
                  </a:lnTo>
                  <a:lnTo>
                    <a:pt x="1266875" y="3189681"/>
                  </a:lnTo>
                  <a:lnTo>
                    <a:pt x="1267129" y="3189770"/>
                  </a:lnTo>
                  <a:lnTo>
                    <a:pt x="1267383" y="3189846"/>
                  </a:lnTo>
                  <a:lnTo>
                    <a:pt x="1267714" y="3189694"/>
                  </a:lnTo>
                  <a:lnTo>
                    <a:pt x="1267828" y="3189376"/>
                  </a:lnTo>
                  <a:lnTo>
                    <a:pt x="1267917" y="3189097"/>
                  </a:lnTo>
                  <a:close/>
                </a:path>
                <a:path w="3423920" h="3536950">
                  <a:moveTo>
                    <a:pt x="1286827" y="3357245"/>
                  </a:moveTo>
                  <a:lnTo>
                    <a:pt x="1285862" y="3355048"/>
                  </a:lnTo>
                  <a:lnTo>
                    <a:pt x="1282052" y="3353828"/>
                  </a:lnTo>
                  <a:lnTo>
                    <a:pt x="1279931" y="3355048"/>
                  </a:lnTo>
                  <a:lnTo>
                    <a:pt x="1278547" y="3359137"/>
                  </a:lnTo>
                  <a:lnTo>
                    <a:pt x="1279537" y="3361283"/>
                  </a:lnTo>
                  <a:lnTo>
                    <a:pt x="1283347" y="3362490"/>
                  </a:lnTo>
                  <a:lnTo>
                    <a:pt x="1285443" y="3361334"/>
                  </a:lnTo>
                  <a:lnTo>
                    <a:pt x="1286141" y="3359264"/>
                  </a:lnTo>
                  <a:lnTo>
                    <a:pt x="1286827" y="3357245"/>
                  </a:lnTo>
                  <a:close/>
                </a:path>
                <a:path w="3423920" h="3536950">
                  <a:moveTo>
                    <a:pt x="1304112" y="3524872"/>
                  </a:moveTo>
                  <a:lnTo>
                    <a:pt x="1302740" y="3521786"/>
                  </a:lnTo>
                  <a:lnTo>
                    <a:pt x="1297305" y="3520046"/>
                  </a:lnTo>
                  <a:lnTo>
                    <a:pt x="1294269" y="3521735"/>
                  </a:lnTo>
                  <a:lnTo>
                    <a:pt x="1292301" y="3527564"/>
                  </a:lnTo>
                  <a:lnTo>
                    <a:pt x="1293723" y="3530625"/>
                  </a:lnTo>
                  <a:lnTo>
                    <a:pt x="1299159" y="3532352"/>
                  </a:lnTo>
                  <a:lnTo>
                    <a:pt x="1302143" y="3530714"/>
                  </a:lnTo>
                  <a:lnTo>
                    <a:pt x="1303134" y="3527768"/>
                  </a:lnTo>
                  <a:lnTo>
                    <a:pt x="1304112" y="3524872"/>
                  </a:lnTo>
                  <a:close/>
                </a:path>
                <a:path w="3423920" h="3536950">
                  <a:moveTo>
                    <a:pt x="1409052" y="3198393"/>
                  </a:moveTo>
                  <a:lnTo>
                    <a:pt x="1408645" y="3197504"/>
                  </a:lnTo>
                  <a:lnTo>
                    <a:pt x="1407807" y="3197237"/>
                  </a:lnTo>
                  <a:lnTo>
                    <a:pt x="1406994" y="3196971"/>
                  </a:lnTo>
                  <a:lnTo>
                    <a:pt x="1406118" y="3197466"/>
                  </a:lnTo>
                  <a:lnTo>
                    <a:pt x="1405534" y="3199206"/>
                  </a:lnTo>
                  <a:lnTo>
                    <a:pt x="1405928" y="3200146"/>
                  </a:lnTo>
                  <a:lnTo>
                    <a:pt x="1406740" y="3200412"/>
                  </a:lnTo>
                  <a:lnTo>
                    <a:pt x="1407579" y="3200679"/>
                  </a:lnTo>
                  <a:lnTo>
                    <a:pt x="1408468" y="3200146"/>
                  </a:lnTo>
                  <a:lnTo>
                    <a:pt x="1408760" y="3199269"/>
                  </a:lnTo>
                  <a:lnTo>
                    <a:pt x="1409052" y="3198393"/>
                  </a:lnTo>
                  <a:close/>
                </a:path>
                <a:path w="3423920" h="3536950">
                  <a:moveTo>
                    <a:pt x="1427124" y="3363772"/>
                  </a:moveTo>
                  <a:lnTo>
                    <a:pt x="1426159" y="3361626"/>
                  </a:lnTo>
                  <a:lnTo>
                    <a:pt x="1422349" y="3360420"/>
                  </a:lnTo>
                  <a:lnTo>
                    <a:pt x="1420279" y="3361588"/>
                  </a:lnTo>
                  <a:lnTo>
                    <a:pt x="1418894" y="3365677"/>
                  </a:lnTo>
                  <a:lnTo>
                    <a:pt x="1419847" y="3367811"/>
                  </a:lnTo>
                  <a:lnTo>
                    <a:pt x="1423657" y="3369030"/>
                  </a:lnTo>
                  <a:lnTo>
                    <a:pt x="1425740" y="3367862"/>
                  </a:lnTo>
                  <a:lnTo>
                    <a:pt x="1426438" y="3365792"/>
                  </a:lnTo>
                  <a:lnTo>
                    <a:pt x="1427124" y="3363772"/>
                  </a:lnTo>
                  <a:close/>
                </a:path>
                <a:path w="3423920" h="3536950">
                  <a:moveTo>
                    <a:pt x="1444663" y="3528885"/>
                  </a:moveTo>
                  <a:lnTo>
                    <a:pt x="1443253" y="3525837"/>
                  </a:lnTo>
                  <a:lnTo>
                    <a:pt x="1437817" y="3524110"/>
                  </a:lnTo>
                  <a:lnTo>
                    <a:pt x="1434846" y="3525748"/>
                  </a:lnTo>
                  <a:lnTo>
                    <a:pt x="1432877" y="3531590"/>
                  </a:lnTo>
                  <a:lnTo>
                    <a:pt x="1434261" y="3534626"/>
                  </a:lnTo>
                  <a:lnTo>
                    <a:pt x="1439697" y="3536365"/>
                  </a:lnTo>
                  <a:lnTo>
                    <a:pt x="1442694" y="3534727"/>
                  </a:lnTo>
                  <a:lnTo>
                    <a:pt x="1443685" y="3531781"/>
                  </a:lnTo>
                  <a:lnTo>
                    <a:pt x="1444663" y="3528885"/>
                  </a:lnTo>
                  <a:close/>
                </a:path>
                <a:path w="3423920" h="3536950">
                  <a:moveTo>
                    <a:pt x="1551813" y="3194189"/>
                  </a:moveTo>
                  <a:lnTo>
                    <a:pt x="1550962" y="3192399"/>
                  </a:lnTo>
                  <a:lnTo>
                    <a:pt x="1547710" y="3191357"/>
                  </a:lnTo>
                  <a:lnTo>
                    <a:pt x="1545907" y="3192310"/>
                  </a:lnTo>
                  <a:lnTo>
                    <a:pt x="1544713" y="3195853"/>
                  </a:lnTo>
                  <a:lnTo>
                    <a:pt x="1545564" y="3197695"/>
                  </a:lnTo>
                  <a:lnTo>
                    <a:pt x="1548815" y="3198736"/>
                  </a:lnTo>
                  <a:lnTo>
                    <a:pt x="1550619" y="3197733"/>
                  </a:lnTo>
                  <a:lnTo>
                    <a:pt x="1551228" y="3195942"/>
                  </a:lnTo>
                  <a:lnTo>
                    <a:pt x="1551813" y="3194189"/>
                  </a:lnTo>
                  <a:close/>
                </a:path>
                <a:path w="3423920" h="3536950">
                  <a:moveTo>
                    <a:pt x="1569351" y="3357943"/>
                  </a:moveTo>
                  <a:lnTo>
                    <a:pt x="1568094" y="3355149"/>
                  </a:lnTo>
                  <a:lnTo>
                    <a:pt x="1563230" y="3353600"/>
                  </a:lnTo>
                  <a:lnTo>
                    <a:pt x="1560512" y="3355124"/>
                  </a:lnTo>
                  <a:lnTo>
                    <a:pt x="1558747" y="3360356"/>
                  </a:lnTo>
                  <a:lnTo>
                    <a:pt x="1560017" y="3363112"/>
                  </a:lnTo>
                  <a:lnTo>
                    <a:pt x="1564868" y="3364661"/>
                  </a:lnTo>
                  <a:lnTo>
                    <a:pt x="1567573" y="3363176"/>
                  </a:lnTo>
                  <a:lnTo>
                    <a:pt x="1568462" y="3360559"/>
                  </a:lnTo>
                  <a:lnTo>
                    <a:pt x="1569351" y="3357943"/>
                  </a:lnTo>
                  <a:close/>
                </a:path>
                <a:path w="3423920" h="3536950">
                  <a:moveTo>
                    <a:pt x="1585137" y="3521926"/>
                  </a:moveTo>
                  <a:lnTo>
                    <a:pt x="1583893" y="3519132"/>
                  </a:lnTo>
                  <a:lnTo>
                    <a:pt x="1579016" y="3517582"/>
                  </a:lnTo>
                  <a:lnTo>
                    <a:pt x="1576273" y="3519093"/>
                  </a:lnTo>
                  <a:lnTo>
                    <a:pt x="1574507" y="3524339"/>
                  </a:lnTo>
                  <a:lnTo>
                    <a:pt x="1575803" y="3527094"/>
                  </a:lnTo>
                  <a:lnTo>
                    <a:pt x="1580680" y="3528644"/>
                  </a:lnTo>
                  <a:lnTo>
                    <a:pt x="1583359" y="3527158"/>
                  </a:lnTo>
                  <a:lnTo>
                    <a:pt x="1584248" y="3524542"/>
                  </a:lnTo>
                  <a:lnTo>
                    <a:pt x="1585137" y="3521926"/>
                  </a:lnTo>
                  <a:close/>
                </a:path>
                <a:path w="3423920" h="3536950">
                  <a:moveTo>
                    <a:pt x="1690890" y="3177565"/>
                  </a:moveTo>
                  <a:lnTo>
                    <a:pt x="1690458" y="3176613"/>
                  </a:lnTo>
                  <a:lnTo>
                    <a:pt x="1689646" y="3176359"/>
                  </a:lnTo>
                  <a:lnTo>
                    <a:pt x="1688833" y="3176092"/>
                  </a:lnTo>
                  <a:lnTo>
                    <a:pt x="1687944" y="3176625"/>
                  </a:lnTo>
                  <a:lnTo>
                    <a:pt x="1687652" y="3177502"/>
                  </a:lnTo>
                  <a:lnTo>
                    <a:pt x="1687347" y="3178378"/>
                  </a:lnTo>
                  <a:lnTo>
                    <a:pt x="1687766" y="3179267"/>
                  </a:lnTo>
                  <a:lnTo>
                    <a:pt x="1688579" y="3179521"/>
                  </a:lnTo>
                  <a:lnTo>
                    <a:pt x="1689392" y="3179788"/>
                  </a:lnTo>
                  <a:lnTo>
                    <a:pt x="1690306" y="3179318"/>
                  </a:lnTo>
                  <a:lnTo>
                    <a:pt x="1690598" y="3178441"/>
                  </a:lnTo>
                  <a:lnTo>
                    <a:pt x="1690890" y="3177565"/>
                  </a:lnTo>
                  <a:close/>
                </a:path>
                <a:path w="3423920" h="3536950">
                  <a:moveTo>
                    <a:pt x="1710766" y="3340112"/>
                  </a:moveTo>
                  <a:lnTo>
                    <a:pt x="1709369" y="3337014"/>
                  </a:lnTo>
                  <a:lnTo>
                    <a:pt x="1703933" y="3335286"/>
                  </a:lnTo>
                  <a:lnTo>
                    <a:pt x="1700949" y="3336975"/>
                  </a:lnTo>
                  <a:lnTo>
                    <a:pt x="1698993" y="3342767"/>
                  </a:lnTo>
                  <a:lnTo>
                    <a:pt x="1700364" y="3345853"/>
                  </a:lnTo>
                  <a:lnTo>
                    <a:pt x="1705800" y="3347593"/>
                  </a:lnTo>
                  <a:lnTo>
                    <a:pt x="1708810" y="3345904"/>
                  </a:lnTo>
                  <a:lnTo>
                    <a:pt x="1709788" y="3343008"/>
                  </a:lnTo>
                  <a:lnTo>
                    <a:pt x="1710766" y="3340112"/>
                  </a:lnTo>
                  <a:close/>
                </a:path>
                <a:path w="3423920" h="3536950">
                  <a:moveTo>
                    <a:pt x="1726526" y="3503587"/>
                  </a:moveTo>
                  <a:lnTo>
                    <a:pt x="1725155" y="3500501"/>
                  </a:lnTo>
                  <a:lnTo>
                    <a:pt x="1719719" y="3498773"/>
                  </a:lnTo>
                  <a:lnTo>
                    <a:pt x="1716684" y="3500450"/>
                  </a:lnTo>
                  <a:lnTo>
                    <a:pt x="1714715" y="3506292"/>
                  </a:lnTo>
                  <a:lnTo>
                    <a:pt x="1716125" y="3509391"/>
                  </a:lnTo>
                  <a:lnTo>
                    <a:pt x="1721561" y="3511118"/>
                  </a:lnTo>
                  <a:lnTo>
                    <a:pt x="1724558" y="3509429"/>
                  </a:lnTo>
                  <a:lnTo>
                    <a:pt x="1725536" y="3506533"/>
                  </a:lnTo>
                  <a:lnTo>
                    <a:pt x="1726526" y="3503587"/>
                  </a:lnTo>
                  <a:close/>
                </a:path>
                <a:path w="3423920" h="3536950">
                  <a:moveTo>
                    <a:pt x="1832825" y="3146780"/>
                  </a:moveTo>
                  <a:lnTo>
                    <a:pt x="1831848" y="3144634"/>
                  </a:lnTo>
                  <a:lnTo>
                    <a:pt x="1828038" y="3143415"/>
                  </a:lnTo>
                  <a:lnTo>
                    <a:pt x="1825955" y="3144583"/>
                  </a:lnTo>
                  <a:lnTo>
                    <a:pt x="1824570" y="3148673"/>
                  </a:lnTo>
                  <a:lnTo>
                    <a:pt x="1825536" y="3150819"/>
                  </a:lnTo>
                  <a:lnTo>
                    <a:pt x="1829346" y="3152025"/>
                  </a:lnTo>
                  <a:lnTo>
                    <a:pt x="1831441" y="3150870"/>
                  </a:lnTo>
                  <a:lnTo>
                    <a:pt x="1832140" y="3148800"/>
                  </a:lnTo>
                  <a:lnTo>
                    <a:pt x="1832825" y="3146780"/>
                  </a:lnTo>
                  <a:close/>
                </a:path>
                <a:path w="3423920" h="3536950">
                  <a:moveTo>
                    <a:pt x="1851621" y="3310204"/>
                  </a:moveTo>
                  <a:lnTo>
                    <a:pt x="1849932" y="3306508"/>
                  </a:lnTo>
                  <a:lnTo>
                    <a:pt x="1843405" y="3304425"/>
                  </a:lnTo>
                  <a:lnTo>
                    <a:pt x="1839836" y="3306445"/>
                  </a:lnTo>
                  <a:lnTo>
                    <a:pt x="1837474" y="3313430"/>
                  </a:lnTo>
                  <a:lnTo>
                    <a:pt x="1839112" y="3317113"/>
                  </a:lnTo>
                  <a:lnTo>
                    <a:pt x="1845640" y="3319195"/>
                  </a:lnTo>
                  <a:lnTo>
                    <a:pt x="1849259" y="3317189"/>
                  </a:lnTo>
                  <a:lnTo>
                    <a:pt x="1850440" y="3313696"/>
                  </a:lnTo>
                  <a:lnTo>
                    <a:pt x="1851621" y="3310204"/>
                  </a:lnTo>
                  <a:close/>
                </a:path>
                <a:path w="3423920" h="3536950">
                  <a:moveTo>
                    <a:pt x="1866265" y="3474440"/>
                  </a:moveTo>
                  <a:lnTo>
                    <a:pt x="1864855" y="3471392"/>
                  </a:lnTo>
                  <a:lnTo>
                    <a:pt x="1859419" y="3469665"/>
                  </a:lnTo>
                  <a:lnTo>
                    <a:pt x="1856422" y="3471303"/>
                  </a:lnTo>
                  <a:lnTo>
                    <a:pt x="1854454" y="3477145"/>
                  </a:lnTo>
                  <a:lnTo>
                    <a:pt x="1855863" y="3480193"/>
                  </a:lnTo>
                  <a:lnTo>
                    <a:pt x="1861299" y="3481921"/>
                  </a:lnTo>
                  <a:lnTo>
                    <a:pt x="1864296" y="3480282"/>
                  </a:lnTo>
                  <a:lnTo>
                    <a:pt x="1865274" y="3477387"/>
                  </a:lnTo>
                  <a:lnTo>
                    <a:pt x="1866265" y="3474440"/>
                  </a:lnTo>
                  <a:close/>
                </a:path>
                <a:path w="3423920" h="3536950">
                  <a:moveTo>
                    <a:pt x="2122017" y="3216275"/>
                  </a:moveTo>
                  <a:lnTo>
                    <a:pt x="2120735" y="3213519"/>
                  </a:lnTo>
                  <a:lnTo>
                    <a:pt x="2115858" y="3211969"/>
                  </a:lnTo>
                  <a:lnTo>
                    <a:pt x="2113178" y="3213455"/>
                  </a:lnTo>
                  <a:lnTo>
                    <a:pt x="2112988" y="3214014"/>
                  </a:lnTo>
                  <a:lnTo>
                    <a:pt x="2112988" y="3221583"/>
                  </a:lnTo>
                  <a:lnTo>
                    <a:pt x="2117521" y="3223031"/>
                  </a:lnTo>
                  <a:lnTo>
                    <a:pt x="2120239" y="3221507"/>
                  </a:lnTo>
                  <a:lnTo>
                    <a:pt x="2122017" y="3216275"/>
                  </a:lnTo>
                  <a:close/>
                </a:path>
                <a:path w="3423920" h="3536950">
                  <a:moveTo>
                    <a:pt x="2139467" y="3383953"/>
                  </a:moveTo>
                  <a:lnTo>
                    <a:pt x="2138057" y="3380905"/>
                  </a:lnTo>
                  <a:lnTo>
                    <a:pt x="2132622" y="3379165"/>
                  </a:lnTo>
                  <a:lnTo>
                    <a:pt x="2129625" y="3380816"/>
                  </a:lnTo>
                  <a:lnTo>
                    <a:pt x="2127656" y="3386645"/>
                  </a:lnTo>
                  <a:lnTo>
                    <a:pt x="2129066" y="3389693"/>
                  </a:lnTo>
                  <a:lnTo>
                    <a:pt x="2134501" y="3391433"/>
                  </a:lnTo>
                  <a:lnTo>
                    <a:pt x="2137499" y="3389795"/>
                  </a:lnTo>
                  <a:lnTo>
                    <a:pt x="2138489" y="3386848"/>
                  </a:lnTo>
                  <a:lnTo>
                    <a:pt x="2139467" y="3383953"/>
                  </a:lnTo>
                  <a:close/>
                </a:path>
                <a:path w="3423920" h="3536950">
                  <a:moveTo>
                    <a:pt x="2255075" y="3151682"/>
                  </a:moveTo>
                  <a:lnTo>
                    <a:pt x="2253259" y="3147695"/>
                  </a:lnTo>
                  <a:lnTo>
                    <a:pt x="2246211" y="3145434"/>
                  </a:lnTo>
                  <a:lnTo>
                    <a:pt x="2242299" y="3147606"/>
                  </a:lnTo>
                  <a:lnTo>
                    <a:pt x="2239734" y="3155188"/>
                  </a:lnTo>
                  <a:lnTo>
                    <a:pt x="2241562" y="3159175"/>
                  </a:lnTo>
                  <a:lnTo>
                    <a:pt x="2248624" y="3161436"/>
                  </a:lnTo>
                  <a:lnTo>
                    <a:pt x="2252510" y="3159264"/>
                  </a:lnTo>
                  <a:lnTo>
                    <a:pt x="2253780" y="3155492"/>
                  </a:lnTo>
                  <a:lnTo>
                    <a:pt x="2255075" y="3151682"/>
                  </a:lnTo>
                  <a:close/>
                </a:path>
                <a:path w="3423920" h="3536950">
                  <a:moveTo>
                    <a:pt x="2274925" y="3322269"/>
                  </a:moveTo>
                  <a:lnTo>
                    <a:pt x="2272690" y="3317379"/>
                  </a:lnTo>
                  <a:lnTo>
                    <a:pt x="2264003" y="3314598"/>
                  </a:lnTo>
                  <a:lnTo>
                    <a:pt x="2259203" y="3317240"/>
                  </a:lnTo>
                  <a:lnTo>
                    <a:pt x="2256040" y="3326574"/>
                  </a:lnTo>
                  <a:lnTo>
                    <a:pt x="2258288" y="3331514"/>
                  </a:lnTo>
                  <a:lnTo>
                    <a:pt x="2266975" y="3334296"/>
                  </a:lnTo>
                  <a:lnTo>
                    <a:pt x="2271763" y="3331591"/>
                  </a:lnTo>
                  <a:lnTo>
                    <a:pt x="2273338" y="3326955"/>
                  </a:lnTo>
                  <a:lnTo>
                    <a:pt x="2274925" y="3322269"/>
                  </a:lnTo>
                  <a:close/>
                </a:path>
                <a:path w="3423920" h="3536950">
                  <a:moveTo>
                    <a:pt x="2612542" y="55206"/>
                  </a:moveTo>
                  <a:lnTo>
                    <a:pt x="2612377" y="54902"/>
                  </a:lnTo>
                  <a:lnTo>
                    <a:pt x="2612098" y="54813"/>
                  </a:lnTo>
                  <a:lnTo>
                    <a:pt x="2611844" y="54724"/>
                  </a:lnTo>
                  <a:lnTo>
                    <a:pt x="2611526" y="54876"/>
                  </a:lnTo>
                  <a:lnTo>
                    <a:pt x="2611424" y="55206"/>
                  </a:lnTo>
                  <a:lnTo>
                    <a:pt x="2611323" y="55473"/>
                  </a:lnTo>
                  <a:lnTo>
                    <a:pt x="2611488" y="55791"/>
                  </a:lnTo>
                  <a:lnTo>
                    <a:pt x="2611742" y="55867"/>
                  </a:lnTo>
                  <a:lnTo>
                    <a:pt x="2612021" y="55956"/>
                  </a:lnTo>
                  <a:lnTo>
                    <a:pt x="2612339" y="55803"/>
                  </a:lnTo>
                  <a:lnTo>
                    <a:pt x="2612428" y="55524"/>
                  </a:lnTo>
                  <a:lnTo>
                    <a:pt x="2612542" y="55206"/>
                  </a:lnTo>
                  <a:close/>
                </a:path>
                <a:path w="3423920" h="3536950">
                  <a:moveTo>
                    <a:pt x="2718981" y="145859"/>
                  </a:moveTo>
                  <a:lnTo>
                    <a:pt x="2718841" y="145516"/>
                  </a:lnTo>
                  <a:lnTo>
                    <a:pt x="2718587" y="145427"/>
                  </a:lnTo>
                  <a:lnTo>
                    <a:pt x="2718333" y="145351"/>
                  </a:lnTo>
                  <a:lnTo>
                    <a:pt x="2718003" y="145554"/>
                  </a:lnTo>
                  <a:lnTo>
                    <a:pt x="2717901" y="145821"/>
                  </a:lnTo>
                  <a:lnTo>
                    <a:pt x="2717812" y="146100"/>
                  </a:lnTo>
                  <a:lnTo>
                    <a:pt x="2717952" y="146456"/>
                  </a:lnTo>
                  <a:lnTo>
                    <a:pt x="2718219" y="146532"/>
                  </a:lnTo>
                  <a:lnTo>
                    <a:pt x="2718473" y="146608"/>
                  </a:lnTo>
                  <a:lnTo>
                    <a:pt x="2718803" y="146418"/>
                  </a:lnTo>
                  <a:lnTo>
                    <a:pt x="2718892" y="146138"/>
                  </a:lnTo>
                  <a:lnTo>
                    <a:pt x="2718981" y="145859"/>
                  </a:lnTo>
                  <a:close/>
                </a:path>
                <a:path w="3423920" h="3536950">
                  <a:moveTo>
                    <a:pt x="2817558" y="245770"/>
                  </a:moveTo>
                  <a:lnTo>
                    <a:pt x="2817431" y="245478"/>
                  </a:lnTo>
                  <a:lnTo>
                    <a:pt x="2817152" y="245389"/>
                  </a:lnTo>
                  <a:lnTo>
                    <a:pt x="2816885" y="245300"/>
                  </a:lnTo>
                  <a:lnTo>
                    <a:pt x="2816593" y="245465"/>
                  </a:lnTo>
                  <a:lnTo>
                    <a:pt x="2816402" y="246062"/>
                  </a:lnTo>
                  <a:lnTo>
                    <a:pt x="2816529" y="246367"/>
                  </a:lnTo>
                  <a:lnTo>
                    <a:pt x="2816796" y="246443"/>
                  </a:lnTo>
                  <a:lnTo>
                    <a:pt x="2817063" y="246532"/>
                  </a:lnTo>
                  <a:lnTo>
                    <a:pt x="2817355" y="246367"/>
                  </a:lnTo>
                  <a:lnTo>
                    <a:pt x="2817469" y="246049"/>
                  </a:lnTo>
                  <a:lnTo>
                    <a:pt x="2817558" y="245770"/>
                  </a:lnTo>
                  <a:close/>
                </a:path>
                <a:path w="3423920" h="3536950">
                  <a:moveTo>
                    <a:pt x="2881744" y="72110"/>
                  </a:moveTo>
                  <a:lnTo>
                    <a:pt x="2881617" y="71818"/>
                  </a:lnTo>
                  <a:lnTo>
                    <a:pt x="2881350" y="71729"/>
                  </a:lnTo>
                  <a:lnTo>
                    <a:pt x="2881096" y="71653"/>
                  </a:lnTo>
                  <a:lnTo>
                    <a:pt x="2880779" y="71805"/>
                  </a:lnTo>
                  <a:lnTo>
                    <a:pt x="2880588" y="72402"/>
                  </a:lnTo>
                  <a:lnTo>
                    <a:pt x="2880741" y="72707"/>
                  </a:lnTo>
                  <a:lnTo>
                    <a:pt x="2880995" y="72796"/>
                  </a:lnTo>
                  <a:lnTo>
                    <a:pt x="2881249" y="72872"/>
                  </a:lnTo>
                  <a:lnTo>
                    <a:pt x="2881541" y="72707"/>
                  </a:lnTo>
                  <a:lnTo>
                    <a:pt x="2881655" y="72390"/>
                  </a:lnTo>
                  <a:lnTo>
                    <a:pt x="2881744" y="72110"/>
                  </a:lnTo>
                  <a:close/>
                </a:path>
                <a:path w="3423920" h="3536950">
                  <a:moveTo>
                    <a:pt x="2907563" y="354355"/>
                  </a:moveTo>
                  <a:lnTo>
                    <a:pt x="2907436" y="354063"/>
                  </a:lnTo>
                  <a:lnTo>
                    <a:pt x="2907157" y="353974"/>
                  </a:lnTo>
                  <a:lnTo>
                    <a:pt x="2906890" y="353885"/>
                  </a:lnTo>
                  <a:lnTo>
                    <a:pt x="2906598" y="354050"/>
                  </a:lnTo>
                  <a:lnTo>
                    <a:pt x="2906407" y="354647"/>
                  </a:lnTo>
                  <a:lnTo>
                    <a:pt x="2906560" y="354901"/>
                  </a:lnTo>
                  <a:lnTo>
                    <a:pt x="2906814" y="354977"/>
                  </a:lnTo>
                  <a:lnTo>
                    <a:pt x="2907093" y="355066"/>
                  </a:lnTo>
                  <a:lnTo>
                    <a:pt x="2907360" y="354952"/>
                  </a:lnTo>
                  <a:lnTo>
                    <a:pt x="2907474" y="354634"/>
                  </a:lnTo>
                  <a:lnTo>
                    <a:pt x="2907563" y="354355"/>
                  </a:lnTo>
                  <a:close/>
                </a:path>
                <a:path w="3423920" h="3536950">
                  <a:moveTo>
                    <a:pt x="2971063" y="786765"/>
                  </a:moveTo>
                  <a:lnTo>
                    <a:pt x="2970923" y="786422"/>
                  </a:lnTo>
                  <a:lnTo>
                    <a:pt x="2970669" y="786333"/>
                  </a:lnTo>
                  <a:lnTo>
                    <a:pt x="2970390" y="786244"/>
                  </a:lnTo>
                  <a:lnTo>
                    <a:pt x="2970085" y="786447"/>
                  </a:lnTo>
                  <a:lnTo>
                    <a:pt x="2969996" y="786726"/>
                  </a:lnTo>
                  <a:lnTo>
                    <a:pt x="2969895" y="787006"/>
                  </a:lnTo>
                  <a:lnTo>
                    <a:pt x="2970022" y="787349"/>
                  </a:lnTo>
                  <a:lnTo>
                    <a:pt x="2970301" y="787438"/>
                  </a:lnTo>
                  <a:lnTo>
                    <a:pt x="2970555" y="787514"/>
                  </a:lnTo>
                  <a:lnTo>
                    <a:pt x="2970885" y="787323"/>
                  </a:lnTo>
                  <a:lnTo>
                    <a:pt x="2970974" y="787044"/>
                  </a:lnTo>
                  <a:lnTo>
                    <a:pt x="2971063" y="786765"/>
                  </a:lnTo>
                  <a:close/>
                </a:path>
                <a:path w="3423920" h="3536950">
                  <a:moveTo>
                    <a:pt x="2976499" y="176098"/>
                  </a:moveTo>
                  <a:lnTo>
                    <a:pt x="2976372" y="175806"/>
                  </a:lnTo>
                  <a:lnTo>
                    <a:pt x="2975813" y="175628"/>
                  </a:lnTo>
                  <a:lnTo>
                    <a:pt x="2975521" y="175793"/>
                  </a:lnTo>
                  <a:lnTo>
                    <a:pt x="2975432" y="176060"/>
                  </a:lnTo>
                  <a:lnTo>
                    <a:pt x="2975318" y="176390"/>
                  </a:lnTo>
                  <a:lnTo>
                    <a:pt x="2975457" y="176682"/>
                  </a:lnTo>
                  <a:lnTo>
                    <a:pt x="2975737" y="176771"/>
                  </a:lnTo>
                  <a:lnTo>
                    <a:pt x="2976003" y="176860"/>
                  </a:lnTo>
                  <a:lnTo>
                    <a:pt x="2976295" y="176695"/>
                  </a:lnTo>
                  <a:lnTo>
                    <a:pt x="2976410" y="176377"/>
                  </a:lnTo>
                  <a:lnTo>
                    <a:pt x="2976499" y="176098"/>
                  </a:lnTo>
                  <a:close/>
                </a:path>
                <a:path w="3423920" h="3536950">
                  <a:moveTo>
                    <a:pt x="2988424" y="470827"/>
                  </a:moveTo>
                  <a:lnTo>
                    <a:pt x="2988297" y="470535"/>
                  </a:lnTo>
                  <a:lnTo>
                    <a:pt x="2987738" y="470357"/>
                  </a:lnTo>
                  <a:lnTo>
                    <a:pt x="2987446" y="470522"/>
                  </a:lnTo>
                  <a:lnTo>
                    <a:pt x="2987357" y="470789"/>
                  </a:lnTo>
                  <a:lnTo>
                    <a:pt x="2987243" y="471119"/>
                  </a:lnTo>
                  <a:lnTo>
                    <a:pt x="2987383" y="471411"/>
                  </a:lnTo>
                  <a:lnTo>
                    <a:pt x="2987649" y="471500"/>
                  </a:lnTo>
                  <a:lnTo>
                    <a:pt x="2987929" y="471589"/>
                  </a:lnTo>
                  <a:lnTo>
                    <a:pt x="2988221" y="471424"/>
                  </a:lnTo>
                  <a:lnTo>
                    <a:pt x="2988335" y="471106"/>
                  </a:lnTo>
                  <a:lnTo>
                    <a:pt x="2988424" y="470827"/>
                  </a:lnTo>
                  <a:close/>
                </a:path>
                <a:path w="3423920" h="3536950">
                  <a:moveTo>
                    <a:pt x="3022054" y="921854"/>
                  </a:moveTo>
                  <a:lnTo>
                    <a:pt x="3021901" y="921550"/>
                  </a:lnTo>
                  <a:lnTo>
                    <a:pt x="3021622" y="921461"/>
                  </a:lnTo>
                  <a:lnTo>
                    <a:pt x="3021368" y="921385"/>
                  </a:lnTo>
                  <a:lnTo>
                    <a:pt x="3021076" y="921550"/>
                  </a:lnTo>
                  <a:lnTo>
                    <a:pt x="3020987" y="921816"/>
                  </a:lnTo>
                  <a:lnTo>
                    <a:pt x="3020872" y="922147"/>
                  </a:lnTo>
                  <a:lnTo>
                    <a:pt x="3021012" y="922439"/>
                  </a:lnTo>
                  <a:lnTo>
                    <a:pt x="3021266" y="922515"/>
                  </a:lnTo>
                  <a:lnTo>
                    <a:pt x="3021546" y="922604"/>
                  </a:lnTo>
                  <a:lnTo>
                    <a:pt x="3021850" y="922451"/>
                  </a:lnTo>
                  <a:lnTo>
                    <a:pt x="3021965" y="922134"/>
                  </a:lnTo>
                  <a:lnTo>
                    <a:pt x="3022054" y="921854"/>
                  </a:lnTo>
                  <a:close/>
                </a:path>
                <a:path w="3423920" h="3536950">
                  <a:moveTo>
                    <a:pt x="3042640" y="469"/>
                  </a:moveTo>
                  <a:lnTo>
                    <a:pt x="3042501" y="165"/>
                  </a:lnTo>
                  <a:lnTo>
                    <a:pt x="3042247" y="88"/>
                  </a:lnTo>
                  <a:lnTo>
                    <a:pt x="3041967" y="0"/>
                  </a:lnTo>
                  <a:lnTo>
                    <a:pt x="3041675" y="152"/>
                  </a:lnTo>
                  <a:lnTo>
                    <a:pt x="3041561" y="482"/>
                  </a:lnTo>
                  <a:lnTo>
                    <a:pt x="3041472" y="749"/>
                  </a:lnTo>
                  <a:lnTo>
                    <a:pt x="3041612" y="1054"/>
                  </a:lnTo>
                  <a:lnTo>
                    <a:pt x="3042145" y="1231"/>
                  </a:lnTo>
                  <a:lnTo>
                    <a:pt x="3042437" y="1066"/>
                  </a:lnTo>
                  <a:lnTo>
                    <a:pt x="3042526" y="787"/>
                  </a:lnTo>
                  <a:lnTo>
                    <a:pt x="3042640" y="469"/>
                  </a:lnTo>
                  <a:close/>
                </a:path>
                <a:path w="3423920" h="3536950">
                  <a:moveTo>
                    <a:pt x="3061004" y="1061974"/>
                  </a:moveTo>
                  <a:lnTo>
                    <a:pt x="3060877" y="1061681"/>
                  </a:lnTo>
                  <a:lnTo>
                    <a:pt x="3060611" y="1061593"/>
                  </a:lnTo>
                  <a:lnTo>
                    <a:pt x="3060319" y="1061504"/>
                  </a:lnTo>
                  <a:lnTo>
                    <a:pt x="3060027" y="1061669"/>
                  </a:lnTo>
                  <a:lnTo>
                    <a:pt x="3059938" y="1061935"/>
                  </a:lnTo>
                  <a:lnTo>
                    <a:pt x="3059823" y="1062266"/>
                  </a:lnTo>
                  <a:lnTo>
                    <a:pt x="3059963" y="1062558"/>
                  </a:lnTo>
                  <a:lnTo>
                    <a:pt x="3060255" y="1062659"/>
                  </a:lnTo>
                  <a:lnTo>
                    <a:pt x="3060509" y="1062736"/>
                  </a:lnTo>
                  <a:lnTo>
                    <a:pt x="3060801" y="1062570"/>
                  </a:lnTo>
                  <a:lnTo>
                    <a:pt x="3060916" y="1062253"/>
                  </a:lnTo>
                  <a:lnTo>
                    <a:pt x="3061004" y="1061974"/>
                  </a:lnTo>
                  <a:close/>
                </a:path>
                <a:path w="3423920" h="3536950">
                  <a:moveTo>
                    <a:pt x="3064319" y="287451"/>
                  </a:moveTo>
                  <a:lnTo>
                    <a:pt x="3063913" y="286562"/>
                  </a:lnTo>
                  <a:lnTo>
                    <a:pt x="3063100" y="286296"/>
                  </a:lnTo>
                  <a:lnTo>
                    <a:pt x="3062287" y="286042"/>
                  </a:lnTo>
                  <a:lnTo>
                    <a:pt x="3061411" y="286524"/>
                  </a:lnTo>
                  <a:lnTo>
                    <a:pt x="3061119" y="287401"/>
                  </a:lnTo>
                  <a:lnTo>
                    <a:pt x="3060801" y="288315"/>
                  </a:lnTo>
                  <a:lnTo>
                    <a:pt x="3061220" y="289217"/>
                  </a:lnTo>
                  <a:lnTo>
                    <a:pt x="3062846" y="289725"/>
                  </a:lnTo>
                  <a:lnTo>
                    <a:pt x="3063722" y="289242"/>
                  </a:lnTo>
                  <a:lnTo>
                    <a:pt x="3064027" y="288328"/>
                  </a:lnTo>
                  <a:lnTo>
                    <a:pt x="3064319" y="287451"/>
                  </a:lnTo>
                  <a:close/>
                </a:path>
                <a:path w="3423920" h="3536950">
                  <a:moveTo>
                    <a:pt x="3069615" y="1796897"/>
                  </a:moveTo>
                  <a:lnTo>
                    <a:pt x="3069209" y="1795957"/>
                  </a:lnTo>
                  <a:lnTo>
                    <a:pt x="3068396" y="1795691"/>
                  </a:lnTo>
                  <a:lnTo>
                    <a:pt x="3067583" y="1795437"/>
                  </a:lnTo>
                  <a:lnTo>
                    <a:pt x="3066669" y="1795957"/>
                  </a:lnTo>
                  <a:lnTo>
                    <a:pt x="3066364" y="1796834"/>
                  </a:lnTo>
                  <a:lnTo>
                    <a:pt x="3066072" y="1797710"/>
                  </a:lnTo>
                  <a:lnTo>
                    <a:pt x="3066491" y="1798650"/>
                  </a:lnTo>
                  <a:lnTo>
                    <a:pt x="3067304" y="1798916"/>
                  </a:lnTo>
                  <a:lnTo>
                    <a:pt x="3068116" y="1799170"/>
                  </a:lnTo>
                  <a:lnTo>
                    <a:pt x="3069031" y="1798650"/>
                  </a:lnTo>
                  <a:lnTo>
                    <a:pt x="3069323" y="1797773"/>
                  </a:lnTo>
                  <a:lnTo>
                    <a:pt x="3069615" y="1796897"/>
                  </a:lnTo>
                  <a:close/>
                </a:path>
                <a:path w="3423920" h="3536950">
                  <a:moveTo>
                    <a:pt x="3087687" y="1205966"/>
                  </a:moveTo>
                  <a:lnTo>
                    <a:pt x="3087522" y="1205661"/>
                  </a:lnTo>
                  <a:lnTo>
                    <a:pt x="3087268" y="1205572"/>
                  </a:lnTo>
                  <a:lnTo>
                    <a:pt x="3086963" y="1205484"/>
                  </a:lnTo>
                  <a:lnTo>
                    <a:pt x="3086671" y="1205649"/>
                  </a:lnTo>
                  <a:lnTo>
                    <a:pt x="3086570" y="1205966"/>
                  </a:lnTo>
                  <a:lnTo>
                    <a:pt x="3086468" y="1206246"/>
                  </a:lnTo>
                  <a:lnTo>
                    <a:pt x="3086608" y="1206538"/>
                  </a:lnTo>
                  <a:lnTo>
                    <a:pt x="3086912" y="1206627"/>
                  </a:lnTo>
                  <a:lnTo>
                    <a:pt x="3087166" y="1206715"/>
                  </a:lnTo>
                  <a:lnTo>
                    <a:pt x="3087484" y="1206563"/>
                  </a:lnTo>
                  <a:lnTo>
                    <a:pt x="3087573" y="1206284"/>
                  </a:lnTo>
                  <a:lnTo>
                    <a:pt x="3087687" y="1205966"/>
                  </a:lnTo>
                  <a:close/>
                </a:path>
                <a:path w="3423920" h="3536950">
                  <a:moveTo>
                    <a:pt x="3093339" y="1649183"/>
                  </a:moveTo>
                  <a:lnTo>
                    <a:pt x="3092907" y="1648282"/>
                  </a:lnTo>
                  <a:lnTo>
                    <a:pt x="3092081" y="1648015"/>
                  </a:lnTo>
                  <a:lnTo>
                    <a:pt x="3091269" y="1647761"/>
                  </a:lnTo>
                  <a:lnTo>
                    <a:pt x="3090392" y="1648244"/>
                  </a:lnTo>
                  <a:lnTo>
                    <a:pt x="3090087" y="1649120"/>
                  </a:lnTo>
                  <a:lnTo>
                    <a:pt x="3089795" y="1649996"/>
                  </a:lnTo>
                  <a:lnTo>
                    <a:pt x="3090189" y="1650936"/>
                  </a:lnTo>
                  <a:lnTo>
                    <a:pt x="3091840" y="1651457"/>
                  </a:lnTo>
                  <a:lnTo>
                    <a:pt x="3092754" y="1650936"/>
                  </a:lnTo>
                  <a:lnTo>
                    <a:pt x="3093047" y="1650060"/>
                  </a:lnTo>
                  <a:lnTo>
                    <a:pt x="3093339" y="1649183"/>
                  </a:lnTo>
                  <a:close/>
                </a:path>
                <a:path w="3423920" h="3536950">
                  <a:moveTo>
                    <a:pt x="3103588" y="1352219"/>
                  </a:moveTo>
                  <a:lnTo>
                    <a:pt x="3103016" y="1351013"/>
                  </a:lnTo>
                  <a:lnTo>
                    <a:pt x="3100857" y="1350327"/>
                  </a:lnTo>
                  <a:lnTo>
                    <a:pt x="3099651" y="1350962"/>
                  </a:lnTo>
                  <a:lnTo>
                    <a:pt x="3098850" y="1353299"/>
                  </a:lnTo>
                  <a:lnTo>
                    <a:pt x="3099422" y="1354556"/>
                  </a:lnTo>
                  <a:lnTo>
                    <a:pt x="3101594" y="1355255"/>
                  </a:lnTo>
                  <a:lnTo>
                    <a:pt x="3102787" y="1354556"/>
                  </a:lnTo>
                  <a:lnTo>
                    <a:pt x="3103181" y="1353413"/>
                  </a:lnTo>
                  <a:lnTo>
                    <a:pt x="3103588" y="1352219"/>
                  </a:lnTo>
                  <a:close/>
                </a:path>
                <a:path w="3423920" h="3536950">
                  <a:moveTo>
                    <a:pt x="3104515" y="1500619"/>
                  </a:moveTo>
                  <a:lnTo>
                    <a:pt x="3104083" y="1499666"/>
                  </a:lnTo>
                  <a:lnTo>
                    <a:pt x="3103270" y="1499412"/>
                  </a:lnTo>
                  <a:lnTo>
                    <a:pt x="3102457" y="1499146"/>
                  </a:lnTo>
                  <a:lnTo>
                    <a:pt x="3101543" y="1499679"/>
                  </a:lnTo>
                  <a:lnTo>
                    <a:pt x="3100959" y="1501419"/>
                  </a:lnTo>
                  <a:lnTo>
                    <a:pt x="3101365" y="1502371"/>
                  </a:lnTo>
                  <a:lnTo>
                    <a:pt x="3102178" y="1502625"/>
                  </a:lnTo>
                  <a:lnTo>
                    <a:pt x="3102991" y="1502892"/>
                  </a:lnTo>
                  <a:lnTo>
                    <a:pt x="3103930" y="1502371"/>
                  </a:lnTo>
                  <a:lnTo>
                    <a:pt x="3104223" y="1501495"/>
                  </a:lnTo>
                  <a:lnTo>
                    <a:pt x="3104515" y="1500619"/>
                  </a:lnTo>
                  <a:close/>
                </a:path>
                <a:path w="3423920" h="3536950">
                  <a:moveTo>
                    <a:pt x="3120580" y="724369"/>
                  </a:moveTo>
                  <a:lnTo>
                    <a:pt x="3120453" y="724077"/>
                  </a:lnTo>
                  <a:lnTo>
                    <a:pt x="3120174" y="723988"/>
                  </a:lnTo>
                  <a:lnTo>
                    <a:pt x="3119920" y="723900"/>
                  </a:lnTo>
                  <a:lnTo>
                    <a:pt x="3119628" y="724065"/>
                  </a:lnTo>
                  <a:lnTo>
                    <a:pt x="3119526" y="724344"/>
                  </a:lnTo>
                  <a:lnTo>
                    <a:pt x="3119424" y="724662"/>
                  </a:lnTo>
                  <a:lnTo>
                    <a:pt x="3119564" y="724966"/>
                  </a:lnTo>
                  <a:lnTo>
                    <a:pt x="3119818" y="725043"/>
                  </a:lnTo>
                  <a:lnTo>
                    <a:pt x="3120098" y="725131"/>
                  </a:lnTo>
                  <a:lnTo>
                    <a:pt x="3120377" y="724966"/>
                  </a:lnTo>
                  <a:lnTo>
                    <a:pt x="3120491" y="724649"/>
                  </a:lnTo>
                  <a:lnTo>
                    <a:pt x="3120580" y="724369"/>
                  </a:lnTo>
                  <a:close/>
                </a:path>
                <a:path w="3423920" h="3536950">
                  <a:moveTo>
                    <a:pt x="3123107" y="2166467"/>
                  </a:moveTo>
                  <a:lnTo>
                    <a:pt x="3121825" y="2163711"/>
                  </a:lnTo>
                  <a:lnTo>
                    <a:pt x="3116935" y="2162149"/>
                  </a:lnTo>
                  <a:lnTo>
                    <a:pt x="3114243" y="2163635"/>
                  </a:lnTo>
                  <a:lnTo>
                    <a:pt x="3112478" y="2168880"/>
                  </a:lnTo>
                  <a:lnTo>
                    <a:pt x="3113735" y="2171623"/>
                  </a:lnTo>
                  <a:lnTo>
                    <a:pt x="3118624" y="2173186"/>
                  </a:lnTo>
                  <a:lnTo>
                    <a:pt x="3121329" y="2171700"/>
                  </a:lnTo>
                  <a:lnTo>
                    <a:pt x="3122218" y="2169083"/>
                  </a:lnTo>
                  <a:lnTo>
                    <a:pt x="3123107" y="2166467"/>
                  </a:lnTo>
                  <a:close/>
                </a:path>
                <a:path w="3423920" h="3536950">
                  <a:moveTo>
                    <a:pt x="3135211" y="107492"/>
                  </a:moveTo>
                  <a:lnTo>
                    <a:pt x="3134804" y="106591"/>
                  </a:lnTo>
                  <a:lnTo>
                    <a:pt x="3133991" y="106337"/>
                  </a:lnTo>
                  <a:lnTo>
                    <a:pt x="3133179" y="106070"/>
                  </a:lnTo>
                  <a:lnTo>
                    <a:pt x="3132264" y="106540"/>
                  </a:lnTo>
                  <a:lnTo>
                    <a:pt x="3131947" y="107467"/>
                  </a:lnTo>
                  <a:lnTo>
                    <a:pt x="3131655" y="108343"/>
                  </a:lnTo>
                  <a:lnTo>
                    <a:pt x="3132112" y="109245"/>
                  </a:lnTo>
                  <a:lnTo>
                    <a:pt x="3132925" y="109499"/>
                  </a:lnTo>
                  <a:lnTo>
                    <a:pt x="3133737" y="109766"/>
                  </a:lnTo>
                  <a:lnTo>
                    <a:pt x="3134614" y="109283"/>
                  </a:lnTo>
                  <a:lnTo>
                    <a:pt x="3134906" y="108407"/>
                  </a:lnTo>
                  <a:lnTo>
                    <a:pt x="3135211" y="107492"/>
                  </a:lnTo>
                  <a:close/>
                </a:path>
                <a:path w="3423920" h="3536950">
                  <a:moveTo>
                    <a:pt x="3142996" y="405980"/>
                  </a:moveTo>
                  <a:lnTo>
                    <a:pt x="3142424" y="404774"/>
                  </a:lnTo>
                  <a:lnTo>
                    <a:pt x="3140265" y="404088"/>
                  </a:lnTo>
                  <a:lnTo>
                    <a:pt x="3139059" y="404723"/>
                  </a:lnTo>
                  <a:lnTo>
                    <a:pt x="3138259" y="407060"/>
                  </a:lnTo>
                  <a:lnTo>
                    <a:pt x="3138855" y="408279"/>
                  </a:lnTo>
                  <a:lnTo>
                    <a:pt x="3139922" y="408609"/>
                  </a:lnTo>
                  <a:lnTo>
                    <a:pt x="3141014" y="408965"/>
                  </a:lnTo>
                  <a:lnTo>
                    <a:pt x="3142196" y="408317"/>
                  </a:lnTo>
                  <a:lnTo>
                    <a:pt x="3142589" y="407174"/>
                  </a:lnTo>
                  <a:lnTo>
                    <a:pt x="3142996" y="405980"/>
                  </a:lnTo>
                  <a:close/>
                </a:path>
                <a:path w="3423920" h="3536950">
                  <a:moveTo>
                    <a:pt x="3172803" y="859358"/>
                  </a:moveTo>
                  <a:lnTo>
                    <a:pt x="3172244" y="858113"/>
                  </a:lnTo>
                  <a:lnTo>
                    <a:pt x="3170085" y="857415"/>
                  </a:lnTo>
                  <a:lnTo>
                    <a:pt x="3168866" y="858100"/>
                  </a:lnTo>
                  <a:lnTo>
                    <a:pt x="3168065" y="860437"/>
                  </a:lnTo>
                  <a:lnTo>
                    <a:pt x="3168650" y="861644"/>
                  </a:lnTo>
                  <a:lnTo>
                    <a:pt x="3170821" y="862342"/>
                  </a:lnTo>
                  <a:lnTo>
                    <a:pt x="3172002" y="861695"/>
                  </a:lnTo>
                  <a:lnTo>
                    <a:pt x="3172409" y="860501"/>
                  </a:lnTo>
                  <a:lnTo>
                    <a:pt x="3172803" y="859358"/>
                  </a:lnTo>
                  <a:close/>
                </a:path>
                <a:path w="3423920" h="3536950">
                  <a:moveTo>
                    <a:pt x="3213506" y="998994"/>
                  </a:moveTo>
                  <a:lnTo>
                    <a:pt x="3212681" y="997165"/>
                  </a:lnTo>
                  <a:lnTo>
                    <a:pt x="3209429" y="996124"/>
                  </a:lnTo>
                  <a:lnTo>
                    <a:pt x="3207613" y="997127"/>
                  </a:lnTo>
                  <a:lnTo>
                    <a:pt x="3206432" y="1000620"/>
                  </a:lnTo>
                  <a:lnTo>
                    <a:pt x="3207283" y="1002461"/>
                  </a:lnTo>
                  <a:lnTo>
                    <a:pt x="3210534" y="1003503"/>
                  </a:lnTo>
                  <a:lnTo>
                    <a:pt x="3212312" y="1002499"/>
                  </a:lnTo>
                  <a:lnTo>
                    <a:pt x="3212909" y="1000747"/>
                  </a:lnTo>
                  <a:lnTo>
                    <a:pt x="3213506" y="998994"/>
                  </a:lnTo>
                  <a:close/>
                </a:path>
                <a:path w="3423920" h="3536950">
                  <a:moveTo>
                    <a:pt x="3213874" y="530618"/>
                  </a:moveTo>
                  <a:lnTo>
                    <a:pt x="3212884" y="528421"/>
                  </a:lnTo>
                  <a:lnTo>
                    <a:pt x="3209074" y="527202"/>
                  </a:lnTo>
                  <a:lnTo>
                    <a:pt x="3206978" y="528408"/>
                  </a:lnTo>
                  <a:lnTo>
                    <a:pt x="3205619" y="532460"/>
                  </a:lnTo>
                  <a:lnTo>
                    <a:pt x="3206572" y="534606"/>
                  </a:lnTo>
                  <a:lnTo>
                    <a:pt x="3210382" y="535813"/>
                  </a:lnTo>
                  <a:lnTo>
                    <a:pt x="3212503" y="534657"/>
                  </a:lnTo>
                  <a:lnTo>
                    <a:pt x="3213189" y="532638"/>
                  </a:lnTo>
                  <a:lnTo>
                    <a:pt x="3213874" y="530618"/>
                  </a:lnTo>
                  <a:close/>
                </a:path>
                <a:path w="3423920" h="3536950">
                  <a:moveTo>
                    <a:pt x="3213912" y="1880082"/>
                  </a:moveTo>
                  <a:lnTo>
                    <a:pt x="3212655" y="1877339"/>
                  </a:lnTo>
                  <a:lnTo>
                    <a:pt x="3207778" y="1875777"/>
                  </a:lnTo>
                  <a:lnTo>
                    <a:pt x="3205099" y="1877263"/>
                  </a:lnTo>
                  <a:lnTo>
                    <a:pt x="3203308" y="1882546"/>
                  </a:lnTo>
                  <a:lnTo>
                    <a:pt x="3204565" y="1885302"/>
                  </a:lnTo>
                  <a:lnTo>
                    <a:pt x="3209442" y="1886851"/>
                  </a:lnTo>
                  <a:lnTo>
                    <a:pt x="3212122" y="1885365"/>
                  </a:lnTo>
                  <a:lnTo>
                    <a:pt x="3213023" y="1882698"/>
                  </a:lnTo>
                  <a:lnTo>
                    <a:pt x="3213912" y="1880082"/>
                  </a:lnTo>
                  <a:close/>
                </a:path>
                <a:path w="3423920" h="3536950">
                  <a:moveTo>
                    <a:pt x="3220707" y="221246"/>
                  </a:moveTo>
                  <a:lnTo>
                    <a:pt x="3219869" y="219405"/>
                  </a:lnTo>
                  <a:lnTo>
                    <a:pt x="3216618" y="218363"/>
                  </a:lnTo>
                  <a:lnTo>
                    <a:pt x="3214814" y="219367"/>
                  </a:lnTo>
                  <a:lnTo>
                    <a:pt x="3213633" y="222859"/>
                  </a:lnTo>
                  <a:lnTo>
                    <a:pt x="3214471" y="224713"/>
                  </a:lnTo>
                  <a:lnTo>
                    <a:pt x="3217722" y="225742"/>
                  </a:lnTo>
                  <a:lnTo>
                    <a:pt x="3219526" y="224751"/>
                  </a:lnTo>
                  <a:lnTo>
                    <a:pt x="3220123" y="222999"/>
                  </a:lnTo>
                  <a:lnTo>
                    <a:pt x="3220707" y="221246"/>
                  </a:lnTo>
                  <a:close/>
                </a:path>
                <a:path w="3423920" h="3536950">
                  <a:moveTo>
                    <a:pt x="3241878" y="1142517"/>
                  </a:moveTo>
                  <a:lnTo>
                    <a:pt x="3241052" y="1140675"/>
                  </a:lnTo>
                  <a:lnTo>
                    <a:pt x="3237763" y="1139621"/>
                  </a:lnTo>
                  <a:lnTo>
                    <a:pt x="3235998" y="1140637"/>
                  </a:lnTo>
                  <a:lnTo>
                    <a:pt x="3234817" y="1144130"/>
                  </a:lnTo>
                  <a:lnTo>
                    <a:pt x="3235591" y="1146009"/>
                  </a:lnTo>
                  <a:lnTo>
                    <a:pt x="3238893" y="1147064"/>
                  </a:lnTo>
                  <a:lnTo>
                    <a:pt x="3240697" y="1146009"/>
                  </a:lnTo>
                  <a:lnTo>
                    <a:pt x="3241268" y="1144308"/>
                  </a:lnTo>
                  <a:lnTo>
                    <a:pt x="3241878" y="1142517"/>
                  </a:lnTo>
                  <a:close/>
                </a:path>
                <a:path w="3423920" h="3536950">
                  <a:moveTo>
                    <a:pt x="3244507" y="1732673"/>
                  </a:moveTo>
                  <a:lnTo>
                    <a:pt x="3242818" y="1728978"/>
                  </a:lnTo>
                  <a:lnTo>
                    <a:pt x="3236315" y="1726895"/>
                  </a:lnTo>
                  <a:lnTo>
                    <a:pt x="3232696" y="1728901"/>
                  </a:lnTo>
                  <a:lnTo>
                    <a:pt x="3230321" y="1735937"/>
                  </a:lnTo>
                  <a:lnTo>
                    <a:pt x="3232023" y="1739582"/>
                  </a:lnTo>
                  <a:lnTo>
                    <a:pt x="3238525" y="1741665"/>
                  </a:lnTo>
                  <a:lnTo>
                    <a:pt x="3242132" y="1739709"/>
                  </a:lnTo>
                  <a:lnTo>
                    <a:pt x="3243326" y="1736166"/>
                  </a:lnTo>
                  <a:lnTo>
                    <a:pt x="3244507" y="1732673"/>
                  </a:lnTo>
                  <a:close/>
                </a:path>
                <a:path w="3423920" h="3536950">
                  <a:moveTo>
                    <a:pt x="3257702" y="1289011"/>
                  </a:moveTo>
                  <a:lnTo>
                    <a:pt x="3257131" y="1287754"/>
                  </a:lnTo>
                  <a:lnTo>
                    <a:pt x="3254959" y="1287068"/>
                  </a:lnTo>
                  <a:lnTo>
                    <a:pt x="3253765" y="1287754"/>
                  </a:lnTo>
                  <a:lnTo>
                    <a:pt x="3252965" y="1290091"/>
                  </a:lnTo>
                  <a:lnTo>
                    <a:pt x="3253536" y="1291297"/>
                  </a:lnTo>
                  <a:lnTo>
                    <a:pt x="3255695" y="1291983"/>
                  </a:lnTo>
                  <a:lnTo>
                    <a:pt x="3256902" y="1291348"/>
                  </a:lnTo>
                  <a:lnTo>
                    <a:pt x="3257308" y="1290154"/>
                  </a:lnTo>
                  <a:lnTo>
                    <a:pt x="3257702" y="1289011"/>
                  </a:lnTo>
                  <a:close/>
                </a:path>
                <a:path w="3423920" h="3536950">
                  <a:moveTo>
                    <a:pt x="3260763" y="1584604"/>
                  </a:moveTo>
                  <a:lnTo>
                    <a:pt x="3259378" y="1581569"/>
                  </a:lnTo>
                  <a:lnTo>
                    <a:pt x="3253943" y="1579829"/>
                  </a:lnTo>
                  <a:lnTo>
                    <a:pt x="3250946" y="1581480"/>
                  </a:lnTo>
                  <a:lnTo>
                    <a:pt x="3248977" y="1587309"/>
                  </a:lnTo>
                  <a:lnTo>
                    <a:pt x="3250361" y="1590408"/>
                  </a:lnTo>
                  <a:lnTo>
                    <a:pt x="3255797" y="1592135"/>
                  </a:lnTo>
                  <a:lnTo>
                    <a:pt x="3258794" y="1590446"/>
                  </a:lnTo>
                  <a:lnTo>
                    <a:pt x="3259772" y="1587550"/>
                  </a:lnTo>
                  <a:lnTo>
                    <a:pt x="3260763" y="1584604"/>
                  </a:lnTo>
                  <a:close/>
                </a:path>
                <a:path w="3423920" h="3536950">
                  <a:moveTo>
                    <a:pt x="3266732" y="1436065"/>
                  </a:moveTo>
                  <a:lnTo>
                    <a:pt x="3265360" y="1432979"/>
                  </a:lnTo>
                  <a:lnTo>
                    <a:pt x="3259925" y="1431239"/>
                  </a:lnTo>
                  <a:lnTo>
                    <a:pt x="3256915" y="1432928"/>
                  </a:lnTo>
                  <a:lnTo>
                    <a:pt x="3254946" y="1438770"/>
                  </a:lnTo>
                  <a:lnTo>
                    <a:pt x="3256356" y="1441818"/>
                  </a:lnTo>
                  <a:lnTo>
                    <a:pt x="3261779" y="1443545"/>
                  </a:lnTo>
                  <a:lnTo>
                    <a:pt x="3264763" y="1441907"/>
                  </a:lnTo>
                  <a:lnTo>
                    <a:pt x="3265754" y="1438960"/>
                  </a:lnTo>
                  <a:lnTo>
                    <a:pt x="3266732" y="1436065"/>
                  </a:lnTo>
                  <a:close/>
                </a:path>
                <a:path w="3423920" h="3536950">
                  <a:moveTo>
                    <a:pt x="3322980" y="796963"/>
                  </a:moveTo>
                  <a:lnTo>
                    <a:pt x="3322129" y="795121"/>
                  </a:lnTo>
                  <a:lnTo>
                    <a:pt x="3318878" y="794080"/>
                  </a:lnTo>
                  <a:lnTo>
                    <a:pt x="3317062" y="795083"/>
                  </a:lnTo>
                  <a:lnTo>
                    <a:pt x="3316478" y="796836"/>
                  </a:lnTo>
                  <a:lnTo>
                    <a:pt x="3315881" y="798576"/>
                  </a:lnTo>
                  <a:lnTo>
                    <a:pt x="3316732" y="800430"/>
                  </a:lnTo>
                  <a:lnTo>
                    <a:pt x="3319983" y="801458"/>
                  </a:lnTo>
                  <a:lnTo>
                    <a:pt x="3321786" y="800468"/>
                  </a:lnTo>
                  <a:lnTo>
                    <a:pt x="3322383" y="798715"/>
                  </a:lnTo>
                  <a:lnTo>
                    <a:pt x="3322980" y="796963"/>
                  </a:lnTo>
                  <a:close/>
                </a:path>
                <a:path w="3423920" h="3536950">
                  <a:moveTo>
                    <a:pt x="3354971" y="1963407"/>
                  </a:moveTo>
                  <a:lnTo>
                    <a:pt x="3353270" y="1959762"/>
                  </a:lnTo>
                  <a:lnTo>
                    <a:pt x="3346767" y="1957679"/>
                  </a:lnTo>
                  <a:lnTo>
                    <a:pt x="3343160" y="1959635"/>
                  </a:lnTo>
                  <a:lnTo>
                    <a:pt x="3340785" y="1966671"/>
                  </a:lnTo>
                  <a:lnTo>
                    <a:pt x="3342487" y="1970328"/>
                  </a:lnTo>
                  <a:lnTo>
                    <a:pt x="3346805" y="1971687"/>
                  </a:lnTo>
                  <a:lnTo>
                    <a:pt x="3350298" y="1971687"/>
                  </a:lnTo>
                  <a:lnTo>
                    <a:pt x="3352596" y="1970443"/>
                  </a:lnTo>
                  <a:lnTo>
                    <a:pt x="3354971" y="1963407"/>
                  </a:lnTo>
                  <a:close/>
                </a:path>
                <a:path w="3423920" h="3536950">
                  <a:moveTo>
                    <a:pt x="3390354" y="1816608"/>
                  </a:moveTo>
                  <a:lnTo>
                    <a:pt x="3388131" y="1811667"/>
                  </a:lnTo>
                  <a:lnTo>
                    <a:pt x="3379406" y="1808886"/>
                  </a:lnTo>
                  <a:lnTo>
                    <a:pt x="3374606" y="1811578"/>
                  </a:lnTo>
                  <a:lnTo>
                    <a:pt x="3371456" y="1820862"/>
                  </a:lnTo>
                  <a:lnTo>
                    <a:pt x="3373678" y="1825802"/>
                  </a:lnTo>
                  <a:lnTo>
                    <a:pt x="3382403" y="1828584"/>
                  </a:lnTo>
                  <a:lnTo>
                    <a:pt x="3387204" y="1825891"/>
                  </a:lnTo>
                  <a:lnTo>
                    <a:pt x="3388779" y="1821243"/>
                  </a:lnTo>
                  <a:lnTo>
                    <a:pt x="3390354" y="1816608"/>
                  </a:lnTo>
                  <a:close/>
                </a:path>
                <a:path w="3423920" h="3536950">
                  <a:moveTo>
                    <a:pt x="3413036" y="1668716"/>
                  </a:moveTo>
                  <a:lnTo>
                    <a:pt x="3410762" y="1663865"/>
                  </a:lnTo>
                  <a:lnTo>
                    <a:pt x="3402050" y="1661083"/>
                  </a:lnTo>
                  <a:lnTo>
                    <a:pt x="3397288" y="1663687"/>
                  </a:lnTo>
                  <a:lnTo>
                    <a:pt x="3394113" y="1673059"/>
                  </a:lnTo>
                  <a:lnTo>
                    <a:pt x="3396348" y="1677949"/>
                  </a:lnTo>
                  <a:lnTo>
                    <a:pt x="3405060" y="1680730"/>
                  </a:lnTo>
                  <a:lnTo>
                    <a:pt x="3409861" y="1678089"/>
                  </a:lnTo>
                  <a:lnTo>
                    <a:pt x="3411448" y="1673402"/>
                  </a:lnTo>
                  <a:lnTo>
                    <a:pt x="3413036" y="1668716"/>
                  </a:lnTo>
                  <a:close/>
                </a:path>
                <a:path w="3423920" h="3536950">
                  <a:moveTo>
                    <a:pt x="3417417" y="1224368"/>
                  </a:moveTo>
                  <a:lnTo>
                    <a:pt x="3415296" y="1219771"/>
                  </a:lnTo>
                  <a:lnTo>
                    <a:pt x="3407168" y="1217180"/>
                  </a:lnTo>
                  <a:lnTo>
                    <a:pt x="3402673" y="1219669"/>
                  </a:lnTo>
                  <a:lnTo>
                    <a:pt x="3399713" y="1228445"/>
                  </a:lnTo>
                  <a:lnTo>
                    <a:pt x="3401822" y="1232992"/>
                  </a:lnTo>
                  <a:lnTo>
                    <a:pt x="3409950" y="1235583"/>
                  </a:lnTo>
                  <a:lnTo>
                    <a:pt x="3414458" y="1233157"/>
                  </a:lnTo>
                  <a:lnTo>
                    <a:pt x="3415944" y="1228737"/>
                  </a:lnTo>
                  <a:lnTo>
                    <a:pt x="3417417" y="1224368"/>
                  </a:lnTo>
                  <a:close/>
                </a:path>
                <a:path w="3423920" h="3536950">
                  <a:moveTo>
                    <a:pt x="3422764" y="1372704"/>
                  </a:moveTo>
                  <a:lnTo>
                    <a:pt x="3421481" y="1369898"/>
                  </a:lnTo>
                  <a:lnTo>
                    <a:pt x="3416604" y="1368336"/>
                  </a:lnTo>
                  <a:lnTo>
                    <a:pt x="3413899" y="1369872"/>
                  </a:lnTo>
                  <a:lnTo>
                    <a:pt x="3412134" y="1375117"/>
                  </a:lnTo>
                  <a:lnTo>
                    <a:pt x="3413391" y="1377861"/>
                  </a:lnTo>
                  <a:lnTo>
                    <a:pt x="3418268" y="1379410"/>
                  </a:lnTo>
                  <a:lnTo>
                    <a:pt x="3420986" y="1377937"/>
                  </a:lnTo>
                  <a:lnTo>
                    <a:pt x="3421875" y="1375321"/>
                  </a:lnTo>
                  <a:lnTo>
                    <a:pt x="3422764" y="1372704"/>
                  </a:lnTo>
                  <a:close/>
                </a:path>
                <a:path w="3423920" h="3536950">
                  <a:moveTo>
                    <a:pt x="3423450" y="1520571"/>
                  </a:moveTo>
                  <a:lnTo>
                    <a:pt x="3421646" y="1516570"/>
                  </a:lnTo>
                  <a:lnTo>
                    <a:pt x="3414560" y="1514322"/>
                  </a:lnTo>
                  <a:lnTo>
                    <a:pt x="3410674" y="1516494"/>
                  </a:lnTo>
                  <a:lnTo>
                    <a:pt x="3408108" y="1524076"/>
                  </a:lnTo>
                  <a:lnTo>
                    <a:pt x="3409912" y="1528064"/>
                  </a:lnTo>
                  <a:lnTo>
                    <a:pt x="3416998" y="1530324"/>
                  </a:lnTo>
                  <a:lnTo>
                    <a:pt x="3420884" y="1528152"/>
                  </a:lnTo>
                  <a:lnTo>
                    <a:pt x="3422154" y="1524381"/>
                  </a:lnTo>
                  <a:lnTo>
                    <a:pt x="3423450" y="1520571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0276" name="object 40">
              <a:extLst>
                <a:ext uri="{FF2B5EF4-FFF2-40B4-BE49-F238E27FC236}">
                  <a16:creationId xmlns="" xmlns:a16="http://schemas.microsoft.com/office/drawing/2014/main" id="{FDF77E16-E54A-4C08-9879-EAFEF1B8E4E0}"/>
                </a:ext>
              </a:extLst>
            </p:cNvPr>
            <p:cNvSpPr>
              <a:spLocks/>
            </p:cNvSpPr>
            <p:nvPr/>
          </p:nvSpPr>
          <p:spPr bwMode="auto">
            <a:xfrm>
              <a:off x="871639" y="2268232"/>
              <a:ext cx="3957954" cy="3899535"/>
            </a:xfrm>
            <a:custGeom>
              <a:avLst/>
              <a:gdLst>
                <a:gd name="T0" fmla="*/ 22771 w 3957954"/>
                <a:gd name="T1" fmla="*/ 3055251 h 3899535"/>
                <a:gd name="T2" fmla="*/ 107683 w 3957954"/>
                <a:gd name="T3" fmla="*/ 3377755 h 3899535"/>
                <a:gd name="T4" fmla="*/ 116179 w 3957954"/>
                <a:gd name="T5" fmla="*/ 3158820 h 3899535"/>
                <a:gd name="T6" fmla="*/ 218173 w 3957954"/>
                <a:gd name="T7" fmla="*/ 3254933 h 3899535"/>
                <a:gd name="T8" fmla="*/ 212204 w 3957954"/>
                <a:gd name="T9" fmla="*/ 3461067 h 3899535"/>
                <a:gd name="T10" fmla="*/ 324713 w 3957954"/>
                <a:gd name="T11" fmla="*/ 3345269 h 3899535"/>
                <a:gd name="T12" fmla="*/ 329514 w 3957954"/>
                <a:gd name="T13" fmla="*/ 3549294 h 3899535"/>
                <a:gd name="T14" fmla="*/ 563181 w 3957954"/>
                <a:gd name="T15" fmla="*/ 3493236 h 3899535"/>
                <a:gd name="T16" fmla="*/ 684669 w 3957954"/>
                <a:gd name="T17" fmla="*/ 3549789 h 3899535"/>
                <a:gd name="T18" fmla="*/ 689864 w 3957954"/>
                <a:gd name="T19" fmla="*/ 3747376 h 3899535"/>
                <a:gd name="T20" fmla="*/ 818921 w 3957954"/>
                <a:gd name="T21" fmla="*/ 3608781 h 3899535"/>
                <a:gd name="T22" fmla="*/ 967981 w 3957954"/>
                <a:gd name="T23" fmla="*/ 3819182 h 3899535"/>
                <a:gd name="T24" fmla="*/ 1076807 w 3957954"/>
                <a:gd name="T25" fmla="*/ 3683457 h 3899535"/>
                <a:gd name="T26" fmla="*/ 1105674 w 3957954"/>
                <a:gd name="T27" fmla="*/ 3864102 h 3899535"/>
                <a:gd name="T28" fmla="*/ 1246657 w 3957954"/>
                <a:gd name="T29" fmla="*/ 3871303 h 3899535"/>
                <a:gd name="T30" fmla="*/ 1355648 w 3957954"/>
                <a:gd name="T31" fmla="*/ 3711130 h 3899535"/>
                <a:gd name="T32" fmla="*/ 1377784 w 3957954"/>
                <a:gd name="T33" fmla="*/ 3894975 h 3899535"/>
                <a:gd name="T34" fmla="*/ 1508150 w 3957954"/>
                <a:gd name="T35" fmla="*/ 3716769 h 3899535"/>
                <a:gd name="T36" fmla="*/ 1641221 w 3957954"/>
                <a:gd name="T37" fmla="*/ 3703840 h 3899535"/>
                <a:gd name="T38" fmla="*/ 1646656 w 3957954"/>
                <a:gd name="T39" fmla="*/ 3884904 h 3899535"/>
                <a:gd name="T40" fmla="*/ 1790306 w 3957954"/>
                <a:gd name="T41" fmla="*/ 3693757 h 3899535"/>
                <a:gd name="T42" fmla="*/ 1932622 w 3957954"/>
                <a:gd name="T43" fmla="*/ 3652964 h 3899535"/>
                <a:gd name="T44" fmla="*/ 1925548 w 3957954"/>
                <a:gd name="T45" fmla="*/ 3829469 h 3899535"/>
                <a:gd name="T46" fmla="*/ 2204212 w 3957954"/>
                <a:gd name="T47" fmla="*/ 3583952 h 3899535"/>
                <a:gd name="T48" fmla="*/ 2201837 w 3957954"/>
                <a:gd name="T49" fmla="*/ 3755656 h 3899535"/>
                <a:gd name="T50" fmla="*/ 2331593 w 3957954"/>
                <a:gd name="T51" fmla="*/ 3530231 h 3899535"/>
                <a:gd name="T52" fmla="*/ 2331770 w 3957954"/>
                <a:gd name="T53" fmla="*/ 3694722 h 3899535"/>
                <a:gd name="T54" fmla="*/ 3261017 w 3957954"/>
                <a:gd name="T55" fmla="*/ 247675 h 3899535"/>
                <a:gd name="T56" fmla="*/ 3338766 w 3957954"/>
                <a:gd name="T57" fmla="*/ 66268 h 3899535"/>
                <a:gd name="T58" fmla="*/ 3410877 w 3957954"/>
                <a:gd name="T59" fmla="*/ 490664 h 3899535"/>
                <a:gd name="T60" fmla="*/ 3417201 w 3957954"/>
                <a:gd name="T61" fmla="*/ 177330 h 3899535"/>
                <a:gd name="T62" fmla="*/ 3488880 w 3957954"/>
                <a:gd name="T63" fmla="*/ 299008 h 3899535"/>
                <a:gd name="T64" fmla="*/ 3496145 w 3957954"/>
                <a:gd name="T65" fmla="*/ 2212492 h 3899535"/>
                <a:gd name="T66" fmla="*/ 3509848 w 3957954"/>
                <a:gd name="T67" fmla="*/ 752817 h 3899535"/>
                <a:gd name="T68" fmla="*/ 3557117 w 3957954"/>
                <a:gd name="T69" fmla="*/ 909942 h 3899535"/>
                <a:gd name="T70" fmla="*/ 3580269 w 3957954"/>
                <a:gd name="T71" fmla="*/ 112890 h 3899535"/>
                <a:gd name="T72" fmla="*/ 3598037 w 3957954"/>
                <a:gd name="T73" fmla="*/ 1027010 h 3899535"/>
                <a:gd name="T74" fmla="*/ 3602520 w 3957954"/>
                <a:gd name="T75" fmla="*/ 1046226 h 3899535"/>
                <a:gd name="T76" fmla="*/ 3622179 w 3957954"/>
                <a:gd name="T77" fmla="*/ 1621904 h 3899535"/>
                <a:gd name="T78" fmla="*/ 3606812 w 3957954"/>
                <a:gd name="T79" fmla="*/ 1168234 h 3899535"/>
                <a:gd name="T80" fmla="*/ 3632377 w 3957954"/>
                <a:gd name="T81" fmla="*/ 1330464 h 3899535"/>
                <a:gd name="T82" fmla="*/ 3612337 w 3957954"/>
                <a:gd name="T83" fmla="*/ 1471371 h 3899535"/>
                <a:gd name="T84" fmla="*/ 3644036 w 3957954"/>
                <a:gd name="T85" fmla="*/ 247434 h 3899535"/>
                <a:gd name="T86" fmla="*/ 3705720 w 3957954"/>
                <a:gd name="T87" fmla="*/ 356920 h 3899535"/>
                <a:gd name="T88" fmla="*/ 3695192 w 3957954"/>
                <a:gd name="T89" fmla="*/ 845286 h 3899535"/>
                <a:gd name="T90" fmla="*/ 3737584 w 3957954"/>
                <a:gd name="T91" fmla="*/ 1845856 h 3899535"/>
                <a:gd name="T92" fmla="*/ 3750399 w 3957954"/>
                <a:gd name="T93" fmla="*/ 1726641 h 3899535"/>
                <a:gd name="T94" fmla="*/ 3776230 w 3957954"/>
                <a:gd name="T95" fmla="*/ 502310 h 3899535"/>
                <a:gd name="T96" fmla="*/ 3795445 w 3957954"/>
                <a:gd name="T97" fmla="*/ 1555356 h 3899535"/>
                <a:gd name="T98" fmla="*/ 3791559 w 3957954"/>
                <a:gd name="T99" fmla="*/ 1581683 h 3899535"/>
                <a:gd name="T100" fmla="*/ 3763708 w 3957954"/>
                <a:gd name="T101" fmla="*/ 1436370 h 3899535"/>
                <a:gd name="T102" fmla="*/ 3839362 w 3957954"/>
                <a:gd name="T103" fmla="*/ 760501 h 3899535"/>
                <a:gd name="T104" fmla="*/ 3894302 w 3957954"/>
                <a:gd name="T105" fmla="*/ 1933333 h 3899535"/>
                <a:gd name="T106" fmla="*/ 3898773 w 3957954"/>
                <a:gd name="T107" fmla="*/ 1952561 h 3899535"/>
                <a:gd name="T108" fmla="*/ 3880002 w 3957954"/>
                <a:gd name="T109" fmla="*/ 936104 h 3899535"/>
                <a:gd name="T110" fmla="*/ 3891127 w 3957954"/>
                <a:gd name="T111" fmla="*/ 1794421 h 3899535"/>
                <a:gd name="T112" fmla="*/ 3921569 w 3957954"/>
                <a:gd name="T113" fmla="*/ 1030452 h 3899535"/>
                <a:gd name="T114" fmla="*/ 3941165 w 3957954"/>
                <a:gd name="T115" fmla="*/ 1057097 h 3899535"/>
                <a:gd name="T116" fmla="*/ 3926954 w 3957954"/>
                <a:gd name="T117" fmla="*/ 1675130 h 3899535"/>
                <a:gd name="T118" fmla="*/ 3900982 w 3957954"/>
                <a:gd name="T119" fmla="*/ 1210030 h 3899535"/>
                <a:gd name="T120" fmla="*/ 3933698 w 3957954"/>
                <a:gd name="T121" fmla="*/ 1479397 h 3899535"/>
                <a:gd name="T122" fmla="*/ 3957917 w 3957954"/>
                <a:gd name="T123" fmla="*/ 1351953 h 3899535"/>
                <a:gd name="T124" fmla="*/ 3944975 w 3957954"/>
                <a:gd name="T125" fmla="*/ 1375384 h 3899535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3957954" h="3899535">
                  <a:moveTo>
                    <a:pt x="7086" y="3281108"/>
                  </a:moveTo>
                  <a:lnTo>
                    <a:pt x="6273" y="3279267"/>
                  </a:lnTo>
                  <a:lnTo>
                    <a:pt x="4648" y="3278759"/>
                  </a:lnTo>
                  <a:lnTo>
                    <a:pt x="2997" y="3278225"/>
                  </a:lnTo>
                  <a:lnTo>
                    <a:pt x="1181" y="3279229"/>
                  </a:lnTo>
                  <a:lnTo>
                    <a:pt x="596" y="3280981"/>
                  </a:lnTo>
                  <a:lnTo>
                    <a:pt x="0" y="3282721"/>
                  </a:lnTo>
                  <a:lnTo>
                    <a:pt x="850" y="3284575"/>
                  </a:lnTo>
                  <a:lnTo>
                    <a:pt x="4127" y="3285617"/>
                  </a:lnTo>
                  <a:lnTo>
                    <a:pt x="5918" y="3284613"/>
                  </a:lnTo>
                  <a:lnTo>
                    <a:pt x="6502" y="3282861"/>
                  </a:lnTo>
                  <a:lnTo>
                    <a:pt x="7086" y="3281108"/>
                  </a:lnTo>
                  <a:close/>
                </a:path>
                <a:path w="3957954" h="3899535">
                  <a:moveTo>
                    <a:pt x="22771" y="3055251"/>
                  </a:moveTo>
                  <a:lnTo>
                    <a:pt x="22339" y="3054350"/>
                  </a:lnTo>
                  <a:lnTo>
                    <a:pt x="21513" y="3054083"/>
                  </a:lnTo>
                  <a:lnTo>
                    <a:pt x="20701" y="3053829"/>
                  </a:lnTo>
                  <a:lnTo>
                    <a:pt x="19824" y="3054312"/>
                  </a:lnTo>
                  <a:lnTo>
                    <a:pt x="19519" y="3055188"/>
                  </a:lnTo>
                  <a:lnTo>
                    <a:pt x="19227" y="3056064"/>
                  </a:lnTo>
                  <a:lnTo>
                    <a:pt x="19621" y="3056991"/>
                  </a:lnTo>
                  <a:lnTo>
                    <a:pt x="20434" y="3057258"/>
                  </a:lnTo>
                  <a:lnTo>
                    <a:pt x="21272" y="3057525"/>
                  </a:lnTo>
                  <a:lnTo>
                    <a:pt x="22186" y="3057004"/>
                  </a:lnTo>
                  <a:lnTo>
                    <a:pt x="22479" y="3056128"/>
                  </a:lnTo>
                  <a:lnTo>
                    <a:pt x="22771" y="3055251"/>
                  </a:lnTo>
                  <a:close/>
                </a:path>
                <a:path w="3957954" h="3899535">
                  <a:moveTo>
                    <a:pt x="107683" y="3377755"/>
                  </a:moveTo>
                  <a:lnTo>
                    <a:pt x="107111" y="3376549"/>
                  </a:lnTo>
                  <a:lnTo>
                    <a:pt x="104952" y="3375863"/>
                  </a:lnTo>
                  <a:lnTo>
                    <a:pt x="103771" y="3376498"/>
                  </a:lnTo>
                  <a:lnTo>
                    <a:pt x="102971" y="3378847"/>
                  </a:lnTo>
                  <a:lnTo>
                    <a:pt x="103543" y="3380054"/>
                  </a:lnTo>
                  <a:lnTo>
                    <a:pt x="104609" y="3380384"/>
                  </a:lnTo>
                  <a:lnTo>
                    <a:pt x="105702" y="3380740"/>
                  </a:lnTo>
                  <a:lnTo>
                    <a:pt x="106883" y="3380092"/>
                  </a:lnTo>
                  <a:lnTo>
                    <a:pt x="107276" y="3378949"/>
                  </a:lnTo>
                  <a:lnTo>
                    <a:pt x="107683" y="3377755"/>
                  </a:lnTo>
                  <a:close/>
                </a:path>
                <a:path w="3957954" h="3899535">
                  <a:moveTo>
                    <a:pt x="116624" y="3159214"/>
                  </a:moveTo>
                  <a:lnTo>
                    <a:pt x="116484" y="3158909"/>
                  </a:lnTo>
                  <a:lnTo>
                    <a:pt x="116179" y="3158820"/>
                  </a:lnTo>
                  <a:lnTo>
                    <a:pt x="115925" y="3158731"/>
                  </a:lnTo>
                  <a:lnTo>
                    <a:pt x="115633" y="3158896"/>
                  </a:lnTo>
                  <a:lnTo>
                    <a:pt x="115531" y="3159214"/>
                  </a:lnTo>
                  <a:lnTo>
                    <a:pt x="115430" y="3159493"/>
                  </a:lnTo>
                  <a:lnTo>
                    <a:pt x="115570" y="3159785"/>
                  </a:lnTo>
                  <a:lnTo>
                    <a:pt x="115824" y="3159874"/>
                  </a:lnTo>
                  <a:lnTo>
                    <a:pt x="116128" y="3159963"/>
                  </a:lnTo>
                  <a:lnTo>
                    <a:pt x="116420" y="3159810"/>
                  </a:lnTo>
                  <a:lnTo>
                    <a:pt x="116509" y="3159531"/>
                  </a:lnTo>
                  <a:lnTo>
                    <a:pt x="116624" y="3159214"/>
                  </a:lnTo>
                  <a:close/>
                </a:path>
                <a:path w="3957954" h="3899535">
                  <a:moveTo>
                    <a:pt x="218605" y="3255327"/>
                  </a:moveTo>
                  <a:lnTo>
                    <a:pt x="218478" y="3255035"/>
                  </a:lnTo>
                  <a:lnTo>
                    <a:pt x="218173" y="3254933"/>
                  </a:lnTo>
                  <a:lnTo>
                    <a:pt x="217919" y="3254857"/>
                  </a:lnTo>
                  <a:lnTo>
                    <a:pt x="217627" y="3255022"/>
                  </a:lnTo>
                  <a:lnTo>
                    <a:pt x="217538" y="3255289"/>
                  </a:lnTo>
                  <a:lnTo>
                    <a:pt x="217424" y="3255619"/>
                  </a:lnTo>
                  <a:lnTo>
                    <a:pt x="217563" y="3255911"/>
                  </a:lnTo>
                  <a:lnTo>
                    <a:pt x="217817" y="3255988"/>
                  </a:lnTo>
                  <a:lnTo>
                    <a:pt x="218122" y="3256089"/>
                  </a:lnTo>
                  <a:lnTo>
                    <a:pt x="218401" y="3255924"/>
                  </a:lnTo>
                  <a:lnTo>
                    <a:pt x="218516" y="3255607"/>
                  </a:lnTo>
                  <a:lnTo>
                    <a:pt x="218605" y="3255327"/>
                  </a:lnTo>
                  <a:close/>
                </a:path>
                <a:path w="3957954" h="3899535">
                  <a:moveTo>
                    <a:pt x="219049" y="3465906"/>
                  </a:moveTo>
                  <a:lnTo>
                    <a:pt x="217627" y="3462807"/>
                  </a:lnTo>
                  <a:lnTo>
                    <a:pt x="212204" y="3461067"/>
                  </a:lnTo>
                  <a:lnTo>
                    <a:pt x="209207" y="3462769"/>
                  </a:lnTo>
                  <a:lnTo>
                    <a:pt x="207238" y="3468598"/>
                  </a:lnTo>
                  <a:lnTo>
                    <a:pt x="208622" y="3471646"/>
                  </a:lnTo>
                  <a:lnTo>
                    <a:pt x="214058" y="3473373"/>
                  </a:lnTo>
                  <a:lnTo>
                    <a:pt x="217081" y="3471748"/>
                  </a:lnTo>
                  <a:lnTo>
                    <a:pt x="218071" y="3468801"/>
                  </a:lnTo>
                  <a:lnTo>
                    <a:pt x="219049" y="3465906"/>
                  </a:lnTo>
                  <a:close/>
                </a:path>
                <a:path w="3957954" h="3899535">
                  <a:moveTo>
                    <a:pt x="328879" y="3342983"/>
                  </a:moveTo>
                  <a:lnTo>
                    <a:pt x="328307" y="3341725"/>
                  </a:lnTo>
                  <a:lnTo>
                    <a:pt x="326136" y="3341039"/>
                  </a:lnTo>
                  <a:lnTo>
                    <a:pt x="324942" y="3341725"/>
                  </a:lnTo>
                  <a:lnTo>
                    <a:pt x="324154" y="3344024"/>
                  </a:lnTo>
                  <a:lnTo>
                    <a:pt x="324713" y="3345269"/>
                  </a:lnTo>
                  <a:lnTo>
                    <a:pt x="326872" y="3345954"/>
                  </a:lnTo>
                  <a:lnTo>
                    <a:pt x="328091" y="3345269"/>
                  </a:lnTo>
                  <a:lnTo>
                    <a:pt x="328485" y="3344126"/>
                  </a:lnTo>
                  <a:lnTo>
                    <a:pt x="328879" y="3342983"/>
                  </a:lnTo>
                  <a:close/>
                </a:path>
                <a:path w="3957954" h="3899535">
                  <a:moveTo>
                    <a:pt x="330098" y="3547541"/>
                  </a:moveTo>
                  <a:lnTo>
                    <a:pt x="329260" y="3545700"/>
                  </a:lnTo>
                  <a:lnTo>
                    <a:pt x="326009" y="3544659"/>
                  </a:lnTo>
                  <a:lnTo>
                    <a:pt x="324205" y="3545662"/>
                  </a:lnTo>
                  <a:lnTo>
                    <a:pt x="323024" y="3549154"/>
                  </a:lnTo>
                  <a:lnTo>
                    <a:pt x="323862" y="3551009"/>
                  </a:lnTo>
                  <a:lnTo>
                    <a:pt x="327113" y="3552037"/>
                  </a:lnTo>
                  <a:lnTo>
                    <a:pt x="328930" y="3551047"/>
                  </a:lnTo>
                  <a:lnTo>
                    <a:pt x="329514" y="3549294"/>
                  </a:lnTo>
                  <a:lnTo>
                    <a:pt x="330098" y="3547541"/>
                  </a:lnTo>
                  <a:close/>
                </a:path>
                <a:path w="3957954" h="3899535">
                  <a:moveTo>
                    <a:pt x="563181" y="3493236"/>
                  </a:moveTo>
                  <a:lnTo>
                    <a:pt x="562648" y="3491992"/>
                  </a:lnTo>
                  <a:lnTo>
                    <a:pt x="561555" y="3491649"/>
                  </a:lnTo>
                  <a:lnTo>
                    <a:pt x="560463" y="3491293"/>
                  </a:lnTo>
                  <a:lnTo>
                    <a:pt x="559244" y="3491979"/>
                  </a:lnTo>
                  <a:lnTo>
                    <a:pt x="558444" y="3494316"/>
                  </a:lnTo>
                  <a:lnTo>
                    <a:pt x="559028" y="3495522"/>
                  </a:lnTo>
                  <a:lnTo>
                    <a:pt x="560120" y="3495878"/>
                  </a:lnTo>
                  <a:lnTo>
                    <a:pt x="561213" y="3496221"/>
                  </a:lnTo>
                  <a:lnTo>
                    <a:pt x="562381" y="3495573"/>
                  </a:lnTo>
                  <a:lnTo>
                    <a:pt x="562787" y="3494379"/>
                  </a:lnTo>
                  <a:lnTo>
                    <a:pt x="563181" y="3493236"/>
                  </a:lnTo>
                  <a:close/>
                </a:path>
                <a:path w="3957954" h="3899535">
                  <a:moveTo>
                    <a:pt x="576021" y="3684105"/>
                  </a:moveTo>
                  <a:lnTo>
                    <a:pt x="574192" y="3680104"/>
                  </a:lnTo>
                  <a:lnTo>
                    <a:pt x="567131" y="3677856"/>
                  </a:lnTo>
                  <a:lnTo>
                    <a:pt x="563219" y="3680015"/>
                  </a:lnTo>
                  <a:lnTo>
                    <a:pt x="560654" y="3687597"/>
                  </a:lnTo>
                  <a:lnTo>
                    <a:pt x="562495" y="3691547"/>
                  </a:lnTo>
                  <a:lnTo>
                    <a:pt x="569556" y="3693807"/>
                  </a:lnTo>
                  <a:lnTo>
                    <a:pt x="573455" y="3691686"/>
                  </a:lnTo>
                  <a:lnTo>
                    <a:pt x="574725" y="3687915"/>
                  </a:lnTo>
                  <a:lnTo>
                    <a:pt x="576021" y="3684105"/>
                  </a:lnTo>
                  <a:close/>
                </a:path>
                <a:path w="3957954" h="3899535">
                  <a:moveTo>
                    <a:pt x="690841" y="3554107"/>
                  </a:moveTo>
                  <a:lnTo>
                    <a:pt x="689584" y="3551364"/>
                  </a:lnTo>
                  <a:lnTo>
                    <a:pt x="684669" y="3549789"/>
                  </a:lnTo>
                  <a:lnTo>
                    <a:pt x="681977" y="3551275"/>
                  </a:lnTo>
                  <a:lnTo>
                    <a:pt x="680212" y="3556520"/>
                  </a:lnTo>
                  <a:lnTo>
                    <a:pt x="681443" y="3559302"/>
                  </a:lnTo>
                  <a:lnTo>
                    <a:pt x="686371" y="3560876"/>
                  </a:lnTo>
                  <a:lnTo>
                    <a:pt x="689063" y="3559340"/>
                  </a:lnTo>
                  <a:lnTo>
                    <a:pt x="689952" y="3556724"/>
                  </a:lnTo>
                  <a:lnTo>
                    <a:pt x="690841" y="3554107"/>
                  </a:lnTo>
                  <a:close/>
                </a:path>
                <a:path w="3957954" h="3899535">
                  <a:moveTo>
                    <a:pt x="703389" y="3739883"/>
                  </a:moveTo>
                  <a:lnTo>
                    <a:pt x="701573" y="3735882"/>
                  </a:lnTo>
                  <a:lnTo>
                    <a:pt x="694512" y="3733635"/>
                  </a:lnTo>
                  <a:lnTo>
                    <a:pt x="690600" y="3735806"/>
                  </a:lnTo>
                  <a:lnTo>
                    <a:pt x="688035" y="3743388"/>
                  </a:lnTo>
                  <a:lnTo>
                    <a:pt x="689864" y="3747376"/>
                  </a:lnTo>
                  <a:lnTo>
                    <a:pt x="696925" y="3749637"/>
                  </a:lnTo>
                  <a:lnTo>
                    <a:pt x="700824" y="3747465"/>
                  </a:lnTo>
                  <a:lnTo>
                    <a:pt x="702119" y="3743655"/>
                  </a:lnTo>
                  <a:lnTo>
                    <a:pt x="703389" y="3739883"/>
                  </a:lnTo>
                  <a:close/>
                </a:path>
                <a:path w="3957954" h="3899535">
                  <a:moveTo>
                    <a:pt x="819823" y="3606114"/>
                  </a:moveTo>
                  <a:lnTo>
                    <a:pt x="818515" y="3603409"/>
                  </a:lnTo>
                  <a:lnTo>
                    <a:pt x="813650" y="3601859"/>
                  </a:lnTo>
                  <a:lnTo>
                    <a:pt x="810971" y="3603282"/>
                  </a:lnTo>
                  <a:lnTo>
                    <a:pt x="809180" y="3608578"/>
                  </a:lnTo>
                  <a:lnTo>
                    <a:pt x="810450" y="3611321"/>
                  </a:lnTo>
                  <a:lnTo>
                    <a:pt x="815314" y="3612870"/>
                  </a:lnTo>
                  <a:lnTo>
                    <a:pt x="818032" y="3611397"/>
                  </a:lnTo>
                  <a:lnTo>
                    <a:pt x="818921" y="3608781"/>
                  </a:lnTo>
                  <a:lnTo>
                    <a:pt x="819823" y="3606114"/>
                  </a:lnTo>
                  <a:close/>
                </a:path>
                <a:path w="3957954" h="3899535">
                  <a:moveTo>
                    <a:pt x="835545" y="3786492"/>
                  </a:moveTo>
                  <a:lnTo>
                    <a:pt x="833450" y="3781895"/>
                  </a:lnTo>
                  <a:lnTo>
                    <a:pt x="825322" y="3779304"/>
                  </a:lnTo>
                  <a:lnTo>
                    <a:pt x="820826" y="3781793"/>
                  </a:lnTo>
                  <a:lnTo>
                    <a:pt x="817880" y="3790531"/>
                  </a:lnTo>
                  <a:lnTo>
                    <a:pt x="819975" y="3795115"/>
                  </a:lnTo>
                  <a:lnTo>
                    <a:pt x="828103" y="3797719"/>
                  </a:lnTo>
                  <a:lnTo>
                    <a:pt x="832599" y="3795230"/>
                  </a:lnTo>
                  <a:lnTo>
                    <a:pt x="834072" y="3790861"/>
                  </a:lnTo>
                  <a:lnTo>
                    <a:pt x="835545" y="3786492"/>
                  </a:lnTo>
                  <a:close/>
                </a:path>
                <a:path w="3957954" h="3899535">
                  <a:moveTo>
                    <a:pt x="970267" y="3824084"/>
                  </a:moveTo>
                  <a:lnTo>
                    <a:pt x="967981" y="3819182"/>
                  </a:lnTo>
                  <a:lnTo>
                    <a:pt x="959307" y="3816413"/>
                  </a:lnTo>
                  <a:lnTo>
                    <a:pt x="954519" y="3819067"/>
                  </a:lnTo>
                  <a:lnTo>
                    <a:pt x="951357" y="3828389"/>
                  </a:lnTo>
                  <a:lnTo>
                    <a:pt x="953592" y="3833279"/>
                  </a:lnTo>
                  <a:lnTo>
                    <a:pt x="962279" y="3836060"/>
                  </a:lnTo>
                  <a:lnTo>
                    <a:pt x="967105" y="3833418"/>
                  </a:lnTo>
                  <a:lnTo>
                    <a:pt x="968692" y="3828732"/>
                  </a:lnTo>
                  <a:lnTo>
                    <a:pt x="970267" y="3824084"/>
                  </a:lnTo>
                  <a:close/>
                </a:path>
                <a:path w="3957954" h="3899535">
                  <a:moveTo>
                    <a:pt x="1088605" y="3680752"/>
                  </a:moveTo>
                  <a:lnTo>
                    <a:pt x="1087208" y="3677653"/>
                  </a:lnTo>
                  <a:lnTo>
                    <a:pt x="1081798" y="3675926"/>
                  </a:lnTo>
                  <a:lnTo>
                    <a:pt x="1078788" y="3677615"/>
                  </a:lnTo>
                  <a:lnTo>
                    <a:pt x="1076807" y="3683457"/>
                  </a:lnTo>
                  <a:lnTo>
                    <a:pt x="1078217" y="3686505"/>
                  </a:lnTo>
                  <a:lnTo>
                    <a:pt x="1083640" y="3688232"/>
                  </a:lnTo>
                  <a:lnTo>
                    <a:pt x="1086637" y="3686594"/>
                  </a:lnTo>
                  <a:lnTo>
                    <a:pt x="1087628" y="3683647"/>
                  </a:lnTo>
                  <a:lnTo>
                    <a:pt x="1088605" y="3680752"/>
                  </a:lnTo>
                  <a:close/>
                </a:path>
                <a:path w="3957954" h="3899535">
                  <a:moveTo>
                    <a:pt x="1109814" y="3851872"/>
                  </a:moveTo>
                  <a:lnTo>
                    <a:pt x="1106855" y="3845420"/>
                  </a:lnTo>
                  <a:lnTo>
                    <a:pt x="1095451" y="3841788"/>
                  </a:lnTo>
                  <a:lnTo>
                    <a:pt x="1089152" y="3845280"/>
                  </a:lnTo>
                  <a:lnTo>
                    <a:pt x="1085011" y="3857498"/>
                  </a:lnTo>
                  <a:lnTo>
                    <a:pt x="1087958" y="3863949"/>
                  </a:lnTo>
                  <a:lnTo>
                    <a:pt x="1099362" y="3867581"/>
                  </a:lnTo>
                  <a:lnTo>
                    <a:pt x="1105674" y="3864102"/>
                  </a:lnTo>
                  <a:lnTo>
                    <a:pt x="1107732" y="3858031"/>
                  </a:lnTo>
                  <a:lnTo>
                    <a:pt x="1109814" y="3851872"/>
                  </a:lnTo>
                  <a:close/>
                </a:path>
                <a:path w="3957954" h="3899535">
                  <a:moveTo>
                    <a:pt x="1227759" y="3702761"/>
                  </a:moveTo>
                  <a:lnTo>
                    <a:pt x="1226070" y="3699116"/>
                  </a:lnTo>
                  <a:lnTo>
                    <a:pt x="1219568" y="3697046"/>
                  </a:lnTo>
                  <a:lnTo>
                    <a:pt x="1215974" y="3699002"/>
                  </a:lnTo>
                  <a:lnTo>
                    <a:pt x="1213599" y="3706025"/>
                  </a:lnTo>
                  <a:lnTo>
                    <a:pt x="1215301" y="3709682"/>
                  </a:lnTo>
                  <a:lnTo>
                    <a:pt x="1221803" y="3711765"/>
                  </a:lnTo>
                  <a:lnTo>
                    <a:pt x="1225384" y="3709797"/>
                  </a:lnTo>
                  <a:lnTo>
                    <a:pt x="1226578" y="3706253"/>
                  </a:lnTo>
                  <a:lnTo>
                    <a:pt x="1227759" y="3702761"/>
                  </a:lnTo>
                  <a:close/>
                </a:path>
                <a:path w="3957954" h="3899535">
                  <a:moveTo>
                    <a:pt x="1246657" y="3871303"/>
                  </a:moveTo>
                  <a:lnTo>
                    <a:pt x="1244117" y="3865765"/>
                  </a:lnTo>
                  <a:lnTo>
                    <a:pt x="1234338" y="3862641"/>
                  </a:lnTo>
                  <a:lnTo>
                    <a:pt x="1228940" y="3865651"/>
                  </a:lnTo>
                  <a:lnTo>
                    <a:pt x="1225372" y="3876179"/>
                  </a:lnTo>
                  <a:lnTo>
                    <a:pt x="1227899" y="3881678"/>
                  </a:lnTo>
                  <a:lnTo>
                    <a:pt x="1237678" y="3884790"/>
                  </a:lnTo>
                  <a:lnTo>
                    <a:pt x="1243088" y="3881831"/>
                  </a:lnTo>
                  <a:lnTo>
                    <a:pt x="1244879" y="3876548"/>
                  </a:lnTo>
                  <a:lnTo>
                    <a:pt x="1246657" y="3871303"/>
                  </a:lnTo>
                  <a:close/>
                </a:path>
                <a:path w="3957954" h="3899535">
                  <a:moveTo>
                    <a:pt x="1367459" y="3714902"/>
                  </a:moveTo>
                  <a:lnTo>
                    <a:pt x="1365770" y="3711206"/>
                  </a:lnTo>
                  <a:lnTo>
                    <a:pt x="1359230" y="3709111"/>
                  </a:lnTo>
                  <a:lnTo>
                    <a:pt x="1355648" y="3711130"/>
                  </a:lnTo>
                  <a:lnTo>
                    <a:pt x="1353286" y="3718115"/>
                  </a:lnTo>
                  <a:lnTo>
                    <a:pt x="1354937" y="3721798"/>
                  </a:lnTo>
                  <a:lnTo>
                    <a:pt x="1361478" y="3723894"/>
                  </a:lnTo>
                  <a:lnTo>
                    <a:pt x="1365097" y="3721887"/>
                  </a:lnTo>
                  <a:lnTo>
                    <a:pt x="1366278" y="3718395"/>
                  </a:lnTo>
                  <a:lnTo>
                    <a:pt x="1367459" y="3714902"/>
                  </a:lnTo>
                  <a:close/>
                </a:path>
                <a:path w="3957954" h="3899535">
                  <a:moveTo>
                    <a:pt x="1387221" y="3880726"/>
                  </a:moveTo>
                  <a:lnTo>
                    <a:pt x="1384579" y="3874884"/>
                  </a:lnTo>
                  <a:lnTo>
                    <a:pt x="1374267" y="3871595"/>
                  </a:lnTo>
                  <a:lnTo>
                    <a:pt x="1368552" y="3874770"/>
                  </a:lnTo>
                  <a:lnTo>
                    <a:pt x="1364805" y="3885844"/>
                  </a:lnTo>
                  <a:lnTo>
                    <a:pt x="1367472" y="3891686"/>
                  </a:lnTo>
                  <a:lnTo>
                    <a:pt x="1377784" y="3894975"/>
                  </a:lnTo>
                  <a:lnTo>
                    <a:pt x="1383474" y="3891800"/>
                  </a:lnTo>
                  <a:lnTo>
                    <a:pt x="1385341" y="3886289"/>
                  </a:lnTo>
                  <a:lnTo>
                    <a:pt x="1387221" y="3880726"/>
                  </a:lnTo>
                  <a:close/>
                </a:path>
                <a:path w="3957954" h="3899535">
                  <a:moveTo>
                    <a:pt x="1508150" y="3716769"/>
                  </a:moveTo>
                  <a:lnTo>
                    <a:pt x="1506461" y="3713073"/>
                  </a:lnTo>
                  <a:lnTo>
                    <a:pt x="1499958" y="3710990"/>
                  </a:lnTo>
                  <a:lnTo>
                    <a:pt x="1496339" y="3712997"/>
                  </a:lnTo>
                  <a:lnTo>
                    <a:pt x="1493977" y="3719982"/>
                  </a:lnTo>
                  <a:lnTo>
                    <a:pt x="1495666" y="3723678"/>
                  </a:lnTo>
                  <a:lnTo>
                    <a:pt x="1502168" y="3725761"/>
                  </a:lnTo>
                  <a:lnTo>
                    <a:pt x="1505788" y="3723754"/>
                  </a:lnTo>
                  <a:lnTo>
                    <a:pt x="1506969" y="3720261"/>
                  </a:lnTo>
                  <a:lnTo>
                    <a:pt x="1508150" y="3716769"/>
                  </a:lnTo>
                  <a:close/>
                </a:path>
                <a:path w="3957954" h="3899535">
                  <a:moveTo>
                    <a:pt x="1532191" y="3879837"/>
                  </a:moveTo>
                  <a:lnTo>
                    <a:pt x="1528559" y="3871849"/>
                  </a:lnTo>
                  <a:lnTo>
                    <a:pt x="1514424" y="3867340"/>
                  </a:lnTo>
                  <a:lnTo>
                    <a:pt x="1506601" y="3871671"/>
                  </a:lnTo>
                  <a:lnTo>
                    <a:pt x="1501470" y="3886835"/>
                  </a:lnTo>
                  <a:lnTo>
                    <a:pt x="1505127" y="3894823"/>
                  </a:lnTo>
                  <a:lnTo>
                    <a:pt x="1519262" y="3899344"/>
                  </a:lnTo>
                  <a:lnTo>
                    <a:pt x="1527060" y="3895001"/>
                  </a:lnTo>
                  <a:lnTo>
                    <a:pt x="1529626" y="3887419"/>
                  </a:lnTo>
                  <a:lnTo>
                    <a:pt x="1532191" y="3879837"/>
                  </a:lnTo>
                  <a:close/>
                </a:path>
                <a:path w="3957954" h="3899535">
                  <a:moveTo>
                    <a:pt x="1648053" y="3708666"/>
                  </a:moveTo>
                  <a:lnTo>
                    <a:pt x="1646656" y="3705568"/>
                  </a:lnTo>
                  <a:lnTo>
                    <a:pt x="1641221" y="3703840"/>
                  </a:lnTo>
                  <a:lnTo>
                    <a:pt x="1638236" y="3705529"/>
                  </a:lnTo>
                  <a:lnTo>
                    <a:pt x="1636268" y="3711371"/>
                  </a:lnTo>
                  <a:lnTo>
                    <a:pt x="1637652" y="3714407"/>
                  </a:lnTo>
                  <a:lnTo>
                    <a:pt x="1643087" y="3716147"/>
                  </a:lnTo>
                  <a:lnTo>
                    <a:pt x="1646085" y="3714508"/>
                  </a:lnTo>
                  <a:lnTo>
                    <a:pt x="1647075" y="3711562"/>
                  </a:lnTo>
                  <a:lnTo>
                    <a:pt x="1648053" y="3708666"/>
                  </a:lnTo>
                  <a:close/>
                </a:path>
                <a:path w="3957954" h="3899535">
                  <a:moveTo>
                    <a:pt x="1672704" y="3870490"/>
                  </a:moveTo>
                  <a:lnTo>
                    <a:pt x="1669186" y="3862806"/>
                  </a:lnTo>
                  <a:lnTo>
                    <a:pt x="1655597" y="3858463"/>
                  </a:lnTo>
                  <a:lnTo>
                    <a:pt x="1648091" y="3862641"/>
                  </a:lnTo>
                  <a:lnTo>
                    <a:pt x="1643164" y="3877221"/>
                  </a:lnTo>
                  <a:lnTo>
                    <a:pt x="1646656" y="3884904"/>
                  </a:lnTo>
                  <a:lnTo>
                    <a:pt x="1660245" y="3889235"/>
                  </a:lnTo>
                  <a:lnTo>
                    <a:pt x="1667776" y="3885069"/>
                  </a:lnTo>
                  <a:lnTo>
                    <a:pt x="1670227" y="3877805"/>
                  </a:lnTo>
                  <a:lnTo>
                    <a:pt x="1672704" y="3870490"/>
                  </a:lnTo>
                  <a:close/>
                </a:path>
                <a:path w="3957954" h="3899535">
                  <a:moveTo>
                    <a:pt x="1791779" y="3689388"/>
                  </a:moveTo>
                  <a:lnTo>
                    <a:pt x="1789696" y="3684752"/>
                  </a:lnTo>
                  <a:lnTo>
                    <a:pt x="1781530" y="3682149"/>
                  </a:lnTo>
                  <a:lnTo>
                    <a:pt x="1777022" y="3684676"/>
                  </a:lnTo>
                  <a:lnTo>
                    <a:pt x="1774063" y="3693414"/>
                  </a:lnTo>
                  <a:lnTo>
                    <a:pt x="1776171" y="3698011"/>
                  </a:lnTo>
                  <a:lnTo>
                    <a:pt x="1784337" y="3700615"/>
                  </a:lnTo>
                  <a:lnTo>
                    <a:pt x="1788833" y="3698125"/>
                  </a:lnTo>
                  <a:lnTo>
                    <a:pt x="1790306" y="3693757"/>
                  </a:lnTo>
                  <a:lnTo>
                    <a:pt x="1791779" y="3689388"/>
                  </a:lnTo>
                  <a:close/>
                </a:path>
                <a:path w="3957954" h="3899535">
                  <a:moveTo>
                    <a:pt x="1813445" y="3851503"/>
                  </a:moveTo>
                  <a:lnTo>
                    <a:pt x="1809927" y="3843858"/>
                  </a:lnTo>
                  <a:lnTo>
                    <a:pt x="1796351" y="3839527"/>
                  </a:lnTo>
                  <a:lnTo>
                    <a:pt x="1788833" y="3843642"/>
                  </a:lnTo>
                  <a:lnTo>
                    <a:pt x="1783892" y="3858260"/>
                  </a:lnTo>
                  <a:lnTo>
                    <a:pt x="1787410" y="3865956"/>
                  </a:lnTo>
                  <a:lnTo>
                    <a:pt x="1800999" y="3870287"/>
                  </a:lnTo>
                  <a:lnTo>
                    <a:pt x="1808492" y="3866121"/>
                  </a:lnTo>
                  <a:lnTo>
                    <a:pt x="1810969" y="3858806"/>
                  </a:lnTo>
                  <a:lnTo>
                    <a:pt x="1813445" y="3851503"/>
                  </a:lnTo>
                  <a:close/>
                </a:path>
                <a:path w="3957954" h="3899535">
                  <a:moveTo>
                    <a:pt x="1935695" y="3659695"/>
                  </a:moveTo>
                  <a:lnTo>
                    <a:pt x="1932622" y="3652964"/>
                  </a:lnTo>
                  <a:lnTo>
                    <a:pt x="1920684" y="3649154"/>
                  </a:lnTo>
                  <a:lnTo>
                    <a:pt x="1914067" y="3652799"/>
                  </a:lnTo>
                  <a:lnTo>
                    <a:pt x="1909737" y="3665626"/>
                  </a:lnTo>
                  <a:lnTo>
                    <a:pt x="1912810" y="3672408"/>
                  </a:lnTo>
                  <a:lnTo>
                    <a:pt x="1924761" y="3676218"/>
                  </a:lnTo>
                  <a:lnTo>
                    <a:pt x="1931365" y="3672522"/>
                  </a:lnTo>
                  <a:lnTo>
                    <a:pt x="1933524" y="3666134"/>
                  </a:lnTo>
                  <a:lnTo>
                    <a:pt x="1935695" y="3659695"/>
                  </a:lnTo>
                  <a:close/>
                </a:path>
                <a:path w="3957954" h="3899535">
                  <a:moveTo>
                    <a:pt x="1951532" y="3823551"/>
                  </a:moveTo>
                  <a:lnTo>
                    <a:pt x="1948434" y="3816807"/>
                  </a:lnTo>
                  <a:lnTo>
                    <a:pt x="1936496" y="3812997"/>
                  </a:lnTo>
                  <a:lnTo>
                    <a:pt x="1929879" y="3816642"/>
                  </a:lnTo>
                  <a:lnTo>
                    <a:pt x="1925548" y="3829469"/>
                  </a:lnTo>
                  <a:lnTo>
                    <a:pt x="1928647" y="3836212"/>
                  </a:lnTo>
                  <a:lnTo>
                    <a:pt x="1940585" y="3840022"/>
                  </a:lnTo>
                  <a:lnTo>
                    <a:pt x="1947202" y="3836378"/>
                  </a:lnTo>
                  <a:lnTo>
                    <a:pt x="1949373" y="3829939"/>
                  </a:lnTo>
                  <a:lnTo>
                    <a:pt x="1951532" y="3823551"/>
                  </a:lnTo>
                  <a:close/>
                </a:path>
                <a:path w="3957954" h="3899535">
                  <a:moveTo>
                    <a:pt x="2207958" y="3572878"/>
                  </a:moveTo>
                  <a:lnTo>
                    <a:pt x="2205291" y="3567023"/>
                  </a:lnTo>
                  <a:lnTo>
                    <a:pt x="2194979" y="3563734"/>
                  </a:lnTo>
                  <a:lnTo>
                    <a:pt x="2189264" y="3566909"/>
                  </a:lnTo>
                  <a:lnTo>
                    <a:pt x="2185517" y="3577983"/>
                  </a:lnTo>
                  <a:lnTo>
                    <a:pt x="2188184" y="3583825"/>
                  </a:lnTo>
                  <a:lnTo>
                    <a:pt x="2198497" y="3587115"/>
                  </a:lnTo>
                  <a:lnTo>
                    <a:pt x="2204212" y="3583952"/>
                  </a:lnTo>
                  <a:lnTo>
                    <a:pt x="2206091" y="3578390"/>
                  </a:lnTo>
                  <a:lnTo>
                    <a:pt x="2207958" y="3572878"/>
                  </a:lnTo>
                  <a:close/>
                </a:path>
                <a:path w="3957954" h="3899535">
                  <a:moveTo>
                    <a:pt x="2229929" y="3740112"/>
                  </a:moveTo>
                  <a:lnTo>
                    <a:pt x="2228380" y="3733673"/>
                  </a:lnTo>
                  <a:lnTo>
                    <a:pt x="2224608" y="3728466"/>
                  </a:lnTo>
                  <a:lnTo>
                    <a:pt x="2218944" y="3725189"/>
                  </a:lnTo>
                  <a:lnTo>
                    <a:pt x="2212352" y="3724567"/>
                  </a:lnTo>
                  <a:lnTo>
                    <a:pt x="2206129" y="3726573"/>
                  </a:lnTo>
                  <a:lnTo>
                    <a:pt x="2200948" y="3730866"/>
                  </a:lnTo>
                  <a:lnTo>
                    <a:pt x="2197493" y="3737038"/>
                  </a:lnTo>
                  <a:lnTo>
                    <a:pt x="2196503" y="3744010"/>
                  </a:lnTo>
                  <a:lnTo>
                    <a:pt x="2198052" y="3750437"/>
                  </a:lnTo>
                  <a:lnTo>
                    <a:pt x="2201837" y="3755656"/>
                  </a:lnTo>
                  <a:lnTo>
                    <a:pt x="2207526" y="3758933"/>
                  </a:lnTo>
                  <a:lnTo>
                    <a:pt x="2214092" y="3759568"/>
                  </a:lnTo>
                  <a:lnTo>
                    <a:pt x="2220303" y="3757549"/>
                  </a:lnTo>
                  <a:lnTo>
                    <a:pt x="2225484" y="3753256"/>
                  </a:lnTo>
                  <a:lnTo>
                    <a:pt x="2228939" y="3747071"/>
                  </a:lnTo>
                  <a:lnTo>
                    <a:pt x="2229929" y="3740112"/>
                  </a:lnTo>
                  <a:close/>
                </a:path>
                <a:path w="3957954" h="3899535">
                  <a:moveTo>
                    <a:pt x="2342045" y="3514471"/>
                  </a:moveTo>
                  <a:lnTo>
                    <a:pt x="2339098" y="3508032"/>
                  </a:lnTo>
                  <a:lnTo>
                    <a:pt x="2327681" y="3504387"/>
                  </a:lnTo>
                  <a:lnTo>
                    <a:pt x="2321395" y="3507879"/>
                  </a:lnTo>
                  <a:lnTo>
                    <a:pt x="2317254" y="3520160"/>
                  </a:lnTo>
                  <a:lnTo>
                    <a:pt x="2320175" y="3526586"/>
                  </a:lnTo>
                  <a:lnTo>
                    <a:pt x="2331593" y="3530231"/>
                  </a:lnTo>
                  <a:lnTo>
                    <a:pt x="2337892" y="3526739"/>
                  </a:lnTo>
                  <a:lnTo>
                    <a:pt x="2339962" y="3520630"/>
                  </a:lnTo>
                  <a:lnTo>
                    <a:pt x="2342045" y="3514471"/>
                  </a:lnTo>
                  <a:close/>
                </a:path>
                <a:path w="3957954" h="3899535">
                  <a:moveTo>
                    <a:pt x="2363647" y="3684359"/>
                  </a:moveTo>
                  <a:lnTo>
                    <a:pt x="2362085" y="3677907"/>
                  </a:lnTo>
                  <a:lnTo>
                    <a:pt x="2358326" y="3672700"/>
                  </a:lnTo>
                  <a:lnTo>
                    <a:pt x="2352662" y="3669423"/>
                  </a:lnTo>
                  <a:lnTo>
                    <a:pt x="2346083" y="3668788"/>
                  </a:lnTo>
                  <a:lnTo>
                    <a:pt x="2339848" y="3670808"/>
                  </a:lnTo>
                  <a:lnTo>
                    <a:pt x="2334666" y="3675113"/>
                  </a:lnTo>
                  <a:lnTo>
                    <a:pt x="2331199" y="3681323"/>
                  </a:lnTo>
                  <a:lnTo>
                    <a:pt x="2330208" y="3688283"/>
                  </a:lnTo>
                  <a:lnTo>
                    <a:pt x="2331770" y="3694722"/>
                  </a:lnTo>
                  <a:lnTo>
                    <a:pt x="2335555" y="3699929"/>
                  </a:lnTo>
                  <a:lnTo>
                    <a:pt x="2341232" y="3703218"/>
                  </a:lnTo>
                  <a:lnTo>
                    <a:pt x="2347798" y="3703840"/>
                  </a:lnTo>
                  <a:lnTo>
                    <a:pt x="2354008" y="3701821"/>
                  </a:lnTo>
                  <a:lnTo>
                    <a:pt x="2359190" y="3697528"/>
                  </a:lnTo>
                  <a:lnTo>
                    <a:pt x="2362644" y="3691356"/>
                  </a:lnTo>
                  <a:lnTo>
                    <a:pt x="2363647" y="3684359"/>
                  </a:lnTo>
                  <a:close/>
                </a:path>
                <a:path w="3957954" h="3899535">
                  <a:moveTo>
                    <a:pt x="3267252" y="244208"/>
                  </a:moveTo>
                  <a:lnTo>
                    <a:pt x="3266414" y="242366"/>
                  </a:lnTo>
                  <a:lnTo>
                    <a:pt x="3263163" y="241325"/>
                  </a:lnTo>
                  <a:lnTo>
                    <a:pt x="3261360" y="242328"/>
                  </a:lnTo>
                  <a:lnTo>
                    <a:pt x="3260179" y="245821"/>
                  </a:lnTo>
                  <a:lnTo>
                    <a:pt x="3261017" y="247675"/>
                  </a:lnTo>
                  <a:lnTo>
                    <a:pt x="3264268" y="248704"/>
                  </a:lnTo>
                  <a:lnTo>
                    <a:pt x="3266071" y="247713"/>
                  </a:lnTo>
                  <a:lnTo>
                    <a:pt x="3266668" y="245960"/>
                  </a:lnTo>
                  <a:lnTo>
                    <a:pt x="3267252" y="244208"/>
                  </a:lnTo>
                  <a:close/>
                </a:path>
                <a:path w="3957954" h="3899535">
                  <a:moveTo>
                    <a:pt x="3339935" y="62763"/>
                  </a:moveTo>
                  <a:lnTo>
                    <a:pt x="3339096" y="60921"/>
                  </a:lnTo>
                  <a:lnTo>
                    <a:pt x="3335845" y="59880"/>
                  </a:lnTo>
                  <a:lnTo>
                    <a:pt x="3334016" y="60883"/>
                  </a:lnTo>
                  <a:lnTo>
                    <a:pt x="3333419" y="62623"/>
                  </a:lnTo>
                  <a:lnTo>
                    <a:pt x="3332835" y="64376"/>
                  </a:lnTo>
                  <a:lnTo>
                    <a:pt x="3333699" y="66230"/>
                  </a:lnTo>
                  <a:lnTo>
                    <a:pt x="3336950" y="67259"/>
                  </a:lnTo>
                  <a:lnTo>
                    <a:pt x="3338766" y="66268"/>
                  </a:lnTo>
                  <a:lnTo>
                    <a:pt x="3339350" y="64516"/>
                  </a:lnTo>
                  <a:lnTo>
                    <a:pt x="3339935" y="62763"/>
                  </a:lnTo>
                  <a:close/>
                </a:path>
                <a:path w="3957954" h="3899535">
                  <a:moveTo>
                    <a:pt x="3342983" y="364629"/>
                  </a:moveTo>
                  <a:lnTo>
                    <a:pt x="3342132" y="362788"/>
                  </a:lnTo>
                  <a:lnTo>
                    <a:pt x="3338880" y="361746"/>
                  </a:lnTo>
                  <a:lnTo>
                    <a:pt x="3337077" y="362750"/>
                  </a:lnTo>
                  <a:lnTo>
                    <a:pt x="3335896" y="366242"/>
                  </a:lnTo>
                  <a:lnTo>
                    <a:pt x="3336734" y="368096"/>
                  </a:lnTo>
                  <a:lnTo>
                    <a:pt x="3339985" y="369125"/>
                  </a:lnTo>
                  <a:lnTo>
                    <a:pt x="3341801" y="368134"/>
                  </a:lnTo>
                  <a:lnTo>
                    <a:pt x="3342386" y="366382"/>
                  </a:lnTo>
                  <a:lnTo>
                    <a:pt x="3342983" y="364629"/>
                  </a:lnTo>
                  <a:close/>
                </a:path>
                <a:path w="3957954" h="3899535">
                  <a:moveTo>
                    <a:pt x="3410877" y="490664"/>
                  </a:moveTo>
                  <a:lnTo>
                    <a:pt x="3409899" y="488518"/>
                  </a:lnTo>
                  <a:lnTo>
                    <a:pt x="3406102" y="487311"/>
                  </a:lnTo>
                  <a:lnTo>
                    <a:pt x="3403981" y="488467"/>
                  </a:lnTo>
                  <a:lnTo>
                    <a:pt x="3402609" y="492556"/>
                  </a:lnTo>
                  <a:lnTo>
                    <a:pt x="3403600" y="494715"/>
                  </a:lnTo>
                  <a:lnTo>
                    <a:pt x="3407397" y="495922"/>
                  </a:lnTo>
                  <a:lnTo>
                    <a:pt x="3409492" y="494753"/>
                  </a:lnTo>
                  <a:lnTo>
                    <a:pt x="3410191" y="492683"/>
                  </a:lnTo>
                  <a:lnTo>
                    <a:pt x="3410877" y="490664"/>
                  </a:lnTo>
                  <a:close/>
                </a:path>
                <a:path w="3957954" h="3899535">
                  <a:moveTo>
                    <a:pt x="3419932" y="179222"/>
                  </a:moveTo>
                  <a:lnTo>
                    <a:pt x="3419386" y="178028"/>
                  </a:lnTo>
                  <a:lnTo>
                    <a:pt x="3418294" y="177685"/>
                  </a:lnTo>
                  <a:lnTo>
                    <a:pt x="3417201" y="177330"/>
                  </a:lnTo>
                  <a:lnTo>
                    <a:pt x="3416033" y="177977"/>
                  </a:lnTo>
                  <a:lnTo>
                    <a:pt x="3415627" y="179171"/>
                  </a:lnTo>
                  <a:lnTo>
                    <a:pt x="3415246" y="180327"/>
                  </a:lnTo>
                  <a:lnTo>
                    <a:pt x="3415766" y="181559"/>
                  </a:lnTo>
                  <a:lnTo>
                    <a:pt x="3416858" y="181902"/>
                  </a:lnTo>
                  <a:lnTo>
                    <a:pt x="3417951" y="182257"/>
                  </a:lnTo>
                  <a:lnTo>
                    <a:pt x="3419132" y="181559"/>
                  </a:lnTo>
                  <a:lnTo>
                    <a:pt x="3419525" y="180416"/>
                  </a:lnTo>
                  <a:lnTo>
                    <a:pt x="3419932" y="179222"/>
                  </a:lnTo>
                  <a:close/>
                </a:path>
                <a:path w="3957954" h="3899535">
                  <a:moveTo>
                    <a:pt x="3494786" y="300888"/>
                  </a:moveTo>
                  <a:lnTo>
                    <a:pt x="3493922" y="299097"/>
                  </a:lnTo>
                  <a:lnTo>
                    <a:pt x="3490684" y="298056"/>
                  </a:lnTo>
                  <a:lnTo>
                    <a:pt x="3488880" y="299008"/>
                  </a:lnTo>
                  <a:lnTo>
                    <a:pt x="3487699" y="302501"/>
                  </a:lnTo>
                  <a:lnTo>
                    <a:pt x="3488563" y="304355"/>
                  </a:lnTo>
                  <a:lnTo>
                    <a:pt x="3491788" y="305396"/>
                  </a:lnTo>
                  <a:lnTo>
                    <a:pt x="3493592" y="304393"/>
                  </a:lnTo>
                  <a:lnTo>
                    <a:pt x="3494189" y="302641"/>
                  </a:lnTo>
                  <a:lnTo>
                    <a:pt x="3494786" y="300888"/>
                  </a:lnTo>
                  <a:close/>
                </a:path>
                <a:path w="3957954" h="3899535">
                  <a:moveTo>
                    <a:pt x="3495738" y="0"/>
                  </a:moveTo>
                  <a:lnTo>
                    <a:pt x="3487343" y="0"/>
                  </a:lnTo>
                  <a:lnTo>
                    <a:pt x="3487813" y="1028"/>
                  </a:lnTo>
                  <a:lnTo>
                    <a:pt x="3492690" y="2578"/>
                  </a:lnTo>
                  <a:lnTo>
                    <a:pt x="3495383" y="1054"/>
                  </a:lnTo>
                  <a:lnTo>
                    <a:pt x="3495738" y="0"/>
                  </a:lnTo>
                  <a:close/>
                </a:path>
                <a:path w="3957954" h="3899535">
                  <a:moveTo>
                    <a:pt x="3496145" y="2212492"/>
                  </a:moveTo>
                  <a:lnTo>
                    <a:pt x="3493897" y="2207552"/>
                  </a:lnTo>
                  <a:lnTo>
                    <a:pt x="3485210" y="2204783"/>
                  </a:lnTo>
                  <a:lnTo>
                    <a:pt x="3480397" y="2207476"/>
                  </a:lnTo>
                  <a:lnTo>
                    <a:pt x="3477234" y="2216797"/>
                  </a:lnTo>
                  <a:lnTo>
                    <a:pt x="3479495" y="2221700"/>
                  </a:lnTo>
                  <a:lnTo>
                    <a:pt x="3488182" y="2224468"/>
                  </a:lnTo>
                  <a:lnTo>
                    <a:pt x="3492982" y="2221827"/>
                  </a:lnTo>
                  <a:lnTo>
                    <a:pt x="3494570" y="2217140"/>
                  </a:lnTo>
                  <a:lnTo>
                    <a:pt x="3496145" y="2212492"/>
                  </a:lnTo>
                  <a:close/>
                </a:path>
                <a:path w="3957954" h="3899535">
                  <a:moveTo>
                    <a:pt x="3522611" y="756894"/>
                  </a:moveTo>
                  <a:lnTo>
                    <a:pt x="3520833" y="752919"/>
                  </a:lnTo>
                  <a:lnTo>
                    <a:pt x="3513759" y="750658"/>
                  </a:lnTo>
                  <a:lnTo>
                    <a:pt x="3509848" y="752817"/>
                  </a:lnTo>
                  <a:lnTo>
                    <a:pt x="3507295" y="760361"/>
                  </a:lnTo>
                  <a:lnTo>
                    <a:pt x="3509124" y="764349"/>
                  </a:lnTo>
                  <a:lnTo>
                    <a:pt x="3516198" y="766610"/>
                  </a:lnTo>
                  <a:lnTo>
                    <a:pt x="3520071" y="764438"/>
                  </a:lnTo>
                  <a:lnTo>
                    <a:pt x="3521341" y="760666"/>
                  </a:lnTo>
                  <a:lnTo>
                    <a:pt x="3522611" y="756894"/>
                  </a:lnTo>
                  <a:close/>
                </a:path>
                <a:path w="3957954" h="3899535">
                  <a:moveTo>
                    <a:pt x="3566553" y="895692"/>
                  </a:moveTo>
                  <a:lnTo>
                    <a:pt x="3563899" y="889850"/>
                  </a:lnTo>
                  <a:lnTo>
                    <a:pt x="3553574" y="886561"/>
                  </a:lnTo>
                  <a:lnTo>
                    <a:pt x="3547872" y="889723"/>
                  </a:lnTo>
                  <a:lnTo>
                    <a:pt x="3544125" y="900811"/>
                  </a:lnTo>
                  <a:lnTo>
                    <a:pt x="3546779" y="906640"/>
                  </a:lnTo>
                  <a:lnTo>
                    <a:pt x="3557117" y="909942"/>
                  </a:lnTo>
                  <a:lnTo>
                    <a:pt x="3562807" y="906767"/>
                  </a:lnTo>
                  <a:lnTo>
                    <a:pt x="3564686" y="901204"/>
                  </a:lnTo>
                  <a:lnTo>
                    <a:pt x="3566553" y="895692"/>
                  </a:lnTo>
                  <a:close/>
                </a:path>
                <a:path w="3957954" h="3899535">
                  <a:moveTo>
                    <a:pt x="3580269" y="112890"/>
                  </a:moveTo>
                  <a:lnTo>
                    <a:pt x="3578047" y="107950"/>
                  </a:lnTo>
                  <a:lnTo>
                    <a:pt x="3569335" y="105168"/>
                  </a:lnTo>
                  <a:lnTo>
                    <a:pt x="3564521" y="107861"/>
                  </a:lnTo>
                  <a:lnTo>
                    <a:pt x="3561359" y="117182"/>
                  </a:lnTo>
                  <a:lnTo>
                    <a:pt x="3563620" y="122085"/>
                  </a:lnTo>
                  <a:lnTo>
                    <a:pt x="3572332" y="124866"/>
                  </a:lnTo>
                  <a:lnTo>
                    <a:pt x="3577107" y="122212"/>
                  </a:lnTo>
                  <a:lnTo>
                    <a:pt x="3578695" y="117525"/>
                  </a:lnTo>
                  <a:lnTo>
                    <a:pt x="3580269" y="112890"/>
                  </a:lnTo>
                  <a:close/>
                </a:path>
                <a:path w="3957954" h="3899535">
                  <a:moveTo>
                    <a:pt x="3581501" y="1923059"/>
                  </a:moveTo>
                  <a:lnTo>
                    <a:pt x="3578555" y="1916620"/>
                  </a:lnTo>
                  <a:lnTo>
                    <a:pt x="3567150" y="1912975"/>
                  </a:lnTo>
                  <a:lnTo>
                    <a:pt x="3560876" y="1916468"/>
                  </a:lnTo>
                  <a:lnTo>
                    <a:pt x="3556724" y="1928749"/>
                  </a:lnTo>
                  <a:lnTo>
                    <a:pt x="3559645" y="1935175"/>
                  </a:lnTo>
                  <a:lnTo>
                    <a:pt x="3571049" y="1938820"/>
                  </a:lnTo>
                  <a:lnTo>
                    <a:pt x="3577348" y="1935327"/>
                  </a:lnTo>
                  <a:lnTo>
                    <a:pt x="3579431" y="1929168"/>
                  </a:lnTo>
                  <a:lnTo>
                    <a:pt x="3581501" y="1923059"/>
                  </a:lnTo>
                  <a:close/>
                </a:path>
                <a:path w="3957954" h="3899535">
                  <a:moveTo>
                    <a:pt x="3603536" y="1039037"/>
                  </a:moveTo>
                  <a:lnTo>
                    <a:pt x="3601936" y="1032383"/>
                  </a:lnTo>
                  <a:lnTo>
                    <a:pt x="3598037" y="1027010"/>
                  </a:lnTo>
                  <a:lnTo>
                    <a:pt x="3592195" y="1023632"/>
                  </a:lnTo>
                  <a:lnTo>
                    <a:pt x="3585426" y="1022972"/>
                  </a:lnTo>
                  <a:lnTo>
                    <a:pt x="3578999" y="1025067"/>
                  </a:lnTo>
                  <a:lnTo>
                    <a:pt x="3573653" y="1029500"/>
                  </a:lnTo>
                  <a:lnTo>
                    <a:pt x="3570084" y="1035875"/>
                  </a:lnTo>
                  <a:lnTo>
                    <a:pt x="3569068" y="1043051"/>
                  </a:lnTo>
                  <a:lnTo>
                    <a:pt x="3570668" y="1049693"/>
                  </a:lnTo>
                  <a:lnTo>
                    <a:pt x="3574567" y="1055077"/>
                  </a:lnTo>
                  <a:lnTo>
                    <a:pt x="3580409" y="1058468"/>
                  </a:lnTo>
                  <a:lnTo>
                    <a:pt x="3587191" y="1059103"/>
                  </a:lnTo>
                  <a:lnTo>
                    <a:pt x="3593604" y="1057021"/>
                  </a:lnTo>
                  <a:lnTo>
                    <a:pt x="3598964" y="1052588"/>
                  </a:lnTo>
                  <a:lnTo>
                    <a:pt x="3602520" y="1046226"/>
                  </a:lnTo>
                  <a:lnTo>
                    <a:pt x="3603536" y="1039037"/>
                  </a:lnTo>
                  <a:close/>
                </a:path>
                <a:path w="3957954" h="3899535">
                  <a:moveTo>
                    <a:pt x="3603866" y="1776844"/>
                  </a:moveTo>
                  <a:lnTo>
                    <a:pt x="3602050" y="1772856"/>
                  </a:lnTo>
                  <a:lnTo>
                    <a:pt x="3594989" y="1770595"/>
                  </a:lnTo>
                  <a:lnTo>
                    <a:pt x="3591077" y="1772767"/>
                  </a:lnTo>
                  <a:lnTo>
                    <a:pt x="3588512" y="1780349"/>
                  </a:lnTo>
                  <a:lnTo>
                    <a:pt x="3590340" y="1784350"/>
                  </a:lnTo>
                  <a:lnTo>
                    <a:pt x="3597402" y="1786597"/>
                  </a:lnTo>
                  <a:lnTo>
                    <a:pt x="3601301" y="1784426"/>
                  </a:lnTo>
                  <a:lnTo>
                    <a:pt x="3602596" y="1780616"/>
                  </a:lnTo>
                  <a:lnTo>
                    <a:pt x="3603866" y="1776844"/>
                  </a:lnTo>
                  <a:close/>
                </a:path>
                <a:path w="3957954" h="3899535">
                  <a:moveTo>
                    <a:pt x="3624834" y="1627746"/>
                  </a:moveTo>
                  <a:lnTo>
                    <a:pt x="3622179" y="1621904"/>
                  </a:lnTo>
                  <a:lnTo>
                    <a:pt x="3611854" y="1618602"/>
                  </a:lnTo>
                  <a:lnTo>
                    <a:pt x="3606152" y="1621777"/>
                  </a:lnTo>
                  <a:lnTo>
                    <a:pt x="3602405" y="1632864"/>
                  </a:lnTo>
                  <a:lnTo>
                    <a:pt x="3605060" y="1638693"/>
                  </a:lnTo>
                  <a:lnTo>
                    <a:pt x="3615398" y="1641995"/>
                  </a:lnTo>
                  <a:lnTo>
                    <a:pt x="3621087" y="1638820"/>
                  </a:lnTo>
                  <a:lnTo>
                    <a:pt x="3622967" y="1633258"/>
                  </a:lnTo>
                  <a:lnTo>
                    <a:pt x="3624834" y="1627746"/>
                  </a:lnTo>
                  <a:close/>
                </a:path>
                <a:path w="3957954" h="3899535">
                  <a:moveTo>
                    <a:pt x="3624923" y="1184313"/>
                  </a:moveTo>
                  <a:lnTo>
                    <a:pt x="3623322" y="1177645"/>
                  </a:lnTo>
                  <a:lnTo>
                    <a:pt x="3619436" y="1172260"/>
                  </a:lnTo>
                  <a:lnTo>
                    <a:pt x="3613581" y="1168882"/>
                  </a:lnTo>
                  <a:lnTo>
                    <a:pt x="3606812" y="1168234"/>
                  </a:lnTo>
                  <a:lnTo>
                    <a:pt x="3600386" y="1170330"/>
                  </a:lnTo>
                  <a:lnTo>
                    <a:pt x="3595039" y="1174775"/>
                  </a:lnTo>
                  <a:lnTo>
                    <a:pt x="3591458" y="1181176"/>
                  </a:lnTo>
                  <a:lnTo>
                    <a:pt x="3590442" y="1188351"/>
                  </a:lnTo>
                  <a:lnTo>
                    <a:pt x="3592042" y="1195006"/>
                  </a:lnTo>
                  <a:lnTo>
                    <a:pt x="3595941" y="1200378"/>
                  </a:lnTo>
                  <a:lnTo>
                    <a:pt x="3601783" y="1203769"/>
                  </a:lnTo>
                  <a:lnTo>
                    <a:pt x="3608565" y="1204417"/>
                  </a:lnTo>
                  <a:lnTo>
                    <a:pt x="3614978" y="1202321"/>
                  </a:lnTo>
                  <a:lnTo>
                    <a:pt x="3620325" y="1197889"/>
                  </a:lnTo>
                  <a:lnTo>
                    <a:pt x="3623894" y="1191526"/>
                  </a:lnTo>
                  <a:lnTo>
                    <a:pt x="3624923" y="1184313"/>
                  </a:lnTo>
                  <a:close/>
                </a:path>
                <a:path w="3957954" h="3899535">
                  <a:moveTo>
                    <a:pt x="3632377" y="1330464"/>
                  </a:moveTo>
                  <a:lnTo>
                    <a:pt x="3629304" y="1323733"/>
                  </a:lnTo>
                  <a:lnTo>
                    <a:pt x="3617366" y="1319923"/>
                  </a:lnTo>
                  <a:lnTo>
                    <a:pt x="3610724" y="1323555"/>
                  </a:lnTo>
                  <a:lnTo>
                    <a:pt x="3606393" y="1336382"/>
                  </a:lnTo>
                  <a:lnTo>
                    <a:pt x="3609505" y="1343177"/>
                  </a:lnTo>
                  <a:lnTo>
                    <a:pt x="3621443" y="1346987"/>
                  </a:lnTo>
                  <a:lnTo>
                    <a:pt x="3628047" y="1343291"/>
                  </a:lnTo>
                  <a:lnTo>
                    <a:pt x="3630206" y="1336903"/>
                  </a:lnTo>
                  <a:lnTo>
                    <a:pt x="3632377" y="1330464"/>
                  </a:lnTo>
                  <a:close/>
                </a:path>
                <a:path w="3957954" h="3899535">
                  <a:moveTo>
                    <a:pt x="3634981" y="1478597"/>
                  </a:moveTo>
                  <a:lnTo>
                    <a:pt x="3631755" y="1471498"/>
                  </a:lnTo>
                  <a:lnTo>
                    <a:pt x="3619233" y="1467510"/>
                  </a:lnTo>
                  <a:lnTo>
                    <a:pt x="3612337" y="1471371"/>
                  </a:lnTo>
                  <a:lnTo>
                    <a:pt x="3607816" y="1484744"/>
                  </a:lnTo>
                  <a:lnTo>
                    <a:pt x="3611016" y="1491830"/>
                  </a:lnTo>
                  <a:lnTo>
                    <a:pt x="3623538" y="1495818"/>
                  </a:lnTo>
                  <a:lnTo>
                    <a:pt x="3630460" y="1491970"/>
                  </a:lnTo>
                  <a:lnTo>
                    <a:pt x="3632708" y="1485303"/>
                  </a:lnTo>
                  <a:lnTo>
                    <a:pt x="3634981" y="1478597"/>
                  </a:lnTo>
                  <a:close/>
                </a:path>
                <a:path w="3957954" h="3899535">
                  <a:moveTo>
                    <a:pt x="3651516" y="236169"/>
                  </a:moveTo>
                  <a:lnTo>
                    <a:pt x="3649395" y="231571"/>
                  </a:lnTo>
                  <a:lnTo>
                    <a:pt x="3641267" y="228981"/>
                  </a:lnTo>
                  <a:lnTo>
                    <a:pt x="3636784" y="231470"/>
                  </a:lnTo>
                  <a:lnTo>
                    <a:pt x="3633813" y="240245"/>
                  </a:lnTo>
                  <a:lnTo>
                    <a:pt x="3635908" y="244843"/>
                  </a:lnTo>
                  <a:lnTo>
                    <a:pt x="3644036" y="247434"/>
                  </a:lnTo>
                  <a:lnTo>
                    <a:pt x="3648557" y="244957"/>
                  </a:lnTo>
                  <a:lnTo>
                    <a:pt x="3650043" y="240538"/>
                  </a:lnTo>
                  <a:lnTo>
                    <a:pt x="3651516" y="236169"/>
                  </a:lnTo>
                  <a:close/>
                </a:path>
                <a:path w="3957954" h="3899535">
                  <a:moveTo>
                    <a:pt x="3681565" y="2156968"/>
                  </a:moveTo>
                  <a:lnTo>
                    <a:pt x="3656520" y="2156968"/>
                  </a:lnTo>
                  <a:lnTo>
                    <a:pt x="3656228" y="2157806"/>
                  </a:lnTo>
                  <a:lnTo>
                    <a:pt x="3659467" y="2164854"/>
                  </a:lnTo>
                  <a:lnTo>
                    <a:pt x="3671938" y="2168829"/>
                  </a:lnTo>
                  <a:lnTo>
                    <a:pt x="3678834" y="2165032"/>
                  </a:lnTo>
                  <a:lnTo>
                    <a:pt x="3681565" y="2156968"/>
                  </a:lnTo>
                  <a:close/>
                </a:path>
                <a:path w="3957954" h="3899535">
                  <a:moveTo>
                    <a:pt x="3715969" y="364109"/>
                  </a:moveTo>
                  <a:lnTo>
                    <a:pt x="3713848" y="359511"/>
                  </a:lnTo>
                  <a:lnTo>
                    <a:pt x="3705720" y="356920"/>
                  </a:lnTo>
                  <a:lnTo>
                    <a:pt x="3701237" y="359410"/>
                  </a:lnTo>
                  <a:lnTo>
                    <a:pt x="3698265" y="368185"/>
                  </a:lnTo>
                  <a:lnTo>
                    <a:pt x="3700361" y="372783"/>
                  </a:lnTo>
                  <a:lnTo>
                    <a:pt x="3708489" y="375373"/>
                  </a:lnTo>
                  <a:lnTo>
                    <a:pt x="3713010" y="372884"/>
                  </a:lnTo>
                  <a:lnTo>
                    <a:pt x="3714496" y="368477"/>
                  </a:lnTo>
                  <a:lnTo>
                    <a:pt x="3715969" y="364109"/>
                  </a:lnTo>
                  <a:close/>
                </a:path>
                <a:path w="3957954" h="3899535">
                  <a:moveTo>
                    <a:pt x="3717074" y="833170"/>
                  </a:moveTo>
                  <a:lnTo>
                    <a:pt x="3714127" y="826731"/>
                  </a:lnTo>
                  <a:lnTo>
                    <a:pt x="3702710" y="823087"/>
                  </a:lnTo>
                  <a:lnTo>
                    <a:pt x="3696411" y="826579"/>
                  </a:lnTo>
                  <a:lnTo>
                    <a:pt x="3692258" y="838847"/>
                  </a:lnTo>
                  <a:lnTo>
                    <a:pt x="3695192" y="845286"/>
                  </a:lnTo>
                  <a:lnTo>
                    <a:pt x="3706622" y="848931"/>
                  </a:lnTo>
                  <a:lnTo>
                    <a:pt x="3712921" y="845439"/>
                  </a:lnTo>
                  <a:lnTo>
                    <a:pt x="3714991" y="839330"/>
                  </a:lnTo>
                  <a:lnTo>
                    <a:pt x="3717074" y="833170"/>
                  </a:lnTo>
                  <a:close/>
                </a:path>
                <a:path w="3957954" h="3899535">
                  <a:moveTo>
                    <a:pt x="3719182" y="1994662"/>
                  </a:moveTo>
                  <a:lnTo>
                    <a:pt x="3715258" y="1992388"/>
                  </a:lnTo>
                  <a:lnTo>
                    <a:pt x="3708489" y="1991741"/>
                  </a:lnTo>
                  <a:lnTo>
                    <a:pt x="3702075" y="1993836"/>
                  </a:lnTo>
                  <a:lnTo>
                    <a:pt x="3701084" y="1994662"/>
                  </a:lnTo>
                  <a:lnTo>
                    <a:pt x="3719182" y="1994662"/>
                  </a:lnTo>
                  <a:close/>
                </a:path>
                <a:path w="3957954" h="3899535">
                  <a:moveTo>
                    <a:pt x="3756710" y="1859343"/>
                  </a:moveTo>
                  <a:lnTo>
                    <a:pt x="3752799" y="1850720"/>
                  </a:lnTo>
                  <a:lnTo>
                    <a:pt x="3737584" y="1845856"/>
                  </a:lnTo>
                  <a:lnTo>
                    <a:pt x="3729177" y="1850555"/>
                  </a:lnTo>
                  <a:lnTo>
                    <a:pt x="3723652" y="1866874"/>
                  </a:lnTo>
                  <a:lnTo>
                    <a:pt x="3727577" y="1875459"/>
                  </a:lnTo>
                  <a:lnTo>
                    <a:pt x="3742791" y="1880323"/>
                  </a:lnTo>
                  <a:lnTo>
                    <a:pt x="3751186" y="1875663"/>
                  </a:lnTo>
                  <a:lnTo>
                    <a:pt x="3753955" y="1867484"/>
                  </a:lnTo>
                  <a:lnTo>
                    <a:pt x="3756710" y="1859343"/>
                  </a:lnTo>
                  <a:close/>
                </a:path>
                <a:path w="3957954" h="3899535">
                  <a:moveTo>
                    <a:pt x="3777462" y="1711655"/>
                  </a:moveTo>
                  <a:lnTo>
                    <a:pt x="3773805" y="1703666"/>
                  </a:lnTo>
                  <a:lnTo>
                    <a:pt x="3759695" y="1699158"/>
                  </a:lnTo>
                  <a:lnTo>
                    <a:pt x="3751872" y="1703489"/>
                  </a:lnTo>
                  <a:lnTo>
                    <a:pt x="3746741" y="1718652"/>
                  </a:lnTo>
                  <a:lnTo>
                    <a:pt x="3750399" y="1726641"/>
                  </a:lnTo>
                  <a:lnTo>
                    <a:pt x="3764508" y="1731149"/>
                  </a:lnTo>
                  <a:lnTo>
                    <a:pt x="3772331" y="1726819"/>
                  </a:lnTo>
                  <a:lnTo>
                    <a:pt x="3774897" y="1719237"/>
                  </a:lnTo>
                  <a:lnTo>
                    <a:pt x="3777462" y="1711655"/>
                  </a:lnTo>
                  <a:close/>
                </a:path>
                <a:path w="3957954" h="3899535">
                  <a:moveTo>
                    <a:pt x="3778707" y="495007"/>
                  </a:moveTo>
                  <a:lnTo>
                    <a:pt x="3775189" y="487311"/>
                  </a:lnTo>
                  <a:lnTo>
                    <a:pt x="3761625" y="482981"/>
                  </a:lnTo>
                  <a:lnTo>
                    <a:pt x="3754094" y="487146"/>
                  </a:lnTo>
                  <a:lnTo>
                    <a:pt x="3749167" y="501726"/>
                  </a:lnTo>
                  <a:lnTo>
                    <a:pt x="3752685" y="509409"/>
                  </a:lnTo>
                  <a:lnTo>
                    <a:pt x="3766248" y="513740"/>
                  </a:lnTo>
                  <a:lnTo>
                    <a:pt x="3773779" y="509574"/>
                  </a:lnTo>
                  <a:lnTo>
                    <a:pt x="3776230" y="502310"/>
                  </a:lnTo>
                  <a:lnTo>
                    <a:pt x="3778707" y="495007"/>
                  </a:lnTo>
                  <a:close/>
                </a:path>
                <a:path w="3957954" h="3899535">
                  <a:moveTo>
                    <a:pt x="3791000" y="1266253"/>
                  </a:moveTo>
                  <a:lnTo>
                    <a:pt x="3786962" y="1257325"/>
                  </a:lnTo>
                  <a:lnTo>
                    <a:pt x="3771188" y="1252296"/>
                  </a:lnTo>
                  <a:lnTo>
                    <a:pt x="3762476" y="1257147"/>
                  </a:lnTo>
                  <a:lnTo>
                    <a:pt x="3756761" y="1274064"/>
                  </a:lnTo>
                  <a:lnTo>
                    <a:pt x="3760825" y="1282954"/>
                  </a:lnTo>
                  <a:lnTo>
                    <a:pt x="3776586" y="1287983"/>
                  </a:lnTo>
                  <a:lnTo>
                    <a:pt x="3785285" y="1283169"/>
                  </a:lnTo>
                  <a:lnTo>
                    <a:pt x="3788143" y="1274711"/>
                  </a:lnTo>
                  <a:lnTo>
                    <a:pt x="3791000" y="1266253"/>
                  </a:lnTo>
                  <a:close/>
                </a:path>
                <a:path w="3957954" h="3899535">
                  <a:moveTo>
                    <a:pt x="3797541" y="1564017"/>
                  </a:moveTo>
                  <a:lnTo>
                    <a:pt x="3795445" y="1555356"/>
                  </a:lnTo>
                  <a:lnTo>
                    <a:pt x="3790365" y="1548345"/>
                  </a:lnTo>
                  <a:lnTo>
                    <a:pt x="3782733" y="1543926"/>
                  </a:lnTo>
                  <a:lnTo>
                    <a:pt x="3773906" y="1543088"/>
                  </a:lnTo>
                  <a:lnTo>
                    <a:pt x="3765537" y="1545805"/>
                  </a:lnTo>
                  <a:lnTo>
                    <a:pt x="3758565" y="1551584"/>
                  </a:lnTo>
                  <a:lnTo>
                    <a:pt x="3753916" y="1559890"/>
                  </a:lnTo>
                  <a:lnTo>
                    <a:pt x="3752596" y="1569250"/>
                  </a:lnTo>
                  <a:lnTo>
                    <a:pt x="3754678" y="1577911"/>
                  </a:lnTo>
                  <a:lnTo>
                    <a:pt x="3759746" y="1584934"/>
                  </a:lnTo>
                  <a:lnTo>
                    <a:pt x="3767366" y="1589341"/>
                  </a:lnTo>
                  <a:lnTo>
                    <a:pt x="3776218" y="1590179"/>
                  </a:lnTo>
                  <a:lnTo>
                    <a:pt x="3784587" y="1587461"/>
                  </a:lnTo>
                  <a:lnTo>
                    <a:pt x="3791559" y="1581683"/>
                  </a:lnTo>
                  <a:lnTo>
                    <a:pt x="3796207" y="1573390"/>
                  </a:lnTo>
                  <a:lnTo>
                    <a:pt x="3797541" y="1564017"/>
                  </a:lnTo>
                  <a:close/>
                </a:path>
                <a:path w="3957954" h="3899535">
                  <a:moveTo>
                    <a:pt x="3801478" y="1415440"/>
                  </a:moveTo>
                  <a:lnTo>
                    <a:pt x="3799382" y="1406779"/>
                  </a:lnTo>
                  <a:lnTo>
                    <a:pt x="3794302" y="1399768"/>
                  </a:lnTo>
                  <a:lnTo>
                    <a:pt x="3786695" y="1395361"/>
                  </a:lnTo>
                  <a:lnTo>
                    <a:pt x="3777856" y="1394510"/>
                  </a:lnTo>
                  <a:lnTo>
                    <a:pt x="3769499" y="1397228"/>
                  </a:lnTo>
                  <a:lnTo>
                    <a:pt x="3762527" y="1403007"/>
                  </a:lnTo>
                  <a:lnTo>
                    <a:pt x="3757879" y="1411325"/>
                  </a:lnTo>
                  <a:lnTo>
                    <a:pt x="3756545" y="1420698"/>
                  </a:lnTo>
                  <a:lnTo>
                    <a:pt x="3758641" y="1429359"/>
                  </a:lnTo>
                  <a:lnTo>
                    <a:pt x="3763708" y="1436370"/>
                  </a:lnTo>
                  <a:lnTo>
                    <a:pt x="3771341" y="1440776"/>
                  </a:lnTo>
                  <a:lnTo>
                    <a:pt x="3780155" y="1441615"/>
                  </a:lnTo>
                  <a:lnTo>
                    <a:pt x="3788524" y="1438897"/>
                  </a:lnTo>
                  <a:lnTo>
                    <a:pt x="3795496" y="1433118"/>
                  </a:lnTo>
                  <a:lnTo>
                    <a:pt x="3800157" y="1424813"/>
                  </a:lnTo>
                  <a:lnTo>
                    <a:pt x="3801478" y="1415440"/>
                  </a:lnTo>
                  <a:close/>
                </a:path>
                <a:path w="3957954" h="3899535">
                  <a:moveTo>
                    <a:pt x="3873804" y="771486"/>
                  </a:moveTo>
                  <a:lnTo>
                    <a:pt x="3871963" y="763828"/>
                  </a:lnTo>
                  <a:lnTo>
                    <a:pt x="3867480" y="757631"/>
                  </a:lnTo>
                  <a:lnTo>
                    <a:pt x="3860736" y="753732"/>
                  </a:lnTo>
                  <a:lnTo>
                    <a:pt x="3852926" y="752983"/>
                  </a:lnTo>
                  <a:lnTo>
                    <a:pt x="3845534" y="755383"/>
                  </a:lnTo>
                  <a:lnTo>
                    <a:pt x="3839362" y="760501"/>
                  </a:lnTo>
                  <a:lnTo>
                    <a:pt x="3835247" y="767854"/>
                  </a:lnTo>
                  <a:lnTo>
                    <a:pt x="3834079" y="776135"/>
                  </a:lnTo>
                  <a:lnTo>
                    <a:pt x="3835933" y="783780"/>
                  </a:lnTo>
                  <a:lnTo>
                    <a:pt x="3840429" y="789965"/>
                  </a:lnTo>
                  <a:lnTo>
                    <a:pt x="3847173" y="793864"/>
                  </a:lnTo>
                  <a:lnTo>
                    <a:pt x="3854983" y="794613"/>
                  </a:lnTo>
                  <a:lnTo>
                    <a:pt x="3862362" y="792213"/>
                  </a:lnTo>
                  <a:lnTo>
                    <a:pt x="3868521" y="787120"/>
                  </a:lnTo>
                  <a:lnTo>
                    <a:pt x="3872623" y="779780"/>
                  </a:lnTo>
                  <a:lnTo>
                    <a:pt x="3873804" y="771486"/>
                  </a:lnTo>
                  <a:close/>
                </a:path>
                <a:path w="3957954" h="3899535">
                  <a:moveTo>
                    <a:pt x="3899789" y="1945360"/>
                  </a:moveTo>
                  <a:lnTo>
                    <a:pt x="3898188" y="1938718"/>
                  </a:lnTo>
                  <a:lnTo>
                    <a:pt x="3894302" y="1933333"/>
                  </a:lnTo>
                  <a:lnTo>
                    <a:pt x="3888448" y="1929955"/>
                  </a:lnTo>
                  <a:lnTo>
                    <a:pt x="3881678" y="1929307"/>
                  </a:lnTo>
                  <a:lnTo>
                    <a:pt x="3875265" y="1931390"/>
                  </a:lnTo>
                  <a:lnTo>
                    <a:pt x="3869906" y="1935822"/>
                  </a:lnTo>
                  <a:lnTo>
                    <a:pt x="3866337" y="1942211"/>
                  </a:lnTo>
                  <a:lnTo>
                    <a:pt x="3865321" y="1949386"/>
                  </a:lnTo>
                  <a:lnTo>
                    <a:pt x="3866921" y="1956041"/>
                  </a:lnTo>
                  <a:lnTo>
                    <a:pt x="3870820" y="1961413"/>
                  </a:lnTo>
                  <a:lnTo>
                    <a:pt x="3876662" y="1964804"/>
                  </a:lnTo>
                  <a:lnTo>
                    <a:pt x="3883444" y="1965452"/>
                  </a:lnTo>
                  <a:lnTo>
                    <a:pt x="3889857" y="1963356"/>
                  </a:lnTo>
                  <a:lnTo>
                    <a:pt x="3895204" y="1958936"/>
                  </a:lnTo>
                  <a:lnTo>
                    <a:pt x="3898773" y="1952561"/>
                  </a:lnTo>
                  <a:lnTo>
                    <a:pt x="3899789" y="1945360"/>
                  </a:lnTo>
                  <a:close/>
                </a:path>
                <a:path w="3957954" h="3899535">
                  <a:moveTo>
                    <a:pt x="3906659" y="913714"/>
                  </a:moveTo>
                  <a:lnTo>
                    <a:pt x="3904805" y="906056"/>
                  </a:lnTo>
                  <a:lnTo>
                    <a:pt x="3900309" y="899871"/>
                  </a:lnTo>
                  <a:lnTo>
                    <a:pt x="3893566" y="895972"/>
                  </a:lnTo>
                  <a:lnTo>
                    <a:pt x="3885768" y="895223"/>
                  </a:lnTo>
                  <a:lnTo>
                    <a:pt x="3878376" y="897623"/>
                  </a:lnTo>
                  <a:lnTo>
                    <a:pt x="3872204" y="902716"/>
                  </a:lnTo>
                  <a:lnTo>
                    <a:pt x="3868089" y="910043"/>
                  </a:lnTo>
                  <a:lnTo>
                    <a:pt x="3866921" y="918324"/>
                  </a:lnTo>
                  <a:lnTo>
                    <a:pt x="3868775" y="925995"/>
                  </a:lnTo>
                  <a:lnTo>
                    <a:pt x="3873271" y="932205"/>
                  </a:lnTo>
                  <a:lnTo>
                    <a:pt x="3880002" y="936104"/>
                  </a:lnTo>
                  <a:lnTo>
                    <a:pt x="3887813" y="936840"/>
                  </a:lnTo>
                  <a:lnTo>
                    <a:pt x="3895217" y="934427"/>
                  </a:lnTo>
                  <a:lnTo>
                    <a:pt x="3901389" y="929322"/>
                  </a:lnTo>
                  <a:lnTo>
                    <a:pt x="3905491" y="921981"/>
                  </a:lnTo>
                  <a:lnTo>
                    <a:pt x="3906659" y="913714"/>
                  </a:lnTo>
                  <a:close/>
                </a:path>
                <a:path w="3957954" h="3899535">
                  <a:moveTo>
                    <a:pt x="3926649" y="1797773"/>
                  </a:moveTo>
                  <a:lnTo>
                    <a:pt x="3924935" y="1790725"/>
                  </a:lnTo>
                  <a:lnTo>
                    <a:pt x="3920782" y="1785023"/>
                  </a:lnTo>
                  <a:lnTo>
                    <a:pt x="3914571" y="1781429"/>
                  </a:lnTo>
                  <a:lnTo>
                    <a:pt x="3907396" y="1780743"/>
                  </a:lnTo>
                  <a:lnTo>
                    <a:pt x="3900589" y="1782953"/>
                  </a:lnTo>
                  <a:lnTo>
                    <a:pt x="3894925" y="1787639"/>
                  </a:lnTo>
                  <a:lnTo>
                    <a:pt x="3891127" y="1794421"/>
                  </a:lnTo>
                  <a:lnTo>
                    <a:pt x="3890048" y="1802053"/>
                  </a:lnTo>
                  <a:lnTo>
                    <a:pt x="3891750" y="1809102"/>
                  </a:lnTo>
                  <a:lnTo>
                    <a:pt x="3895877" y="1814804"/>
                  </a:lnTo>
                  <a:lnTo>
                    <a:pt x="3902075" y="1818398"/>
                  </a:lnTo>
                  <a:lnTo>
                    <a:pt x="3909276" y="1819084"/>
                  </a:lnTo>
                  <a:lnTo>
                    <a:pt x="3916095" y="1816862"/>
                  </a:lnTo>
                  <a:lnTo>
                    <a:pt x="3921785" y="1812175"/>
                  </a:lnTo>
                  <a:lnTo>
                    <a:pt x="3925570" y="1805419"/>
                  </a:lnTo>
                  <a:lnTo>
                    <a:pt x="3926649" y="1797773"/>
                  </a:lnTo>
                  <a:close/>
                </a:path>
                <a:path w="3957954" h="3899535">
                  <a:moveTo>
                    <a:pt x="3941165" y="1057097"/>
                  </a:moveTo>
                  <a:lnTo>
                    <a:pt x="3938397" y="1045603"/>
                  </a:lnTo>
                  <a:lnTo>
                    <a:pt x="3931678" y="1036307"/>
                  </a:lnTo>
                  <a:lnTo>
                    <a:pt x="3921569" y="1030452"/>
                  </a:lnTo>
                  <a:lnTo>
                    <a:pt x="3909860" y="1029347"/>
                  </a:lnTo>
                  <a:lnTo>
                    <a:pt x="3898773" y="1032954"/>
                  </a:lnTo>
                  <a:lnTo>
                    <a:pt x="3889540" y="1040612"/>
                  </a:lnTo>
                  <a:lnTo>
                    <a:pt x="3883380" y="1051623"/>
                  </a:lnTo>
                  <a:lnTo>
                    <a:pt x="3881615" y="1064044"/>
                  </a:lnTo>
                  <a:lnTo>
                    <a:pt x="3884384" y="1075537"/>
                  </a:lnTo>
                  <a:lnTo>
                    <a:pt x="3891102" y="1084834"/>
                  </a:lnTo>
                  <a:lnTo>
                    <a:pt x="3901211" y="1090676"/>
                  </a:lnTo>
                  <a:lnTo>
                    <a:pt x="3912920" y="1091793"/>
                  </a:lnTo>
                  <a:lnTo>
                    <a:pt x="3924008" y="1088186"/>
                  </a:lnTo>
                  <a:lnTo>
                    <a:pt x="3933240" y="1080528"/>
                  </a:lnTo>
                  <a:lnTo>
                    <a:pt x="3939413" y="1069505"/>
                  </a:lnTo>
                  <a:lnTo>
                    <a:pt x="3941165" y="1057097"/>
                  </a:lnTo>
                  <a:close/>
                </a:path>
                <a:path w="3957954" h="3899535">
                  <a:moveTo>
                    <a:pt x="3948265" y="1648955"/>
                  </a:moveTo>
                  <a:lnTo>
                    <a:pt x="3946169" y="1640281"/>
                  </a:lnTo>
                  <a:lnTo>
                    <a:pt x="3941102" y="1633283"/>
                  </a:lnTo>
                  <a:lnTo>
                    <a:pt x="3933469" y="1628876"/>
                  </a:lnTo>
                  <a:lnTo>
                    <a:pt x="3924643" y="1628025"/>
                  </a:lnTo>
                  <a:lnTo>
                    <a:pt x="3916286" y="1630743"/>
                  </a:lnTo>
                  <a:lnTo>
                    <a:pt x="3909301" y="1636522"/>
                  </a:lnTo>
                  <a:lnTo>
                    <a:pt x="3904653" y="1644840"/>
                  </a:lnTo>
                  <a:lnTo>
                    <a:pt x="3903332" y="1654213"/>
                  </a:lnTo>
                  <a:lnTo>
                    <a:pt x="3905427" y="1662874"/>
                  </a:lnTo>
                  <a:lnTo>
                    <a:pt x="3910495" y="1669884"/>
                  </a:lnTo>
                  <a:lnTo>
                    <a:pt x="3918115" y="1674291"/>
                  </a:lnTo>
                  <a:lnTo>
                    <a:pt x="3926954" y="1675130"/>
                  </a:lnTo>
                  <a:lnTo>
                    <a:pt x="3935311" y="1672412"/>
                  </a:lnTo>
                  <a:lnTo>
                    <a:pt x="3942283" y="1666633"/>
                  </a:lnTo>
                  <a:lnTo>
                    <a:pt x="3946931" y="1658327"/>
                  </a:lnTo>
                  <a:lnTo>
                    <a:pt x="3948265" y="1648955"/>
                  </a:lnTo>
                  <a:close/>
                </a:path>
                <a:path w="3957954" h="3899535">
                  <a:moveTo>
                    <a:pt x="3954272" y="1203833"/>
                  </a:moveTo>
                  <a:lnTo>
                    <a:pt x="3951795" y="1193546"/>
                  </a:lnTo>
                  <a:lnTo>
                    <a:pt x="3945775" y="1185227"/>
                  </a:lnTo>
                  <a:lnTo>
                    <a:pt x="3936733" y="1179995"/>
                  </a:lnTo>
                  <a:lnTo>
                    <a:pt x="3926268" y="1178991"/>
                  </a:lnTo>
                  <a:lnTo>
                    <a:pt x="3916337" y="1182230"/>
                  </a:lnTo>
                  <a:lnTo>
                    <a:pt x="3908069" y="1189075"/>
                  </a:lnTo>
                  <a:lnTo>
                    <a:pt x="3902545" y="1198930"/>
                  </a:lnTo>
                  <a:lnTo>
                    <a:pt x="3900982" y="1210030"/>
                  </a:lnTo>
                  <a:lnTo>
                    <a:pt x="3903459" y="1220304"/>
                  </a:lnTo>
                  <a:lnTo>
                    <a:pt x="3909479" y="1228623"/>
                  </a:lnTo>
                  <a:lnTo>
                    <a:pt x="3918521" y="1233868"/>
                  </a:lnTo>
                  <a:lnTo>
                    <a:pt x="3928999" y="1234859"/>
                  </a:lnTo>
                  <a:lnTo>
                    <a:pt x="3938917" y="1231620"/>
                  </a:lnTo>
                  <a:lnTo>
                    <a:pt x="3947185" y="1224775"/>
                  </a:lnTo>
                  <a:lnTo>
                    <a:pt x="3952697" y="1214932"/>
                  </a:lnTo>
                  <a:lnTo>
                    <a:pt x="3954272" y="1203833"/>
                  </a:lnTo>
                  <a:close/>
                </a:path>
                <a:path w="3957954" h="3899535">
                  <a:moveTo>
                    <a:pt x="3957332" y="1500327"/>
                  </a:moveTo>
                  <a:lnTo>
                    <a:pt x="3955237" y="1491665"/>
                  </a:lnTo>
                  <a:lnTo>
                    <a:pt x="3950157" y="1484655"/>
                  </a:lnTo>
                  <a:lnTo>
                    <a:pt x="3942550" y="1480248"/>
                  </a:lnTo>
                  <a:lnTo>
                    <a:pt x="3933698" y="1479397"/>
                  </a:lnTo>
                  <a:lnTo>
                    <a:pt x="3925328" y="1482115"/>
                  </a:lnTo>
                  <a:lnTo>
                    <a:pt x="3918369" y="1487893"/>
                  </a:lnTo>
                  <a:lnTo>
                    <a:pt x="3913733" y="1496212"/>
                  </a:lnTo>
                  <a:lnTo>
                    <a:pt x="3912387" y="1505597"/>
                  </a:lnTo>
                  <a:lnTo>
                    <a:pt x="3914470" y="1514259"/>
                  </a:lnTo>
                  <a:lnTo>
                    <a:pt x="3919537" y="1521256"/>
                  </a:lnTo>
                  <a:lnTo>
                    <a:pt x="3927195" y="1525663"/>
                  </a:lnTo>
                  <a:lnTo>
                    <a:pt x="3936009" y="1526514"/>
                  </a:lnTo>
                  <a:lnTo>
                    <a:pt x="3944378" y="1523796"/>
                  </a:lnTo>
                  <a:lnTo>
                    <a:pt x="3951351" y="1518031"/>
                  </a:lnTo>
                  <a:lnTo>
                    <a:pt x="3956012" y="1509699"/>
                  </a:lnTo>
                  <a:lnTo>
                    <a:pt x="3957332" y="1500327"/>
                  </a:lnTo>
                  <a:close/>
                </a:path>
                <a:path w="3957954" h="3899535">
                  <a:moveTo>
                    <a:pt x="3957917" y="1351953"/>
                  </a:moveTo>
                  <a:lnTo>
                    <a:pt x="3955834" y="1343279"/>
                  </a:lnTo>
                  <a:lnTo>
                    <a:pt x="3950754" y="1336281"/>
                  </a:lnTo>
                  <a:lnTo>
                    <a:pt x="3943121" y="1331874"/>
                  </a:lnTo>
                  <a:lnTo>
                    <a:pt x="3934295" y="1331023"/>
                  </a:lnTo>
                  <a:lnTo>
                    <a:pt x="3925925" y="1333741"/>
                  </a:lnTo>
                  <a:lnTo>
                    <a:pt x="3918953" y="1339519"/>
                  </a:lnTo>
                  <a:lnTo>
                    <a:pt x="3914305" y="1347838"/>
                  </a:lnTo>
                  <a:lnTo>
                    <a:pt x="3912984" y="1357185"/>
                  </a:lnTo>
                  <a:lnTo>
                    <a:pt x="3915067" y="1365846"/>
                  </a:lnTo>
                  <a:lnTo>
                    <a:pt x="3920147" y="1372870"/>
                  </a:lnTo>
                  <a:lnTo>
                    <a:pt x="3927767" y="1377289"/>
                  </a:lnTo>
                  <a:lnTo>
                    <a:pt x="3936606" y="1378115"/>
                  </a:lnTo>
                  <a:lnTo>
                    <a:pt x="3944975" y="1375384"/>
                  </a:lnTo>
                  <a:lnTo>
                    <a:pt x="3951948" y="1369606"/>
                  </a:lnTo>
                  <a:lnTo>
                    <a:pt x="3956583" y="1361325"/>
                  </a:lnTo>
                  <a:lnTo>
                    <a:pt x="3957917" y="1351953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0277" name="object 41">
              <a:extLst>
                <a:ext uri="{FF2B5EF4-FFF2-40B4-BE49-F238E27FC236}">
                  <a16:creationId xmlns="" xmlns:a16="http://schemas.microsoft.com/office/drawing/2014/main" id="{C00A80CC-8E3A-43E6-BE95-39481561465B}"/>
                </a:ext>
              </a:extLst>
            </p:cNvPr>
            <p:cNvSpPr>
              <a:spLocks/>
            </p:cNvSpPr>
            <p:nvPr/>
          </p:nvSpPr>
          <p:spPr bwMode="auto">
            <a:xfrm>
              <a:off x="871156" y="2309037"/>
              <a:ext cx="4093210" cy="4026535"/>
            </a:xfrm>
            <a:custGeom>
              <a:avLst/>
              <a:gdLst>
                <a:gd name="T0" fmla="*/ 104838 w 4093210"/>
                <a:gd name="T1" fmla="*/ 3545573 h 4026535"/>
                <a:gd name="T2" fmla="*/ 104305 w 4093210"/>
                <a:gd name="T3" fmla="*/ 3554463 h 4026535"/>
                <a:gd name="T4" fmla="*/ 206984 w 4093210"/>
                <a:gd name="T5" fmla="*/ 3625697 h 4026535"/>
                <a:gd name="T6" fmla="*/ 221729 w 4093210"/>
                <a:gd name="T7" fmla="*/ 3630396 h 4026535"/>
                <a:gd name="T8" fmla="*/ 323532 w 4093210"/>
                <a:gd name="T9" fmla="*/ 3713975 h 4026535"/>
                <a:gd name="T10" fmla="*/ 584822 w 4093210"/>
                <a:gd name="T11" fmla="*/ 3826853 h 4026535"/>
                <a:gd name="T12" fmla="*/ 583971 w 4093210"/>
                <a:gd name="T13" fmla="*/ 3840188 h 4026535"/>
                <a:gd name="T14" fmla="*/ 700112 w 4093210"/>
                <a:gd name="T15" fmla="*/ 3875671 h 4026535"/>
                <a:gd name="T16" fmla="*/ 718807 w 4093210"/>
                <a:gd name="T17" fmla="*/ 3881640 h 4026535"/>
                <a:gd name="T18" fmla="*/ 830732 w 4093210"/>
                <a:gd name="T19" fmla="*/ 3935793 h 4026535"/>
                <a:gd name="T20" fmla="*/ 985342 w 4093210"/>
                <a:gd name="T21" fmla="*/ 3950576 h 4026535"/>
                <a:gd name="T22" fmla="*/ 984084 w 4093210"/>
                <a:gd name="T23" fmla="*/ 3970134 h 4026535"/>
                <a:gd name="T24" fmla="*/ 1104607 w 4093210"/>
                <a:gd name="T25" fmla="*/ 3975849 h 4026535"/>
                <a:gd name="T26" fmla="*/ 1125270 w 4093210"/>
                <a:gd name="T27" fmla="*/ 3982440 h 4026535"/>
                <a:gd name="T28" fmla="*/ 1242491 w 4093210"/>
                <a:gd name="T29" fmla="*/ 4010749 h 4026535"/>
                <a:gd name="T30" fmla="*/ 1407350 w 4093210"/>
                <a:gd name="T31" fmla="*/ 4000436 h 4026535"/>
                <a:gd name="T32" fmla="*/ 1376451 w 4093210"/>
                <a:gd name="T33" fmla="*/ 4003840 h 4026535"/>
                <a:gd name="T34" fmla="*/ 1399260 w 4093210"/>
                <a:gd name="T35" fmla="*/ 4024350 h 4026535"/>
                <a:gd name="T36" fmla="*/ 1530680 w 4093210"/>
                <a:gd name="T37" fmla="*/ 3991292 h 4026535"/>
                <a:gd name="T38" fmla="*/ 1545882 w 4093210"/>
                <a:gd name="T39" fmla="*/ 4011371 h 4026535"/>
                <a:gd name="T40" fmla="*/ 1673313 w 4093210"/>
                <a:gd name="T41" fmla="*/ 3979354 h 4026535"/>
                <a:gd name="T42" fmla="*/ 1662798 w 4093210"/>
                <a:gd name="T43" fmla="*/ 4010444 h 4026535"/>
                <a:gd name="T44" fmla="*/ 1690903 w 4093210"/>
                <a:gd name="T45" fmla="*/ 3994912 h 4026535"/>
                <a:gd name="T46" fmla="*/ 1806295 w 4093210"/>
                <a:gd name="T47" fmla="*/ 3958666 h 4026535"/>
                <a:gd name="T48" fmla="*/ 1807946 w 4093210"/>
                <a:gd name="T49" fmla="*/ 3998188 h 4026535"/>
                <a:gd name="T50" fmla="*/ 1978863 w 4093210"/>
                <a:gd name="T51" fmla="*/ 3946728 h 4026535"/>
                <a:gd name="T52" fmla="*/ 1937156 w 4093210"/>
                <a:gd name="T53" fmla="*/ 3933406 h 4026535"/>
                <a:gd name="T54" fmla="*/ 1956041 w 4093210"/>
                <a:gd name="T55" fmla="*/ 3974744 h 4026535"/>
                <a:gd name="T56" fmla="*/ 2250427 w 4093210"/>
                <a:gd name="T57" fmla="*/ 3856202 h 4026535"/>
                <a:gd name="T58" fmla="*/ 2208898 w 4093210"/>
                <a:gd name="T59" fmla="*/ 3860774 h 4026535"/>
                <a:gd name="T60" fmla="*/ 2239568 w 4093210"/>
                <a:gd name="T61" fmla="*/ 3888321 h 4026535"/>
                <a:gd name="T62" fmla="*/ 2383307 w 4093210"/>
                <a:gd name="T63" fmla="*/ 3791229 h 4026535"/>
                <a:gd name="T64" fmla="*/ 2336723 w 4093210"/>
                <a:gd name="T65" fmla="*/ 3817061 h 4026535"/>
                <a:gd name="T66" fmla="*/ 2384755 w 4093210"/>
                <a:gd name="T67" fmla="*/ 3832390 h 4026535"/>
                <a:gd name="T68" fmla="*/ 3717760 w 4093210"/>
                <a:gd name="T69" fmla="*/ 2641 h 4026535"/>
                <a:gd name="T70" fmla="*/ 3733508 w 4093210"/>
                <a:gd name="T71" fmla="*/ 7670 h 4026535"/>
                <a:gd name="T72" fmla="*/ 3782593 w 4093210"/>
                <a:gd name="T73" fmla="*/ 145580 h 4026535"/>
                <a:gd name="T74" fmla="*/ 3825786 w 4093210"/>
                <a:gd name="T75" fmla="*/ 2186432 h 4026535"/>
                <a:gd name="T76" fmla="*/ 3787165 w 4093210"/>
                <a:gd name="T77" fmla="*/ 2190623 h 4026535"/>
                <a:gd name="T78" fmla="*/ 3815689 w 4093210"/>
                <a:gd name="T79" fmla="*/ 2216315 h 4026535"/>
                <a:gd name="T80" fmla="*/ 3869296 w 4093210"/>
                <a:gd name="T81" fmla="*/ 248716 h 4026535"/>
                <a:gd name="T82" fmla="*/ 3840302 w 4093210"/>
                <a:gd name="T83" fmla="*/ 264756 h 4026535"/>
                <a:gd name="T84" fmla="*/ 3870223 w 4093210"/>
                <a:gd name="T85" fmla="*/ 274307 h 4026535"/>
                <a:gd name="T86" fmla="*/ 3888930 w 4093210"/>
                <a:gd name="T87" fmla="*/ 1889150 h 4026535"/>
                <a:gd name="T88" fmla="*/ 3867404 w 4093210"/>
                <a:gd name="T89" fmla="*/ 1915236 h 4026535"/>
                <a:gd name="T90" fmla="*/ 3899255 w 4093210"/>
                <a:gd name="T91" fmla="*/ 1911756 h 4026535"/>
                <a:gd name="T92" fmla="*/ 3898887 w 4093210"/>
                <a:gd name="T93" fmla="*/ 398741 h 4026535"/>
                <a:gd name="T94" fmla="*/ 3988536 w 4093210"/>
                <a:gd name="T95" fmla="*/ 528447 h 4026535"/>
                <a:gd name="T96" fmla="*/ 3943235 w 4093210"/>
                <a:gd name="T97" fmla="*/ 513981 h 4026535"/>
                <a:gd name="T98" fmla="*/ 3963771 w 4093210"/>
                <a:gd name="T99" fmla="*/ 558888 h 4026535"/>
                <a:gd name="T100" fmla="*/ 4027373 w 4093210"/>
                <a:gd name="T101" fmla="*/ 657656 h 4026535"/>
                <a:gd name="T102" fmla="*/ 3979100 w 4093210"/>
                <a:gd name="T103" fmla="*/ 662952 h 4026535"/>
                <a:gd name="T104" fmla="*/ 4014749 w 4093210"/>
                <a:gd name="T105" fmla="*/ 695020 h 4026535"/>
                <a:gd name="T106" fmla="*/ 4055453 w 4093210"/>
                <a:gd name="T107" fmla="*/ 791070 h 4026535"/>
                <a:gd name="T108" fmla="*/ 4010634 w 4093210"/>
                <a:gd name="T109" fmla="*/ 815886 h 4026535"/>
                <a:gd name="T110" fmla="*/ 4056850 w 4093210"/>
                <a:gd name="T111" fmla="*/ 830643 h 4026535"/>
                <a:gd name="T112" fmla="*/ 4073372 w 4093210"/>
                <a:gd name="T113" fmla="*/ 926858 h 4026535"/>
                <a:gd name="T114" fmla="*/ 4036174 w 4093210"/>
                <a:gd name="T115" fmla="*/ 971969 h 4026535"/>
                <a:gd name="T116" fmla="*/ 4091203 w 4093210"/>
                <a:gd name="T117" fmla="*/ 965962 h 4026535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093210" h="4026535">
                  <a:moveTo>
                    <a:pt x="203" y="3458692"/>
                  </a:moveTo>
                  <a:lnTo>
                    <a:pt x="0" y="3458260"/>
                  </a:lnTo>
                  <a:lnTo>
                    <a:pt x="0" y="3459289"/>
                  </a:lnTo>
                  <a:lnTo>
                    <a:pt x="203" y="3458692"/>
                  </a:lnTo>
                  <a:close/>
                </a:path>
                <a:path w="4093210" h="4026535">
                  <a:moveTo>
                    <a:pt x="106273" y="3548621"/>
                  </a:moveTo>
                  <a:lnTo>
                    <a:pt x="104838" y="3545573"/>
                  </a:lnTo>
                  <a:lnTo>
                    <a:pt x="99415" y="3543833"/>
                  </a:lnTo>
                  <a:lnTo>
                    <a:pt x="96431" y="3545484"/>
                  </a:lnTo>
                  <a:lnTo>
                    <a:pt x="94462" y="3551326"/>
                  </a:lnTo>
                  <a:lnTo>
                    <a:pt x="95834" y="3554412"/>
                  </a:lnTo>
                  <a:lnTo>
                    <a:pt x="101269" y="3556139"/>
                  </a:lnTo>
                  <a:lnTo>
                    <a:pt x="104305" y="3554463"/>
                  </a:lnTo>
                  <a:lnTo>
                    <a:pt x="105283" y="3551567"/>
                  </a:lnTo>
                  <a:lnTo>
                    <a:pt x="106273" y="3548621"/>
                  </a:lnTo>
                  <a:close/>
                </a:path>
                <a:path w="4093210" h="4026535">
                  <a:moveTo>
                    <a:pt x="221729" y="3630396"/>
                  </a:moveTo>
                  <a:lnTo>
                    <a:pt x="219633" y="3625812"/>
                  </a:lnTo>
                  <a:lnTo>
                    <a:pt x="211480" y="3623208"/>
                  </a:lnTo>
                  <a:lnTo>
                    <a:pt x="206984" y="3625697"/>
                  </a:lnTo>
                  <a:lnTo>
                    <a:pt x="204025" y="3634473"/>
                  </a:lnTo>
                  <a:lnTo>
                    <a:pt x="206121" y="3639070"/>
                  </a:lnTo>
                  <a:lnTo>
                    <a:pt x="214274" y="3641661"/>
                  </a:lnTo>
                  <a:lnTo>
                    <a:pt x="218770" y="3639172"/>
                  </a:lnTo>
                  <a:lnTo>
                    <a:pt x="220256" y="3634765"/>
                  </a:lnTo>
                  <a:lnTo>
                    <a:pt x="221729" y="3630396"/>
                  </a:lnTo>
                  <a:close/>
                </a:path>
                <a:path w="4093210" h="4026535">
                  <a:moveTo>
                    <a:pt x="339140" y="3705301"/>
                  </a:moveTo>
                  <a:lnTo>
                    <a:pt x="337032" y="3700703"/>
                  </a:lnTo>
                  <a:lnTo>
                    <a:pt x="328891" y="3698113"/>
                  </a:lnTo>
                  <a:lnTo>
                    <a:pt x="324408" y="3700602"/>
                  </a:lnTo>
                  <a:lnTo>
                    <a:pt x="321449" y="3709327"/>
                  </a:lnTo>
                  <a:lnTo>
                    <a:pt x="323532" y="3713975"/>
                  </a:lnTo>
                  <a:lnTo>
                    <a:pt x="331660" y="3716566"/>
                  </a:lnTo>
                  <a:lnTo>
                    <a:pt x="336194" y="3714038"/>
                  </a:lnTo>
                  <a:lnTo>
                    <a:pt x="337667" y="3709670"/>
                  </a:lnTo>
                  <a:lnTo>
                    <a:pt x="339140" y="3705301"/>
                  </a:lnTo>
                  <a:close/>
                </a:path>
                <a:path w="4093210" h="4026535">
                  <a:moveTo>
                    <a:pt x="586930" y="3831412"/>
                  </a:moveTo>
                  <a:lnTo>
                    <a:pt x="584822" y="3826853"/>
                  </a:lnTo>
                  <a:lnTo>
                    <a:pt x="576668" y="3824262"/>
                  </a:lnTo>
                  <a:lnTo>
                    <a:pt x="572173" y="3826687"/>
                  </a:lnTo>
                  <a:lnTo>
                    <a:pt x="569201" y="3835476"/>
                  </a:lnTo>
                  <a:lnTo>
                    <a:pt x="571322" y="3840073"/>
                  </a:lnTo>
                  <a:lnTo>
                    <a:pt x="579475" y="3842677"/>
                  </a:lnTo>
                  <a:lnTo>
                    <a:pt x="583971" y="3840188"/>
                  </a:lnTo>
                  <a:lnTo>
                    <a:pt x="585444" y="3835819"/>
                  </a:lnTo>
                  <a:lnTo>
                    <a:pt x="586930" y="3831412"/>
                  </a:lnTo>
                  <a:close/>
                </a:path>
                <a:path w="4093210" h="4026535">
                  <a:moveTo>
                    <a:pt x="718807" y="3881640"/>
                  </a:moveTo>
                  <a:lnTo>
                    <a:pt x="716127" y="3875836"/>
                  </a:lnTo>
                  <a:lnTo>
                    <a:pt x="705815" y="3872547"/>
                  </a:lnTo>
                  <a:lnTo>
                    <a:pt x="700112" y="3875671"/>
                  </a:lnTo>
                  <a:lnTo>
                    <a:pt x="696353" y="3886797"/>
                  </a:lnTo>
                  <a:lnTo>
                    <a:pt x="699033" y="3892600"/>
                  </a:lnTo>
                  <a:lnTo>
                    <a:pt x="709345" y="3895890"/>
                  </a:lnTo>
                  <a:lnTo>
                    <a:pt x="715048" y="3892766"/>
                  </a:lnTo>
                  <a:lnTo>
                    <a:pt x="716927" y="3887203"/>
                  </a:lnTo>
                  <a:lnTo>
                    <a:pt x="718807" y="3881640"/>
                  </a:lnTo>
                  <a:close/>
                </a:path>
                <a:path w="4093210" h="4026535">
                  <a:moveTo>
                    <a:pt x="852589" y="3923728"/>
                  </a:moveTo>
                  <a:lnTo>
                    <a:pt x="849642" y="3917289"/>
                  </a:lnTo>
                  <a:lnTo>
                    <a:pt x="838225" y="3913632"/>
                  </a:lnTo>
                  <a:lnTo>
                    <a:pt x="831926" y="3917124"/>
                  </a:lnTo>
                  <a:lnTo>
                    <a:pt x="827786" y="3929354"/>
                  </a:lnTo>
                  <a:lnTo>
                    <a:pt x="830732" y="3935793"/>
                  </a:lnTo>
                  <a:lnTo>
                    <a:pt x="842149" y="3939438"/>
                  </a:lnTo>
                  <a:lnTo>
                    <a:pt x="848448" y="3935946"/>
                  </a:lnTo>
                  <a:lnTo>
                    <a:pt x="850519" y="3929837"/>
                  </a:lnTo>
                  <a:lnTo>
                    <a:pt x="852589" y="3923728"/>
                  </a:lnTo>
                  <a:close/>
                </a:path>
                <a:path w="4093210" h="4026535">
                  <a:moveTo>
                    <a:pt x="988415" y="3957307"/>
                  </a:moveTo>
                  <a:lnTo>
                    <a:pt x="985342" y="3950576"/>
                  </a:lnTo>
                  <a:lnTo>
                    <a:pt x="973378" y="3946753"/>
                  </a:lnTo>
                  <a:lnTo>
                    <a:pt x="966812" y="3950411"/>
                  </a:lnTo>
                  <a:lnTo>
                    <a:pt x="962482" y="3963238"/>
                  </a:lnTo>
                  <a:lnTo>
                    <a:pt x="965517" y="3970020"/>
                  </a:lnTo>
                  <a:lnTo>
                    <a:pt x="977480" y="3973830"/>
                  </a:lnTo>
                  <a:lnTo>
                    <a:pt x="984084" y="3970134"/>
                  </a:lnTo>
                  <a:lnTo>
                    <a:pt x="986243" y="3963746"/>
                  </a:lnTo>
                  <a:lnTo>
                    <a:pt x="988415" y="3957307"/>
                  </a:lnTo>
                  <a:close/>
                </a:path>
                <a:path w="4093210" h="4026535">
                  <a:moveTo>
                    <a:pt x="1125270" y="3982440"/>
                  </a:moveTo>
                  <a:lnTo>
                    <a:pt x="1122286" y="3975989"/>
                  </a:lnTo>
                  <a:lnTo>
                    <a:pt x="1110907" y="3972356"/>
                  </a:lnTo>
                  <a:lnTo>
                    <a:pt x="1104607" y="3975849"/>
                  </a:lnTo>
                  <a:lnTo>
                    <a:pt x="1100455" y="3988117"/>
                  </a:lnTo>
                  <a:lnTo>
                    <a:pt x="1103388" y="3994556"/>
                  </a:lnTo>
                  <a:lnTo>
                    <a:pt x="1114780" y="3998188"/>
                  </a:lnTo>
                  <a:lnTo>
                    <a:pt x="1121117" y="3994708"/>
                  </a:lnTo>
                  <a:lnTo>
                    <a:pt x="1123188" y="3988600"/>
                  </a:lnTo>
                  <a:lnTo>
                    <a:pt x="1125270" y="3982440"/>
                  </a:lnTo>
                  <a:close/>
                </a:path>
                <a:path w="4093210" h="4026535">
                  <a:moveTo>
                    <a:pt x="1264335" y="3998671"/>
                  </a:moveTo>
                  <a:lnTo>
                    <a:pt x="1261389" y="3992232"/>
                  </a:lnTo>
                  <a:lnTo>
                    <a:pt x="1249984" y="3988587"/>
                  </a:lnTo>
                  <a:lnTo>
                    <a:pt x="1243685" y="3992080"/>
                  </a:lnTo>
                  <a:lnTo>
                    <a:pt x="1239545" y="4004348"/>
                  </a:lnTo>
                  <a:lnTo>
                    <a:pt x="1242491" y="4010749"/>
                  </a:lnTo>
                  <a:lnTo>
                    <a:pt x="1253896" y="4014381"/>
                  </a:lnTo>
                  <a:lnTo>
                    <a:pt x="1260182" y="4010939"/>
                  </a:lnTo>
                  <a:lnTo>
                    <a:pt x="1262265" y="4004780"/>
                  </a:lnTo>
                  <a:lnTo>
                    <a:pt x="1264335" y="3998671"/>
                  </a:lnTo>
                  <a:close/>
                </a:path>
                <a:path w="4093210" h="4026535">
                  <a:moveTo>
                    <a:pt x="1408899" y="4006875"/>
                  </a:moveTo>
                  <a:lnTo>
                    <a:pt x="1407350" y="4000436"/>
                  </a:lnTo>
                  <a:lnTo>
                    <a:pt x="1403578" y="3995229"/>
                  </a:lnTo>
                  <a:lnTo>
                    <a:pt x="1397889" y="3991940"/>
                  </a:lnTo>
                  <a:lnTo>
                    <a:pt x="1391323" y="3991305"/>
                  </a:lnTo>
                  <a:lnTo>
                    <a:pt x="1385100" y="3993337"/>
                  </a:lnTo>
                  <a:lnTo>
                    <a:pt x="1379918" y="3997629"/>
                  </a:lnTo>
                  <a:lnTo>
                    <a:pt x="1376451" y="4003840"/>
                  </a:lnTo>
                  <a:lnTo>
                    <a:pt x="1375460" y="4010812"/>
                  </a:lnTo>
                  <a:lnTo>
                    <a:pt x="1377022" y="4017238"/>
                  </a:lnTo>
                  <a:lnTo>
                    <a:pt x="1380794" y="4022445"/>
                  </a:lnTo>
                  <a:lnTo>
                    <a:pt x="1386471" y="4025722"/>
                  </a:lnTo>
                  <a:lnTo>
                    <a:pt x="1393050" y="4026357"/>
                  </a:lnTo>
                  <a:lnTo>
                    <a:pt x="1399260" y="4024350"/>
                  </a:lnTo>
                  <a:lnTo>
                    <a:pt x="1404442" y="4020058"/>
                  </a:lnTo>
                  <a:lnTo>
                    <a:pt x="1407896" y="4013873"/>
                  </a:lnTo>
                  <a:lnTo>
                    <a:pt x="1408899" y="4006875"/>
                  </a:lnTo>
                  <a:close/>
                </a:path>
                <a:path w="4093210" h="4026535">
                  <a:moveTo>
                    <a:pt x="1548447" y="4003789"/>
                  </a:moveTo>
                  <a:lnTo>
                    <a:pt x="1544789" y="3995801"/>
                  </a:lnTo>
                  <a:lnTo>
                    <a:pt x="1530680" y="3991292"/>
                  </a:lnTo>
                  <a:lnTo>
                    <a:pt x="1522882" y="3995623"/>
                  </a:lnTo>
                  <a:lnTo>
                    <a:pt x="1517751" y="4010799"/>
                  </a:lnTo>
                  <a:lnTo>
                    <a:pt x="1521383" y="4018775"/>
                  </a:lnTo>
                  <a:lnTo>
                    <a:pt x="1535506" y="4023283"/>
                  </a:lnTo>
                  <a:lnTo>
                    <a:pt x="1543316" y="4018953"/>
                  </a:lnTo>
                  <a:lnTo>
                    <a:pt x="1545882" y="4011371"/>
                  </a:lnTo>
                  <a:lnTo>
                    <a:pt x="1548447" y="4003789"/>
                  </a:lnTo>
                  <a:close/>
                </a:path>
                <a:path w="4093210" h="4026535">
                  <a:moveTo>
                    <a:pt x="1690903" y="3994912"/>
                  </a:moveTo>
                  <a:lnTo>
                    <a:pt x="1689341" y="3988473"/>
                  </a:lnTo>
                  <a:lnTo>
                    <a:pt x="1685569" y="3983266"/>
                  </a:lnTo>
                  <a:lnTo>
                    <a:pt x="1679892" y="3979976"/>
                  </a:lnTo>
                  <a:lnTo>
                    <a:pt x="1673313" y="3979354"/>
                  </a:lnTo>
                  <a:lnTo>
                    <a:pt x="1667090" y="3981373"/>
                  </a:lnTo>
                  <a:lnTo>
                    <a:pt x="1661896" y="3985653"/>
                  </a:lnTo>
                  <a:lnTo>
                    <a:pt x="1658442" y="3991826"/>
                  </a:lnTo>
                  <a:lnTo>
                    <a:pt x="1657451" y="3998798"/>
                  </a:lnTo>
                  <a:lnTo>
                    <a:pt x="1659013" y="4005237"/>
                  </a:lnTo>
                  <a:lnTo>
                    <a:pt x="1662798" y="4010444"/>
                  </a:lnTo>
                  <a:lnTo>
                    <a:pt x="1668487" y="4013720"/>
                  </a:lnTo>
                  <a:lnTo>
                    <a:pt x="1675066" y="4014355"/>
                  </a:lnTo>
                  <a:lnTo>
                    <a:pt x="1681276" y="4012349"/>
                  </a:lnTo>
                  <a:lnTo>
                    <a:pt x="1686458" y="4008056"/>
                  </a:lnTo>
                  <a:lnTo>
                    <a:pt x="1689912" y="4001871"/>
                  </a:lnTo>
                  <a:lnTo>
                    <a:pt x="1690903" y="3994912"/>
                  </a:lnTo>
                  <a:close/>
                </a:path>
                <a:path w="4093210" h="4026535">
                  <a:moveTo>
                    <a:pt x="1835289" y="3975176"/>
                  </a:moveTo>
                  <a:lnTo>
                    <a:pt x="1833397" y="3967327"/>
                  </a:lnTo>
                  <a:lnTo>
                    <a:pt x="1828800" y="3960965"/>
                  </a:lnTo>
                  <a:lnTo>
                    <a:pt x="1821891" y="3956964"/>
                  </a:lnTo>
                  <a:lnTo>
                    <a:pt x="1813890" y="3956202"/>
                  </a:lnTo>
                  <a:lnTo>
                    <a:pt x="1806295" y="3958666"/>
                  </a:lnTo>
                  <a:lnTo>
                    <a:pt x="1799971" y="3963898"/>
                  </a:lnTo>
                  <a:lnTo>
                    <a:pt x="1795754" y="3971429"/>
                  </a:lnTo>
                  <a:lnTo>
                    <a:pt x="1794548" y="3979951"/>
                  </a:lnTo>
                  <a:lnTo>
                    <a:pt x="1796440" y="3987825"/>
                  </a:lnTo>
                  <a:lnTo>
                    <a:pt x="1801037" y="3994188"/>
                  </a:lnTo>
                  <a:lnTo>
                    <a:pt x="1807946" y="3998188"/>
                  </a:lnTo>
                  <a:lnTo>
                    <a:pt x="1815960" y="3998950"/>
                  </a:lnTo>
                  <a:lnTo>
                    <a:pt x="1823542" y="3996474"/>
                  </a:lnTo>
                  <a:lnTo>
                    <a:pt x="1829866" y="3991229"/>
                  </a:lnTo>
                  <a:lnTo>
                    <a:pt x="1834095" y="3983672"/>
                  </a:lnTo>
                  <a:lnTo>
                    <a:pt x="1835289" y="3975176"/>
                  </a:lnTo>
                  <a:close/>
                </a:path>
                <a:path w="4093210" h="4026535">
                  <a:moveTo>
                    <a:pt x="1978863" y="3946728"/>
                  </a:moveTo>
                  <a:lnTo>
                    <a:pt x="1976615" y="3937457"/>
                  </a:lnTo>
                  <a:lnTo>
                    <a:pt x="1971179" y="3929964"/>
                  </a:lnTo>
                  <a:lnTo>
                    <a:pt x="1963013" y="3925252"/>
                  </a:lnTo>
                  <a:lnTo>
                    <a:pt x="1953564" y="3924338"/>
                  </a:lnTo>
                  <a:lnTo>
                    <a:pt x="1944611" y="3927246"/>
                  </a:lnTo>
                  <a:lnTo>
                    <a:pt x="1937156" y="3933406"/>
                  </a:lnTo>
                  <a:lnTo>
                    <a:pt x="1932165" y="3942296"/>
                  </a:lnTo>
                  <a:lnTo>
                    <a:pt x="1930755" y="3952329"/>
                  </a:lnTo>
                  <a:lnTo>
                    <a:pt x="1932990" y="3961600"/>
                  </a:lnTo>
                  <a:lnTo>
                    <a:pt x="1938426" y="3969118"/>
                  </a:lnTo>
                  <a:lnTo>
                    <a:pt x="1946579" y="3973842"/>
                  </a:lnTo>
                  <a:lnTo>
                    <a:pt x="1956041" y="3974744"/>
                  </a:lnTo>
                  <a:lnTo>
                    <a:pt x="1965007" y="3971823"/>
                  </a:lnTo>
                  <a:lnTo>
                    <a:pt x="1972475" y="3965638"/>
                  </a:lnTo>
                  <a:lnTo>
                    <a:pt x="1977440" y="3956748"/>
                  </a:lnTo>
                  <a:lnTo>
                    <a:pt x="1978863" y="3946728"/>
                  </a:lnTo>
                  <a:close/>
                </a:path>
                <a:path w="4093210" h="4026535">
                  <a:moveTo>
                    <a:pt x="2252510" y="3864876"/>
                  </a:moveTo>
                  <a:lnTo>
                    <a:pt x="2250427" y="3856202"/>
                  </a:lnTo>
                  <a:lnTo>
                    <a:pt x="2245360" y="3849179"/>
                  </a:lnTo>
                  <a:lnTo>
                    <a:pt x="2237727" y="3844760"/>
                  </a:lnTo>
                  <a:lnTo>
                    <a:pt x="2228900" y="3843921"/>
                  </a:lnTo>
                  <a:lnTo>
                    <a:pt x="2220531" y="3846652"/>
                  </a:lnTo>
                  <a:lnTo>
                    <a:pt x="2213559" y="3852443"/>
                  </a:lnTo>
                  <a:lnTo>
                    <a:pt x="2208898" y="3860774"/>
                  </a:lnTo>
                  <a:lnTo>
                    <a:pt x="2207577" y="3870121"/>
                  </a:lnTo>
                  <a:lnTo>
                    <a:pt x="2209660" y="3878783"/>
                  </a:lnTo>
                  <a:lnTo>
                    <a:pt x="2214740" y="3885806"/>
                  </a:lnTo>
                  <a:lnTo>
                    <a:pt x="2222360" y="3890226"/>
                  </a:lnTo>
                  <a:lnTo>
                    <a:pt x="2231199" y="3891051"/>
                  </a:lnTo>
                  <a:lnTo>
                    <a:pt x="2239568" y="3888321"/>
                  </a:lnTo>
                  <a:lnTo>
                    <a:pt x="2246541" y="3882555"/>
                  </a:lnTo>
                  <a:lnTo>
                    <a:pt x="2251176" y="3874262"/>
                  </a:lnTo>
                  <a:lnTo>
                    <a:pt x="2252510" y="3864876"/>
                  </a:lnTo>
                  <a:close/>
                </a:path>
                <a:path w="4093210" h="4026535">
                  <a:moveTo>
                    <a:pt x="2392121" y="3810584"/>
                  </a:moveTo>
                  <a:lnTo>
                    <a:pt x="2389555" y="3799890"/>
                  </a:lnTo>
                  <a:lnTo>
                    <a:pt x="2383307" y="3791229"/>
                  </a:lnTo>
                  <a:lnTo>
                    <a:pt x="2373909" y="3785793"/>
                  </a:lnTo>
                  <a:lnTo>
                    <a:pt x="2363012" y="3784765"/>
                  </a:lnTo>
                  <a:lnTo>
                    <a:pt x="2352700" y="3788130"/>
                  </a:lnTo>
                  <a:lnTo>
                    <a:pt x="2344102" y="3795255"/>
                  </a:lnTo>
                  <a:lnTo>
                    <a:pt x="2338362" y="3805517"/>
                  </a:lnTo>
                  <a:lnTo>
                    <a:pt x="2336723" y="3817061"/>
                  </a:lnTo>
                  <a:lnTo>
                    <a:pt x="2339302" y="3827742"/>
                  </a:lnTo>
                  <a:lnTo>
                    <a:pt x="2345550" y="3836390"/>
                  </a:lnTo>
                  <a:lnTo>
                    <a:pt x="2354961" y="3841826"/>
                  </a:lnTo>
                  <a:lnTo>
                    <a:pt x="2365845" y="3842867"/>
                  </a:lnTo>
                  <a:lnTo>
                    <a:pt x="2376157" y="3839514"/>
                  </a:lnTo>
                  <a:lnTo>
                    <a:pt x="2384755" y="3832390"/>
                  </a:lnTo>
                  <a:lnTo>
                    <a:pt x="2390483" y="3822154"/>
                  </a:lnTo>
                  <a:lnTo>
                    <a:pt x="2392121" y="3810584"/>
                  </a:lnTo>
                  <a:close/>
                </a:path>
                <a:path w="4093210" h="4026535">
                  <a:moveTo>
                    <a:pt x="3733508" y="7670"/>
                  </a:moveTo>
                  <a:lnTo>
                    <a:pt x="3731247" y="2768"/>
                  </a:lnTo>
                  <a:lnTo>
                    <a:pt x="3722560" y="0"/>
                  </a:lnTo>
                  <a:lnTo>
                    <a:pt x="3717760" y="2641"/>
                  </a:lnTo>
                  <a:lnTo>
                    <a:pt x="3714610" y="11976"/>
                  </a:lnTo>
                  <a:lnTo>
                    <a:pt x="3716845" y="16916"/>
                  </a:lnTo>
                  <a:lnTo>
                    <a:pt x="3725532" y="19685"/>
                  </a:lnTo>
                  <a:lnTo>
                    <a:pt x="3730345" y="17005"/>
                  </a:lnTo>
                  <a:lnTo>
                    <a:pt x="3731920" y="12357"/>
                  </a:lnTo>
                  <a:lnTo>
                    <a:pt x="3733508" y="7670"/>
                  </a:lnTo>
                  <a:close/>
                </a:path>
                <a:path w="4093210" h="4026535">
                  <a:moveTo>
                    <a:pt x="3809644" y="130581"/>
                  </a:moveTo>
                  <a:lnTo>
                    <a:pt x="3805999" y="122643"/>
                  </a:lnTo>
                  <a:lnTo>
                    <a:pt x="3791877" y="118135"/>
                  </a:lnTo>
                  <a:lnTo>
                    <a:pt x="3784079" y="122415"/>
                  </a:lnTo>
                  <a:lnTo>
                    <a:pt x="3778948" y="137591"/>
                  </a:lnTo>
                  <a:lnTo>
                    <a:pt x="3782593" y="145580"/>
                  </a:lnTo>
                  <a:lnTo>
                    <a:pt x="3796715" y="150088"/>
                  </a:lnTo>
                  <a:lnTo>
                    <a:pt x="3804513" y="145745"/>
                  </a:lnTo>
                  <a:lnTo>
                    <a:pt x="3807079" y="138163"/>
                  </a:lnTo>
                  <a:lnTo>
                    <a:pt x="3809644" y="130581"/>
                  </a:lnTo>
                  <a:close/>
                </a:path>
                <a:path w="4093210" h="4026535">
                  <a:moveTo>
                    <a:pt x="3827742" y="2194483"/>
                  </a:moveTo>
                  <a:lnTo>
                    <a:pt x="3825786" y="2186432"/>
                  </a:lnTo>
                  <a:lnTo>
                    <a:pt x="3821061" y="2179917"/>
                  </a:lnTo>
                  <a:lnTo>
                    <a:pt x="3813962" y="2175802"/>
                  </a:lnTo>
                  <a:lnTo>
                    <a:pt x="3805745" y="2175027"/>
                  </a:lnTo>
                  <a:lnTo>
                    <a:pt x="3797960" y="2177554"/>
                  </a:lnTo>
                  <a:lnTo>
                    <a:pt x="3791483" y="2182914"/>
                  </a:lnTo>
                  <a:lnTo>
                    <a:pt x="3787165" y="2190623"/>
                  </a:lnTo>
                  <a:lnTo>
                    <a:pt x="3785920" y="2199373"/>
                  </a:lnTo>
                  <a:lnTo>
                    <a:pt x="3787864" y="2207437"/>
                  </a:lnTo>
                  <a:lnTo>
                    <a:pt x="3792588" y="2213953"/>
                  </a:lnTo>
                  <a:lnTo>
                    <a:pt x="3799675" y="2218042"/>
                  </a:lnTo>
                  <a:lnTo>
                    <a:pt x="3807904" y="2218829"/>
                  </a:lnTo>
                  <a:lnTo>
                    <a:pt x="3815689" y="2216315"/>
                  </a:lnTo>
                  <a:lnTo>
                    <a:pt x="3822179" y="2210943"/>
                  </a:lnTo>
                  <a:lnTo>
                    <a:pt x="3826510" y="2203183"/>
                  </a:lnTo>
                  <a:lnTo>
                    <a:pt x="3827742" y="2194483"/>
                  </a:lnTo>
                  <a:close/>
                </a:path>
                <a:path w="4093210" h="4026535">
                  <a:moveTo>
                    <a:pt x="3874808" y="260731"/>
                  </a:moveTo>
                  <a:lnTo>
                    <a:pt x="3873208" y="254088"/>
                  </a:lnTo>
                  <a:lnTo>
                    <a:pt x="3869296" y="248716"/>
                  </a:lnTo>
                  <a:lnTo>
                    <a:pt x="3863441" y="245325"/>
                  </a:lnTo>
                  <a:lnTo>
                    <a:pt x="3856659" y="244678"/>
                  </a:lnTo>
                  <a:lnTo>
                    <a:pt x="3850233" y="246761"/>
                  </a:lnTo>
                  <a:lnTo>
                    <a:pt x="3844887" y="251180"/>
                  </a:lnTo>
                  <a:lnTo>
                    <a:pt x="3841318" y="257568"/>
                  </a:lnTo>
                  <a:lnTo>
                    <a:pt x="3840302" y="264756"/>
                  </a:lnTo>
                  <a:lnTo>
                    <a:pt x="3841902" y="271399"/>
                  </a:lnTo>
                  <a:lnTo>
                    <a:pt x="3845801" y="276783"/>
                  </a:lnTo>
                  <a:lnTo>
                    <a:pt x="3851668" y="280174"/>
                  </a:lnTo>
                  <a:lnTo>
                    <a:pt x="3858450" y="280822"/>
                  </a:lnTo>
                  <a:lnTo>
                    <a:pt x="3864876" y="278739"/>
                  </a:lnTo>
                  <a:lnTo>
                    <a:pt x="3870223" y="274307"/>
                  </a:lnTo>
                  <a:lnTo>
                    <a:pt x="3873792" y="267931"/>
                  </a:lnTo>
                  <a:lnTo>
                    <a:pt x="3874808" y="260731"/>
                  </a:lnTo>
                  <a:close/>
                </a:path>
                <a:path w="4093210" h="4026535">
                  <a:moveTo>
                    <a:pt x="3900271" y="1904555"/>
                  </a:moveTo>
                  <a:lnTo>
                    <a:pt x="3898671" y="1897913"/>
                  </a:lnTo>
                  <a:lnTo>
                    <a:pt x="3894785" y="1892528"/>
                  </a:lnTo>
                  <a:lnTo>
                    <a:pt x="3888930" y="1889150"/>
                  </a:lnTo>
                  <a:lnTo>
                    <a:pt x="3882161" y="1888502"/>
                  </a:lnTo>
                  <a:lnTo>
                    <a:pt x="3875748" y="1890585"/>
                  </a:lnTo>
                  <a:lnTo>
                    <a:pt x="3870388" y="1895017"/>
                  </a:lnTo>
                  <a:lnTo>
                    <a:pt x="3866819" y="1901405"/>
                  </a:lnTo>
                  <a:lnTo>
                    <a:pt x="3865803" y="1908581"/>
                  </a:lnTo>
                  <a:lnTo>
                    <a:pt x="3867404" y="1915236"/>
                  </a:lnTo>
                  <a:lnTo>
                    <a:pt x="3871303" y="1920608"/>
                  </a:lnTo>
                  <a:lnTo>
                    <a:pt x="3877145" y="1923999"/>
                  </a:lnTo>
                  <a:lnTo>
                    <a:pt x="3883926" y="1924646"/>
                  </a:lnTo>
                  <a:lnTo>
                    <a:pt x="3890340" y="1922551"/>
                  </a:lnTo>
                  <a:lnTo>
                    <a:pt x="3895687" y="1918131"/>
                  </a:lnTo>
                  <a:lnTo>
                    <a:pt x="3899255" y="1911756"/>
                  </a:lnTo>
                  <a:lnTo>
                    <a:pt x="3900271" y="1904555"/>
                  </a:lnTo>
                  <a:close/>
                </a:path>
                <a:path w="4093210" h="4026535">
                  <a:moveTo>
                    <a:pt x="3928402" y="391972"/>
                  </a:moveTo>
                  <a:lnTo>
                    <a:pt x="3924922" y="384289"/>
                  </a:lnTo>
                  <a:lnTo>
                    <a:pt x="3911346" y="379945"/>
                  </a:lnTo>
                  <a:lnTo>
                    <a:pt x="3903840" y="384124"/>
                  </a:lnTo>
                  <a:lnTo>
                    <a:pt x="3898887" y="398741"/>
                  </a:lnTo>
                  <a:lnTo>
                    <a:pt x="3902405" y="406387"/>
                  </a:lnTo>
                  <a:lnTo>
                    <a:pt x="3915981" y="410718"/>
                  </a:lnTo>
                  <a:lnTo>
                    <a:pt x="3923449" y="406590"/>
                  </a:lnTo>
                  <a:lnTo>
                    <a:pt x="3925925" y="399275"/>
                  </a:lnTo>
                  <a:lnTo>
                    <a:pt x="3928402" y="391972"/>
                  </a:lnTo>
                  <a:close/>
                </a:path>
                <a:path w="4093210" h="4026535">
                  <a:moveTo>
                    <a:pt x="3988536" y="528447"/>
                  </a:moveTo>
                  <a:lnTo>
                    <a:pt x="3986111" y="518363"/>
                  </a:lnTo>
                  <a:lnTo>
                    <a:pt x="3980218" y="510222"/>
                  </a:lnTo>
                  <a:lnTo>
                    <a:pt x="3971366" y="505104"/>
                  </a:lnTo>
                  <a:lnTo>
                    <a:pt x="3961079" y="504113"/>
                  </a:lnTo>
                  <a:lnTo>
                    <a:pt x="3951338" y="507276"/>
                  </a:lnTo>
                  <a:lnTo>
                    <a:pt x="3943235" y="513981"/>
                  </a:lnTo>
                  <a:lnTo>
                    <a:pt x="3937825" y="523671"/>
                  </a:lnTo>
                  <a:lnTo>
                    <a:pt x="3936276" y="534555"/>
                  </a:lnTo>
                  <a:lnTo>
                    <a:pt x="3938714" y="544626"/>
                  </a:lnTo>
                  <a:lnTo>
                    <a:pt x="3944620" y="552767"/>
                  </a:lnTo>
                  <a:lnTo>
                    <a:pt x="3953510" y="557911"/>
                  </a:lnTo>
                  <a:lnTo>
                    <a:pt x="3963771" y="558888"/>
                  </a:lnTo>
                  <a:lnTo>
                    <a:pt x="3973487" y="555726"/>
                  </a:lnTo>
                  <a:lnTo>
                    <a:pt x="3981577" y="549021"/>
                  </a:lnTo>
                  <a:lnTo>
                    <a:pt x="3986987" y="539369"/>
                  </a:lnTo>
                  <a:lnTo>
                    <a:pt x="3988536" y="528447"/>
                  </a:lnTo>
                  <a:close/>
                </a:path>
                <a:path w="4093210" h="4026535">
                  <a:moveTo>
                    <a:pt x="4029811" y="667740"/>
                  </a:moveTo>
                  <a:lnTo>
                    <a:pt x="4027373" y="657656"/>
                  </a:lnTo>
                  <a:lnTo>
                    <a:pt x="4021480" y="649490"/>
                  </a:lnTo>
                  <a:lnTo>
                    <a:pt x="4012590" y="644359"/>
                  </a:lnTo>
                  <a:lnTo>
                    <a:pt x="4002328" y="643382"/>
                  </a:lnTo>
                  <a:lnTo>
                    <a:pt x="3992600" y="646569"/>
                  </a:lnTo>
                  <a:lnTo>
                    <a:pt x="3984498" y="653288"/>
                  </a:lnTo>
                  <a:lnTo>
                    <a:pt x="3979100" y="662952"/>
                  </a:lnTo>
                  <a:lnTo>
                    <a:pt x="3977551" y="673849"/>
                  </a:lnTo>
                  <a:lnTo>
                    <a:pt x="3979976" y="683933"/>
                  </a:lnTo>
                  <a:lnTo>
                    <a:pt x="3985869" y="692086"/>
                  </a:lnTo>
                  <a:lnTo>
                    <a:pt x="3994721" y="697230"/>
                  </a:lnTo>
                  <a:lnTo>
                    <a:pt x="4005008" y="698195"/>
                  </a:lnTo>
                  <a:lnTo>
                    <a:pt x="4014749" y="695020"/>
                  </a:lnTo>
                  <a:lnTo>
                    <a:pt x="4022852" y="688301"/>
                  </a:lnTo>
                  <a:lnTo>
                    <a:pt x="4028262" y="678649"/>
                  </a:lnTo>
                  <a:lnTo>
                    <a:pt x="4029811" y="667740"/>
                  </a:lnTo>
                  <a:close/>
                </a:path>
                <a:path w="4093210" h="4026535">
                  <a:moveTo>
                    <a:pt x="4063949" y="809650"/>
                  </a:moveTo>
                  <a:lnTo>
                    <a:pt x="4061472" y="799376"/>
                  </a:lnTo>
                  <a:lnTo>
                    <a:pt x="4055453" y="791070"/>
                  </a:lnTo>
                  <a:lnTo>
                    <a:pt x="4046397" y="785837"/>
                  </a:lnTo>
                  <a:lnTo>
                    <a:pt x="4035920" y="784834"/>
                  </a:lnTo>
                  <a:lnTo>
                    <a:pt x="4026001" y="788060"/>
                  </a:lnTo>
                  <a:lnTo>
                    <a:pt x="4017734" y="794905"/>
                  </a:lnTo>
                  <a:lnTo>
                    <a:pt x="4012209" y="804773"/>
                  </a:lnTo>
                  <a:lnTo>
                    <a:pt x="4010634" y="815886"/>
                  </a:lnTo>
                  <a:lnTo>
                    <a:pt x="4013123" y="826173"/>
                  </a:lnTo>
                  <a:lnTo>
                    <a:pt x="4019143" y="834478"/>
                  </a:lnTo>
                  <a:lnTo>
                    <a:pt x="4028186" y="839711"/>
                  </a:lnTo>
                  <a:lnTo>
                    <a:pt x="4038663" y="840714"/>
                  </a:lnTo>
                  <a:lnTo>
                    <a:pt x="4048582" y="837488"/>
                  </a:lnTo>
                  <a:lnTo>
                    <a:pt x="4056850" y="830643"/>
                  </a:lnTo>
                  <a:lnTo>
                    <a:pt x="4062361" y="820775"/>
                  </a:lnTo>
                  <a:lnTo>
                    <a:pt x="4063949" y="809650"/>
                  </a:lnTo>
                  <a:close/>
                </a:path>
                <a:path w="4093210" h="4026535">
                  <a:moveTo>
                    <a:pt x="4092968" y="953528"/>
                  </a:moveTo>
                  <a:lnTo>
                    <a:pt x="4090200" y="942035"/>
                  </a:lnTo>
                  <a:lnTo>
                    <a:pt x="4083481" y="932713"/>
                  </a:lnTo>
                  <a:lnTo>
                    <a:pt x="4073372" y="926858"/>
                  </a:lnTo>
                  <a:lnTo>
                    <a:pt x="4061663" y="925753"/>
                  </a:lnTo>
                  <a:lnTo>
                    <a:pt x="4050563" y="929373"/>
                  </a:lnTo>
                  <a:lnTo>
                    <a:pt x="4041317" y="937044"/>
                  </a:lnTo>
                  <a:lnTo>
                    <a:pt x="4035145" y="948067"/>
                  </a:lnTo>
                  <a:lnTo>
                    <a:pt x="4033393" y="960488"/>
                  </a:lnTo>
                  <a:lnTo>
                    <a:pt x="4036174" y="971969"/>
                  </a:lnTo>
                  <a:lnTo>
                    <a:pt x="4042892" y="981278"/>
                  </a:lnTo>
                  <a:lnTo>
                    <a:pt x="4053001" y="987132"/>
                  </a:lnTo>
                  <a:lnTo>
                    <a:pt x="4064711" y="988237"/>
                  </a:lnTo>
                  <a:lnTo>
                    <a:pt x="4075798" y="984631"/>
                  </a:lnTo>
                  <a:lnTo>
                    <a:pt x="4085044" y="976972"/>
                  </a:lnTo>
                  <a:lnTo>
                    <a:pt x="4091203" y="965962"/>
                  </a:lnTo>
                  <a:lnTo>
                    <a:pt x="4092968" y="953528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0278" name="object 42">
              <a:extLst>
                <a:ext uri="{FF2B5EF4-FFF2-40B4-BE49-F238E27FC236}">
                  <a16:creationId xmlns="" xmlns:a16="http://schemas.microsoft.com/office/drawing/2014/main" id="{751FB811-484A-4248-AEEE-CCDA80DD3EF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5842" y="3373659"/>
              <a:ext cx="73164" cy="767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79" name="object 43">
              <a:extLst>
                <a:ext uri="{FF2B5EF4-FFF2-40B4-BE49-F238E27FC236}">
                  <a16:creationId xmlns="" xmlns:a16="http://schemas.microsoft.com/office/drawing/2014/main" id="{3DDE317E-97C6-4808-8265-6A61A9ACAA7B}"/>
                </a:ext>
              </a:extLst>
            </p:cNvPr>
            <p:cNvSpPr>
              <a:spLocks/>
            </p:cNvSpPr>
            <p:nvPr/>
          </p:nvSpPr>
          <p:spPr bwMode="auto">
            <a:xfrm>
              <a:off x="4929480" y="3527590"/>
              <a:ext cx="63500" cy="360045"/>
            </a:xfrm>
            <a:custGeom>
              <a:avLst/>
              <a:gdLst>
                <a:gd name="T0" fmla="*/ 59601 w 63500"/>
                <a:gd name="T1" fmla="*/ 325107 h 360045"/>
                <a:gd name="T2" fmla="*/ 56832 w 63500"/>
                <a:gd name="T3" fmla="*/ 313613 h 360045"/>
                <a:gd name="T4" fmla="*/ 50101 w 63500"/>
                <a:gd name="T5" fmla="*/ 304304 h 360045"/>
                <a:gd name="T6" fmla="*/ 39992 w 63500"/>
                <a:gd name="T7" fmla="*/ 298462 h 360045"/>
                <a:gd name="T8" fmla="*/ 28282 w 63500"/>
                <a:gd name="T9" fmla="*/ 297345 h 360045"/>
                <a:gd name="T10" fmla="*/ 17183 w 63500"/>
                <a:gd name="T11" fmla="*/ 300951 h 360045"/>
                <a:gd name="T12" fmla="*/ 7937 w 63500"/>
                <a:gd name="T13" fmla="*/ 308622 h 360045"/>
                <a:gd name="T14" fmla="*/ 1752 w 63500"/>
                <a:gd name="T15" fmla="*/ 319671 h 360045"/>
                <a:gd name="T16" fmla="*/ 0 w 63500"/>
                <a:gd name="T17" fmla="*/ 332079 h 360045"/>
                <a:gd name="T18" fmla="*/ 2781 w 63500"/>
                <a:gd name="T19" fmla="*/ 343547 h 360045"/>
                <a:gd name="T20" fmla="*/ 9512 w 63500"/>
                <a:gd name="T21" fmla="*/ 352844 h 360045"/>
                <a:gd name="T22" fmla="*/ 19634 w 63500"/>
                <a:gd name="T23" fmla="*/ 358686 h 360045"/>
                <a:gd name="T24" fmla="*/ 31343 w 63500"/>
                <a:gd name="T25" fmla="*/ 359803 h 360045"/>
                <a:gd name="T26" fmla="*/ 42430 w 63500"/>
                <a:gd name="T27" fmla="*/ 356196 h 360045"/>
                <a:gd name="T28" fmla="*/ 51663 w 63500"/>
                <a:gd name="T29" fmla="*/ 348564 h 360045"/>
                <a:gd name="T30" fmla="*/ 57823 w 63500"/>
                <a:gd name="T31" fmla="*/ 337566 h 360045"/>
                <a:gd name="T32" fmla="*/ 59601 w 63500"/>
                <a:gd name="T33" fmla="*/ 325107 h 360045"/>
                <a:gd name="T34" fmla="*/ 63119 w 63500"/>
                <a:gd name="T35" fmla="*/ 176745 h 360045"/>
                <a:gd name="T36" fmla="*/ 60540 w 63500"/>
                <a:gd name="T37" fmla="*/ 166065 h 360045"/>
                <a:gd name="T38" fmla="*/ 54292 w 63500"/>
                <a:gd name="T39" fmla="*/ 157416 h 360045"/>
                <a:gd name="T40" fmla="*/ 44881 w 63500"/>
                <a:gd name="T41" fmla="*/ 151968 h 360045"/>
                <a:gd name="T42" fmla="*/ 33997 w 63500"/>
                <a:gd name="T43" fmla="*/ 150939 h 360045"/>
                <a:gd name="T44" fmla="*/ 23685 w 63500"/>
                <a:gd name="T45" fmla="*/ 154292 h 360045"/>
                <a:gd name="T46" fmla="*/ 15100 w 63500"/>
                <a:gd name="T47" fmla="*/ 161417 h 360045"/>
                <a:gd name="T48" fmla="*/ 9359 w 63500"/>
                <a:gd name="T49" fmla="*/ 171640 h 360045"/>
                <a:gd name="T50" fmla="*/ 7721 w 63500"/>
                <a:gd name="T51" fmla="*/ 183222 h 360045"/>
                <a:gd name="T52" fmla="*/ 10299 w 63500"/>
                <a:gd name="T53" fmla="*/ 193916 h 360045"/>
                <a:gd name="T54" fmla="*/ 16548 w 63500"/>
                <a:gd name="T55" fmla="*/ 202565 h 360045"/>
                <a:gd name="T56" fmla="*/ 25946 w 63500"/>
                <a:gd name="T57" fmla="*/ 208000 h 360045"/>
                <a:gd name="T58" fmla="*/ 36842 w 63500"/>
                <a:gd name="T59" fmla="*/ 209042 h 360045"/>
                <a:gd name="T60" fmla="*/ 47155 w 63500"/>
                <a:gd name="T61" fmla="*/ 205676 h 360045"/>
                <a:gd name="T62" fmla="*/ 55753 w 63500"/>
                <a:gd name="T63" fmla="*/ 198551 h 360045"/>
                <a:gd name="T64" fmla="*/ 61480 w 63500"/>
                <a:gd name="T65" fmla="*/ 188277 h 360045"/>
                <a:gd name="T66" fmla="*/ 63119 w 63500"/>
                <a:gd name="T67" fmla="*/ 176745 h 360045"/>
                <a:gd name="T68" fmla="*/ 63423 w 63500"/>
                <a:gd name="T69" fmla="*/ 28244 h 360045"/>
                <a:gd name="T70" fmla="*/ 60617 w 63500"/>
                <a:gd name="T71" fmla="*/ 16548 h 360045"/>
                <a:gd name="T72" fmla="*/ 53771 w 63500"/>
                <a:gd name="T73" fmla="*/ 7073 h 360045"/>
                <a:gd name="T74" fmla="*/ 43484 w 63500"/>
                <a:gd name="T75" fmla="*/ 1130 h 360045"/>
                <a:gd name="T76" fmla="*/ 31584 w 63500"/>
                <a:gd name="T77" fmla="*/ 0 h 360045"/>
                <a:gd name="T78" fmla="*/ 20307 w 63500"/>
                <a:gd name="T79" fmla="*/ 3683 h 360045"/>
                <a:gd name="T80" fmla="*/ 10896 w 63500"/>
                <a:gd name="T81" fmla="*/ 11480 h 360045"/>
                <a:gd name="T82" fmla="*/ 4622 w 63500"/>
                <a:gd name="T83" fmla="*/ 22694 h 360045"/>
                <a:gd name="T84" fmla="*/ 2832 w 63500"/>
                <a:gd name="T85" fmla="*/ 35331 h 360045"/>
                <a:gd name="T86" fmla="*/ 5638 w 63500"/>
                <a:gd name="T87" fmla="*/ 47028 h 360045"/>
                <a:gd name="T88" fmla="*/ 12484 w 63500"/>
                <a:gd name="T89" fmla="*/ 56502 h 360045"/>
                <a:gd name="T90" fmla="*/ 22745 w 63500"/>
                <a:gd name="T91" fmla="*/ 62458 h 360045"/>
                <a:gd name="T92" fmla="*/ 34671 w 63500"/>
                <a:gd name="T93" fmla="*/ 63588 h 360045"/>
                <a:gd name="T94" fmla="*/ 45961 w 63500"/>
                <a:gd name="T95" fmla="*/ 59905 h 360045"/>
                <a:gd name="T96" fmla="*/ 55372 w 63500"/>
                <a:gd name="T97" fmla="*/ 52095 h 360045"/>
                <a:gd name="T98" fmla="*/ 61633 w 63500"/>
                <a:gd name="T99" fmla="*/ 40894 h 360045"/>
                <a:gd name="T100" fmla="*/ 63423 w 63500"/>
                <a:gd name="T101" fmla="*/ 28244 h 360045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</a:gdLst>
              <a:ahLst/>
              <a:cxnLst>
                <a:cxn ang="T102">
                  <a:pos x="T0" y="T1"/>
                </a:cxn>
                <a:cxn ang="T103">
                  <a:pos x="T2" y="T3"/>
                </a:cxn>
                <a:cxn ang="T104">
                  <a:pos x="T4" y="T5"/>
                </a:cxn>
                <a:cxn ang="T105">
                  <a:pos x="T6" y="T7"/>
                </a:cxn>
                <a:cxn ang="T106">
                  <a:pos x="T8" y="T9"/>
                </a:cxn>
                <a:cxn ang="T107">
                  <a:pos x="T10" y="T11"/>
                </a:cxn>
                <a:cxn ang="T108">
                  <a:pos x="T12" y="T13"/>
                </a:cxn>
                <a:cxn ang="T109">
                  <a:pos x="T14" y="T15"/>
                </a:cxn>
                <a:cxn ang="T110">
                  <a:pos x="T16" y="T17"/>
                </a:cxn>
                <a:cxn ang="T111">
                  <a:pos x="T18" y="T19"/>
                </a:cxn>
                <a:cxn ang="T112">
                  <a:pos x="T20" y="T21"/>
                </a:cxn>
                <a:cxn ang="T113">
                  <a:pos x="T22" y="T23"/>
                </a:cxn>
                <a:cxn ang="T114">
                  <a:pos x="T24" y="T25"/>
                </a:cxn>
                <a:cxn ang="T115">
                  <a:pos x="T26" y="T27"/>
                </a:cxn>
                <a:cxn ang="T116">
                  <a:pos x="T28" y="T29"/>
                </a:cxn>
                <a:cxn ang="T117">
                  <a:pos x="T30" y="T31"/>
                </a:cxn>
                <a:cxn ang="T118">
                  <a:pos x="T32" y="T33"/>
                </a:cxn>
                <a:cxn ang="T119">
                  <a:pos x="T34" y="T35"/>
                </a:cxn>
                <a:cxn ang="T120">
                  <a:pos x="T36" y="T37"/>
                </a:cxn>
                <a:cxn ang="T121">
                  <a:pos x="T38" y="T39"/>
                </a:cxn>
                <a:cxn ang="T122">
                  <a:pos x="T40" y="T41"/>
                </a:cxn>
                <a:cxn ang="T123">
                  <a:pos x="T42" y="T43"/>
                </a:cxn>
                <a:cxn ang="T124">
                  <a:pos x="T44" y="T45"/>
                </a:cxn>
                <a:cxn ang="T125">
                  <a:pos x="T46" y="T47"/>
                </a:cxn>
                <a:cxn ang="T126">
                  <a:pos x="T48" y="T49"/>
                </a:cxn>
                <a:cxn ang="T127">
                  <a:pos x="T50" y="T51"/>
                </a:cxn>
                <a:cxn ang="T128">
                  <a:pos x="T52" y="T53"/>
                </a:cxn>
                <a:cxn ang="T129">
                  <a:pos x="T54" y="T55"/>
                </a:cxn>
                <a:cxn ang="T130">
                  <a:pos x="T56" y="T57"/>
                </a:cxn>
                <a:cxn ang="T131">
                  <a:pos x="T58" y="T59"/>
                </a:cxn>
                <a:cxn ang="T132">
                  <a:pos x="T60" y="T61"/>
                </a:cxn>
                <a:cxn ang="T133">
                  <a:pos x="T62" y="T63"/>
                </a:cxn>
                <a:cxn ang="T134">
                  <a:pos x="T64" y="T65"/>
                </a:cxn>
                <a:cxn ang="T135">
                  <a:pos x="T66" y="T67"/>
                </a:cxn>
                <a:cxn ang="T136">
                  <a:pos x="T68" y="T69"/>
                </a:cxn>
                <a:cxn ang="T137">
                  <a:pos x="T70" y="T71"/>
                </a:cxn>
                <a:cxn ang="T138">
                  <a:pos x="T72" y="T73"/>
                </a:cxn>
                <a:cxn ang="T139">
                  <a:pos x="T74" y="T75"/>
                </a:cxn>
                <a:cxn ang="T140">
                  <a:pos x="T76" y="T77"/>
                </a:cxn>
                <a:cxn ang="T141">
                  <a:pos x="T78" y="T79"/>
                </a:cxn>
                <a:cxn ang="T142">
                  <a:pos x="T80" y="T81"/>
                </a:cxn>
                <a:cxn ang="T143">
                  <a:pos x="T82" y="T83"/>
                </a:cxn>
                <a:cxn ang="T144">
                  <a:pos x="T84" y="T85"/>
                </a:cxn>
                <a:cxn ang="T145">
                  <a:pos x="T86" y="T87"/>
                </a:cxn>
                <a:cxn ang="T146">
                  <a:pos x="T88" y="T89"/>
                </a:cxn>
                <a:cxn ang="T147">
                  <a:pos x="T90" y="T91"/>
                </a:cxn>
                <a:cxn ang="T148">
                  <a:pos x="T92" y="T93"/>
                </a:cxn>
                <a:cxn ang="T149">
                  <a:pos x="T94" y="T95"/>
                </a:cxn>
                <a:cxn ang="T150">
                  <a:pos x="T96" y="T97"/>
                </a:cxn>
                <a:cxn ang="T151">
                  <a:pos x="T98" y="T99"/>
                </a:cxn>
                <a:cxn ang="T152">
                  <a:pos x="T100" y="T101"/>
                </a:cxn>
              </a:cxnLst>
              <a:rect l="0" t="0" r="r" b="b"/>
              <a:pathLst>
                <a:path w="63500" h="360045">
                  <a:moveTo>
                    <a:pt x="59601" y="325107"/>
                  </a:moveTo>
                  <a:lnTo>
                    <a:pt x="56832" y="313613"/>
                  </a:lnTo>
                  <a:lnTo>
                    <a:pt x="50101" y="304304"/>
                  </a:lnTo>
                  <a:lnTo>
                    <a:pt x="39992" y="298462"/>
                  </a:lnTo>
                  <a:lnTo>
                    <a:pt x="28282" y="297345"/>
                  </a:lnTo>
                  <a:lnTo>
                    <a:pt x="17183" y="300951"/>
                  </a:lnTo>
                  <a:lnTo>
                    <a:pt x="7937" y="308622"/>
                  </a:lnTo>
                  <a:lnTo>
                    <a:pt x="1752" y="319671"/>
                  </a:lnTo>
                  <a:lnTo>
                    <a:pt x="0" y="332079"/>
                  </a:lnTo>
                  <a:lnTo>
                    <a:pt x="2781" y="343547"/>
                  </a:lnTo>
                  <a:lnTo>
                    <a:pt x="9512" y="352844"/>
                  </a:lnTo>
                  <a:lnTo>
                    <a:pt x="19634" y="358686"/>
                  </a:lnTo>
                  <a:lnTo>
                    <a:pt x="31343" y="359803"/>
                  </a:lnTo>
                  <a:lnTo>
                    <a:pt x="42430" y="356196"/>
                  </a:lnTo>
                  <a:lnTo>
                    <a:pt x="51663" y="348564"/>
                  </a:lnTo>
                  <a:lnTo>
                    <a:pt x="57823" y="337566"/>
                  </a:lnTo>
                  <a:lnTo>
                    <a:pt x="59601" y="325107"/>
                  </a:lnTo>
                  <a:close/>
                </a:path>
                <a:path w="63500" h="360045">
                  <a:moveTo>
                    <a:pt x="63119" y="176745"/>
                  </a:moveTo>
                  <a:lnTo>
                    <a:pt x="60540" y="166065"/>
                  </a:lnTo>
                  <a:lnTo>
                    <a:pt x="54292" y="157416"/>
                  </a:lnTo>
                  <a:lnTo>
                    <a:pt x="44881" y="151968"/>
                  </a:lnTo>
                  <a:lnTo>
                    <a:pt x="33997" y="150939"/>
                  </a:lnTo>
                  <a:lnTo>
                    <a:pt x="23685" y="154292"/>
                  </a:lnTo>
                  <a:lnTo>
                    <a:pt x="15100" y="161417"/>
                  </a:lnTo>
                  <a:lnTo>
                    <a:pt x="9359" y="171640"/>
                  </a:lnTo>
                  <a:lnTo>
                    <a:pt x="7721" y="183222"/>
                  </a:lnTo>
                  <a:lnTo>
                    <a:pt x="10299" y="193916"/>
                  </a:lnTo>
                  <a:lnTo>
                    <a:pt x="16548" y="202565"/>
                  </a:lnTo>
                  <a:lnTo>
                    <a:pt x="25946" y="208000"/>
                  </a:lnTo>
                  <a:lnTo>
                    <a:pt x="36842" y="209042"/>
                  </a:lnTo>
                  <a:lnTo>
                    <a:pt x="47155" y="205676"/>
                  </a:lnTo>
                  <a:lnTo>
                    <a:pt x="55753" y="198551"/>
                  </a:lnTo>
                  <a:lnTo>
                    <a:pt x="61480" y="188277"/>
                  </a:lnTo>
                  <a:lnTo>
                    <a:pt x="63119" y="176745"/>
                  </a:lnTo>
                  <a:close/>
                </a:path>
                <a:path w="63500" h="360045">
                  <a:moveTo>
                    <a:pt x="63423" y="28244"/>
                  </a:moveTo>
                  <a:lnTo>
                    <a:pt x="60617" y="16548"/>
                  </a:lnTo>
                  <a:lnTo>
                    <a:pt x="53771" y="7073"/>
                  </a:lnTo>
                  <a:lnTo>
                    <a:pt x="43484" y="1130"/>
                  </a:lnTo>
                  <a:lnTo>
                    <a:pt x="31584" y="0"/>
                  </a:lnTo>
                  <a:lnTo>
                    <a:pt x="20307" y="3683"/>
                  </a:lnTo>
                  <a:lnTo>
                    <a:pt x="10896" y="11480"/>
                  </a:lnTo>
                  <a:lnTo>
                    <a:pt x="4622" y="22694"/>
                  </a:lnTo>
                  <a:lnTo>
                    <a:pt x="2832" y="35331"/>
                  </a:lnTo>
                  <a:lnTo>
                    <a:pt x="5638" y="47028"/>
                  </a:lnTo>
                  <a:lnTo>
                    <a:pt x="12484" y="56502"/>
                  </a:lnTo>
                  <a:lnTo>
                    <a:pt x="22745" y="62458"/>
                  </a:lnTo>
                  <a:lnTo>
                    <a:pt x="34671" y="63588"/>
                  </a:lnTo>
                  <a:lnTo>
                    <a:pt x="45961" y="59905"/>
                  </a:lnTo>
                  <a:lnTo>
                    <a:pt x="55372" y="52095"/>
                  </a:lnTo>
                  <a:lnTo>
                    <a:pt x="61633" y="40894"/>
                  </a:lnTo>
                  <a:lnTo>
                    <a:pt x="63423" y="28244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0280" name="object 44">
              <a:extLst>
                <a:ext uri="{FF2B5EF4-FFF2-40B4-BE49-F238E27FC236}">
                  <a16:creationId xmlns="" xmlns:a16="http://schemas.microsoft.com/office/drawing/2014/main" id="{580D1538-D4C5-4129-83DB-9E5C80E13A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3357" y="3970738"/>
              <a:ext cx="64798" cy="679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81" name="object 45">
              <a:extLst>
                <a:ext uri="{FF2B5EF4-FFF2-40B4-BE49-F238E27FC236}">
                  <a16:creationId xmlns="" xmlns:a16="http://schemas.microsoft.com/office/drawing/2014/main" id="{DBA91F51-5836-45EC-9480-9F84ACFF77C8}"/>
                </a:ext>
              </a:extLst>
            </p:cNvPr>
            <p:cNvSpPr>
              <a:spLocks/>
            </p:cNvSpPr>
            <p:nvPr/>
          </p:nvSpPr>
          <p:spPr bwMode="auto">
            <a:xfrm>
              <a:off x="4823345" y="4120895"/>
              <a:ext cx="131445" cy="361315"/>
            </a:xfrm>
            <a:custGeom>
              <a:avLst/>
              <a:gdLst>
                <a:gd name="T0" fmla="*/ 70027 w 131445"/>
                <a:gd name="T1" fmla="*/ 320250 h 361314"/>
                <a:gd name="T2" fmla="*/ 66789 w 131445"/>
                <a:gd name="T3" fmla="*/ 306737 h 361314"/>
                <a:gd name="T4" fmla="*/ 65024 w 131445"/>
                <a:gd name="T5" fmla="*/ 304311 h 361314"/>
                <a:gd name="T6" fmla="*/ 7404 w 131445"/>
                <a:gd name="T7" fmla="*/ 304311 h 361314"/>
                <a:gd name="T8" fmla="*/ 2070 w 131445"/>
                <a:gd name="T9" fmla="*/ 313849 h 361314"/>
                <a:gd name="T10" fmla="*/ 0 w 131445"/>
                <a:gd name="T11" fmla="*/ 328441 h 361314"/>
                <a:gd name="T12" fmla="*/ 3263 w 131445"/>
                <a:gd name="T13" fmla="*/ 341929 h 361314"/>
                <a:gd name="T14" fmla="*/ 11176 w 131445"/>
                <a:gd name="T15" fmla="*/ 352851 h 361314"/>
                <a:gd name="T16" fmla="*/ 23063 w 131445"/>
                <a:gd name="T17" fmla="*/ 359721 h 361314"/>
                <a:gd name="T18" fmla="*/ 36830 w 131445"/>
                <a:gd name="T19" fmla="*/ 361029 h 361314"/>
                <a:gd name="T20" fmla="*/ 49860 w 131445"/>
                <a:gd name="T21" fmla="*/ 356800 h 361314"/>
                <a:gd name="T22" fmla="*/ 60718 w 131445"/>
                <a:gd name="T23" fmla="*/ 347809 h 361314"/>
                <a:gd name="T24" fmla="*/ 67957 w 131445"/>
                <a:gd name="T25" fmla="*/ 334880 h 361314"/>
                <a:gd name="T26" fmla="*/ 70027 w 131445"/>
                <a:gd name="T27" fmla="*/ 320250 h 361314"/>
                <a:gd name="T28" fmla="*/ 131356 w 131445"/>
                <a:gd name="T29" fmla="*/ 28257 h 361314"/>
                <a:gd name="T30" fmla="*/ 128536 w 131445"/>
                <a:gd name="T31" fmla="*/ 16560 h 361314"/>
                <a:gd name="T32" fmla="*/ 121704 w 131445"/>
                <a:gd name="T33" fmla="*/ 7099 h 361314"/>
                <a:gd name="T34" fmla="*/ 111417 w 131445"/>
                <a:gd name="T35" fmla="*/ 1143 h 361314"/>
                <a:gd name="T36" fmla="*/ 99491 w 131445"/>
                <a:gd name="T37" fmla="*/ 0 h 361314"/>
                <a:gd name="T38" fmla="*/ 88201 w 131445"/>
                <a:gd name="T39" fmla="*/ 3683 h 361314"/>
                <a:gd name="T40" fmla="*/ 78803 w 131445"/>
                <a:gd name="T41" fmla="*/ 11480 h 361314"/>
                <a:gd name="T42" fmla="*/ 72529 w 131445"/>
                <a:gd name="T43" fmla="*/ 22707 h 361314"/>
                <a:gd name="T44" fmla="*/ 70739 w 131445"/>
                <a:gd name="T45" fmla="*/ 35344 h 361314"/>
                <a:gd name="T46" fmla="*/ 73545 w 131445"/>
                <a:gd name="T47" fmla="*/ 47040 h 361314"/>
                <a:gd name="T48" fmla="*/ 80391 w 131445"/>
                <a:gd name="T49" fmla="*/ 56515 h 361314"/>
                <a:gd name="T50" fmla="*/ 90678 w 131445"/>
                <a:gd name="T51" fmla="*/ 62471 h 361314"/>
                <a:gd name="T52" fmla="*/ 102603 w 131445"/>
                <a:gd name="T53" fmla="*/ 63601 h 361314"/>
                <a:gd name="T54" fmla="*/ 113893 w 131445"/>
                <a:gd name="T55" fmla="*/ 59918 h 361314"/>
                <a:gd name="T56" fmla="*/ 123291 w 131445"/>
                <a:gd name="T57" fmla="*/ 52120 h 361314"/>
                <a:gd name="T58" fmla="*/ 129565 w 131445"/>
                <a:gd name="T59" fmla="*/ 40906 h 361314"/>
                <a:gd name="T60" fmla="*/ 131356 w 131445"/>
                <a:gd name="T61" fmla="*/ 28257 h 36131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131445" h="361314">
                  <a:moveTo>
                    <a:pt x="70027" y="320243"/>
                  </a:moveTo>
                  <a:lnTo>
                    <a:pt x="66789" y="306730"/>
                  </a:lnTo>
                  <a:lnTo>
                    <a:pt x="65024" y="304304"/>
                  </a:lnTo>
                  <a:lnTo>
                    <a:pt x="7404" y="304304"/>
                  </a:lnTo>
                  <a:lnTo>
                    <a:pt x="2070" y="313842"/>
                  </a:lnTo>
                  <a:lnTo>
                    <a:pt x="0" y="328434"/>
                  </a:lnTo>
                  <a:lnTo>
                    <a:pt x="3263" y="341922"/>
                  </a:lnTo>
                  <a:lnTo>
                    <a:pt x="11176" y="352844"/>
                  </a:lnTo>
                  <a:lnTo>
                    <a:pt x="23063" y="359714"/>
                  </a:lnTo>
                  <a:lnTo>
                    <a:pt x="36830" y="361022"/>
                  </a:lnTo>
                  <a:lnTo>
                    <a:pt x="49860" y="356793"/>
                  </a:lnTo>
                  <a:lnTo>
                    <a:pt x="60718" y="347802"/>
                  </a:lnTo>
                  <a:lnTo>
                    <a:pt x="67957" y="334873"/>
                  </a:lnTo>
                  <a:lnTo>
                    <a:pt x="70027" y="320243"/>
                  </a:lnTo>
                  <a:close/>
                </a:path>
                <a:path w="131445" h="361314">
                  <a:moveTo>
                    <a:pt x="131356" y="28257"/>
                  </a:moveTo>
                  <a:lnTo>
                    <a:pt x="128536" y="16560"/>
                  </a:lnTo>
                  <a:lnTo>
                    <a:pt x="121704" y="7099"/>
                  </a:lnTo>
                  <a:lnTo>
                    <a:pt x="111417" y="1143"/>
                  </a:lnTo>
                  <a:lnTo>
                    <a:pt x="99491" y="0"/>
                  </a:lnTo>
                  <a:lnTo>
                    <a:pt x="88201" y="3683"/>
                  </a:lnTo>
                  <a:lnTo>
                    <a:pt x="78803" y="11480"/>
                  </a:lnTo>
                  <a:lnTo>
                    <a:pt x="72529" y="22707"/>
                  </a:lnTo>
                  <a:lnTo>
                    <a:pt x="70739" y="35344"/>
                  </a:lnTo>
                  <a:lnTo>
                    <a:pt x="73545" y="47040"/>
                  </a:lnTo>
                  <a:lnTo>
                    <a:pt x="80391" y="56515"/>
                  </a:lnTo>
                  <a:lnTo>
                    <a:pt x="90678" y="62471"/>
                  </a:lnTo>
                  <a:lnTo>
                    <a:pt x="102603" y="63601"/>
                  </a:lnTo>
                  <a:lnTo>
                    <a:pt x="113893" y="59918"/>
                  </a:lnTo>
                  <a:lnTo>
                    <a:pt x="123291" y="52120"/>
                  </a:lnTo>
                  <a:lnTo>
                    <a:pt x="129565" y="40906"/>
                  </a:lnTo>
                  <a:lnTo>
                    <a:pt x="131356" y="28257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0282" name="object 46">
              <a:extLst>
                <a:ext uri="{FF2B5EF4-FFF2-40B4-BE49-F238E27FC236}">
                  <a16:creationId xmlns="" xmlns:a16="http://schemas.microsoft.com/office/drawing/2014/main" id="{7A89B851-CB28-44F7-8435-9DF7104FFC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78946" y="4552098"/>
              <a:ext cx="70020" cy="734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83" name="object 47">
              <a:extLst>
                <a:ext uri="{FF2B5EF4-FFF2-40B4-BE49-F238E27FC236}">
                  <a16:creationId xmlns="" xmlns:a16="http://schemas.microsoft.com/office/drawing/2014/main" id="{EF45B5B7-5245-47F1-9481-AE0D5603BC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5308" y="6251658"/>
              <a:ext cx="74201" cy="7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84" name="object 48">
              <a:extLst>
                <a:ext uri="{FF2B5EF4-FFF2-40B4-BE49-F238E27FC236}">
                  <a16:creationId xmlns="" xmlns:a16="http://schemas.microsoft.com/office/drawing/2014/main" id="{BCA31A8D-D61D-4314-9F36-A230BEE198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80388" y="6303516"/>
              <a:ext cx="74209" cy="778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85" name="object 49">
              <a:extLst>
                <a:ext uri="{FF2B5EF4-FFF2-40B4-BE49-F238E27FC236}">
                  <a16:creationId xmlns="" xmlns:a16="http://schemas.microsoft.com/office/drawing/2014/main" id="{F675855E-7B58-486C-AB3F-A25EBB093BF3}"/>
                </a:ext>
              </a:extLst>
            </p:cNvPr>
            <p:cNvSpPr>
              <a:spLocks/>
            </p:cNvSpPr>
            <p:nvPr/>
          </p:nvSpPr>
          <p:spPr bwMode="auto">
            <a:xfrm>
              <a:off x="957072" y="2268232"/>
              <a:ext cx="4003675" cy="4151629"/>
            </a:xfrm>
            <a:custGeom>
              <a:avLst/>
              <a:gdLst>
                <a:gd name="T0" fmla="*/ 10947 w 4003675"/>
                <a:gd name="T1" fmla="*/ 3784295 h 4151629"/>
                <a:gd name="T2" fmla="*/ 3073 w 4003675"/>
                <a:gd name="T3" fmla="*/ 3807549 h 4151629"/>
                <a:gd name="T4" fmla="*/ 23825 w 4003675"/>
                <a:gd name="T5" fmla="*/ 3801287 h 4151629"/>
                <a:gd name="T6" fmla="*/ 137477 w 4003675"/>
                <a:gd name="T7" fmla="*/ 3866438 h 4151629"/>
                <a:gd name="T8" fmla="*/ 118732 w 4003675"/>
                <a:gd name="T9" fmla="*/ 3876852 h 4151629"/>
                <a:gd name="T10" fmla="*/ 136448 w 4003675"/>
                <a:gd name="T11" fmla="*/ 3882504 h 4151629"/>
                <a:gd name="T12" fmla="*/ 264820 w 4003675"/>
                <a:gd name="T13" fmla="*/ 3940340 h 4151629"/>
                <a:gd name="T14" fmla="*/ 240258 w 4003675"/>
                <a:gd name="T15" fmla="*/ 3932491 h 4151629"/>
                <a:gd name="T16" fmla="*/ 252387 w 4003675"/>
                <a:gd name="T17" fmla="*/ 3959085 h 4151629"/>
                <a:gd name="T18" fmla="*/ 264820 w 4003675"/>
                <a:gd name="T19" fmla="*/ 3940340 h 4151629"/>
                <a:gd name="T20" fmla="*/ 372313 w 4003675"/>
                <a:gd name="T21" fmla="*/ 3990187 h 4151629"/>
                <a:gd name="T22" fmla="*/ 363385 w 4003675"/>
                <a:gd name="T23" fmla="*/ 4016565 h 4151629"/>
                <a:gd name="T24" fmla="*/ 386930 w 4003675"/>
                <a:gd name="T25" fmla="*/ 4009466 h 4151629"/>
                <a:gd name="T26" fmla="*/ 513994 w 4003675"/>
                <a:gd name="T27" fmla="*/ 4048658 h 4151629"/>
                <a:gd name="T28" fmla="*/ 487934 w 4003675"/>
                <a:gd name="T29" fmla="*/ 4063047 h 4151629"/>
                <a:gd name="T30" fmla="*/ 512533 w 4003675"/>
                <a:gd name="T31" fmla="*/ 4070908 h 4151629"/>
                <a:gd name="T32" fmla="*/ 651167 w 4003675"/>
                <a:gd name="T33" fmla="*/ 4103992 h 4151629"/>
                <a:gd name="T34" fmla="*/ 639826 w 4003675"/>
                <a:gd name="T35" fmla="*/ 4088561 h 4151629"/>
                <a:gd name="T36" fmla="*/ 621284 w 4003675"/>
                <a:gd name="T37" fmla="*/ 4094454 h 4151629"/>
                <a:gd name="T38" fmla="*/ 618286 w 4003675"/>
                <a:gd name="T39" fmla="*/ 4114673 h 4151629"/>
                <a:gd name="T40" fmla="*/ 634809 w 4003675"/>
                <a:gd name="T41" fmla="*/ 4124096 h 4151629"/>
                <a:gd name="T42" fmla="*/ 650138 w 4003675"/>
                <a:gd name="T43" fmla="*/ 4111206 h 4151629"/>
                <a:gd name="T44" fmla="*/ 783018 w 4003675"/>
                <a:gd name="T45" fmla="*/ 4135907 h 4151629"/>
                <a:gd name="T46" fmla="*/ 766978 w 4003675"/>
                <a:gd name="T47" fmla="*/ 4126788 h 4151629"/>
                <a:gd name="T48" fmla="*/ 752106 w 4003675"/>
                <a:gd name="T49" fmla="*/ 4139273 h 4151629"/>
                <a:gd name="T50" fmla="*/ 782370 w 4003675"/>
                <a:gd name="T51" fmla="*/ 4151503 h 4151629"/>
                <a:gd name="T52" fmla="*/ 3806075 w 4003675"/>
                <a:gd name="T53" fmla="*/ 0 h 4151629"/>
                <a:gd name="T54" fmla="*/ 3783279 w 4003675"/>
                <a:gd name="T55" fmla="*/ 7696 h 4151629"/>
                <a:gd name="T56" fmla="*/ 3805758 w 4003675"/>
                <a:gd name="T57" fmla="*/ 558 h 4151629"/>
                <a:gd name="T58" fmla="*/ 3878211 w 4003675"/>
                <a:gd name="T59" fmla="*/ 101244 h 4151629"/>
                <a:gd name="T60" fmla="*/ 3858183 w 4003675"/>
                <a:gd name="T61" fmla="*/ 89827 h 4151629"/>
                <a:gd name="T62" fmla="*/ 3839603 w 4003675"/>
                <a:gd name="T63" fmla="*/ 105486 h 4151629"/>
                <a:gd name="T64" fmla="*/ 3845001 w 4003675"/>
                <a:gd name="T65" fmla="*/ 128790 h 4151629"/>
                <a:gd name="T66" fmla="*/ 3868102 w 4003675"/>
                <a:gd name="T67" fmla="*/ 131152 h 4151629"/>
                <a:gd name="T68" fmla="*/ 3880154 w 4003675"/>
                <a:gd name="T69" fmla="*/ 109308 h 4151629"/>
                <a:gd name="T70" fmla="*/ 3935742 w 4003675"/>
                <a:gd name="T71" fmla="*/ 223977 h 4151629"/>
                <a:gd name="T72" fmla="*/ 3912641 w 4003675"/>
                <a:gd name="T73" fmla="*/ 221602 h 4151629"/>
                <a:gd name="T74" fmla="*/ 3900576 w 4003675"/>
                <a:gd name="T75" fmla="*/ 243433 h 4151629"/>
                <a:gd name="T76" fmla="*/ 3914356 w 4003675"/>
                <a:gd name="T77" fmla="*/ 262115 h 4151629"/>
                <a:gd name="T78" fmla="*/ 3936835 w 4003675"/>
                <a:gd name="T79" fmla="*/ 255003 h 4151629"/>
                <a:gd name="T80" fmla="*/ 4003090 w 4003675"/>
                <a:gd name="T81" fmla="*/ 370916 h 4151629"/>
                <a:gd name="T82" fmla="*/ 3985882 w 4003675"/>
                <a:gd name="T83" fmla="*/ 347535 h 4151629"/>
                <a:gd name="T84" fmla="*/ 3957751 w 4003675"/>
                <a:gd name="T85" fmla="*/ 356438 h 4151629"/>
                <a:gd name="T86" fmla="*/ 3953243 w 4003675"/>
                <a:gd name="T87" fmla="*/ 387083 h 4151629"/>
                <a:gd name="T88" fmla="*/ 3978287 w 4003675"/>
                <a:gd name="T89" fmla="*/ 401332 h 4151629"/>
                <a:gd name="T90" fmla="*/ 4001554 w 4003675"/>
                <a:gd name="T91" fmla="*/ 381825 h 4151629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0" t="0" r="r" b="b"/>
              <a:pathLst>
                <a:path w="4003675" h="4151629">
                  <a:moveTo>
                    <a:pt x="25984" y="3794899"/>
                  </a:moveTo>
                  <a:lnTo>
                    <a:pt x="22923" y="3788118"/>
                  </a:lnTo>
                  <a:lnTo>
                    <a:pt x="10947" y="3784295"/>
                  </a:lnTo>
                  <a:lnTo>
                    <a:pt x="4330" y="3787991"/>
                  </a:lnTo>
                  <a:lnTo>
                    <a:pt x="0" y="3800818"/>
                  </a:lnTo>
                  <a:lnTo>
                    <a:pt x="3073" y="3807549"/>
                  </a:lnTo>
                  <a:lnTo>
                    <a:pt x="15062" y="3811371"/>
                  </a:lnTo>
                  <a:lnTo>
                    <a:pt x="21653" y="3807726"/>
                  </a:lnTo>
                  <a:lnTo>
                    <a:pt x="23825" y="3801287"/>
                  </a:lnTo>
                  <a:lnTo>
                    <a:pt x="25984" y="3794899"/>
                  </a:lnTo>
                  <a:close/>
                </a:path>
                <a:path w="4003675" h="4151629">
                  <a:moveTo>
                    <a:pt x="140017" y="3871976"/>
                  </a:moveTo>
                  <a:lnTo>
                    <a:pt x="137477" y="3866438"/>
                  </a:lnTo>
                  <a:lnTo>
                    <a:pt x="127723" y="3863327"/>
                  </a:lnTo>
                  <a:lnTo>
                    <a:pt x="122301" y="3866324"/>
                  </a:lnTo>
                  <a:lnTo>
                    <a:pt x="118732" y="3876852"/>
                  </a:lnTo>
                  <a:lnTo>
                    <a:pt x="121285" y="3882352"/>
                  </a:lnTo>
                  <a:lnTo>
                    <a:pt x="131038" y="3885463"/>
                  </a:lnTo>
                  <a:lnTo>
                    <a:pt x="136448" y="3882504"/>
                  </a:lnTo>
                  <a:lnTo>
                    <a:pt x="138239" y="3877221"/>
                  </a:lnTo>
                  <a:lnTo>
                    <a:pt x="140017" y="3871976"/>
                  </a:lnTo>
                  <a:close/>
                </a:path>
                <a:path w="4003675" h="4151629">
                  <a:moveTo>
                    <a:pt x="264820" y="3940340"/>
                  </a:moveTo>
                  <a:lnTo>
                    <a:pt x="261302" y="3932694"/>
                  </a:lnTo>
                  <a:lnTo>
                    <a:pt x="247726" y="3928364"/>
                  </a:lnTo>
                  <a:lnTo>
                    <a:pt x="240258" y="3932491"/>
                  </a:lnTo>
                  <a:lnTo>
                    <a:pt x="235331" y="3947071"/>
                  </a:lnTo>
                  <a:lnTo>
                    <a:pt x="238798" y="3954742"/>
                  </a:lnTo>
                  <a:lnTo>
                    <a:pt x="252387" y="3959085"/>
                  </a:lnTo>
                  <a:lnTo>
                    <a:pt x="259892" y="3954907"/>
                  </a:lnTo>
                  <a:lnTo>
                    <a:pt x="262343" y="3947642"/>
                  </a:lnTo>
                  <a:lnTo>
                    <a:pt x="264820" y="3940340"/>
                  </a:lnTo>
                  <a:close/>
                </a:path>
                <a:path w="4003675" h="4151629">
                  <a:moveTo>
                    <a:pt x="389407" y="4002163"/>
                  </a:moveTo>
                  <a:lnTo>
                    <a:pt x="385876" y="3994518"/>
                  </a:lnTo>
                  <a:lnTo>
                    <a:pt x="372313" y="3990187"/>
                  </a:lnTo>
                  <a:lnTo>
                    <a:pt x="364820" y="3994315"/>
                  </a:lnTo>
                  <a:lnTo>
                    <a:pt x="359879" y="4008932"/>
                  </a:lnTo>
                  <a:lnTo>
                    <a:pt x="363385" y="4016565"/>
                  </a:lnTo>
                  <a:lnTo>
                    <a:pt x="376948" y="4020896"/>
                  </a:lnTo>
                  <a:lnTo>
                    <a:pt x="384454" y="4016781"/>
                  </a:lnTo>
                  <a:lnTo>
                    <a:pt x="386930" y="4009466"/>
                  </a:lnTo>
                  <a:lnTo>
                    <a:pt x="389407" y="4002163"/>
                  </a:lnTo>
                  <a:close/>
                </a:path>
                <a:path w="4003675" h="4151629">
                  <a:moveTo>
                    <a:pt x="517461" y="4056329"/>
                  </a:moveTo>
                  <a:lnTo>
                    <a:pt x="513994" y="4048658"/>
                  </a:lnTo>
                  <a:lnTo>
                    <a:pt x="500392" y="4044315"/>
                  </a:lnTo>
                  <a:lnTo>
                    <a:pt x="492861" y="4048480"/>
                  </a:lnTo>
                  <a:lnTo>
                    <a:pt x="487934" y="4063047"/>
                  </a:lnTo>
                  <a:lnTo>
                    <a:pt x="491451" y="4070743"/>
                  </a:lnTo>
                  <a:lnTo>
                    <a:pt x="505053" y="4075087"/>
                  </a:lnTo>
                  <a:lnTo>
                    <a:pt x="512533" y="4070908"/>
                  </a:lnTo>
                  <a:lnTo>
                    <a:pt x="515010" y="4063593"/>
                  </a:lnTo>
                  <a:lnTo>
                    <a:pt x="517461" y="4056329"/>
                  </a:lnTo>
                  <a:close/>
                </a:path>
                <a:path w="4003675" h="4151629">
                  <a:moveTo>
                    <a:pt x="651167" y="4103992"/>
                  </a:moveTo>
                  <a:lnTo>
                    <a:pt x="649566" y="4097324"/>
                  </a:lnTo>
                  <a:lnTo>
                    <a:pt x="645680" y="4091940"/>
                  </a:lnTo>
                  <a:lnTo>
                    <a:pt x="639826" y="4088561"/>
                  </a:lnTo>
                  <a:lnTo>
                    <a:pt x="633044" y="4087914"/>
                  </a:lnTo>
                  <a:lnTo>
                    <a:pt x="626630" y="4090009"/>
                  </a:lnTo>
                  <a:lnTo>
                    <a:pt x="621284" y="4094454"/>
                  </a:lnTo>
                  <a:lnTo>
                    <a:pt x="617702" y="4100855"/>
                  </a:lnTo>
                  <a:lnTo>
                    <a:pt x="616686" y="4108031"/>
                  </a:lnTo>
                  <a:lnTo>
                    <a:pt x="618286" y="4114673"/>
                  </a:lnTo>
                  <a:lnTo>
                    <a:pt x="622185" y="4120057"/>
                  </a:lnTo>
                  <a:lnTo>
                    <a:pt x="628027" y="4123448"/>
                  </a:lnTo>
                  <a:lnTo>
                    <a:pt x="634809" y="4124096"/>
                  </a:lnTo>
                  <a:lnTo>
                    <a:pt x="641235" y="4122001"/>
                  </a:lnTo>
                  <a:lnTo>
                    <a:pt x="646582" y="4117568"/>
                  </a:lnTo>
                  <a:lnTo>
                    <a:pt x="650138" y="4111206"/>
                  </a:lnTo>
                  <a:lnTo>
                    <a:pt x="651167" y="4103992"/>
                  </a:lnTo>
                  <a:close/>
                </a:path>
                <a:path w="4003675" h="4151629">
                  <a:moveTo>
                    <a:pt x="784580" y="4142346"/>
                  </a:moveTo>
                  <a:lnTo>
                    <a:pt x="783018" y="4135907"/>
                  </a:lnTo>
                  <a:lnTo>
                    <a:pt x="779233" y="4130700"/>
                  </a:lnTo>
                  <a:lnTo>
                    <a:pt x="773557" y="4127423"/>
                  </a:lnTo>
                  <a:lnTo>
                    <a:pt x="766978" y="4126788"/>
                  </a:lnTo>
                  <a:lnTo>
                    <a:pt x="760755" y="4128808"/>
                  </a:lnTo>
                  <a:lnTo>
                    <a:pt x="755561" y="4133088"/>
                  </a:lnTo>
                  <a:lnTo>
                    <a:pt x="752106" y="4139273"/>
                  </a:lnTo>
                  <a:lnTo>
                    <a:pt x="751116" y="4146258"/>
                  </a:lnTo>
                  <a:lnTo>
                    <a:pt x="752386" y="4151503"/>
                  </a:lnTo>
                  <a:lnTo>
                    <a:pt x="782370" y="4151503"/>
                  </a:lnTo>
                  <a:lnTo>
                    <a:pt x="783602" y="4149318"/>
                  </a:lnTo>
                  <a:lnTo>
                    <a:pt x="784580" y="4142346"/>
                  </a:lnTo>
                  <a:close/>
                </a:path>
                <a:path w="4003675" h="4151629">
                  <a:moveTo>
                    <a:pt x="3806075" y="0"/>
                  </a:moveTo>
                  <a:lnTo>
                    <a:pt x="3773576" y="0"/>
                  </a:lnTo>
                  <a:lnTo>
                    <a:pt x="3776180" y="3594"/>
                  </a:lnTo>
                  <a:lnTo>
                    <a:pt x="3783279" y="7696"/>
                  </a:lnTo>
                  <a:lnTo>
                    <a:pt x="3791496" y="8483"/>
                  </a:lnTo>
                  <a:lnTo>
                    <a:pt x="3799281" y="5943"/>
                  </a:lnTo>
                  <a:lnTo>
                    <a:pt x="3805758" y="558"/>
                  </a:lnTo>
                  <a:lnTo>
                    <a:pt x="3806075" y="0"/>
                  </a:lnTo>
                  <a:close/>
                </a:path>
                <a:path w="4003675" h="4151629">
                  <a:moveTo>
                    <a:pt x="3880154" y="109308"/>
                  </a:moveTo>
                  <a:lnTo>
                    <a:pt x="3878211" y="101244"/>
                  </a:lnTo>
                  <a:lnTo>
                    <a:pt x="3873487" y="94716"/>
                  </a:lnTo>
                  <a:lnTo>
                    <a:pt x="3866388" y="90601"/>
                  </a:lnTo>
                  <a:lnTo>
                    <a:pt x="3858183" y="89827"/>
                  </a:lnTo>
                  <a:lnTo>
                    <a:pt x="3850411" y="92367"/>
                  </a:lnTo>
                  <a:lnTo>
                    <a:pt x="3843934" y="97751"/>
                  </a:lnTo>
                  <a:lnTo>
                    <a:pt x="3839603" y="105486"/>
                  </a:lnTo>
                  <a:lnTo>
                    <a:pt x="3838359" y="114211"/>
                  </a:lnTo>
                  <a:lnTo>
                    <a:pt x="3840302" y="122275"/>
                  </a:lnTo>
                  <a:lnTo>
                    <a:pt x="3845001" y="128790"/>
                  </a:lnTo>
                  <a:lnTo>
                    <a:pt x="3852087" y="132892"/>
                  </a:lnTo>
                  <a:lnTo>
                    <a:pt x="3860317" y="133680"/>
                  </a:lnTo>
                  <a:lnTo>
                    <a:pt x="3868102" y="131152"/>
                  </a:lnTo>
                  <a:lnTo>
                    <a:pt x="3874592" y="125768"/>
                  </a:lnTo>
                  <a:lnTo>
                    <a:pt x="3878923" y="118033"/>
                  </a:lnTo>
                  <a:lnTo>
                    <a:pt x="3880154" y="109308"/>
                  </a:lnTo>
                  <a:close/>
                </a:path>
                <a:path w="4003675" h="4151629">
                  <a:moveTo>
                    <a:pt x="3942397" y="238531"/>
                  </a:moveTo>
                  <a:lnTo>
                    <a:pt x="3940454" y="230492"/>
                  </a:lnTo>
                  <a:lnTo>
                    <a:pt x="3935742" y="223977"/>
                  </a:lnTo>
                  <a:lnTo>
                    <a:pt x="3928643" y="219862"/>
                  </a:lnTo>
                  <a:lnTo>
                    <a:pt x="3920426" y="219075"/>
                  </a:lnTo>
                  <a:lnTo>
                    <a:pt x="3912641" y="221602"/>
                  </a:lnTo>
                  <a:lnTo>
                    <a:pt x="3906151" y="226961"/>
                  </a:lnTo>
                  <a:lnTo>
                    <a:pt x="3901821" y="234683"/>
                  </a:lnTo>
                  <a:lnTo>
                    <a:pt x="3900576" y="243433"/>
                  </a:lnTo>
                  <a:lnTo>
                    <a:pt x="3902532" y="251498"/>
                  </a:lnTo>
                  <a:lnTo>
                    <a:pt x="3907256" y="258025"/>
                  </a:lnTo>
                  <a:lnTo>
                    <a:pt x="3914356" y="262115"/>
                  </a:lnTo>
                  <a:lnTo>
                    <a:pt x="3922572" y="262902"/>
                  </a:lnTo>
                  <a:lnTo>
                    <a:pt x="3930358" y="260375"/>
                  </a:lnTo>
                  <a:lnTo>
                    <a:pt x="3936835" y="255003"/>
                  </a:lnTo>
                  <a:lnTo>
                    <a:pt x="3941165" y="247243"/>
                  </a:lnTo>
                  <a:lnTo>
                    <a:pt x="3942397" y="238531"/>
                  </a:lnTo>
                  <a:close/>
                </a:path>
                <a:path w="4003675" h="4151629">
                  <a:moveTo>
                    <a:pt x="4003090" y="370916"/>
                  </a:moveTo>
                  <a:lnTo>
                    <a:pt x="4000652" y="360832"/>
                  </a:lnTo>
                  <a:lnTo>
                    <a:pt x="3994747" y="352666"/>
                  </a:lnTo>
                  <a:lnTo>
                    <a:pt x="3985882" y="347535"/>
                  </a:lnTo>
                  <a:lnTo>
                    <a:pt x="3975608" y="346557"/>
                  </a:lnTo>
                  <a:lnTo>
                    <a:pt x="3965867" y="349719"/>
                  </a:lnTo>
                  <a:lnTo>
                    <a:pt x="3957751" y="356438"/>
                  </a:lnTo>
                  <a:lnTo>
                    <a:pt x="3952341" y="366115"/>
                  </a:lnTo>
                  <a:lnTo>
                    <a:pt x="3950805" y="377012"/>
                  </a:lnTo>
                  <a:lnTo>
                    <a:pt x="3953243" y="387083"/>
                  </a:lnTo>
                  <a:lnTo>
                    <a:pt x="3959148" y="395236"/>
                  </a:lnTo>
                  <a:lnTo>
                    <a:pt x="3968026" y="400354"/>
                  </a:lnTo>
                  <a:lnTo>
                    <a:pt x="3978287" y="401332"/>
                  </a:lnTo>
                  <a:lnTo>
                    <a:pt x="3988028" y="398183"/>
                  </a:lnTo>
                  <a:lnTo>
                    <a:pt x="3996144" y="391477"/>
                  </a:lnTo>
                  <a:lnTo>
                    <a:pt x="4001554" y="381825"/>
                  </a:lnTo>
                  <a:lnTo>
                    <a:pt x="4003090" y="370916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0286" name="object 50">
              <a:extLst>
                <a:ext uri="{FF2B5EF4-FFF2-40B4-BE49-F238E27FC236}">
                  <a16:creationId xmlns="" xmlns:a16="http://schemas.microsoft.com/office/drawing/2014/main" id="{82D06FB0-F2B9-4E60-801B-4A94DC8B71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8586" y="2742834"/>
              <a:ext cx="67940" cy="71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87" name="object 51">
              <a:extLst>
                <a:ext uri="{FF2B5EF4-FFF2-40B4-BE49-F238E27FC236}">
                  <a16:creationId xmlns="" xmlns:a16="http://schemas.microsoft.com/office/drawing/2014/main" id="{D0CDCFA9-FE45-4BD2-AECC-F2393B04655D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0058" y="2882023"/>
              <a:ext cx="36195" cy="199390"/>
            </a:xfrm>
            <a:custGeom>
              <a:avLst/>
              <a:gdLst>
                <a:gd name="T0" fmla="*/ 35648 w 36195"/>
                <a:gd name="T1" fmla="*/ 160090 h 199389"/>
                <a:gd name="T2" fmla="*/ 32397 w 36195"/>
                <a:gd name="T3" fmla="*/ 165919 h 199389"/>
                <a:gd name="T4" fmla="*/ 30137 w 36195"/>
                <a:gd name="T5" fmla="*/ 181845 h 199389"/>
                <a:gd name="T6" fmla="*/ 33680 w 36195"/>
                <a:gd name="T7" fmla="*/ 196552 h 199389"/>
                <a:gd name="T8" fmla="*/ 35648 w 36195"/>
                <a:gd name="T9" fmla="*/ 199282 h 199389"/>
                <a:gd name="T10" fmla="*/ 35648 w 36195"/>
                <a:gd name="T11" fmla="*/ 160090 h 199389"/>
                <a:gd name="T12" fmla="*/ 35661 w 36195"/>
                <a:gd name="T13" fmla="*/ 330 h 199389"/>
                <a:gd name="T14" fmla="*/ 2006 w 36195"/>
                <a:gd name="T15" fmla="*/ 25412 h 199389"/>
                <a:gd name="T16" fmla="*/ 0 w 36195"/>
                <a:gd name="T17" fmla="*/ 39573 h 199389"/>
                <a:gd name="T18" fmla="*/ 3149 w 36195"/>
                <a:gd name="T19" fmla="*/ 52679 h 199389"/>
                <a:gd name="T20" fmla="*/ 10820 w 36195"/>
                <a:gd name="T21" fmla="*/ 63284 h 199389"/>
                <a:gd name="T22" fmla="*/ 22352 w 36195"/>
                <a:gd name="T23" fmla="*/ 69964 h 199389"/>
                <a:gd name="T24" fmla="*/ 35661 w 36195"/>
                <a:gd name="T25" fmla="*/ 71234 h 199389"/>
                <a:gd name="T26" fmla="*/ 35661 w 36195"/>
                <a:gd name="T27" fmla="*/ 330 h 199389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0" t="0" r="r" b="b"/>
              <a:pathLst>
                <a:path w="36195" h="199389">
                  <a:moveTo>
                    <a:pt x="35648" y="160083"/>
                  </a:moveTo>
                  <a:lnTo>
                    <a:pt x="32397" y="165912"/>
                  </a:lnTo>
                  <a:lnTo>
                    <a:pt x="30137" y="181838"/>
                  </a:lnTo>
                  <a:lnTo>
                    <a:pt x="33680" y="196545"/>
                  </a:lnTo>
                  <a:lnTo>
                    <a:pt x="35648" y="199275"/>
                  </a:lnTo>
                  <a:lnTo>
                    <a:pt x="35648" y="160083"/>
                  </a:lnTo>
                  <a:close/>
                </a:path>
                <a:path w="36195" h="199389">
                  <a:moveTo>
                    <a:pt x="35661" y="330"/>
                  </a:moveTo>
                  <a:lnTo>
                    <a:pt x="2006" y="25412"/>
                  </a:lnTo>
                  <a:lnTo>
                    <a:pt x="0" y="39573"/>
                  </a:lnTo>
                  <a:lnTo>
                    <a:pt x="3149" y="52679"/>
                  </a:lnTo>
                  <a:lnTo>
                    <a:pt x="10820" y="63284"/>
                  </a:lnTo>
                  <a:lnTo>
                    <a:pt x="22352" y="69964"/>
                  </a:lnTo>
                  <a:lnTo>
                    <a:pt x="35661" y="71234"/>
                  </a:lnTo>
                  <a:lnTo>
                    <a:pt x="35661" y="330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0288" name="object 52">
              <a:extLst>
                <a:ext uri="{FF2B5EF4-FFF2-40B4-BE49-F238E27FC236}">
                  <a16:creationId xmlns="" xmlns:a16="http://schemas.microsoft.com/office/drawing/2014/main" id="{915D8B0F-3AD9-4246-B639-0A793F32C8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1" y="4483590"/>
              <a:ext cx="72288" cy="898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89" name="object 53">
              <a:extLst>
                <a:ext uri="{FF2B5EF4-FFF2-40B4-BE49-F238E27FC236}">
                  <a16:creationId xmlns="" xmlns:a16="http://schemas.microsoft.com/office/drawing/2014/main" id="{B33D696D-E449-4810-BBB2-3669C88514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594" y="4626617"/>
              <a:ext cx="85718" cy="898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90" name="object 54">
              <a:extLst>
                <a:ext uri="{FF2B5EF4-FFF2-40B4-BE49-F238E27FC236}">
                  <a16:creationId xmlns="" xmlns:a16="http://schemas.microsoft.com/office/drawing/2014/main" id="{422D9C1C-DCD6-49B7-BF27-7313CE6D1AD9}"/>
                </a:ext>
              </a:extLst>
            </p:cNvPr>
            <p:cNvSpPr>
              <a:spLocks/>
            </p:cNvSpPr>
            <p:nvPr/>
          </p:nvSpPr>
          <p:spPr bwMode="auto">
            <a:xfrm>
              <a:off x="962875" y="2288997"/>
              <a:ext cx="4063365" cy="4131310"/>
            </a:xfrm>
            <a:custGeom>
              <a:avLst/>
              <a:gdLst>
                <a:gd name="T0" fmla="*/ 15595 w 4063365"/>
                <a:gd name="T1" fmla="*/ 3972877 h 4131310"/>
                <a:gd name="T2" fmla="*/ 2946 w 4063365"/>
                <a:gd name="T3" fmla="*/ 3972763 h 4131310"/>
                <a:gd name="T4" fmla="*/ 2095 w 4063365"/>
                <a:gd name="T5" fmla="*/ 3986098 h 4131310"/>
                <a:gd name="T6" fmla="*/ 14744 w 4063365"/>
                <a:gd name="T7" fmla="*/ 3986199 h 4131310"/>
                <a:gd name="T8" fmla="*/ 17691 w 4063365"/>
                <a:gd name="T9" fmla="*/ 3977475 h 4131310"/>
                <a:gd name="T10" fmla="*/ 138798 w 4063365"/>
                <a:gd name="T11" fmla="*/ 4040568 h 4131310"/>
                <a:gd name="T12" fmla="*/ 119392 w 4063365"/>
                <a:gd name="T13" fmla="*/ 4040390 h 4131310"/>
                <a:gd name="T14" fmla="*/ 118059 w 4063365"/>
                <a:gd name="T15" fmla="*/ 4060888 h 4131310"/>
                <a:gd name="T16" fmla="*/ 137477 w 4063365"/>
                <a:gd name="T17" fmla="*/ 4061028 h 4131310"/>
                <a:gd name="T18" fmla="*/ 142011 w 4063365"/>
                <a:gd name="T19" fmla="*/ 4047604 h 4131310"/>
                <a:gd name="T20" fmla="*/ 264833 w 4063365"/>
                <a:gd name="T21" fmla="*/ 4102176 h 4131310"/>
                <a:gd name="T22" fmla="*/ 240385 w 4063365"/>
                <a:gd name="T23" fmla="*/ 4101973 h 4131310"/>
                <a:gd name="T24" fmla="*/ 238734 w 4063365"/>
                <a:gd name="T25" fmla="*/ 4127766 h 4131310"/>
                <a:gd name="T26" fmla="*/ 258191 w 4063365"/>
                <a:gd name="T27" fmla="*/ 4130738 h 4131310"/>
                <a:gd name="T28" fmla="*/ 268884 w 4063365"/>
                <a:gd name="T29" fmla="*/ 4111066 h 4131310"/>
                <a:gd name="T30" fmla="*/ 2321382 w 4063365"/>
                <a:gd name="T31" fmla="*/ 4123893 h 4131310"/>
                <a:gd name="T32" fmla="*/ 2287371 w 4063365"/>
                <a:gd name="T33" fmla="*/ 4127614 h 4131310"/>
                <a:gd name="T34" fmla="*/ 2333206 w 4063365"/>
                <a:gd name="T35" fmla="*/ 4130738 h 4131310"/>
                <a:gd name="T36" fmla="*/ 2475801 w 4063365"/>
                <a:gd name="T37" fmla="*/ 4091025 h 4131310"/>
                <a:gd name="T38" fmla="*/ 2453068 w 4063365"/>
                <a:gd name="T39" fmla="*/ 4070566 h 4131310"/>
                <a:gd name="T40" fmla="*/ 2422271 w 4063365"/>
                <a:gd name="T41" fmla="*/ 4073944 h 4131310"/>
                <a:gd name="T42" fmla="*/ 2401468 w 4063365"/>
                <a:gd name="T43" fmla="*/ 4099179 h 4131310"/>
                <a:gd name="T44" fmla="*/ 2402624 w 4063365"/>
                <a:gd name="T45" fmla="*/ 4130725 h 4131310"/>
                <a:gd name="T46" fmla="*/ 2477160 w 4063365"/>
                <a:gd name="T47" fmla="*/ 4123334 h 4131310"/>
                <a:gd name="T48" fmla="*/ 4031996 w 4063365"/>
                <a:gd name="T49" fmla="*/ 30822 h 4131310"/>
                <a:gd name="T50" fmla="*/ 3995966 w 4063365"/>
                <a:gd name="T51" fmla="*/ 0 h 4131310"/>
                <a:gd name="T52" fmla="*/ 3983050 w 4063365"/>
                <a:gd name="T53" fmla="*/ 8699 h 4131310"/>
                <a:gd name="T54" fmla="*/ 3975468 w 4063365"/>
                <a:gd name="T55" fmla="*/ 30822 h 4131310"/>
                <a:gd name="T56" fmla="*/ 3978059 w 4063365"/>
                <a:gd name="T57" fmla="*/ 42392 h 4131310"/>
                <a:gd name="T58" fmla="*/ 3994302 w 4063365"/>
                <a:gd name="T59" fmla="*/ 57010 h 4131310"/>
                <a:gd name="T60" fmla="*/ 4016311 w 4063365"/>
                <a:gd name="T61" fmla="*/ 54597 h 4131310"/>
                <a:gd name="T62" fmla="*/ 4031183 w 4063365"/>
                <a:gd name="T63" fmla="*/ 36588 h 4131310"/>
                <a:gd name="T64" fmla="*/ 4031996 w 4063365"/>
                <a:gd name="T65" fmla="*/ 30822 h 4131310"/>
                <a:gd name="T66" fmla="*/ 4053052 w 4063365"/>
                <a:gd name="T67" fmla="*/ 130606 h 4131310"/>
                <a:gd name="T68" fmla="*/ 4037927 w 4063365"/>
                <a:gd name="T69" fmla="*/ 148958 h 4131310"/>
                <a:gd name="T70" fmla="*/ 4038892 w 4063365"/>
                <a:gd name="T71" fmla="*/ 172466 h 4131310"/>
                <a:gd name="T72" fmla="*/ 4055427 w 4063365"/>
                <a:gd name="T73" fmla="*/ 187337 h 4131310"/>
                <a:gd name="T74" fmla="*/ 4062831 w 4063365"/>
                <a:gd name="T75" fmla="*/ 127393 h 4131310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</a:gdLst>
              <a:ahLst/>
              <a:cxnLst>
                <a:cxn ang="T76">
                  <a:pos x="T0" y="T1"/>
                </a:cxn>
                <a:cxn ang="T77">
                  <a:pos x="T2" y="T3"/>
                </a:cxn>
                <a:cxn ang="T78">
                  <a:pos x="T4" y="T5"/>
                </a:cxn>
                <a:cxn ang="T79">
                  <a:pos x="T6" y="T7"/>
                </a:cxn>
                <a:cxn ang="T80">
                  <a:pos x="T8" y="T9"/>
                </a:cxn>
                <a:cxn ang="T81">
                  <a:pos x="T10" y="T11"/>
                </a:cxn>
                <a:cxn ang="T82">
                  <a:pos x="T12" y="T13"/>
                </a:cxn>
                <a:cxn ang="T83">
                  <a:pos x="T14" y="T15"/>
                </a:cxn>
                <a:cxn ang="T84">
                  <a:pos x="T16" y="T17"/>
                </a:cxn>
                <a:cxn ang="T85">
                  <a:pos x="T18" y="T19"/>
                </a:cxn>
                <a:cxn ang="T86">
                  <a:pos x="T20" y="T21"/>
                </a:cxn>
                <a:cxn ang="T87">
                  <a:pos x="T22" y="T23"/>
                </a:cxn>
                <a:cxn ang="T88">
                  <a:pos x="T24" y="T25"/>
                </a:cxn>
                <a:cxn ang="T89">
                  <a:pos x="T26" y="T27"/>
                </a:cxn>
                <a:cxn ang="T90">
                  <a:pos x="T28" y="T29"/>
                </a:cxn>
                <a:cxn ang="T91">
                  <a:pos x="T30" y="T31"/>
                </a:cxn>
                <a:cxn ang="T92">
                  <a:pos x="T32" y="T33"/>
                </a:cxn>
                <a:cxn ang="T93">
                  <a:pos x="T34" y="T35"/>
                </a:cxn>
                <a:cxn ang="T94">
                  <a:pos x="T36" y="T37"/>
                </a:cxn>
                <a:cxn ang="T95">
                  <a:pos x="T38" y="T39"/>
                </a:cxn>
                <a:cxn ang="T96">
                  <a:pos x="T40" y="T41"/>
                </a:cxn>
                <a:cxn ang="T97">
                  <a:pos x="T42" y="T43"/>
                </a:cxn>
                <a:cxn ang="T98">
                  <a:pos x="T44" y="T45"/>
                </a:cxn>
                <a:cxn ang="T99">
                  <a:pos x="T46" y="T47"/>
                </a:cxn>
                <a:cxn ang="T100">
                  <a:pos x="T48" y="T49"/>
                </a:cxn>
                <a:cxn ang="T101">
                  <a:pos x="T50" y="T51"/>
                </a:cxn>
                <a:cxn ang="T102">
                  <a:pos x="T52" y="T53"/>
                </a:cxn>
                <a:cxn ang="T103">
                  <a:pos x="T54" y="T55"/>
                </a:cxn>
                <a:cxn ang="T104">
                  <a:pos x="T56" y="T57"/>
                </a:cxn>
                <a:cxn ang="T105">
                  <a:pos x="T58" y="T59"/>
                </a:cxn>
                <a:cxn ang="T106">
                  <a:pos x="T60" y="T61"/>
                </a:cxn>
                <a:cxn ang="T107">
                  <a:pos x="T62" y="T63"/>
                </a:cxn>
                <a:cxn ang="T108">
                  <a:pos x="T64" y="T65"/>
                </a:cxn>
                <a:cxn ang="T109">
                  <a:pos x="T66" y="T67"/>
                </a:cxn>
                <a:cxn ang="T110">
                  <a:pos x="T68" y="T69"/>
                </a:cxn>
                <a:cxn ang="T111">
                  <a:pos x="T70" y="T71"/>
                </a:cxn>
                <a:cxn ang="T112">
                  <a:pos x="T72" y="T73"/>
                </a:cxn>
                <a:cxn ang="T113">
                  <a:pos x="T74" y="T75"/>
                </a:cxn>
              </a:cxnLst>
              <a:rect l="0" t="0" r="r" b="b"/>
              <a:pathLst>
                <a:path w="4063365" h="4131310">
                  <a:moveTo>
                    <a:pt x="17691" y="3977475"/>
                  </a:moveTo>
                  <a:lnTo>
                    <a:pt x="15595" y="3972877"/>
                  </a:lnTo>
                  <a:lnTo>
                    <a:pt x="7442" y="3970274"/>
                  </a:lnTo>
                  <a:lnTo>
                    <a:pt x="2946" y="3972763"/>
                  </a:lnTo>
                  <a:lnTo>
                    <a:pt x="0" y="3981500"/>
                  </a:lnTo>
                  <a:lnTo>
                    <a:pt x="2095" y="3986098"/>
                  </a:lnTo>
                  <a:lnTo>
                    <a:pt x="10248" y="3988689"/>
                  </a:lnTo>
                  <a:lnTo>
                    <a:pt x="14744" y="3986199"/>
                  </a:lnTo>
                  <a:lnTo>
                    <a:pt x="16230" y="3981793"/>
                  </a:lnTo>
                  <a:lnTo>
                    <a:pt x="17691" y="3977475"/>
                  </a:lnTo>
                  <a:close/>
                </a:path>
                <a:path w="4063365" h="4131310">
                  <a:moveTo>
                    <a:pt x="142011" y="4047604"/>
                  </a:moveTo>
                  <a:lnTo>
                    <a:pt x="138798" y="4040568"/>
                  </a:lnTo>
                  <a:lnTo>
                    <a:pt x="126276" y="4036568"/>
                  </a:lnTo>
                  <a:lnTo>
                    <a:pt x="119392" y="4040390"/>
                  </a:lnTo>
                  <a:lnTo>
                    <a:pt x="114858" y="4053802"/>
                  </a:lnTo>
                  <a:lnTo>
                    <a:pt x="118059" y="4060888"/>
                  </a:lnTo>
                  <a:lnTo>
                    <a:pt x="130568" y="4064889"/>
                  </a:lnTo>
                  <a:lnTo>
                    <a:pt x="137477" y="4061028"/>
                  </a:lnTo>
                  <a:lnTo>
                    <a:pt x="139725" y="4054360"/>
                  </a:lnTo>
                  <a:lnTo>
                    <a:pt x="142011" y="4047604"/>
                  </a:lnTo>
                  <a:close/>
                </a:path>
                <a:path w="4063365" h="4131310">
                  <a:moveTo>
                    <a:pt x="268884" y="4111066"/>
                  </a:moveTo>
                  <a:lnTo>
                    <a:pt x="264833" y="4102176"/>
                  </a:lnTo>
                  <a:lnTo>
                    <a:pt x="249085" y="4097159"/>
                  </a:lnTo>
                  <a:lnTo>
                    <a:pt x="240385" y="4101973"/>
                  </a:lnTo>
                  <a:lnTo>
                    <a:pt x="234670" y="4118889"/>
                  </a:lnTo>
                  <a:lnTo>
                    <a:pt x="238734" y="4127766"/>
                  </a:lnTo>
                  <a:lnTo>
                    <a:pt x="248005" y="4130738"/>
                  </a:lnTo>
                  <a:lnTo>
                    <a:pt x="258191" y="4130738"/>
                  </a:lnTo>
                  <a:lnTo>
                    <a:pt x="263169" y="4127982"/>
                  </a:lnTo>
                  <a:lnTo>
                    <a:pt x="268884" y="4111066"/>
                  </a:lnTo>
                  <a:close/>
                </a:path>
                <a:path w="4063365" h="4131310">
                  <a:moveTo>
                    <a:pt x="2333206" y="4130738"/>
                  </a:moveTo>
                  <a:lnTo>
                    <a:pt x="2321382" y="4123893"/>
                  </a:lnTo>
                  <a:lnTo>
                    <a:pt x="2303919" y="4122229"/>
                  </a:lnTo>
                  <a:lnTo>
                    <a:pt x="2287371" y="4127614"/>
                  </a:lnTo>
                  <a:lnTo>
                    <a:pt x="2283599" y="4130738"/>
                  </a:lnTo>
                  <a:lnTo>
                    <a:pt x="2333206" y="4130738"/>
                  </a:lnTo>
                  <a:close/>
                </a:path>
                <a:path w="4063365" h="4131310">
                  <a:moveTo>
                    <a:pt x="2479535" y="4106545"/>
                  </a:moveTo>
                  <a:lnTo>
                    <a:pt x="2475801" y="4091025"/>
                  </a:lnTo>
                  <a:lnTo>
                    <a:pt x="2466708" y="4078465"/>
                  </a:lnTo>
                  <a:lnTo>
                    <a:pt x="2453068" y="4070566"/>
                  </a:lnTo>
                  <a:lnTo>
                    <a:pt x="2437244" y="4069054"/>
                  </a:lnTo>
                  <a:lnTo>
                    <a:pt x="2422271" y="4073944"/>
                  </a:lnTo>
                  <a:lnTo>
                    <a:pt x="2409787" y="4084282"/>
                  </a:lnTo>
                  <a:lnTo>
                    <a:pt x="2401468" y="4099179"/>
                  </a:lnTo>
                  <a:lnTo>
                    <a:pt x="2399068" y="4115968"/>
                  </a:lnTo>
                  <a:lnTo>
                    <a:pt x="2402624" y="4130725"/>
                  </a:lnTo>
                  <a:lnTo>
                    <a:pt x="2473020" y="4130725"/>
                  </a:lnTo>
                  <a:lnTo>
                    <a:pt x="2477160" y="4123334"/>
                  </a:lnTo>
                  <a:lnTo>
                    <a:pt x="2479535" y="4106545"/>
                  </a:lnTo>
                  <a:close/>
                </a:path>
                <a:path w="4063365" h="4131310">
                  <a:moveTo>
                    <a:pt x="4031996" y="30822"/>
                  </a:moveTo>
                  <a:lnTo>
                    <a:pt x="4006875" y="5664"/>
                  </a:lnTo>
                  <a:lnTo>
                    <a:pt x="3995966" y="0"/>
                  </a:lnTo>
                  <a:lnTo>
                    <a:pt x="3991953" y="1308"/>
                  </a:lnTo>
                  <a:lnTo>
                    <a:pt x="3983050" y="8699"/>
                  </a:lnTo>
                  <a:lnTo>
                    <a:pt x="3977094" y="19329"/>
                  </a:lnTo>
                  <a:lnTo>
                    <a:pt x="3975468" y="30822"/>
                  </a:lnTo>
                  <a:lnTo>
                    <a:pt x="3975392" y="31318"/>
                  </a:lnTo>
                  <a:lnTo>
                    <a:pt x="3978059" y="42392"/>
                  </a:lnTo>
                  <a:lnTo>
                    <a:pt x="3984548" y="51358"/>
                  </a:lnTo>
                  <a:lnTo>
                    <a:pt x="3994302" y="57010"/>
                  </a:lnTo>
                  <a:lnTo>
                    <a:pt x="4005605" y="58089"/>
                  </a:lnTo>
                  <a:lnTo>
                    <a:pt x="4016311" y="54597"/>
                  </a:lnTo>
                  <a:lnTo>
                    <a:pt x="4025239" y="47218"/>
                  </a:lnTo>
                  <a:lnTo>
                    <a:pt x="4031183" y="36588"/>
                  </a:lnTo>
                  <a:lnTo>
                    <a:pt x="4031932" y="31318"/>
                  </a:lnTo>
                  <a:lnTo>
                    <a:pt x="4031996" y="30822"/>
                  </a:lnTo>
                  <a:close/>
                </a:path>
                <a:path w="4063365" h="4131310">
                  <a:moveTo>
                    <a:pt x="4062831" y="127393"/>
                  </a:moveTo>
                  <a:lnTo>
                    <a:pt x="4053052" y="130606"/>
                  </a:lnTo>
                  <a:lnTo>
                    <a:pt x="4043972" y="138137"/>
                  </a:lnTo>
                  <a:lnTo>
                    <a:pt x="4037927" y="148958"/>
                  </a:lnTo>
                  <a:lnTo>
                    <a:pt x="4036187" y="161175"/>
                  </a:lnTo>
                  <a:lnTo>
                    <a:pt x="4038892" y="172466"/>
                  </a:lnTo>
                  <a:lnTo>
                    <a:pt x="4045496" y="181597"/>
                  </a:lnTo>
                  <a:lnTo>
                    <a:pt x="4055427" y="187337"/>
                  </a:lnTo>
                  <a:lnTo>
                    <a:pt x="4062831" y="188048"/>
                  </a:lnTo>
                  <a:lnTo>
                    <a:pt x="4062831" y="127393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0272" name="object 9">
            <a:extLst>
              <a:ext uri="{FF2B5EF4-FFF2-40B4-BE49-F238E27FC236}">
                <a16:creationId xmlns="" xmlns:a16="http://schemas.microsoft.com/office/drawing/2014/main" id="{CAD07731-2609-41B9-8F12-60D988DEC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60000" y="2384425"/>
            <a:ext cx="4476750" cy="1581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79512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3913"/>
              </a:lnSpc>
              <a:spcBef>
                <a:spcPts val="625"/>
              </a:spcBef>
            </a:pPr>
            <a:r>
              <a:rPr lang="ru-RU" altLang="ru-RU" sz="3600" b="1">
                <a:solidFill>
                  <a:srgbClr val="4D4C4C"/>
                </a:solidFill>
                <a:latin typeface="Inter Extra Bold" panose="02000903000000020004" pitchFamily="2" charset="0"/>
              </a:rPr>
              <a:t>СОВРЕМЕННЫЕ ПРОМЫШЛЕННЫЕ ТЕХНОЛОГИИ</a:t>
            </a:r>
            <a:endParaRPr lang="ru-RU" altLang="ru-RU" sz="3600">
              <a:latin typeface="Inter Extra Bold" panose="02000903000000020004" pitchFamily="2" charset="0"/>
            </a:endParaRPr>
          </a:p>
        </p:txBody>
      </p:sp>
      <p:sp>
        <p:nvSpPr>
          <p:cNvPr id="10273" name="object 10">
            <a:extLst>
              <a:ext uri="{FF2B5EF4-FFF2-40B4-BE49-F238E27FC236}">
                <a16:creationId xmlns="" xmlns:a16="http://schemas.microsoft.com/office/drawing/2014/main" id="{1B4B62E2-712A-4D6F-AF40-11BADED826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60000" y="4302125"/>
            <a:ext cx="652145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000">
                <a:solidFill>
                  <a:srgbClr val="1D1D1B"/>
                </a:solidFill>
                <a:latin typeface="Inter Regular" panose="02000503000000020004" pitchFamily="2" charset="0"/>
              </a:rPr>
              <a:t>Все продукты компании отвечают актуальным требованиям к качеству, функциональности, безопасности и экологичности.</a:t>
            </a:r>
            <a:endParaRPr lang="ru-RU" altLang="ru-RU" sz="2000">
              <a:latin typeface="Inter Regular" panose="02000503000000020004" pitchFamily="2" charset="0"/>
            </a:endParaRPr>
          </a:p>
        </p:txBody>
      </p:sp>
      <p:sp>
        <p:nvSpPr>
          <p:cNvPr id="10274" name="object 11">
            <a:extLst>
              <a:ext uri="{FF2B5EF4-FFF2-40B4-BE49-F238E27FC236}">
                <a16:creationId xmlns="" xmlns:a16="http://schemas.microsoft.com/office/drawing/2014/main" id="{7E4A8B94-4A7C-4B8B-ABCE-9BF440B8EC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60000" y="5545138"/>
            <a:ext cx="6519863" cy="1336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000">
                <a:solidFill>
                  <a:srgbClr val="1D1D1B"/>
                </a:solidFill>
                <a:latin typeface="Inter Regular" panose="02000503000000020004" pitchFamily="2" charset="0"/>
              </a:rPr>
              <a:t>Мы проводим анализ сырья и мониторинг продукции, соблюдая санитарные нормы и реализуя программы по снижению воздействия на окружающую среду.</a:t>
            </a:r>
            <a:endParaRPr lang="ru-RU" altLang="ru-RU" sz="2000">
              <a:latin typeface="Inter Regular" panose="020005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2">
            <a:extLst>
              <a:ext uri="{FF2B5EF4-FFF2-40B4-BE49-F238E27FC236}">
                <a16:creationId xmlns="" xmlns:a16="http://schemas.microsoft.com/office/drawing/2014/main" id="{7536FA3B-EE3E-4904-8AC1-DF714E9D618D}"/>
              </a:ext>
            </a:extLst>
          </p:cNvPr>
          <p:cNvSpPr/>
          <p:nvPr/>
        </p:nvSpPr>
        <p:spPr>
          <a:xfrm>
            <a:off x="1543050" y="987425"/>
            <a:ext cx="7440613" cy="581025"/>
          </a:xfrm>
          <a:prstGeom prst="rect">
            <a:avLst/>
          </a:prstGeom>
          <a:noFill/>
          <a:ln/>
        </p:spPr>
        <p:txBody>
          <a:bodyPr lIns="0" tIns="0" rIns="0" bIns="0" anchor="b"/>
          <a:lstStyle/>
          <a:p>
            <a:pPr eaLnBrk="1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ПРОИЗВОДСТВО</a:t>
            </a:r>
            <a:endParaRPr lang="en-US" sz="4400" b="1" dirty="0">
              <a:solidFill>
                <a:srgbClr val="656565"/>
              </a:solidFill>
              <a:latin typeface="Inter Extra Bold" panose="02000903000000020004" pitchFamily="2" charset="0"/>
            </a:endParaRPr>
          </a:p>
        </p:txBody>
      </p:sp>
      <p:pic>
        <p:nvPicPr>
          <p:cNvPr id="7" name="Line 1" descr="preencoded.png">
            <a:extLst>
              <a:ext uri="{FF2B5EF4-FFF2-40B4-BE49-F238E27FC236}">
                <a16:creationId xmlns="" xmlns:a16="http://schemas.microsoft.com/office/drawing/2014/main" id="{641C6907-5630-4B01-BF42-4544AB9AA15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12001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292" name="Объект 90">
            <a:extLst>
              <a:ext uri="{FF2B5EF4-FFF2-40B4-BE49-F238E27FC236}">
                <a16:creationId xmlns="" xmlns:a16="http://schemas.microsoft.com/office/drawing/2014/main" id="{C382515D-6F70-492B-A443-1EF1013E70A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295438" y="9906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0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Объект 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9906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93" name="object 18">
            <a:extLst>
              <a:ext uri="{FF2B5EF4-FFF2-40B4-BE49-F238E27FC236}">
                <a16:creationId xmlns="" xmlns:a16="http://schemas.microsoft.com/office/drawing/2014/main" id="{0F60DE95-92A0-49CC-BBE1-3A0EBB13C898}"/>
              </a:ext>
            </a:extLst>
          </p:cNvPr>
          <p:cNvSpPr>
            <a:spLocks/>
          </p:cNvSpPr>
          <p:nvPr/>
        </p:nvSpPr>
        <p:spPr bwMode="auto">
          <a:xfrm>
            <a:off x="1751013" y="7126288"/>
            <a:ext cx="1587" cy="1587"/>
          </a:xfrm>
          <a:custGeom>
            <a:avLst/>
            <a:gdLst>
              <a:gd name="T0" fmla="*/ 2489 w 1269"/>
              <a:gd name="T1" fmla="*/ 0 h 1270"/>
              <a:gd name="T2" fmla="*/ 974 w 1269"/>
              <a:gd name="T3" fmla="*/ 721 h 1270"/>
              <a:gd name="T4" fmla="*/ 485 w 1269"/>
              <a:gd name="T5" fmla="*/ 2229 h 1270"/>
              <a:gd name="T6" fmla="*/ 0 w 1269"/>
              <a:gd name="T7" fmla="*/ 3565 h 1270"/>
              <a:gd name="T8" fmla="*/ 790 w 1269"/>
              <a:gd name="T9" fmla="*/ 5013 h 1270"/>
              <a:gd name="T10" fmla="*/ 2061 w 1269"/>
              <a:gd name="T11" fmla="*/ 5435 h 1270"/>
              <a:gd name="T12" fmla="*/ 3340 w 1269"/>
              <a:gd name="T13" fmla="*/ 5799 h 1270"/>
              <a:gd name="T14" fmla="*/ 4736 w 1269"/>
              <a:gd name="T15" fmla="*/ 5068 h 1270"/>
              <a:gd name="T16" fmla="*/ 5161 w 1269"/>
              <a:gd name="T17" fmla="*/ 3743 h 1270"/>
              <a:gd name="T18" fmla="*/ 5709 w 1269"/>
              <a:gd name="T19" fmla="*/ 2229 h 1270"/>
              <a:gd name="T20" fmla="*/ 5041 w 1269"/>
              <a:gd name="T21" fmla="*/ 782 h 1270"/>
              <a:gd name="T22" fmla="*/ 3826 w 1269"/>
              <a:gd name="T23" fmla="*/ 417 h 1270"/>
              <a:gd name="T24" fmla="*/ 2489 w 1269"/>
              <a:gd name="T25" fmla="*/ 0 h 1270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0" t="0" r="r" b="b"/>
            <a:pathLst>
              <a:path w="1269" h="1270">
                <a:moveTo>
                  <a:pt x="520" y="0"/>
                </a:moveTo>
                <a:lnTo>
                  <a:pt x="203" y="152"/>
                </a:lnTo>
                <a:lnTo>
                  <a:pt x="101" y="469"/>
                </a:lnTo>
                <a:lnTo>
                  <a:pt x="0" y="749"/>
                </a:lnTo>
                <a:lnTo>
                  <a:pt x="165" y="1054"/>
                </a:lnTo>
                <a:lnTo>
                  <a:pt x="431" y="1143"/>
                </a:lnTo>
                <a:lnTo>
                  <a:pt x="698" y="1219"/>
                </a:lnTo>
                <a:lnTo>
                  <a:pt x="990" y="1066"/>
                </a:lnTo>
                <a:lnTo>
                  <a:pt x="1079" y="787"/>
                </a:lnTo>
                <a:lnTo>
                  <a:pt x="1193" y="469"/>
                </a:lnTo>
                <a:lnTo>
                  <a:pt x="1054" y="165"/>
                </a:lnTo>
                <a:lnTo>
                  <a:pt x="800" y="88"/>
                </a:lnTo>
                <a:lnTo>
                  <a:pt x="520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2294" name="object 25">
            <a:extLst>
              <a:ext uri="{FF2B5EF4-FFF2-40B4-BE49-F238E27FC236}">
                <a16:creationId xmlns="" xmlns:a16="http://schemas.microsoft.com/office/drawing/2014/main" id="{4E335A40-0758-4F65-AB6E-F1214ECA4A74}"/>
              </a:ext>
            </a:extLst>
          </p:cNvPr>
          <p:cNvSpPr>
            <a:spLocks/>
          </p:cNvSpPr>
          <p:nvPr/>
        </p:nvSpPr>
        <p:spPr bwMode="auto">
          <a:xfrm>
            <a:off x="1557338" y="7292975"/>
            <a:ext cx="3175" cy="1588"/>
          </a:xfrm>
          <a:custGeom>
            <a:avLst/>
            <a:gdLst>
              <a:gd name="T0" fmla="*/ 303654 w 1269"/>
              <a:gd name="T1" fmla="*/ 0 h 1270"/>
              <a:gd name="T2" fmla="*/ 124608 w 1269"/>
              <a:gd name="T3" fmla="*/ 789 h 1270"/>
              <a:gd name="T4" fmla="*/ 62066 w 1269"/>
              <a:gd name="T5" fmla="*/ 2304 h 1270"/>
              <a:gd name="T6" fmla="*/ 0 w 1269"/>
              <a:gd name="T7" fmla="*/ 3641 h 1270"/>
              <a:gd name="T8" fmla="*/ 85390 w 1269"/>
              <a:gd name="T9" fmla="*/ 5095 h 1270"/>
              <a:gd name="T10" fmla="*/ 257060 w 1269"/>
              <a:gd name="T11" fmla="*/ 5519 h 1270"/>
              <a:gd name="T12" fmla="*/ 413050 w 1269"/>
              <a:gd name="T13" fmla="*/ 5881 h 1270"/>
              <a:gd name="T14" fmla="*/ 607576 w 1269"/>
              <a:gd name="T15" fmla="*/ 5155 h 1270"/>
              <a:gd name="T16" fmla="*/ 662279 w 1269"/>
              <a:gd name="T17" fmla="*/ 3820 h 1270"/>
              <a:gd name="T18" fmla="*/ 732184 w 1269"/>
              <a:gd name="T19" fmla="*/ 2304 h 1270"/>
              <a:gd name="T20" fmla="*/ 630894 w 1269"/>
              <a:gd name="T21" fmla="*/ 843 h 1270"/>
              <a:gd name="T22" fmla="*/ 475124 w 1269"/>
              <a:gd name="T23" fmla="*/ 423 h 1270"/>
              <a:gd name="T24" fmla="*/ 303654 w 1269"/>
              <a:gd name="T25" fmla="*/ 0 h 1270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0" t="0" r="r" b="b"/>
            <a:pathLst>
              <a:path w="1269" h="1270">
                <a:moveTo>
                  <a:pt x="495" y="0"/>
                </a:moveTo>
                <a:lnTo>
                  <a:pt x="203" y="165"/>
                </a:lnTo>
                <a:lnTo>
                  <a:pt x="101" y="482"/>
                </a:lnTo>
                <a:lnTo>
                  <a:pt x="0" y="762"/>
                </a:lnTo>
                <a:lnTo>
                  <a:pt x="139" y="1066"/>
                </a:lnTo>
                <a:lnTo>
                  <a:pt x="419" y="1155"/>
                </a:lnTo>
                <a:lnTo>
                  <a:pt x="673" y="1231"/>
                </a:lnTo>
                <a:lnTo>
                  <a:pt x="990" y="1079"/>
                </a:lnTo>
                <a:lnTo>
                  <a:pt x="1079" y="800"/>
                </a:lnTo>
                <a:lnTo>
                  <a:pt x="1193" y="482"/>
                </a:lnTo>
                <a:lnTo>
                  <a:pt x="1028" y="177"/>
                </a:lnTo>
                <a:lnTo>
                  <a:pt x="774" y="88"/>
                </a:lnTo>
                <a:lnTo>
                  <a:pt x="495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2295" name="object 28">
            <a:extLst>
              <a:ext uri="{FF2B5EF4-FFF2-40B4-BE49-F238E27FC236}">
                <a16:creationId xmlns="" xmlns:a16="http://schemas.microsoft.com/office/drawing/2014/main" id="{69EDD3ED-3AD0-4B35-A825-E30CFB8EF9EB}"/>
              </a:ext>
            </a:extLst>
          </p:cNvPr>
          <p:cNvSpPr>
            <a:spLocks/>
          </p:cNvSpPr>
          <p:nvPr/>
        </p:nvSpPr>
        <p:spPr bwMode="auto">
          <a:xfrm>
            <a:off x="1741488" y="7683500"/>
            <a:ext cx="12700" cy="11113"/>
          </a:xfrm>
          <a:custGeom>
            <a:avLst/>
            <a:gdLst>
              <a:gd name="T0" fmla="*/ 107172 w 7619"/>
              <a:gd name="T1" fmla="*/ 0 h 7620"/>
              <a:gd name="T2" fmla="*/ 42239 w 7619"/>
              <a:gd name="T3" fmla="*/ 14081 h 7620"/>
              <a:gd name="T4" fmla="*/ 21299 w 7619"/>
              <a:gd name="T5" fmla="*/ 38659 h 7620"/>
              <a:gd name="T6" fmla="*/ 0 w 7619"/>
              <a:gd name="T7" fmla="*/ 63080 h 7620"/>
              <a:gd name="T8" fmla="*/ 30397 w 7619"/>
              <a:gd name="T9" fmla="*/ 89105 h 7620"/>
              <a:gd name="T10" fmla="*/ 146674 w 7619"/>
              <a:gd name="T11" fmla="*/ 103526 h 7620"/>
              <a:gd name="T12" fmla="*/ 211606 w 7619"/>
              <a:gd name="T13" fmla="*/ 89635 h 7620"/>
              <a:gd name="T14" fmla="*/ 232486 w 7619"/>
              <a:gd name="T15" fmla="*/ 65043 h 7620"/>
              <a:gd name="T16" fmla="*/ 253370 w 7619"/>
              <a:gd name="T17" fmla="*/ 40443 h 7620"/>
              <a:gd name="T18" fmla="*/ 223411 w 7619"/>
              <a:gd name="T19" fmla="*/ 14607 h 7620"/>
              <a:gd name="T20" fmla="*/ 107172 w 7619"/>
              <a:gd name="T21" fmla="*/ 0 h 762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7619" h="7620">
                <a:moveTo>
                  <a:pt x="2997" y="0"/>
                </a:moveTo>
                <a:lnTo>
                  <a:pt x="1181" y="1003"/>
                </a:lnTo>
                <a:lnTo>
                  <a:pt x="596" y="2755"/>
                </a:lnTo>
                <a:lnTo>
                  <a:pt x="0" y="4495"/>
                </a:lnTo>
                <a:lnTo>
                  <a:pt x="850" y="6350"/>
                </a:lnTo>
                <a:lnTo>
                  <a:pt x="4102" y="7378"/>
                </a:lnTo>
                <a:lnTo>
                  <a:pt x="5918" y="6388"/>
                </a:lnTo>
                <a:lnTo>
                  <a:pt x="6502" y="4635"/>
                </a:lnTo>
                <a:lnTo>
                  <a:pt x="7086" y="2882"/>
                </a:lnTo>
                <a:lnTo>
                  <a:pt x="6248" y="1041"/>
                </a:lnTo>
                <a:lnTo>
                  <a:pt x="2997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2296" name="object 34">
            <a:extLst>
              <a:ext uri="{FF2B5EF4-FFF2-40B4-BE49-F238E27FC236}">
                <a16:creationId xmlns="" xmlns:a16="http://schemas.microsoft.com/office/drawing/2014/main" id="{986202E7-63F9-469F-8B52-0C807289B85F}"/>
              </a:ext>
            </a:extLst>
          </p:cNvPr>
          <p:cNvSpPr>
            <a:spLocks/>
          </p:cNvSpPr>
          <p:nvPr/>
        </p:nvSpPr>
        <p:spPr bwMode="auto">
          <a:xfrm>
            <a:off x="1744663" y="7950200"/>
            <a:ext cx="20637" cy="17463"/>
          </a:xfrm>
          <a:custGeom>
            <a:avLst/>
            <a:gdLst>
              <a:gd name="T0" fmla="*/ 212701 w 12065"/>
              <a:gd name="T1" fmla="*/ 0 h 12700"/>
              <a:gd name="T2" fmla="*/ 84291 w 12065"/>
              <a:gd name="T3" fmla="*/ 15336 h 12700"/>
              <a:gd name="T4" fmla="*/ 0 w 12065"/>
              <a:gd name="T5" fmla="*/ 69516 h 12700"/>
              <a:gd name="T6" fmla="*/ 60358 w 12065"/>
              <a:gd name="T7" fmla="*/ 97845 h 12700"/>
              <a:gd name="T8" fmla="*/ 293747 w 12065"/>
              <a:gd name="T9" fmla="*/ 114021 h 12700"/>
              <a:gd name="T10" fmla="*/ 421626 w 12065"/>
              <a:gd name="T11" fmla="*/ 98783 h 12700"/>
              <a:gd name="T12" fmla="*/ 464075 w 12065"/>
              <a:gd name="T13" fmla="*/ 71403 h 12700"/>
              <a:gd name="T14" fmla="*/ 505931 w 12065"/>
              <a:gd name="T15" fmla="*/ 44489 h 12700"/>
              <a:gd name="T16" fmla="*/ 446649 w 12065"/>
              <a:gd name="T17" fmla="*/ 16164 h 12700"/>
              <a:gd name="T18" fmla="*/ 212701 w 12065"/>
              <a:gd name="T19" fmla="*/ 0 h 127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2065" h="12700">
                <a:moveTo>
                  <a:pt x="4965" y="0"/>
                </a:moveTo>
                <a:lnTo>
                  <a:pt x="1968" y="1650"/>
                </a:lnTo>
                <a:lnTo>
                  <a:pt x="0" y="7480"/>
                </a:lnTo>
                <a:lnTo>
                  <a:pt x="1409" y="10528"/>
                </a:lnTo>
                <a:lnTo>
                  <a:pt x="6857" y="12268"/>
                </a:lnTo>
                <a:lnTo>
                  <a:pt x="9842" y="10629"/>
                </a:lnTo>
                <a:lnTo>
                  <a:pt x="10833" y="7683"/>
                </a:lnTo>
                <a:lnTo>
                  <a:pt x="11810" y="4787"/>
                </a:lnTo>
                <a:lnTo>
                  <a:pt x="10426" y="1739"/>
                </a:lnTo>
                <a:lnTo>
                  <a:pt x="4965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2297" name="object 36">
            <a:extLst>
              <a:ext uri="{FF2B5EF4-FFF2-40B4-BE49-F238E27FC236}">
                <a16:creationId xmlns="" xmlns:a16="http://schemas.microsoft.com/office/drawing/2014/main" id="{8A4B3A3B-5242-4FF2-A60C-35DDFEA08A55}"/>
              </a:ext>
            </a:extLst>
          </p:cNvPr>
          <p:cNvSpPr>
            <a:spLocks/>
          </p:cNvSpPr>
          <p:nvPr/>
        </p:nvSpPr>
        <p:spPr bwMode="auto">
          <a:xfrm>
            <a:off x="1749425" y="8208963"/>
            <a:ext cx="33338" cy="26987"/>
          </a:xfrm>
          <a:custGeom>
            <a:avLst/>
            <a:gdLst>
              <a:gd name="T0" fmla="*/ 399001 w 19050"/>
              <a:gd name="T1" fmla="*/ 0 h 19685"/>
              <a:gd name="T2" fmla="*/ 158297 w 19050"/>
              <a:gd name="T3" fmla="*/ 24152 h 19685"/>
              <a:gd name="T4" fmla="*/ 0 w 19050"/>
              <a:gd name="T5" fmla="*/ 109113 h 19685"/>
              <a:gd name="T6" fmla="*/ 111720 w 19050"/>
              <a:gd name="T7" fmla="*/ 153624 h 19685"/>
              <a:gd name="T8" fmla="*/ 548400 w 19050"/>
              <a:gd name="T9" fmla="*/ 178820 h 19685"/>
              <a:gd name="T10" fmla="*/ 791010 w 19050"/>
              <a:gd name="T11" fmla="*/ 154888 h 19685"/>
              <a:gd name="T12" fmla="*/ 870187 w 19050"/>
              <a:gd name="T13" fmla="*/ 112579 h 19685"/>
              <a:gd name="T14" fmla="*/ 949942 w 19050"/>
              <a:gd name="T15" fmla="*/ 69928 h 19685"/>
              <a:gd name="T16" fmla="*/ 835683 w 19050"/>
              <a:gd name="T17" fmla="*/ 25313 h 19685"/>
              <a:gd name="T18" fmla="*/ 399001 w 19050"/>
              <a:gd name="T19" fmla="*/ 0 h 1968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9050" h="19685">
                <a:moveTo>
                  <a:pt x="7937" y="0"/>
                </a:moveTo>
                <a:lnTo>
                  <a:pt x="3149" y="2654"/>
                </a:lnTo>
                <a:lnTo>
                  <a:pt x="0" y="11988"/>
                </a:lnTo>
                <a:lnTo>
                  <a:pt x="2222" y="16878"/>
                </a:lnTo>
                <a:lnTo>
                  <a:pt x="10909" y="19646"/>
                </a:lnTo>
                <a:lnTo>
                  <a:pt x="15735" y="17017"/>
                </a:lnTo>
                <a:lnTo>
                  <a:pt x="17310" y="12369"/>
                </a:lnTo>
                <a:lnTo>
                  <a:pt x="18897" y="7683"/>
                </a:lnTo>
                <a:lnTo>
                  <a:pt x="16624" y="2781"/>
                </a:lnTo>
                <a:lnTo>
                  <a:pt x="7937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grpSp>
        <p:nvGrpSpPr>
          <p:cNvPr id="12298" name="object 38">
            <a:extLst>
              <a:ext uri="{FF2B5EF4-FFF2-40B4-BE49-F238E27FC236}">
                <a16:creationId xmlns="" xmlns:a16="http://schemas.microsoft.com/office/drawing/2014/main" id="{FB7E4ACF-E765-4D15-B6B0-A60D55D3B0F4}"/>
              </a:ext>
            </a:extLst>
          </p:cNvPr>
          <p:cNvGrpSpPr>
            <a:grpSpLocks/>
          </p:cNvGrpSpPr>
          <p:nvPr/>
        </p:nvGrpSpPr>
        <p:grpSpPr bwMode="auto">
          <a:xfrm>
            <a:off x="1490663" y="3084513"/>
            <a:ext cx="7104062" cy="5648325"/>
            <a:chOff x="871169" y="2268220"/>
            <a:chExt cx="4154804" cy="4151629"/>
          </a:xfrm>
        </p:grpSpPr>
        <p:sp>
          <p:nvSpPr>
            <p:cNvPr id="12354" name="object 39">
              <a:extLst>
                <a:ext uri="{FF2B5EF4-FFF2-40B4-BE49-F238E27FC236}">
                  <a16:creationId xmlns="" xmlns:a16="http://schemas.microsoft.com/office/drawing/2014/main" id="{FAB775C5-524E-4B01-86C5-8301E97B5649}"/>
                </a:ext>
              </a:extLst>
            </p:cNvPr>
            <p:cNvSpPr>
              <a:spLocks/>
            </p:cNvSpPr>
            <p:nvPr/>
          </p:nvSpPr>
          <p:spPr bwMode="auto">
            <a:xfrm>
              <a:off x="918184" y="2291194"/>
              <a:ext cx="3423920" cy="3536950"/>
            </a:xfrm>
            <a:custGeom>
              <a:avLst/>
              <a:gdLst>
                <a:gd name="T0" fmla="*/ 1168 w 3423920"/>
                <a:gd name="T1" fmla="*/ 2798076 h 3536950"/>
                <a:gd name="T2" fmla="*/ 87833 w 3423920"/>
                <a:gd name="T3" fmla="*/ 2909722 h 3536950"/>
                <a:gd name="T4" fmla="*/ 182549 w 3423920"/>
                <a:gd name="T5" fmla="*/ 3013710 h 3536950"/>
                <a:gd name="T6" fmla="*/ 394081 w 3423920"/>
                <a:gd name="T7" fmla="*/ 3196475 h 3536950"/>
                <a:gd name="T8" fmla="*/ 507771 w 3423920"/>
                <a:gd name="T9" fmla="*/ 3072282 h 3536950"/>
                <a:gd name="T10" fmla="*/ 510463 w 3423920"/>
                <a:gd name="T11" fmla="*/ 2863456 h 3536950"/>
                <a:gd name="T12" fmla="*/ 624725 w 3423920"/>
                <a:gd name="T13" fmla="*/ 3147860 h 3536950"/>
                <a:gd name="T14" fmla="*/ 747750 w 3423920"/>
                <a:gd name="T15" fmla="*/ 3212744 h 3536950"/>
                <a:gd name="T16" fmla="*/ 891057 w 3423920"/>
                <a:gd name="T17" fmla="*/ 3447224 h 3536950"/>
                <a:gd name="T18" fmla="*/ 1007605 w 3423920"/>
                <a:gd name="T19" fmla="*/ 3306534 h 3536950"/>
                <a:gd name="T20" fmla="*/ 1017778 w 3423920"/>
                <a:gd name="T21" fmla="*/ 3488994 h 3536950"/>
                <a:gd name="T22" fmla="*/ 1147000 w 3423920"/>
                <a:gd name="T23" fmla="*/ 3340519 h 3536950"/>
                <a:gd name="T24" fmla="*/ 1267739 w 3423920"/>
                <a:gd name="T25" fmla="*/ 3188792 h 3536950"/>
                <a:gd name="T26" fmla="*/ 1285862 w 3423920"/>
                <a:gd name="T27" fmla="*/ 3355048 h 3536950"/>
                <a:gd name="T28" fmla="*/ 1292301 w 3423920"/>
                <a:gd name="T29" fmla="*/ 3527564 h 3536950"/>
                <a:gd name="T30" fmla="*/ 1406740 w 3423920"/>
                <a:gd name="T31" fmla="*/ 3200412 h 3536950"/>
                <a:gd name="T32" fmla="*/ 1426438 w 3423920"/>
                <a:gd name="T33" fmla="*/ 3365792 h 3536950"/>
                <a:gd name="T34" fmla="*/ 1550962 w 3423920"/>
                <a:gd name="T35" fmla="*/ 3192399 h 3536950"/>
                <a:gd name="T36" fmla="*/ 1558747 w 3423920"/>
                <a:gd name="T37" fmla="*/ 3360356 h 3536950"/>
                <a:gd name="T38" fmla="*/ 1583359 w 3423920"/>
                <a:gd name="T39" fmla="*/ 3527158 h 3536950"/>
                <a:gd name="T40" fmla="*/ 1690306 w 3423920"/>
                <a:gd name="T41" fmla="*/ 3179318 h 3536950"/>
                <a:gd name="T42" fmla="*/ 1726526 w 3423920"/>
                <a:gd name="T43" fmla="*/ 3503587 h 3536950"/>
                <a:gd name="T44" fmla="*/ 1825955 w 3423920"/>
                <a:gd name="T45" fmla="*/ 3144583 h 3536950"/>
                <a:gd name="T46" fmla="*/ 1845640 w 3423920"/>
                <a:gd name="T47" fmla="*/ 3319195 h 3536950"/>
                <a:gd name="T48" fmla="*/ 1866265 w 3423920"/>
                <a:gd name="T49" fmla="*/ 3474440 h 3536950"/>
                <a:gd name="T50" fmla="*/ 2129625 w 3423920"/>
                <a:gd name="T51" fmla="*/ 3380816 h 3536950"/>
                <a:gd name="T52" fmla="*/ 2248624 w 3423920"/>
                <a:gd name="T53" fmla="*/ 3161436 h 3536950"/>
                <a:gd name="T54" fmla="*/ 2274925 w 3423920"/>
                <a:gd name="T55" fmla="*/ 3322269 h 3536950"/>
                <a:gd name="T56" fmla="*/ 2612542 w 3423920"/>
                <a:gd name="T57" fmla="*/ 55206 h 3536950"/>
                <a:gd name="T58" fmla="*/ 2718981 w 3423920"/>
                <a:gd name="T59" fmla="*/ 145859 h 3536950"/>
                <a:gd name="T60" fmla="*/ 2881744 w 3423920"/>
                <a:gd name="T61" fmla="*/ 72110 h 3536950"/>
                <a:gd name="T62" fmla="*/ 2907436 w 3423920"/>
                <a:gd name="T63" fmla="*/ 354063 h 3536950"/>
                <a:gd name="T64" fmla="*/ 2970669 w 3423920"/>
                <a:gd name="T65" fmla="*/ 786333 h 3536950"/>
                <a:gd name="T66" fmla="*/ 2975813 w 3423920"/>
                <a:gd name="T67" fmla="*/ 175628 h 3536950"/>
                <a:gd name="T68" fmla="*/ 2987446 w 3423920"/>
                <a:gd name="T69" fmla="*/ 470522 h 3536950"/>
                <a:gd name="T70" fmla="*/ 3021076 w 3423920"/>
                <a:gd name="T71" fmla="*/ 921550 h 3536950"/>
                <a:gd name="T72" fmla="*/ 3041675 w 3423920"/>
                <a:gd name="T73" fmla="*/ 152 h 3536950"/>
                <a:gd name="T74" fmla="*/ 3059938 w 3423920"/>
                <a:gd name="T75" fmla="*/ 1061935 h 3536950"/>
                <a:gd name="T76" fmla="*/ 3061119 w 3423920"/>
                <a:gd name="T77" fmla="*/ 287401 h 3536950"/>
                <a:gd name="T78" fmla="*/ 3066072 w 3423920"/>
                <a:gd name="T79" fmla="*/ 1797710 h 3536950"/>
                <a:gd name="T80" fmla="*/ 3086468 w 3423920"/>
                <a:gd name="T81" fmla="*/ 1206246 h 3536950"/>
                <a:gd name="T82" fmla="*/ 3089795 w 3423920"/>
                <a:gd name="T83" fmla="*/ 1649996 h 3536950"/>
                <a:gd name="T84" fmla="*/ 3102787 w 3423920"/>
                <a:gd name="T85" fmla="*/ 1354556 h 3536950"/>
                <a:gd name="T86" fmla="*/ 3104223 w 3423920"/>
                <a:gd name="T87" fmla="*/ 1501495 h 3536950"/>
                <a:gd name="T88" fmla="*/ 3120491 w 3423920"/>
                <a:gd name="T89" fmla="*/ 724649 h 3536950"/>
                <a:gd name="T90" fmla="*/ 3134804 w 3423920"/>
                <a:gd name="T91" fmla="*/ 106591 h 3536950"/>
                <a:gd name="T92" fmla="*/ 3142424 w 3423920"/>
                <a:gd name="T93" fmla="*/ 404774 h 3536950"/>
                <a:gd name="T94" fmla="*/ 3168866 w 3423920"/>
                <a:gd name="T95" fmla="*/ 858100 h 3536950"/>
                <a:gd name="T96" fmla="*/ 3210534 w 3423920"/>
                <a:gd name="T97" fmla="*/ 1003503 h 3536950"/>
                <a:gd name="T98" fmla="*/ 3213874 w 3423920"/>
                <a:gd name="T99" fmla="*/ 530618 h 3536950"/>
                <a:gd name="T100" fmla="*/ 3216618 w 3423920"/>
                <a:gd name="T101" fmla="*/ 218363 h 3536950"/>
                <a:gd name="T102" fmla="*/ 3235591 w 3423920"/>
                <a:gd name="T103" fmla="*/ 1146009 h 3536950"/>
                <a:gd name="T104" fmla="*/ 3243326 w 3423920"/>
                <a:gd name="T105" fmla="*/ 1736166 h 3536950"/>
                <a:gd name="T106" fmla="*/ 3259378 w 3423920"/>
                <a:gd name="T107" fmla="*/ 1581569 h 3536950"/>
                <a:gd name="T108" fmla="*/ 3254946 w 3423920"/>
                <a:gd name="T109" fmla="*/ 1438770 h 3536950"/>
                <a:gd name="T110" fmla="*/ 3319983 w 3423920"/>
                <a:gd name="T111" fmla="*/ 801458 h 3536950"/>
                <a:gd name="T112" fmla="*/ 3354971 w 3423920"/>
                <a:gd name="T113" fmla="*/ 1963407 h 3536950"/>
                <a:gd name="T114" fmla="*/ 3402050 w 3423920"/>
                <a:gd name="T115" fmla="*/ 1661083 h 3536950"/>
                <a:gd name="T116" fmla="*/ 3401822 w 3423920"/>
                <a:gd name="T117" fmla="*/ 1232992 h 3536950"/>
                <a:gd name="T118" fmla="*/ 3421875 w 3423920"/>
                <a:gd name="T119" fmla="*/ 1375321 h 3536950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3423920" h="3536950">
                  <a:moveTo>
                    <a:pt x="1168" y="2798076"/>
                  </a:moveTo>
                  <a:lnTo>
                    <a:pt x="1028" y="2797772"/>
                  </a:lnTo>
                  <a:lnTo>
                    <a:pt x="749" y="2797683"/>
                  </a:lnTo>
                  <a:lnTo>
                    <a:pt x="495" y="2797606"/>
                  </a:lnTo>
                  <a:lnTo>
                    <a:pt x="203" y="2797772"/>
                  </a:lnTo>
                  <a:lnTo>
                    <a:pt x="88" y="2798089"/>
                  </a:lnTo>
                  <a:lnTo>
                    <a:pt x="0" y="2798368"/>
                  </a:lnTo>
                  <a:lnTo>
                    <a:pt x="139" y="2798661"/>
                  </a:lnTo>
                  <a:lnTo>
                    <a:pt x="393" y="2798737"/>
                  </a:lnTo>
                  <a:lnTo>
                    <a:pt x="673" y="2798826"/>
                  </a:lnTo>
                  <a:lnTo>
                    <a:pt x="965" y="2798673"/>
                  </a:lnTo>
                  <a:lnTo>
                    <a:pt x="1054" y="2798394"/>
                  </a:lnTo>
                  <a:lnTo>
                    <a:pt x="1168" y="2798076"/>
                  </a:lnTo>
                  <a:close/>
                </a:path>
                <a:path w="3423920" h="3536950">
                  <a:moveTo>
                    <a:pt x="39052" y="2554033"/>
                  </a:moveTo>
                  <a:lnTo>
                    <a:pt x="38925" y="2553741"/>
                  </a:lnTo>
                  <a:lnTo>
                    <a:pt x="38366" y="2553563"/>
                  </a:lnTo>
                  <a:lnTo>
                    <a:pt x="38074" y="2553728"/>
                  </a:lnTo>
                  <a:lnTo>
                    <a:pt x="37985" y="2553995"/>
                  </a:lnTo>
                  <a:lnTo>
                    <a:pt x="37871" y="2554325"/>
                  </a:lnTo>
                  <a:lnTo>
                    <a:pt x="38023" y="2554579"/>
                  </a:lnTo>
                  <a:lnTo>
                    <a:pt x="38303" y="2554655"/>
                  </a:lnTo>
                  <a:lnTo>
                    <a:pt x="38582" y="2554744"/>
                  </a:lnTo>
                  <a:lnTo>
                    <a:pt x="38849" y="2554630"/>
                  </a:lnTo>
                  <a:lnTo>
                    <a:pt x="38963" y="2554313"/>
                  </a:lnTo>
                  <a:lnTo>
                    <a:pt x="39052" y="2554033"/>
                  </a:lnTo>
                  <a:close/>
                </a:path>
                <a:path w="3423920" h="3536950">
                  <a:moveTo>
                    <a:pt x="87833" y="2909722"/>
                  </a:moveTo>
                  <a:lnTo>
                    <a:pt x="87693" y="2909417"/>
                  </a:lnTo>
                  <a:lnTo>
                    <a:pt x="87388" y="2909328"/>
                  </a:lnTo>
                  <a:lnTo>
                    <a:pt x="87109" y="2909239"/>
                  </a:lnTo>
                  <a:lnTo>
                    <a:pt x="86817" y="2909405"/>
                  </a:lnTo>
                  <a:lnTo>
                    <a:pt x="86715" y="2909722"/>
                  </a:lnTo>
                  <a:lnTo>
                    <a:pt x="86614" y="2910001"/>
                  </a:lnTo>
                  <a:lnTo>
                    <a:pt x="86753" y="2910294"/>
                  </a:lnTo>
                  <a:lnTo>
                    <a:pt x="87033" y="2910382"/>
                  </a:lnTo>
                  <a:lnTo>
                    <a:pt x="87337" y="2910471"/>
                  </a:lnTo>
                  <a:lnTo>
                    <a:pt x="87630" y="2910319"/>
                  </a:lnTo>
                  <a:lnTo>
                    <a:pt x="87718" y="2910040"/>
                  </a:lnTo>
                  <a:lnTo>
                    <a:pt x="87833" y="2909722"/>
                  </a:lnTo>
                  <a:close/>
                </a:path>
                <a:path w="3423920" h="3536950">
                  <a:moveTo>
                    <a:pt x="182549" y="3013710"/>
                  </a:moveTo>
                  <a:lnTo>
                    <a:pt x="182384" y="3013405"/>
                  </a:lnTo>
                  <a:lnTo>
                    <a:pt x="182130" y="3013316"/>
                  </a:lnTo>
                  <a:lnTo>
                    <a:pt x="181876" y="3013240"/>
                  </a:lnTo>
                  <a:lnTo>
                    <a:pt x="181559" y="3013392"/>
                  </a:lnTo>
                  <a:lnTo>
                    <a:pt x="181444" y="3013710"/>
                  </a:lnTo>
                  <a:lnTo>
                    <a:pt x="181356" y="3013989"/>
                  </a:lnTo>
                  <a:lnTo>
                    <a:pt x="181521" y="3014294"/>
                  </a:lnTo>
                  <a:lnTo>
                    <a:pt x="181775" y="3014370"/>
                  </a:lnTo>
                  <a:lnTo>
                    <a:pt x="182029" y="3014459"/>
                  </a:lnTo>
                  <a:lnTo>
                    <a:pt x="182346" y="3014307"/>
                  </a:lnTo>
                  <a:lnTo>
                    <a:pt x="182435" y="3014027"/>
                  </a:lnTo>
                  <a:lnTo>
                    <a:pt x="182549" y="3013710"/>
                  </a:lnTo>
                  <a:close/>
                </a:path>
                <a:path w="3423920" h="3536950">
                  <a:moveTo>
                    <a:pt x="394081" y="3196475"/>
                  </a:moveTo>
                  <a:lnTo>
                    <a:pt x="393915" y="3196171"/>
                  </a:lnTo>
                  <a:lnTo>
                    <a:pt x="393661" y="3196082"/>
                  </a:lnTo>
                  <a:lnTo>
                    <a:pt x="393407" y="3196005"/>
                  </a:lnTo>
                  <a:lnTo>
                    <a:pt x="393090" y="3196158"/>
                  </a:lnTo>
                  <a:lnTo>
                    <a:pt x="392988" y="3196475"/>
                  </a:lnTo>
                  <a:lnTo>
                    <a:pt x="392887" y="3196755"/>
                  </a:lnTo>
                  <a:lnTo>
                    <a:pt x="393052" y="3197060"/>
                  </a:lnTo>
                  <a:lnTo>
                    <a:pt x="393306" y="3197136"/>
                  </a:lnTo>
                  <a:lnTo>
                    <a:pt x="393560" y="3197225"/>
                  </a:lnTo>
                  <a:lnTo>
                    <a:pt x="393877" y="3197072"/>
                  </a:lnTo>
                  <a:lnTo>
                    <a:pt x="393966" y="3196793"/>
                  </a:lnTo>
                  <a:lnTo>
                    <a:pt x="394081" y="3196475"/>
                  </a:lnTo>
                  <a:close/>
                </a:path>
                <a:path w="3423920" h="3536950">
                  <a:moveTo>
                    <a:pt x="507771" y="3072282"/>
                  </a:moveTo>
                  <a:lnTo>
                    <a:pt x="507593" y="3071977"/>
                  </a:lnTo>
                  <a:lnTo>
                    <a:pt x="507339" y="3071888"/>
                  </a:lnTo>
                  <a:lnTo>
                    <a:pt x="507085" y="3071812"/>
                  </a:lnTo>
                  <a:lnTo>
                    <a:pt x="506768" y="3071965"/>
                  </a:lnTo>
                  <a:lnTo>
                    <a:pt x="506679" y="3072244"/>
                  </a:lnTo>
                  <a:lnTo>
                    <a:pt x="506564" y="3072561"/>
                  </a:lnTo>
                  <a:lnTo>
                    <a:pt x="506730" y="3072866"/>
                  </a:lnTo>
                  <a:lnTo>
                    <a:pt x="506984" y="3072955"/>
                  </a:lnTo>
                  <a:lnTo>
                    <a:pt x="507238" y="3073031"/>
                  </a:lnTo>
                  <a:lnTo>
                    <a:pt x="507568" y="3072879"/>
                  </a:lnTo>
                  <a:lnTo>
                    <a:pt x="507682" y="3072561"/>
                  </a:lnTo>
                  <a:lnTo>
                    <a:pt x="507771" y="3072282"/>
                  </a:lnTo>
                  <a:close/>
                </a:path>
                <a:path w="3423920" h="3536950">
                  <a:moveTo>
                    <a:pt x="510463" y="2863456"/>
                  </a:moveTo>
                  <a:lnTo>
                    <a:pt x="510311" y="2863151"/>
                  </a:lnTo>
                  <a:lnTo>
                    <a:pt x="510057" y="2863075"/>
                  </a:lnTo>
                  <a:lnTo>
                    <a:pt x="509778" y="2862986"/>
                  </a:lnTo>
                  <a:lnTo>
                    <a:pt x="509460" y="2863138"/>
                  </a:lnTo>
                  <a:lnTo>
                    <a:pt x="509371" y="2863418"/>
                  </a:lnTo>
                  <a:lnTo>
                    <a:pt x="509257" y="2863735"/>
                  </a:lnTo>
                  <a:lnTo>
                    <a:pt x="509422" y="2864040"/>
                  </a:lnTo>
                  <a:lnTo>
                    <a:pt x="509701" y="2864129"/>
                  </a:lnTo>
                  <a:lnTo>
                    <a:pt x="509955" y="2864218"/>
                  </a:lnTo>
                  <a:lnTo>
                    <a:pt x="510260" y="2864053"/>
                  </a:lnTo>
                  <a:lnTo>
                    <a:pt x="510374" y="2863735"/>
                  </a:lnTo>
                  <a:lnTo>
                    <a:pt x="510463" y="2863456"/>
                  </a:lnTo>
                  <a:close/>
                </a:path>
                <a:path w="3423920" h="3536950">
                  <a:moveTo>
                    <a:pt x="624725" y="3147860"/>
                  </a:moveTo>
                  <a:lnTo>
                    <a:pt x="624598" y="3147568"/>
                  </a:lnTo>
                  <a:lnTo>
                    <a:pt x="624319" y="3147479"/>
                  </a:lnTo>
                  <a:lnTo>
                    <a:pt x="624052" y="3147390"/>
                  </a:lnTo>
                  <a:lnTo>
                    <a:pt x="623747" y="3147555"/>
                  </a:lnTo>
                  <a:lnTo>
                    <a:pt x="623658" y="3147822"/>
                  </a:lnTo>
                  <a:lnTo>
                    <a:pt x="623544" y="3148152"/>
                  </a:lnTo>
                  <a:lnTo>
                    <a:pt x="623697" y="3148457"/>
                  </a:lnTo>
                  <a:lnTo>
                    <a:pt x="623951" y="3148533"/>
                  </a:lnTo>
                  <a:lnTo>
                    <a:pt x="624230" y="3148622"/>
                  </a:lnTo>
                  <a:lnTo>
                    <a:pt x="624522" y="3148457"/>
                  </a:lnTo>
                  <a:lnTo>
                    <a:pt x="624636" y="3148139"/>
                  </a:lnTo>
                  <a:lnTo>
                    <a:pt x="624725" y="3147860"/>
                  </a:lnTo>
                  <a:close/>
                </a:path>
                <a:path w="3423920" h="3536950">
                  <a:moveTo>
                    <a:pt x="747750" y="3212744"/>
                  </a:moveTo>
                  <a:lnTo>
                    <a:pt x="747572" y="3212477"/>
                  </a:lnTo>
                  <a:lnTo>
                    <a:pt x="747318" y="3212401"/>
                  </a:lnTo>
                  <a:lnTo>
                    <a:pt x="747052" y="3212312"/>
                  </a:lnTo>
                  <a:lnTo>
                    <a:pt x="746785" y="3212427"/>
                  </a:lnTo>
                  <a:lnTo>
                    <a:pt x="746671" y="3212757"/>
                  </a:lnTo>
                  <a:lnTo>
                    <a:pt x="746582" y="3213023"/>
                  </a:lnTo>
                  <a:lnTo>
                    <a:pt x="746721" y="3213328"/>
                  </a:lnTo>
                  <a:lnTo>
                    <a:pt x="746975" y="3213404"/>
                  </a:lnTo>
                  <a:lnTo>
                    <a:pt x="747229" y="3213493"/>
                  </a:lnTo>
                  <a:lnTo>
                    <a:pt x="747547" y="3213341"/>
                  </a:lnTo>
                  <a:lnTo>
                    <a:pt x="747636" y="3213062"/>
                  </a:lnTo>
                  <a:lnTo>
                    <a:pt x="747750" y="3212744"/>
                  </a:lnTo>
                  <a:close/>
                </a:path>
                <a:path w="3423920" h="3536950">
                  <a:moveTo>
                    <a:pt x="891057" y="3447224"/>
                  </a:moveTo>
                  <a:lnTo>
                    <a:pt x="890206" y="3445370"/>
                  </a:lnTo>
                  <a:lnTo>
                    <a:pt x="886955" y="3444341"/>
                  </a:lnTo>
                  <a:lnTo>
                    <a:pt x="885151" y="3445332"/>
                  </a:lnTo>
                  <a:lnTo>
                    <a:pt x="883945" y="3448875"/>
                  </a:lnTo>
                  <a:lnTo>
                    <a:pt x="884809" y="3450679"/>
                  </a:lnTo>
                  <a:lnTo>
                    <a:pt x="888060" y="3451720"/>
                  </a:lnTo>
                  <a:lnTo>
                    <a:pt x="889863" y="3450767"/>
                  </a:lnTo>
                  <a:lnTo>
                    <a:pt x="890447" y="3449015"/>
                  </a:lnTo>
                  <a:lnTo>
                    <a:pt x="891057" y="3447224"/>
                  </a:lnTo>
                  <a:close/>
                </a:path>
                <a:path w="3423920" h="3536950">
                  <a:moveTo>
                    <a:pt x="1010335" y="3308477"/>
                  </a:moveTo>
                  <a:lnTo>
                    <a:pt x="1009764" y="3307219"/>
                  </a:lnTo>
                  <a:lnTo>
                    <a:pt x="1008672" y="3306864"/>
                  </a:lnTo>
                  <a:lnTo>
                    <a:pt x="1007605" y="3306534"/>
                  </a:lnTo>
                  <a:lnTo>
                    <a:pt x="1006398" y="3307219"/>
                  </a:lnTo>
                  <a:lnTo>
                    <a:pt x="1005598" y="3309556"/>
                  </a:lnTo>
                  <a:lnTo>
                    <a:pt x="1006157" y="3310801"/>
                  </a:lnTo>
                  <a:lnTo>
                    <a:pt x="1008316" y="3311499"/>
                  </a:lnTo>
                  <a:lnTo>
                    <a:pt x="1009535" y="3310813"/>
                  </a:lnTo>
                  <a:lnTo>
                    <a:pt x="1009942" y="3309620"/>
                  </a:lnTo>
                  <a:lnTo>
                    <a:pt x="1010335" y="3308477"/>
                  </a:lnTo>
                  <a:close/>
                </a:path>
                <a:path w="3423920" h="3536950">
                  <a:moveTo>
                    <a:pt x="1027125" y="3483775"/>
                  </a:moveTo>
                  <a:lnTo>
                    <a:pt x="1025867" y="3481032"/>
                  </a:lnTo>
                  <a:lnTo>
                    <a:pt x="1020991" y="3479482"/>
                  </a:lnTo>
                  <a:lnTo>
                    <a:pt x="1018273" y="3480943"/>
                  </a:lnTo>
                  <a:lnTo>
                    <a:pt x="1016482" y="3486239"/>
                  </a:lnTo>
                  <a:lnTo>
                    <a:pt x="1017778" y="3488994"/>
                  </a:lnTo>
                  <a:lnTo>
                    <a:pt x="1022654" y="3490544"/>
                  </a:lnTo>
                  <a:lnTo>
                    <a:pt x="1025334" y="3489058"/>
                  </a:lnTo>
                  <a:lnTo>
                    <a:pt x="1026223" y="3486442"/>
                  </a:lnTo>
                  <a:lnTo>
                    <a:pt x="1027125" y="3483775"/>
                  </a:lnTo>
                  <a:close/>
                </a:path>
                <a:path w="3423920" h="3536950">
                  <a:moveTo>
                    <a:pt x="1147584" y="3338766"/>
                  </a:moveTo>
                  <a:lnTo>
                    <a:pt x="1146746" y="3336925"/>
                  </a:lnTo>
                  <a:lnTo>
                    <a:pt x="1143495" y="3335883"/>
                  </a:lnTo>
                  <a:lnTo>
                    <a:pt x="1141691" y="3336887"/>
                  </a:lnTo>
                  <a:lnTo>
                    <a:pt x="1140510" y="3340379"/>
                  </a:lnTo>
                  <a:lnTo>
                    <a:pt x="1141349" y="3342233"/>
                  </a:lnTo>
                  <a:lnTo>
                    <a:pt x="1144600" y="3343275"/>
                  </a:lnTo>
                  <a:lnTo>
                    <a:pt x="1146416" y="3342271"/>
                  </a:lnTo>
                  <a:lnTo>
                    <a:pt x="1147000" y="3340519"/>
                  </a:lnTo>
                  <a:lnTo>
                    <a:pt x="1147584" y="3338766"/>
                  </a:lnTo>
                  <a:close/>
                </a:path>
                <a:path w="3423920" h="3536950">
                  <a:moveTo>
                    <a:pt x="1164297" y="3509937"/>
                  </a:moveTo>
                  <a:lnTo>
                    <a:pt x="1163040" y="3507143"/>
                  </a:lnTo>
                  <a:lnTo>
                    <a:pt x="1158138" y="3505581"/>
                  </a:lnTo>
                  <a:lnTo>
                    <a:pt x="1155433" y="3507105"/>
                  </a:lnTo>
                  <a:lnTo>
                    <a:pt x="1153668" y="3512350"/>
                  </a:lnTo>
                  <a:lnTo>
                    <a:pt x="1154925" y="3515093"/>
                  </a:lnTo>
                  <a:lnTo>
                    <a:pt x="1159814" y="3516655"/>
                  </a:lnTo>
                  <a:lnTo>
                    <a:pt x="1162519" y="3515169"/>
                  </a:lnTo>
                  <a:lnTo>
                    <a:pt x="1163408" y="3512553"/>
                  </a:lnTo>
                  <a:lnTo>
                    <a:pt x="1164297" y="3509937"/>
                  </a:lnTo>
                  <a:close/>
                </a:path>
                <a:path w="3423920" h="3536950">
                  <a:moveTo>
                    <a:pt x="1267917" y="3189097"/>
                  </a:moveTo>
                  <a:lnTo>
                    <a:pt x="1267739" y="3188792"/>
                  </a:lnTo>
                  <a:lnTo>
                    <a:pt x="1267485" y="3188703"/>
                  </a:lnTo>
                  <a:lnTo>
                    <a:pt x="1267231" y="3188627"/>
                  </a:lnTo>
                  <a:lnTo>
                    <a:pt x="1266939" y="3188792"/>
                  </a:lnTo>
                  <a:lnTo>
                    <a:pt x="1266850" y="3189059"/>
                  </a:lnTo>
                  <a:lnTo>
                    <a:pt x="1266736" y="3189389"/>
                  </a:lnTo>
                  <a:lnTo>
                    <a:pt x="1266875" y="3189681"/>
                  </a:lnTo>
                  <a:lnTo>
                    <a:pt x="1267129" y="3189770"/>
                  </a:lnTo>
                  <a:lnTo>
                    <a:pt x="1267383" y="3189846"/>
                  </a:lnTo>
                  <a:lnTo>
                    <a:pt x="1267714" y="3189694"/>
                  </a:lnTo>
                  <a:lnTo>
                    <a:pt x="1267828" y="3189376"/>
                  </a:lnTo>
                  <a:lnTo>
                    <a:pt x="1267917" y="3189097"/>
                  </a:lnTo>
                  <a:close/>
                </a:path>
                <a:path w="3423920" h="3536950">
                  <a:moveTo>
                    <a:pt x="1286827" y="3357245"/>
                  </a:moveTo>
                  <a:lnTo>
                    <a:pt x="1285862" y="3355048"/>
                  </a:lnTo>
                  <a:lnTo>
                    <a:pt x="1282052" y="3353828"/>
                  </a:lnTo>
                  <a:lnTo>
                    <a:pt x="1279931" y="3355048"/>
                  </a:lnTo>
                  <a:lnTo>
                    <a:pt x="1278547" y="3359137"/>
                  </a:lnTo>
                  <a:lnTo>
                    <a:pt x="1279537" y="3361283"/>
                  </a:lnTo>
                  <a:lnTo>
                    <a:pt x="1283347" y="3362490"/>
                  </a:lnTo>
                  <a:lnTo>
                    <a:pt x="1285443" y="3361334"/>
                  </a:lnTo>
                  <a:lnTo>
                    <a:pt x="1286141" y="3359264"/>
                  </a:lnTo>
                  <a:lnTo>
                    <a:pt x="1286827" y="3357245"/>
                  </a:lnTo>
                  <a:close/>
                </a:path>
                <a:path w="3423920" h="3536950">
                  <a:moveTo>
                    <a:pt x="1304112" y="3524872"/>
                  </a:moveTo>
                  <a:lnTo>
                    <a:pt x="1302740" y="3521786"/>
                  </a:lnTo>
                  <a:lnTo>
                    <a:pt x="1297305" y="3520046"/>
                  </a:lnTo>
                  <a:lnTo>
                    <a:pt x="1294269" y="3521735"/>
                  </a:lnTo>
                  <a:lnTo>
                    <a:pt x="1292301" y="3527564"/>
                  </a:lnTo>
                  <a:lnTo>
                    <a:pt x="1293723" y="3530625"/>
                  </a:lnTo>
                  <a:lnTo>
                    <a:pt x="1299159" y="3532352"/>
                  </a:lnTo>
                  <a:lnTo>
                    <a:pt x="1302143" y="3530714"/>
                  </a:lnTo>
                  <a:lnTo>
                    <a:pt x="1303134" y="3527768"/>
                  </a:lnTo>
                  <a:lnTo>
                    <a:pt x="1304112" y="3524872"/>
                  </a:lnTo>
                  <a:close/>
                </a:path>
                <a:path w="3423920" h="3536950">
                  <a:moveTo>
                    <a:pt x="1409052" y="3198393"/>
                  </a:moveTo>
                  <a:lnTo>
                    <a:pt x="1408645" y="3197504"/>
                  </a:lnTo>
                  <a:lnTo>
                    <a:pt x="1407807" y="3197237"/>
                  </a:lnTo>
                  <a:lnTo>
                    <a:pt x="1406994" y="3196971"/>
                  </a:lnTo>
                  <a:lnTo>
                    <a:pt x="1406118" y="3197466"/>
                  </a:lnTo>
                  <a:lnTo>
                    <a:pt x="1405534" y="3199206"/>
                  </a:lnTo>
                  <a:lnTo>
                    <a:pt x="1405928" y="3200146"/>
                  </a:lnTo>
                  <a:lnTo>
                    <a:pt x="1406740" y="3200412"/>
                  </a:lnTo>
                  <a:lnTo>
                    <a:pt x="1407579" y="3200679"/>
                  </a:lnTo>
                  <a:lnTo>
                    <a:pt x="1408468" y="3200146"/>
                  </a:lnTo>
                  <a:lnTo>
                    <a:pt x="1408760" y="3199269"/>
                  </a:lnTo>
                  <a:lnTo>
                    <a:pt x="1409052" y="3198393"/>
                  </a:lnTo>
                  <a:close/>
                </a:path>
                <a:path w="3423920" h="3536950">
                  <a:moveTo>
                    <a:pt x="1427124" y="3363772"/>
                  </a:moveTo>
                  <a:lnTo>
                    <a:pt x="1426159" y="3361626"/>
                  </a:lnTo>
                  <a:lnTo>
                    <a:pt x="1422349" y="3360420"/>
                  </a:lnTo>
                  <a:lnTo>
                    <a:pt x="1420279" y="3361588"/>
                  </a:lnTo>
                  <a:lnTo>
                    <a:pt x="1418894" y="3365677"/>
                  </a:lnTo>
                  <a:lnTo>
                    <a:pt x="1419847" y="3367811"/>
                  </a:lnTo>
                  <a:lnTo>
                    <a:pt x="1423657" y="3369030"/>
                  </a:lnTo>
                  <a:lnTo>
                    <a:pt x="1425740" y="3367862"/>
                  </a:lnTo>
                  <a:lnTo>
                    <a:pt x="1426438" y="3365792"/>
                  </a:lnTo>
                  <a:lnTo>
                    <a:pt x="1427124" y="3363772"/>
                  </a:lnTo>
                  <a:close/>
                </a:path>
                <a:path w="3423920" h="3536950">
                  <a:moveTo>
                    <a:pt x="1444663" y="3528885"/>
                  </a:moveTo>
                  <a:lnTo>
                    <a:pt x="1443253" y="3525837"/>
                  </a:lnTo>
                  <a:lnTo>
                    <a:pt x="1437817" y="3524110"/>
                  </a:lnTo>
                  <a:lnTo>
                    <a:pt x="1434846" y="3525748"/>
                  </a:lnTo>
                  <a:lnTo>
                    <a:pt x="1432877" y="3531590"/>
                  </a:lnTo>
                  <a:lnTo>
                    <a:pt x="1434261" y="3534626"/>
                  </a:lnTo>
                  <a:lnTo>
                    <a:pt x="1439697" y="3536365"/>
                  </a:lnTo>
                  <a:lnTo>
                    <a:pt x="1442694" y="3534727"/>
                  </a:lnTo>
                  <a:lnTo>
                    <a:pt x="1443685" y="3531781"/>
                  </a:lnTo>
                  <a:lnTo>
                    <a:pt x="1444663" y="3528885"/>
                  </a:lnTo>
                  <a:close/>
                </a:path>
                <a:path w="3423920" h="3536950">
                  <a:moveTo>
                    <a:pt x="1551813" y="3194189"/>
                  </a:moveTo>
                  <a:lnTo>
                    <a:pt x="1550962" y="3192399"/>
                  </a:lnTo>
                  <a:lnTo>
                    <a:pt x="1547710" y="3191357"/>
                  </a:lnTo>
                  <a:lnTo>
                    <a:pt x="1545907" y="3192310"/>
                  </a:lnTo>
                  <a:lnTo>
                    <a:pt x="1544713" y="3195853"/>
                  </a:lnTo>
                  <a:lnTo>
                    <a:pt x="1545564" y="3197695"/>
                  </a:lnTo>
                  <a:lnTo>
                    <a:pt x="1548815" y="3198736"/>
                  </a:lnTo>
                  <a:lnTo>
                    <a:pt x="1550619" y="3197733"/>
                  </a:lnTo>
                  <a:lnTo>
                    <a:pt x="1551228" y="3195942"/>
                  </a:lnTo>
                  <a:lnTo>
                    <a:pt x="1551813" y="3194189"/>
                  </a:lnTo>
                  <a:close/>
                </a:path>
                <a:path w="3423920" h="3536950">
                  <a:moveTo>
                    <a:pt x="1569351" y="3357943"/>
                  </a:moveTo>
                  <a:lnTo>
                    <a:pt x="1568094" y="3355149"/>
                  </a:lnTo>
                  <a:lnTo>
                    <a:pt x="1563230" y="3353600"/>
                  </a:lnTo>
                  <a:lnTo>
                    <a:pt x="1560512" y="3355124"/>
                  </a:lnTo>
                  <a:lnTo>
                    <a:pt x="1558747" y="3360356"/>
                  </a:lnTo>
                  <a:lnTo>
                    <a:pt x="1560017" y="3363112"/>
                  </a:lnTo>
                  <a:lnTo>
                    <a:pt x="1564868" y="3364661"/>
                  </a:lnTo>
                  <a:lnTo>
                    <a:pt x="1567573" y="3363176"/>
                  </a:lnTo>
                  <a:lnTo>
                    <a:pt x="1568462" y="3360559"/>
                  </a:lnTo>
                  <a:lnTo>
                    <a:pt x="1569351" y="3357943"/>
                  </a:lnTo>
                  <a:close/>
                </a:path>
                <a:path w="3423920" h="3536950">
                  <a:moveTo>
                    <a:pt x="1585137" y="3521926"/>
                  </a:moveTo>
                  <a:lnTo>
                    <a:pt x="1583893" y="3519132"/>
                  </a:lnTo>
                  <a:lnTo>
                    <a:pt x="1579016" y="3517582"/>
                  </a:lnTo>
                  <a:lnTo>
                    <a:pt x="1576273" y="3519093"/>
                  </a:lnTo>
                  <a:lnTo>
                    <a:pt x="1574507" y="3524339"/>
                  </a:lnTo>
                  <a:lnTo>
                    <a:pt x="1575803" y="3527094"/>
                  </a:lnTo>
                  <a:lnTo>
                    <a:pt x="1580680" y="3528644"/>
                  </a:lnTo>
                  <a:lnTo>
                    <a:pt x="1583359" y="3527158"/>
                  </a:lnTo>
                  <a:lnTo>
                    <a:pt x="1584248" y="3524542"/>
                  </a:lnTo>
                  <a:lnTo>
                    <a:pt x="1585137" y="3521926"/>
                  </a:lnTo>
                  <a:close/>
                </a:path>
                <a:path w="3423920" h="3536950">
                  <a:moveTo>
                    <a:pt x="1690890" y="3177565"/>
                  </a:moveTo>
                  <a:lnTo>
                    <a:pt x="1690458" y="3176613"/>
                  </a:lnTo>
                  <a:lnTo>
                    <a:pt x="1689646" y="3176359"/>
                  </a:lnTo>
                  <a:lnTo>
                    <a:pt x="1688833" y="3176092"/>
                  </a:lnTo>
                  <a:lnTo>
                    <a:pt x="1687944" y="3176625"/>
                  </a:lnTo>
                  <a:lnTo>
                    <a:pt x="1687652" y="3177502"/>
                  </a:lnTo>
                  <a:lnTo>
                    <a:pt x="1687347" y="3178378"/>
                  </a:lnTo>
                  <a:lnTo>
                    <a:pt x="1687766" y="3179267"/>
                  </a:lnTo>
                  <a:lnTo>
                    <a:pt x="1688579" y="3179521"/>
                  </a:lnTo>
                  <a:lnTo>
                    <a:pt x="1689392" y="3179788"/>
                  </a:lnTo>
                  <a:lnTo>
                    <a:pt x="1690306" y="3179318"/>
                  </a:lnTo>
                  <a:lnTo>
                    <a:pt x="1690598" y="3178441"/>
                  </a:lnTo>
                  <a:lnTo>
                    <a:pt x="1690890" y="3177565"/>
                  </a:lnTo>
                  <a:close/>
                </a:path>
                <a:path w="3423920" h="3536950">
                  <a:moveTo>
                    <a:pt x="1710766" y="3340112"/>
                  </a:moveTo>
                  <a:lnTo>
                    <a:pt x="1709369" y="3337014"/>
                  </a:lnTo>
                  <a:lnTo>
                    <a:pt x="1703933" y="3335286"/>
                  </a:lnTo>
                  <a:lnTo>
                    <a:pt x="1700949" y="3336975"/>
                  </a:lnTo>
                  <a:lnTo>
                    <a:pt x="1698993" y="3342767"/>
                  </a:lnTo>
                  <a:lnTo>
                    <a:pt x="1700364" y="3345853"/>
                  </a:lnTo>
                  <a:lnTo>
                    <a:pt x="1705800" y="3347593"/>
                  </a:lnTo>
                  <a:lnTo>
                    <a:pt x="1708810" y="3345904"/>
                  </a:lnTo>
                  <a:lnTo>
                    <a:pt x="1709788" y="3343008"/>
                  </a:lnTo>
                  <a:lnTo>
                    <a:pt x="1710766" y="3340112"/>
                  </a:lnTo>
                  <a:close/>
                </a:path>
                <a:path w="3423920" h="3536950">
                  <a:moveTo>
                    <a:pt x="1726526" y="3503587"/>
                  </a:moveTo>
                  <a:lnTo>
                    <a:pt x="1725155" y="3500501"/>
                  </a:lnTo>
                  <a:lnTo>
                    <a:pt x="1719719" y="3498773"/>
                  </a:lnTo>
                  <a:lnTo>
                    <a:pt x="1716684" y="3500450"/>
                  </a:lnTo>
                  <a:lnTo>
                    <a:pt x="1714715" y="3506292"/>
                  </a:lnTo>
                  <a:lnTo>
                    <a:pt x="1716125" y="3509391"/>
                  </a:lnTo>
                  <a:lnTo>
                    <a:pt x="1721561" y="3511118"/>
                  </a:lnTo>
                  <a:lnTo>
                    <a:pt x="1724558" y="3509429"/>
                  </a:lnTo>
                  <a:lnTo>
                    <a:pt x="1725536" y="3506533"/>
                  </a:lnTo>
                  <a:lnTo>
                    <a:pt x="1726526" y="3503587"/>
                  </a:lnTo>
                  <a:close/>
                </a:path>
                <a:path w="3423920" h="3536950">
                  <a:moveTo>
                    <a:pt x="1832825" y="3146780"/>
                  </a:moveTo>
                  <a:lnTo>
                    <a:pt x="1831848" y="3144634"/>
                  </a:lnTo>
                  <a:lnTo>
                    <a:pt x="1828038" y="3143415"/>
                  </a:lnTo>
                  <a:lnTo>
                    <a:pt x="1825955" y="3144583"/>
                  </a:lnTo>
                  <a:lnTo>
                    <a:pt x="1824570" y="3148673"/>
                  </a:lnTo>
                  <a:lnTo>
                    <a:pt x="1825536" y="3150819"/>
                  </a:lnTo>
                  <a:lnTo>
                    <a:pt x="1829346" y="3152025"/>
                  </a:lnTo>
                  <a:lnTo>
                    <a:pt x="1831441" y="3150870"/>
                  </a:lnTo>
                  <a:lnTo>
                    <a:pt x="1832140" y="3148800"/>
                  </a:lnTo>
                  <a:lnTo>
                    <a:pt x="1832825" y="3146780"/>
                  </a:lnTo>
                  <a:close/>
                </a:path>
                <a:path w="3423920" h="3536950">
                  <a:moveTo>
                    <a:pt x="1851621" y="3310204"/>
                  </a:moveTo>
                  <a:lnTo>
                    <a:pt x="1849932" y="3306508"/>
                  </a:lnTo>
                  <a:lnTo>
                    <a:pt x="1843405" y="3304425"/>
                  </a:lnTo>
                  <a:lnTo>
                    <a:pt x="1839836" y="3306445"/>
                  </a:lnTo>
                  <a:lnTo>
                    <a:pt x="1837474" y="3313430"/>
                  </a:lnTo>
                  <a:lnTo>
                    <a:pt x="1839112" y="3317113"/>
                  </a:lnTo>
                  <a:lnTo>
                    <a:pt x="1845640" y="3319195"/>
                  </a:lnTo>
                  <a:lnTo>
                    <a:pt x="1849259" y="3317189"/>
                  </a:lnTo>
                  <a:lnTo>
                    <a:pt x="1850440" y="3313696"/>
                  </a:lnTo>
                  <a:lnTo>
                    <a:pt x="1851621" y="3310204"/>
                  </a:lnTo>
                  <a:close/>
                </a:path>
                <a:path w="3423920" h="3536950">
                  <a:moveTo>
                    <a:pt x="1866265" y="3474440"/>
                  </a:moveTo>
                  <a:lnTo>
                    <a:pt x="1864855" y="3471392"/>
                  </a:lnTo>
                  <a:lnTo>
                    <a:pt x="1859419" y="3469665"/>
                  </a:lnTo>
                  <a:lnTo>
                    <a:pt x="1856422" y="3471303"/>
                  </a:lnTo>
                  <a:lnTo>
                    <a:pt x="1854454" y="3477145"/>
                  </a:lnTo>
                  <a:lnTo>
                    <a:pt x="1855863" y="3480193"/>
                  </a:lnTo>
                  <a:lnTo>
                    <a:pt x="1861299" y="3481921"/>
                  </a:lnTo>
                  <a:lnTo>
                    <a:pt x="1864296" y="3480282"/>
                  </a:lnTo>
                  <a:lnTo>
                    <a:pt x="1865274" y="3477387"/>
                  </a:lnTo>
                  <a:lnTo>
                    <a:pt x="1866265" y="3474440"/>
                  </a:lnTo>
                  <a:close/>
                </a:path>
                <a:path w="3423920" h="3536950">
                  <a:moveTo>
                    <a:pt x="2122017" y="3216275"/>
                  </a:moveTo>
                  <a:lnTo>
                    <a:pt x="2120735" y="3213519"/>
                  </a:lnTo>
                  <a:lnTo>
                    <a:pt x="2115858" y="3211969"/>
                  </a:lnTo>
                  <a:lnTo>
                    <a:pt x="2113178" y="3213455"/>
                  </a:lnTo>
                  <a:lnTo>
                    <a:pt x="2112988" y="3214014"/>
                  </a:lnTo>
                  <a:lnTo>
                    <a:pt x="2112988" y="3221583"/>
                  </a:lnTo>
                  <a:lnTo>
                    <a:pt x="2117521" y="3223031"/>
                  </a:lnTo>
                  <a:lnTo>
                    <a:pt x="2120239" y="3221507"/>
                  </a:lnTo>
                  <a:lnTo>
                    <a:pt x="2122017" y="3216275"/>
                  </a:lnTo>
                  <a:close/>
                </a:path>
                <a:path w="3423920" h="3536950">
                  <a:moveTo>
                    <a:pt x="2139467" y="3383953"/>
                  </a:moveTo>
                  <a:lnTo>
                    <a:pt x="2138057" y="3380905"/>
                  </a:lnTo>
                  <a:lnTo>
                    <a:pt x="2132622" y="3379165"/>
                  </a:lnTo>
                  <a:lnTo>
                    <a:pt x="2129625" y="3380816"/>
                  </a:lnTo>
                  <a:lnTo>
                    <a:pt x="2127656" y="3386645"/>
                  </a:lnTo>
                  <a:lnTo>
                    <a:pt x="2129066" y="3389693"/>
                  </a:lnTo>
                  <a:lnTo>
                    <a:pt x="2134501" y="3391433"/>
                  </a:lnTo>
                  <a:lnTo>
                    <a:pt x="2137499" y="3389795"/>
                  </a:lnTo>
                  <a:lnTo>
                    <a:pt x="2138489" y="3386848"/>
                  </a:lnTo>
                  <a:lnTo>
                    <a:pt x="2139467" y="3383953"/>
                  </a:lnTo>
                  <a:close/>
                </a:path>
                <a:path w="3423920" h="3536950">
                  <a:moveTo>
                    <a:pt x="2255075" y="3151682"/>
                  </a:moveTo>
                  <a:lnTo>
                    <a:pt x="2253259" y="3147695"/>
                  </a:lnTo>
                  <a:lnTo>
                    <a:pt x="2246211" y="3145434"/>
                  </a:lnTo>
                  <a:lnTo>
                    <a:pt x="2242299" y="3147606"/>
                  </a:lnTo>
                  <a:lnTo>
                    <a:pt x="2239734" y="3155188"/>
                  </a:lnTo>
                  <a:lnTo>
                    <a:pt x="2241562" y="3159175"/>
                  </a:lnTo>
                  <a:lnTo>
                    <a:pt x="2248624" y="3161436"/>
                  </a:lnTo>
                  <a:lnTo>
                    <a:pt x="2252510" y="3159264"/>
                  </a:lnTo>
                  <a:lnTo>
                    <a:pt x="2253780" y="3155492"/>
                  </a:lnTo>
                  <a:lnTo>
                    <a:pt x="2255075" y="3151682"/>
                  </a:lnTo>
                  <a:close/>
                </a:path>
                <a:path w="3423920" h="3536950">
                  <a:moveTo>
                    <a:pt x="2274925" y="3322269"/>
                  </a:moveTo>
                  <a:lnTo>
                    <a:pt x="2272690" y="3317379"/>
                  </a:lnTo>
                  <a:lnTo>
                    <a:pt x="2264003" y="3314598"/>
                  </a:lnTo>
                  <a:lnTo>
                    <a:pt x="2259203" y="3317240"/>
                  </a:lnTo>
                  <a:lnTo>
                    <a:pt x="2256040" y="3326574"/>
                  </a:lnTo>
                  <a:lnTo>
                    <a:pt x="2258288" y="3331514"/>
                  </a:lnTo>
                  <a:lnTo>
                    <a:pt x="2266975" y="3334296"/>
                  </a:lnTo>
                  <a:lnTo>
                    <a:pt x="2271763" y="3331591"/>
                  </a:lnTo>
                  <a:lnTo>
                    <a:pt x="2273338" y="3326955"/>
                  </a:lnTo>
                  <a:lnTo>
                    <a:pt x="2274925" y="3322269"/>
                  </a:lnTo>
                  <a:close/>
                </a:path>
                <a:path w="3423920" h="3536950">
                  <a:moveTo>
                    <a:pt x="2612542" y="55206"/>
                  </a:moveTo>
                  <a:lnTo>
                    <a:pt x="2612377" y="54902"/>
                  </a:lnTo>
                  <a:lnTo>
                    <a:pt x="2612098" y="54813"/>
                  </a:lnTo>
                  <a:lnTo>
                    <a:pt x="2611844" y="54724"/>
                  </a:lnTo>
                  <a:lnTo>
                    <a:pt x="2611526" y="54876"/>
                  </a:lnTo>
                  <a:lnTo>
                    <a:pt x="2611424" y="55206"/>
                  </a:lnTo>
                  <a:lnTo>
                    <a:pt x="2611323" y="55473"/>
                  </a:lnTo>
                  <a:lnTo>
                    <a:pt x="2611488" y="55791"/>
                  </a:lnTo>
                  <a:lnTo>
                    <a:pt x="2611742" y="55867"/>
                  </a:lnTo>
                  <a:lnTo>
                    <a:pt x="2612021" y="55956"/>
                  </a:lnTo>
                  <a:lnTo>
                    <a:pt x="2612339" y="55803"/>
                  </a:lnTo>
                  <a:lnTo>
                    <a:pt x="2612428" y="55524"/>
                  </a:lnTo>
                  <a:lnTo>
                    <a:pt x="2612542" y="55206"/>
                  </a:lnTo>
                  <a:close/>
                </a:path>
                <a:path w="3423920" h="3536950">
                  <a:moveTo>
                    <a:pt x="2718981" y="145859"/>
                  </a:moveTo>
                  <a:lnTo>
                    <a:pt x="2718841" y="145516"/>
                  </a:lnTo>
                  <a:lnTo>
                    <a:pt x="2718587" y="145427"/>
                  </a:lnTo>
                  <a:lnTo>
                    <a:pt x="2718333" y="145351"/>
                  </a:lnTo>
                  <a:lnTo>
                    <a:pt x="2718003" y="145554"/>
                  </a:lnTo>
                  <a:lnTo>
                    <a:pt x="2717901" y="145821"/>
                  </a:lnTo>
                  <a:lnTo>
                    <a:pt x="2717812" y="146100"/>
                  </a:lnTo>
                  <a:lnTo>
                    <a:pt x="2717952" y="146456"/>
                  </a:lnTo>
                  <a:lnTo>
                    <a:pt x="2718219" y="146532"/>
                  </a:lnTo>
                  <a:lnTo>
                    <a:pt x="2718473" y="146608"/>
                  </a:lnTo>
                  <a:lnTo>
                    <a:pt x="2718803" y="146418"/>
                  </a:lnTo>
                  <a:lnTo>
                    <a:pt x="2718892" y="146138"/>
                  </a:lnTo>
                  <a:lnTo>
                    <a:pt x="2718981" y="145859"/>
                  </a:lnTo>
                  <a:close/>
                </a:path>
                <a:path w="3423920" h="3536950">
                  <a:moveTo>
                    <a:pt x="2817558" y="245770"/>
                  </a:moveTo>
                  <a:lnTo>
                    <a:pt x="2817431" y="245478"/>
                  </a:lnTo>
                  <a:lnTo>
                    <a:pt x="2817152" y="245389"/>
                  </a:lnTo>
                  <a:lnTo>
                    <a:pt x="2816885" y="245300"/>
                  </a:lnTo>
                  <a:lnTo>
                    <a:pt x="2816593" y="245465"/>
                  </a:lnTo>
                  <a:lnTo>
                    <a:pt x="2816402" y="246062"/>
                  </a:lnTo>
                  <a:lnTo>
                    <a:pt x="2816529" y="246367"/>
                  </a:lnTo>
                  <a:lnTo>
                    <a:pt x="2816796" y="246443"/>
                  </a:lnTo>
                  <a:lnTo>
                    <a:pt x="2817063" y="246532"/>
                  </a:lnTo>
                  <a:lnTo>
                    <a:pt x="2817355" y="246367"/>
                  </a:lnTo>
                  <a:lnTo>
                    <a:pt x="2817469" y="246049"/>
                  </a:lnTo>
                  <a:lnTo>
                    <a:pt x="2817558" y="245770"/>
                  </a:lnTo>
                  <a:close/>
                </a:path>
                <a:path w="3423920" h="3536950">
                  <a:moveTo>
                    <a:pt x="2881744" y="72110"/>
                  </a:moveTo>
                  <a:lnTo>
                    <a:pt x="2881617" y="71818"/>
                  </a:lnTo>
                  <a:lnTo>
                    <a:pt x="2881350" y="71729"/>
                  </a:lnTo>
                  <a:lnTo>
                    <a:pt x="2881096" y="71653"/>
                  </a:lnTo>
                  <a:lnTo>
                    <a:pt x="2880779" y="71805"/>
                  </a:lnTo>
                  <a:lnTo>
                    <a:pt x="2880588" y="72402"/>
                  </a:lnTo>
                  <a:lnTo>
                    <a:pt x="2880741" y="72707"/>
                  </a:lnTo>
                  <a:lnTo>
                    <a:pt x="2880995" y="72796"/>
                  </a:lnTo>
                  <a:lnTo>
                    <a:pt x="2881249" y="72872"/>
                  </a:lnTo>
                  <a:lnTo>
                    <a:pt x="2881541" y="72707"/>
                  </a:lnTo>
                  <a:lnTo>
                    <a:pt x="2881655" y="72390"/>
                  </a:lnTo>
                  <a:lnTo>
                    <a:pt x="2881744" y="72110"/>
                  </a:lnTo>
                  <a:close/>
                </a:path>
                <a:path w="3423920" h="3536950">
                  <a:moveTo>
                    <a:pt x="2907563" y="354355"/>
                  </a:moveTo>
                  <a:lnTo>
                    <a:pt x="2907436" y="354063"/>
                  </a:lnTo>
                  <a:lnTo>
                    <a:pt x="2907157" y="353974"/>
                  </a:lnTo>
                  <a:lnTo>
                    <a:pt x="2906890" y="353885"/>
                  </a:lnTo>
                  <a:lnTo>
                    <a:pt x="2906598" y="354050"/>
                  </a:lnTo>
                  <a:lnTo>
                    <a:pt x="2906407" y="354647"/>
                  </a:lnTo>
                  <a:lnTo>
                    <a:pt x="2906560" y="354901"/>
                  </a:lnTo>
                  <a:lnTo>
                    <a:pt x="2906814" y="354977"/>
                  </a:lnTo>
                  <a:lnTo>
                    <a:pt x="2907093" y="355066"/>
                  </a:lnTo>
                  <a:lnTo>
                    <a:pt x="2907360" y="354952"/>
                  </a:lnTo>
                  <a:lnTo>
                    <a:pt x="2907474" y="354634"/>
                  </a:lnTo>
                  <a:lnTo>
                    <a:pt x="2907563" y="354355"/>
                  </a:lnTo>
                  <a:close/>
                </a:path>
                <a:path w="3423920" h="3536950">
                  <a:moveTo>
                    <a:pt x="2971063" y="786765"/>
                  </a:moveTo>
                  <a:lnTo>
                    <a:pt x="2970923" y="786422"/>
                  </a:lnTo>
                  <a:lnTo>
                    <a:pt x="2970669" y="786333"/>
                  </a:lnTo>
                  <a:lnTo>
                    <a:pt x="2970390" y="786244"/>
                  </a:lnTo>
                  <a:lnTo>
                    <a:pt x="2970085" y="786447"/>
                  </a:lnTo>
                  <a:lnTo>
                    <a:pt x="2969996" y="786726"/>
                  </a:lnTo>
                  <a:lnTo>
                    <a:pt x="2969895" y="787006"/>
                  </a:lnTo>
                  <a:lnTo>
                    <a:pt x="2970022" y="787349"/>
                  </a:lnTo>
                  <a:lnTo>
                    <a:pt x="2970301" y="787438"/>
                  </a:lnTo>
                  <a:lnTo>
                    <a:pt x="2970555" y="787514"/>
                  </a:lnTo>
                  <a:lnTo>
                    <a:pt x="2970885" y="787323"/>
                  </a:lnTo>
                  <a:lnTo>
                    <a:pt x="2970974" y="787044"/>
                  </a:lnTo>
                  <a:lnTo>
                    <a:pt x="2971063" y="786765"/>
                  </a:lnTo>
                  <a:close/>
                </a:path>
                <a:path w="3423920" h="3536950">
                  <a:moveTo>
                    <a:pt x="2976499" y="176098"/>
                  </a:moveTo>
                  <a:lnTo>
                    <a:pt x="2976372" y="175806"/>
                  </a:lnTo>
                  <a:lnTo>
                    <a:pt x="2975813" y="175628"/>
                  </a:lnTo>
                  <a:lnTo>
                    <a:pt x="2975521" y="175793"/>
                  </a:lnTo>
                  <a:lnTo>
                    <a:pt x="2975432" y="176060"/>
                  </a:lnTo>
                  <a:lnTo>
                    <a:pt x="2975318" y="176390"/>
                  </a:lnTo>
                  <a:lnTo>
                    <a:pt x="2975457" y="176682"/>
                  </a:lnTo>
                  <a:lnTo>
                    <a:pt x="2975737" y="176771"/>
                  </a:lnTo>
                  <a:lnTo>
                    <a:pt x="2976003" y="176860"/>
                  </a:lnTo>
                  <a:lnTo>
                    <a:pt x="2976295" y="176695"/>
                  </a:lnTo>
                  <a:lnTo>
                    <a:pt x="2976410" y="176377"/>
                  </a:lnTo>
                  <a:lnTo>
                    <a:pt x="2976499" y="176098"/>
                  </a:lnTo>
                  <a:close/>
                </a:path>
                <a:path w="3423920" h="3536950">
                  <a:moveTo>
                    <a:pt x="2988424" y="470827"/>
                  </a:moveTo>
                  <a:lnTo>
                    <a:pt x="2988297" y="470535"/>
                  </a:lnTo>
                  <a:lnTo>
                    <a:pt x="2987738" y="470357"/>
                  </a:lnTo>
                  <a:lnTo>
                    <a:pt x="2987446" y="470522"/>
                  </a:lnTo>
                  <a:lnTo>
                    <a:pt x="2987357" y="470789"/>
                  </a:lnTo>
                  <a:lnTo>
                    <a:pt x="2987243" y="471119"/>
                  </a:lnTo>
                  <a:lnTo>
                    <a:pt x="2987383" y="471411"/>
                  </a:lnTo>
                  <a:lnTo>
                    <a:pt x="2987649" y="471500"/>
                  </a:lnTo>
                  <a:lnTo>
                    <a:pt x="2987929" y="471589"/>
                  </a:lnTo>
                  <a:lnTo>
                    <a:pt x="2988221" y="471424"/>
                  </a:lnTo>
                  <a:lnTo>
                    <a:pt x="2988335" y="471106"/>
                  </a:lnTo>
                  <a:lnTo>
                    <a:pt x="2988424" y="470827"/>
                  </a:lnTo>
                  <a:close/>
                </a:path>
                <a:path w="3423920" h="3536950">
                  <a:moveTo>
                    <a:pt x="3022054" y="921854"/>
                  </a:moveTo>
                  <a:lnTo>
                    <a:pt x="3021901" y="921550"/>
                  </a:lnTo>
                  <a:lnTo>
                    <a:pt x="3021622" y="921461"/>
                  </a:lnTo>
                  <a:lnTo>
                    <a:pt x="3021368" y="921385"/>
                  </a:lnTo>
                  <a:lnTo>
                    <a:pt x="3021076" y="921550"/>
                  </a:lnTo>
                  <a:lnTo>
                    <a:pt x="3020987" y="921816"/>
                  </a:lnTo>
                  <a:lnTo>
                    <a:pt x="3020872" y="922147"/>
                  </a:lnTo>
                  <a:lnTo>
                    <a:pt x="3021012" y="922439"/>
                  </a:lnTo>
                  <a:lnTo>
                    <a:pt x="3021266" y="922515"/>
                  </a:lnTo>
                  <a:lnTo>
                    <a:pt x="3021546" y="922604"/>
                  </a:lnTo>
                  <a:lnTo>
                    <a:pt x="3021850" y="922451"/>
                  </a:lnTo>
                  <a:lnTo>
                    <a:pt x="3021965" y="922134"/>
                  </a:lnTo>
                  <a:lnTo>
                    <a:pt x="3022054" y="921854"/>
                  </a:lnTo>
                  <a:close/>
                </a:path>
                <a:path w="3423920" h="3536950">
                  <a:moveTo>
                    <a:pt x="3042640" y="469"/>
                  </a:moveTo>
                  <a:lnTo>
                    <a:pt x="3042501" y="165"/>
                  </a:lnTo>
                  <a:lnTo>
                    <a:pt x="3042247" y="88"/>
                  </a:lnTo>
                  <a:lnTo>
                    <a:pt x="3041967" y="0"/>
                  </a:lnTo>
                  <a:lnTo>
                    <a:pt x="3041675" y="152"/>
                  </a:lnTo>
                  <a:lnTo>
                    <a:pt x="3041561" y="482"/>
                  </a:lnTo>
                  <a:lnTo>
                    <a:pt x="3041472" y="749"/>
                  </a:lnTo>
                  <a:lnTo>
                    <a:pt x="3041612" y="1054"/>
                  </a:lnTo>
                  <a:lnTo>
                    <a:pt x="3042145" y="1231"/>
                  </a:lnTo>
                  <a:lnTo>
                    <a:pt x="3042437" y="1066"/>
                  </a:lnTo>
                  <a:lnTo>
                    <a:pt x="3042526" y="787"/>
                  </a:lnTo>
                  <a:lnTo>
                    <a:pt x="3042640" y="469"/>
                  </a:lnTo>
                  <a:close/>
                </a:path>
                <a:path w="3423920" h="3536950">
                  <a:moveTo>
                    <a:pt x="3061004" y="1061974"/>
                  </a:moveTo>
                  <a:lnTo>
                    <a:pt x="3060877" y="1061681"/>
                  </a:lnTo>
                  <a:lnTo>
                    <a:pt x="3060611" y="1061593"/>
                  </a:lnTo>
                  <a:lnTo>
                    <a:pt x="3060319" y="1061504"/>
                  </a:lnTo>
                  <a:lnTo>
                    <a:pt x="3060027" y="1061669"/>
                  </a:lnTo>
                  <a:lnTo>
                    <a:pt x="3059938" y="1061935"/>
                  </a:lnTo>
                  <a:lnTo>
                    <a:pt x="3059823" y="1062266"/>
                  </a:lnTo>
                  <a:lnTo>
                    <a:pt x="3059963" y="1062558"/>
                  </a:lnTo>
                  <a:lnTo>
                    <a:pt x="3060255" y="1062659"/>
                  </a:lnTo>
                  <a:lnTo>
                    <a:pt x="3060509" y="1062736"/>
                  </a:lnTo>
                  <a:lnTo>
                    <a:pt x="3060801" y="1062570"/>
                  </a:lnTo>
                  <a:lnTo>
                    <a:pt x="3060916" y="1062253"/>
                  </a:lnTo>
                  <a:lnTo>
                    <a:pt x="3061004" y="1061974"/>
                  </a:lnTo>
                  <a:close/>
                </a:path>
                <a:path w="3423920" h="3536950">
                  <a:moveTo>
                    <a:pt x="3064319" y="287451"/>
                  </a:moveTo>
                  <a:lnTo>
                    <a:pt x="3063913" y="286562"/>
                  </a:lnTo>
                  <a:lnTo>
                    <a:pt x="3063100" y="286296"/>
                  </a:lnTo>
                  <a:lnTo>
                    <a:pt x="3062287" y="286042"/>
                  </a:lnTo>
                  <a:lnTo>
                    <a:pt x="3061411" y="286524"/>
                  </a:lnTo>
                  <a:lnTo>
                    <a:pt x="3061119" y="287401"/>
                  </a:lnTo>
                  <a:lnTo>
                    <a:pt x="3060801" y="288315"/>
                  </a:lnTo>
                  <a:lnTo>
                    <a:pt x="3061220" y="289217"/>
                  </a:lnTo>
                  <a:lnTo>
                    <a:pt x="3062846" y="289725"/>
                  </a:lnTo>
                  <a:lnTo>
                    <a:pt x="3063722" y="289242"/>
                  </a:lnTo>
                  <a:lnTo>
                    <a:pt x="3064027" y="288328"/>
                  </a:lnTo>
                  <a:lnTo>
                    <a:pt x="3064319" y="287451"/>
                  </a:lnTo>
                  <a:close/>
                </a:path>
                <a:path w="3423920" h="3536950">
                  <a:moveTo>
                    <a:pt x="3069615" y="1796897"/>
                  </a:moveTo>
                  <a:lnTo>
                    <a:pt x="3069209" y="1795957"/>
                  </a:lnTo>
                  <a:lnTo>
                    <a:pt x="3068396" y="1795691"/>
                  </a:lnTo>
                  <a:lnTo>
                    <a:pt x="3067583" y="1795437"/>
                  </a:lnTo>
                  <a:lnTo>
                    <a:pt x="3066669" y="1795957"/>
                  </a:lnTo>
                  <a:lnTo>
                    <a:pt x="3066364" y="1796834"/>
                  </a:lnTo>
                  <a:lnTo>
                    <a:pt x="3066072" y="1797710"/>
                  </a:lnTo>
                  <a:lnTo>
                    <a:pt x="3066491" y="1798650"/>
                  </a:lnTo>
                  <a:lnTo>
                    <a:pt x="3067304" y="1798916"/>
                  </a:lnTo>
                  <a:lnTo>
                    <a:pt x="3068116" y="1799170"/>
                  </a:lnTo>
                  <a:lnTo>
                    <a:pt x="3069031" y="1798650"/>
                  </a:lnTo>
                  <a:lnTo>
                    <a:pt x="3069323" y="1797773"/>
                  </a:lnTo>
                  <a:lnTo>
                    <a:pt x="3069615" y="1796897"/>
                  </a:lnTo>
                  <a:close/>
                </a:path>
                <a:path w="3423920" h="3536950">
                  <a:moveTo>
                    <a:pt x="3087687" y="1205966"/>
                  </a:moveTo>
                  <a:lnTo>
                    <a:pt x="3087522" y="1205661"/>
                  </a:lnTo>
                  <a:lnTo>
                    <a:pt x="3087268" y="1205572"/>
                  </a:lnTo>
                  <a:lnTo>
                    <a:pt x="3086963" y="1205484"/>
                  </a:lnTo>
                  <a:lnTo>
                    <a:pt x="3086671" y="1205649"/>
                  </a:lnTo>
                  <a:lnTo>
                    <a:pt x="3086570" y="1205966"/>
                  </a:lnTo>
                  <a:lnTo>
                    <a:pt x="3086468" y="1206246"/>
                  </a:lnTo>
                  <a:lnTo>
                    <a:pt x="3086608" y="1206538"/>
                  </a:lnTo>
                  <a:lnTo>
                    <a:pt x="3086912" y="1206627"/>
                  </a:lnTo>
                  <a:lnTo>
                    <a:pt x="3087166" y="1206715"/>
                  </a:lnTo>
                  <a:lnTo>
                    <a:pt x="3087484" y="1206563"/>
                  </a:lnTo>
                  <a:lnTo>
                    <a:pt x="3087573" y="1206284"/>
                  </a:lnTo>
                  <a:lnTo>
                    <a:pt x="3087687" y="1205966"/>
                  </a:lnTo>
                  <a:close/>
                </a:path>
                <a:path w="3423920" h="3536950">
                  <a:moveTo>
                    <a:pt x="3093339" y="1649183"/>
                  </a:moveTo>
                  <a:lnTo>
                    <a:pt x="3092907" y="1648282"/>
                  </a:lnTo>
                  <a:lnTo>
                    <a:pt x="3092081" y="1648015"/>
                  </a:lnTo>
                  <a:lnTo>
                    <a:pt x="3091269" y="1647761"/>
                  </a:lnTo>
                  <a:lnTo>
                    <a:pt x="3090392" y="1648244"/>
                  </a:lnTo>
                  <a:lnTo>
                    <a:pt x="3090087" y="1649120"/>
                  </a:lnTo>
                  <a:lnTo>
                    <a:pt x="3089795" y="1649996"/>
                  </a:lnTo>
                  <a:lnTo>
                    <a:pt x="3090189" y="1650936"/>
                  </a:lnTo>
                  <a:lnTo>
                    <a:pt x="3091840" y="1651457"/>
                  </a:lnTo>
                  <a:lnTo>
                    <a:pt x="3092754" y="1650936"/>
                  </a:lnTo>
                  <a:lnTo>
                    <a:pt x="3093047" y="1650060"/>
                  </a:lnTo>
                  <a:lnTo>
                    <a:pt x="3093339" y="1649183"/>
                  </a:lnTo>
                  <a:close/>
                </a:path>
                <a:path w="3423920" h="3536950">
                  <a:moveTo>
                    <a:pt x="3103588" y="1352219"/>
                  </a:moveTo>
                  <a:lnTo>
                    <a:pt x="3103016" y="1351013"/>
                  </a:lnTo>
                  <a:lnTo>
                    <a:pt x="3100857" y="1350327"/>
                  </a:lnTo>
                  <a:lnTo>
                    <a:pt x="3099651" y="1350962"/>
                  </a:lnTo>
                  <a:lnTo>
                    <a:pt x="3098850" y="1353299"/>
                  </a:lnTo>
                  <a:lnTo>
                    <a:pt x="3099422" y="1354556"/>
                  </a:lnTo>
                  <a:lnTo>
                    <a:pt x="3101594" y="1355255"/>
                  </a:lnTo>
                  <a:lnTo>
                    <a:pt x="3102787" y="1354556"/>
                  </a:lnTo>
                  <a:lnTo>
                    <a:pt x="3103181" y="1353413"/>
                  </a:lnTo>
                  <a:lnTo>
                    <a:pt x="3103588" y="1352219"/>
                  </a:lnTo>
                  <a:close/>
                </a:path>
                <a:path w="3423920" h="3536950">
                  <a:moveTo>
                    <a:pt x="3104515" y="1500619"/>
                  </a:moveTo>
                  <a:lnTo>
                    <a:pt x="3104083" y="1499666"/>
                  </a:lnTo>
                  <a:lnTo>
                    <a:pt x="3103270" y="1499412"/>
                  </a:lnTo>
                  <a:lnTo>
                    <a:pt x="3102457" y="1499146"/>
                  </a:lnTo>
                  <a:lnTo>
                    <a:pt x="3101543" y="1499679"/>
                  </a:lnTo>
                  <a:lnTo>
                    <a:pt x="3100959" y="1501419"/>
                  </a:lnTo>
                  <a:lnTo>
                    <a:pt x="3101365" y="1502371"/>
                  </a:lnTo>
                  <a:lnTo>
                    <a:pt x="3102178" y="1502625"/>
                  </a:lnTo>
                  <a:lnTo>
                    <a:pt x="3102991" y="1502892"/>
                  </a:lnTo>
                  <a:lnTo>
                    <a:pt x="3103930" y="1502371"/>
                  </a:lnTo>
                  <a:lnTo>
                    <a:pt x="3104223" y="1501495"/>
                  </a:lnTo>
                  <a:lnTo>
                    <a:pt x="3104515" y="1500619"/>
                  </a:lnTo>
                  <a:close/>
                </a:path>
                <a:path w="3423920" h="3536950">
                  <a:moveTo>
                    <a:pt x="3120580" y="724369"/>
                  </a:moveTo>
                  <a:lnTo>
                    <a:pt x="3120453" y="724077"/>
                  </a:lnTo>
                  <a:lnTo>
                    <a:pt x="3120174" y="723988"/>
                  </a:lnTo>
                  <a:lnTo>
                    <a:pt x="3119920" y="723900"/>
                  </a:lnTo>
                  <a:lnTo>
                    <a:pt x="3119628" y="724065"/>
                  </a:lnTo>
                  <a:lnTo>
                    <a:pt x="3119526" y="724344"/>
                  </a:lnTo>
                  <a:lnTo>
                    <a:pt x="3119424" y="724662"/>
                  </a:lnTo>
                  <a:lnTo>
                    <a:pt x="3119564" y="724966"/>
                  </a:lnTo>
                  <a:lnTo>
                    <a:pt x="3119818" y="725043"/>
                  </a:lnTo>
                  <a:lnTo>
                    <a:pt x="3120098" y="725131"/>
                  </a:lnTo>
                  <a:lnTo>
                    <a:pt x="3120377" y="724966"/>
                  </a:lnTo>
                  <a:lnTo>
                    <a:pt x="3120491" y="724649"/>
                  </a:lnTo>
                  <a:lnTo>
                    <a:pt x="3120580" y="724369"/>
                  </a:lnTo>
                  <a:close/>
                </a:path>
                <a:path w="3423920" h="3536950">
                  <a:moveTo>
                    <a:pt x="3123107" y="2166467"/>
                  </a:moveTo>
                  <a:lnTo>
                    <a:pt x="3121825" y="2163711"/>
                  </a:lnTo>
                  <a:lnTo>
                    <a:pt x="3116935" y="2162149"/>
                  </a:lnTo>
                  <a:lnTo>
                    <a:pt x="3114243" y="2163635"/>
                  </a:lnTo>
                  <a:lnTo>
                    <a:pt x="3112478" y="2168880"/>
                  </a:lnTo>
                  <a:lnTo>
                    <a:pt x="3113735" y="2171623"/>
                  </a:lnTo>
                  <a:lnTo>
                    <a:pt x="3118624" y="2173186"/>
                  </a:lnTo>
                  <a:lnTo>
                    <a:pt x="3121329" y="2171700"/>
                  </a:lnTo>
                  <a:lnTo>
                    <a:pt x="3122218" y="2169083"/>
                  </a:lnTo>
                  <a:lnTo>
                    <a:pt x="3123107" y="2166467"/>
                  </a:lnTo>
                  <a:close/>
                </a:path>
                <a:path w="3423920" h="3536950">
                  <a:moveTo>
                    <a:pt x="3135211" y="107492"/>
                  </a:moveTo>
                  <a:lnTo>
                    <a:pt x="3134804" y="106591"/>
                  </a:lnTo>
                  <a:lnTo>
                    <a:pt x="3133991" y="106337"/>
                  </a:lnTo>
                  <a:lnTo>
                    <a:pt x="3133179" y="106070"/>
                  </a:lnTo>
                  <a:lnTo>
                    <a:pt x="3132264" y="106540"/>
                  </a:lnTo>
                  <a:lnTo>
                    <a:pt x="3131947" y="107467"/>
                  </a:lnTo>
                  <a:lnTo>
                    <a:pt x="3131655" y="108343"/>
                  </a:lnTo>
                  <a:lnTo>
                    <a:pt x="3132112" y="109245"/>
                  </a:lnTo>
                  <a:lnTo>
                    <a:pt x="3132925" y="109499"/>
                  </a:lnTo>
                  <a:lnTo>
                    <a:pt x="3133737" y="109766"/>
                  </a:lnTo>
                  <a:lnTo>
                    <a:pt x="3134614" y="109283"/>
                  </a:lnTo>
                  <a:lnTo>
                    <a:pt x="3134906" y="108407"/>
                  </a:lnTo>
                  <a:lnTo>
                    <a:pt x="3135211" y="107492"/>
                  </a:lnTo>
                  <a:close/>
                </a:path>
                <a:path w="3423920" h="3536950">
                  <a:moveTo>
                    <a:pt x="3142996" y="405980"/>
                  </a:moveTo>
                  <a:lnTo>
                    <a:pt x="3142424" y="404774"/>
                  </a:lnTo>
                  <a:lnTo>
                    <a:pt x="3140265" y="404088"/>
                  </a:lnTo>
                  <a:lnTo>
                    <a:pt x="3139059" y="404723"/>
                  </a:lnTo>
                  <a:lnTo>
                    <a:pt x="3138259" y="407060"/>
                  </a:lnTo>
                  <a:lnTo>
                    <a:pt x="3138855" y="408279"/>
                  </a:lnTo>
                  <a:lnTo>
                    <a:pt x="3139922" y="408609"/>
                  </a:lnTo>
                  <a:lnTo>
                    <a:pt x="3141014" y="408965"/>
                  </a:lnTo>
                  <a:lnTo>
                    <a:pt x="3142196" y="408317"/>
                  </a:lnTo>
                  <a:lnTo>
                    <a:pt x="3142589" y="407174"/>
                  </a:lnTo>
                  <a:lnTo>
                    <a:pt x="3142996" y="405980"/>
                  </a:lnTo>
                  <a:close/>
                </a:path>
                <a:path w="3423920" h="3536950">
                  <a:moveTo>
                    <a:pt x="3172803" y="859358"/>
                  </a:moveTo>
                  <a:lnTo>
                    <a:pt x="3172244" y="858113"/>
                  </a:lnTo>
                  <a:lnTo>
                    <a:pt x="3170085" y="857415"/>
                  </a:lnTo>
                  <a:lnTo>
                    <a:pt x="3168866" y="858100"/>
                  </a:lnTo>
                  <a:lnTo>
                    <a:pt x="3168065" y="860437"/>
                  </a:lnTo>
                  <a:lnTo>
                    <a:pt x="3168650" y="861644"/>
                  </a:lnTo>
                  <a:lnTo>
                    <a:pt x="3170821" y="862342"/>
                  </a:lnTo>
                  <a:lnTo>
                    <a:pt x="3172002" y="861695"/>
                  </a:lnTo>
                  <a:lnTo>
                    <a:pt x="3172409" y="860501"/>
                  </a:lnTo>
                  <a:lnTo>
                    <a:pt x="3172803" y="859358"/>
                  </a:lnTo>
                  <a:close/>
                </a:path>
                <a:path w="3423920" h="3536950">
                  <a:moveTo>
                    <a:pt x="3213506" y="998994"/>
                  </a:moveTo>
                  <a:lnTo>
                    <a:pt x="3212681" y="997165"/>
                  </a:lnTo>
                  <a:lnTo>
                    <a:pt x="3209429" y="996124"/>
                  </a:lnTo>
                  <a:lnTo>
                    <a:pt x="3207613" y="997127"/>
                  </a:lnTo>
                  <a:lnTo>
                    <a:pt x="3206432" y="1000620"/>
                  </a:lnTo>
                  <a:lnTo>
                    <a:pt x="3207283" y="1002461"/>
                  </a:lnTo>
                  <a:lnTo>
                    <a:pt x="3210534" y="1003503"/>
                  </a:lnTo>
                  <a:lnTo>
                    <a:pt x="3212312" y="1002499"/>
                  </a:lnTo>
                  <a:lnTo>
                    <a:pt x="3212909" y="1000747"/>
                  </a:lnTo>
                  <a:lnTo>
                    <a:pt x="3213506" y="998994"/>
                  </a:lnTo>
                  <a:close/>
                </a:path>
                <a:path w="3423920" h="3536950">
                  <a:moveTo>
                    <a:pt x="3213874" y="530618"/>
                  </a:moveTo>
                  <a:lnTo>
                    <a:pt x="3212884" y="528421"/>
                  </a:lnTo>
                  <a:lnTo>
                    <a:pt x="3209074" y="527202"/>
                  </a:lnTo>
                  <a:lnTo>
                    <a:pt x="3206978" y="528408"/>
                  </a:lnTo>
                  <a:lnTo>
                    <a:pt x="3205619" y="532460"/>
                  </a:lnTo>
                  <a:lnTo>
                    <a:pt x="3206572" y="534606"/>
                  </a:lnTo>
                  <a:lnTo>
                    <a:pt x="3210382" y="535813"/>
                  </a:lnTo>
                  <a:lnTo>
                    <a:pt x="3212503" y="534657"/>
                  </a:lnTo>
                  <a:lnTo>
                    <a:pt x="3213189" y="532638"/>
                  </a:lnTo>
                  <a:lnTo>
                    <a:pt x="3213874" y="530618"/>
                  </a:lnTo>
                  <a:close/>
                </a:path>
                <a:path w="3423920" h="3536950">
                  <a:moveTo>
                    <a:pt x="3213912" y="1880082"/>
                  </a:moveTo>
                  <a:lnTo>
                    <a:pt x="3212655" y="1877339"/>
                  </a:lnTo>
                  <a:lnTo>
                    <a:pt x="3207778" y="1875777"/>
                  </a:lnTo>
                  <a:lnTo>
                    <a:pt x="3205099" y="1877263"/>
                  </a:lnTo>
                  <a:lnTo>
                    <a:pt x="3203308" y="1882546"/>
                  </a:lnTo>
                  <a:lnTo>
                    <a:pt x="3204565" y="1885302"/>
                  </a:lnTo>
                  <a:lnTo>
                    <a:pt x="3209442" y="1886851"/>
                  </a:lnTo>
                  <a:lnTo>
                    <a:pt x="3212122" y="1885365"/>
                  </a:lnTo>
                  <a:lnTo>
                    <a:pt x="3213023" y="1882698"/>
                  </a:lnTo>
                  <a:lnTo>
                    <a:pt x="3213912" y="1880082"/>
                  </a:lnTo>
                  <a:close/>
                </a:path>
                <a:path w="3423920" h="3536950">
                  <a:moveTo>
                    <a:pt x="3220707" y="221246"/>
                  </a:moveTo>
                  <a:lnTo>
                    <a:pt x="3219869" y="219405"/>
                  </a:lnTo>
                  <a:lnTo>
                    <a:pt x="3216618" y="218363"/>
                  </a:lnTo>
                  <a:lnTo>
                    <a:pt x="3214814" y="219367"/>
                  </a:lnTo>
                  <a:lnTo>
                    <a:pt x="3213633" y="222859"/>
                  </a:lnTo>
                  <a:lnTo>
                    <a:pt x="3214471" y="224713"/>
                  </a:lnTo>
                  <a:lnTo>
                    <a:pt x="3217722" y="225742"/>
                  </a:lnTo>
                  <a:lnTo>
                    <a:pt x="3219526" y="224751"/>
                  </a:lnTo>
                  <a:lnTo>
                    <a:pt x="3220123" y="222999"/>
                  </a:lnTo>
                  <a:lnTo>
                    <a:pt x="3220707" y="221246"/>
                  </a:lnTo>
                  <a:close/>
                </a:path>
                <a:path w="3423920" h="3536950">
                  <a:moveTo>
                    <a:pt x="3241878" y="1142517"/>
                  </a:moveTo>
                  <a:lnTo>
                    <a:pt x="3241052" y="1140675"/>
                  </a:lnTo>
                  <a:lnTo>
                    <a:pt x="3237763" y="1139621"/>
                  </a:lnTo>
                  <a:lnTo>
                    <a:pt x="3235998" y="1140637"/>
                  </a:lnTo>
                  <a:lnTo>
                    <a:pt x="3234817" y="1144130"/>
                  </a:lnTo>
                  <a:lnTo>
                    <a:pt x="3235591" y="1146009"/>
                  </a:lnTo>
                  <a:lnTo>
                    <a:pt x="3238893" y="1147064"/>
                  </a:lnTo>
                  <a:lnTo>
                    <a:pt x="3240697" y="1146009"/>
                  </a:lnTo>
                  <a:lnTo>
                    <a:pt x="3241268" y="1144308"/>
                  </a:lnTo>
                  <a:lnTo>
                    <a:pt x="3241878" y="1142517"/>
                  </a:lnTo>
                  <a:close/>
                </a:path>
                <a:path w="3423920" h="3536950">
                  <a:moveTo>
                    <a:pt x="3244507" y="1732673"/>
                  </a:moveTo>
                  <a:lnTo>
                    <a:pt x="3242818" y="1728978"/>
                  </a:lnTo>
                  <a:lnTo>
                    <a:pt x="3236315" y="1726895"/>
                  </a:lnTo>
                  <a:lnTo>
                    <a:pt x="3232696" y="1728901"/>
                  </a:lnTo>
                  <a:lnTo>
                    <a:pt x="3230321" y="1735937"/>
                  </a:lnTo>
                  <a:lnTo>
                    <a:pt x="3232023" y="1739582"/>
                  </a:lnTo>
                  <a:lnTo>
                    <a:pt x="3238525" y="1741665"/>
                  </a:lnTo>
                  <a:lnTo>
                    <a:pt x="3242132" y="1739709"/>
                  </a:lnTo>
                  <a:lnTo>
                    <a:pt x="3243326" y="1736166"/>
                  </a:lnTo>
                  <a:lnTo>
                    <a:pt x="3244507" y="1732673"/>
                  </a:lnTo>
                  <a:close/>
                </a:path>
                <a:path w="3423920" h="3536950">
                  <a:moveTo>
                    <a:pt x="3257702" y="1289011"/>
                  </a:moveTo>
                  <a:lnTo>
                    <a:pt x="3257131" y="1287754"/>
                  </a:lnTo>
                  <a:lnTo>
                    <a:pt x="3254959" y="1287068"/>
                  </a:lnTo>
                  <a:lnTo>
                    <a:pt x="3253765" y="1287754"/>
                  </a:lnTo>
                  <a:lnTo>
                    <a:pt x="3252965" y="1290091"/>
                  </a:lnTo>
                  <a:lnTo>
                    <a:pt x="3253536" y="1291297"/>
                  </a:lnTo>
                  <a:lnTo>
                    <a:pt x="3255695" y="1291983"/>
                  </a:lnTo>
                  <a:lnTo>
                    <a:pt x="3256902" y="1291348"/>
                  </a:lnTo>
                  <a:lnTo>
                    <a:pt x="3257308" y="1290154"/>
                  </a:lnTo>
                  <a:lnTo>
                    <a:pt x="3257702" y="1289011"/>
                  </a:lnTo>
                  <a:close/>
                </a:path>
                <a:path w="3423920" h="3536950">
                  <a:moveTo>
                    <a:pt x="3260763" y="1584604"/>
                  </a:moveTo>
                  <a:lnTo>
                    <a:pt x="3259378" y="1581569"/>
                  </a:lnTo>
                  <a:lnTo>
                    <a:pt x="3253943" y="1579829"/>
                  </a:lnTo>
                  <a:lnTo>
                    <a:pt x="3250946" y="1581480"/>
                  </a:lnTo>
                  <a:lnTo>
                    <a:pt x="3248977" y="1587309"/>
                  </a:lnTo>
                  <a:lnTo>
                    <a:pt x="3250361" y="1590408"/>
                  </a:lnTo>
                  <a:lnTo>
                    <a:pt x="3255797" y="1592135"/>
                  </a:lnTo>
                  <a:lnTo>
                    <a:pt x="3258794" y="1590446"/>
                  </a:lnTo>
                  <a:lnTo>
                    <a:pt x="3259772" y="1587550"/>
                  </a:lnTo>
                  <a:lnTo>
                    <a:pt x="3260763" y="1584604"/>
                  </a:lnTo>
                  <a:close/>
                </a:path>
                <a:path w="3423920" h="3536950">
                  <a:moveTo>
                    <a:pt x="3266732" y="1436065"/>
                  </a:moveTo>
                  <a:lnTo>
                    <a:pt x="3265360" y="1432979"/>
                  </a:lnTo>
                  <a:lnTo>
                    <a:pt x="3259925" y="1431239"/>
                  </a:lnTo>
                  <a:lnTo>
                    <a:pt x="3256915" y="1432928"/>
                  </a:lnTo>
                  <a:lnTo>
                    <a:pt x="3254946" y="1438770"/>
                  </a:lnTo>
                  <a:lnTo>
                    <a:pt x="3256356" y="1441818"/>
                  </a:lnTo>
                  <a:lnTo>
                    <a:pt x="3261779" y="1443545"/>
                  </a:lnTo>
                  <a:lnTo>
                    <a:pt x="3264763" y="1441907"/>
                  </a:lnTo>
                  <a:lnTo>
                    <a:pt x="3265754" y="1438960"/>
                  </a:lnTo>
                  <a:lnTo>
                    <a:pt x="3266732" y="1436065"/>
                  </a:lnTo>
                  <a:close/>
                </a:path>
                <a:path w="3423920" h="3536950">
                  <a:moveTo>
                    <a:pt x="3322980" y="796963"/>
                  </a:moveTo>
                  <a:lnTo>
                    <a:pt x="3322129" y="795121"/>
                  </a:lnTo>
                  <a:lnTo>
                    <a:pt x="3318878" y="794080"/>
                  </a:lnTo>
                  <a:lnTo>
                    <a:pt x="3317062" y="795083"/>
                  </a:lnTo>
                  <a:lnTo>
                    <a:pt x="3316478" y="796836"/>
                  </a:lnTo>
                  <a:lnTo>
                    <a:pt x="3315881" y="798576"/>
                  </a:lnTo>
                  <a:lnTo>
                    <a:pt x="3316732" y="800430"/>
                  </a:lnTo>
                  <a:lnTo>
                    <a:pt x="3319983" y="801458"/>
                  </a:lnTo>
                  <a:lnTo>
                    <a:pt x="3321786" y="800468"/>
                  </a:lnTo>
                  <a:lnTo>
                    <a:pt x="3322383" y="798715"/>
                  </a:lnTo>
                  <a:lnTo>
                    <a:pt x="3322980" y="796963"/>
                  </a:lnTo>
                  <a:close/>
                </a:path>
                <a:path w="3423920" h="3536950">
                  <a:moveTo>
                    <a:pt x="3354971" y="1963407"/>
                  </a:moveTo>
                  <a:lnTo>
                    <a:pt x="3353270" y="1959762"/>
                  </a:lnTo>
                  <a:lnTo>
                    <a:pt x="3346767" y="1957679"/>
                  </a:lnTo>
                  <a:lnTo>
                    <a:pt x="3343160" y="1959635"/>
                  </a:lnTo>
                  <a:lnTo>
                    <a:pt x="3340785" y="1966671"/>
                  </a:lnTo>
                  <a:lnTo>
                    <a:pt x="3342487" y="1970328"/>
                  </a:lnTo>
                  <a:lnTo>
                    <a:pt x="3346805" y="1971687"/>
                  </a:lnTo>
                  <a:lnTo>
                    <a:pt x="3350298" y="1971687"/>
                  </a:lnTo>
                  <a:lnTo>
                    <a:pt x="3352596" y="1970443"/>
                  </a:lnTo>
                  <a:lnTo>
                    <a:pt x="3354971" y="1963407"/>
                  </a:lnTo>
                  <a:close/>
                </a:path>
                <a:path w="3423920" h="3536950">
                  <a:moveTo>
                    <a:pt x="3390354" y="1816608"/>
                  </a:moveTo>
                  <a:lnTo>
                    <a:pt x="3388131" y="1811667"/>
                  </a:lnTo>
                  <a:lnTo>
                    <a:pt x="3379406" y="1808886"/>
                  </a:lnTo>
                  <a:lnTo>
                    <a:pt x="3374606" y="1811578"/>
                  </a:lnTo>
                  <a:lnTo>
                    <a:pt x="3371456" y="1820862"/>
                  </a:lnTo>
                  <a:lnTo>
                    <a:pt x="3373678" y="1825802"/>
                  </a:lnTo>
                  <a:lnTo>
                    <a:pt x="3382403" y="1828584"/>
                  </a:lnTo>
                  <a:lnTo>
                    <a:pt x="3387204" y="1825891"/>
                  </a:lnTo>
                  <a:lnTo>
                    <a:pt x="3388779" y="1821243"/>
                  </a:lnTo>
                  <a:lnTo>
                    <a:pt x="3390354" y="1816608"/>
                  </a:lnTo>
                  <a:close/>
                </a:path>
                <a:path w="3423920" h="3536950">
                  <a:moveTo>
                    <a:pt x="3413036" y="1668716"/>
                  </a:moveTo>
                  <a:lnTo>
                    <a:pt x="3410762" y="1663865"/>
                  </a:lnTo>
                  <a:lnTo>
                    <a:pt x="3402050" y="1661083"/>
                  </a:lnTo>
                  <a:lnTo>
                    <a:pt x="3397288" y="1663687"/>
                  </a:lnTo>
                  <a:lnTo>
                    <a:pt x="3394113" y="1673059"/>
                  </a:lnTo>
                  <a:lnTo>
                    <a:pt x="3396348" y="1677949"/>
                  </a:lnTo>
                  <a:lnTo>
                    <a:pt x="3405060" y="1680730"/>
                  </a:lnTo>
                  <a:lnTo>
                    <a:pt x="3409861" y="1678089"/>
                  </a:lnTo>
                  <a:lnTo>
                    <a:pt x="3411448" y="1673402"/>
                  </a:lnTo>
                  <a:lnTo>
                    <a:pt x="3413036" y="1668716"/>
                  </a:lnTo>
                  <a:close/>
                </a:path>
                <a:path w="3423920" h="3536950">
                  <a:moveTo>
                    <a:pt x="3417417" y="1224368"/>
                  </a:moveTo>
                  <a:lnTo>
                    <a:pt x="3415296" y="1219771"/>
                  </a:lnTo>
                  <a:lnTo>
                    <a:pt x="3407168" y="1217180"/>
                  </a:lnTo>
                  <a:lnTo>
                    <a:pt x="3402673" y="1219669"/>
                  </a:lnTo>
                  <a:lnTo>
                    <a:pt x="3399713" y="1228445"/>
                  </a:lnTo>
                  <a:lnTo>
                    <a:pt x="3401822" y="1232992"/>
                  </a:lnTo>
                  <a:lnTo>
                    <a:pt x="3409950" y="1235583"/>
                  </a:lnTo>
                  <a:lnTo>
                    <a:pt x="3414458" y="1233157"/>
                  </a:lnTo>
                  <a:lnTo>
                    <a:pt x="3415944" y="1228737"/>
                  </a:lnTo>
                  <a:lnTo>
                    <a:pt x="3417417" y="1224368"/>
                  </a:lnTo>
                  <a:close/>
                </a:path>
                <a:path w="3423920" h="3536950">
                  <a:moveTo>
                    <a:pt x="3422764" y="1372704"/>
                  </a:moveTo>
                  <a:lnTo>
                    <a:pt x="3421481" y="1369898"/>
                  </a:lnTo>
                  <a:lnTo>
                    <a:pt x="3416604" y="1368336"/>
                  </a:lnTo>
                  <a:lnTo>
                    <a:pt x="3413899" y="1369872"/>
                  </a:lnTo>
                  <a:lnTo>
                    <a:pt x="3412134" y="1375117"/>
                  </a:lnTo>
                  <a:lnTo>
                    <a:pt x="3413391" y="1377861"/>
                  </a:lnTo>
                  <a:lnTo>
                    <a:pt x="3418268" y="1379410"/>
                  </a:lnTo>
                  <a:lnTo>
                    <a:pt x="3420986" y="1377937"/>
                  </a:lnTo>
                  <a:lnTo>
                    <a:pt x="3421875" y="1375321"/>
                  </a:lnTo>
                  <a:lnTo>
                    <a:pt x="3422764" y="1372704"/>
                  </a:lnTo>
                  <a:close/>
                </a:path>
                <a:path w="3423920" h="3536950">
                  <a:moveTo>
                    <a:pt x="3423450" y="1520571"/>
                  </a:moveTo>
                  <a:lnTo>
                    <a:pt x="3421646" y="1516570"/>
                  </a:lnTo>
                  <a:lnTo>
                    <a:pt x="3414560" y="1514322"/>
                  </a:lnTo>
                  <a:lnTo>
                    <a:pt x="3410674" y="1516494"/>
                  </a:lnTo>
                  <a:lnTo>
                    <a:pt x="3408108" y="1524076"/>
                  </a:lnTo>
                  <a:lnTo>
                    <a:pt x="3409912" y="1528064"/>
                  </a:lnTo>
                  <a:lnTo>
                    <a:pt x="3416998" y="1530324"/>
                  </a:lnTo>
                  <a:lnTo>
                    <a:pt x="3420884" y="1528152"/>
                  </a:lnTo>
                  <a:lnTo>
                    <a:pt x="3422154" y="1524381"/>
                  </a:lnTo>
                  <a:lnTo>
                    <a:pt x="3423450" y="1520571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2355" name="object 40">
              <a:extLst>
                <a:ext uri="{FF2B5EF4-FFF2-40B4-BE49-F238E27FC236}">
                  <a16:creationId xmlns="" xmlns:a16="http://schemas.microsoft.com/office/drawing/2014/main" id="{A4ACE113-E153-489B-B40C-AA6057D66EB1}"/>
                </a:ext>
              </a:extLst>
            </p:cNvPr>
            <p:cNvSpPr>
              <a:spLocks/>
            </p:cNvSpPr>
            <p:nvPr/>
          </p:nvSpPr>
          <p:spPr bwMode="auto">
            <a:xfrm>
              <a:off x="871639" y="2268232"/>
              <a:ext cx="3957954" cy="3899535"/>
            </a:xfrm>
            <a:custGeom>
              <a:avLst/>
              <a:gdLst>
                <a:gd name="T0" fmla="*/ 22771 w 3957954"/>
                <a:gd name="T1" fmla="*/ 3055251 h 3899535"/>
                <a:gd name="T2" fmla="*/ 107683 w 3957954"/>
                <a:gd name="T3" fmla="*/ 3377755 h 3899535"/>
                <a:gd name="T4" fmla="*/ 116179 w 3957954"/>
                <a:gd name="T5" fmla="*/ 3158820 h 3899535"/>
                <a:gd name="T6" fmla="*/ 218173 w 3957954"/>
                <a:gd name="T7" fmla="*/ 3254933 h 3899535"/>
                <a:gd name="T8" fmla="*/ 212204 w 3957954"/>
                <a:gd name="T9" fmla="*/ 3461067 h 3899535"/>
                <a:gd name="T10" fmla="*/ 324713 w 3957954"/>
                <a:gd name="T11" fmla="*/ 3345269 h 3899535"/>
                <a:gd name="T12" fmla="*/ 329514 w 3957954"/>
                <a:gd name="T13" fmla="*/ 3549294 h 3899535"/>
                <a:gd name="T14" fmla="*/ 563181 w 3957954"/>
                <a:gd name="T15" fmla="*/ 3493236 h 3899535"/>
                <a:gd name="T16" fmla="*/ 684669 w 3957954"/>
                <a:gd name="T17" fmla="*/ 3549789 h 3899535"/>
                <a:gd name="T18" fmla="*/ 689864 w 3957954"/>
                <a:gd name="T19" fmla="*/ 3747376 h 3899535"/>
                <a:gd name="T20" fmla="*/ 818921 w 3957954"/>
                <a:gd name="T21" fmla="*/ 3608781 h 3899535"/>
                <a:gd name="T22" fmla="*/ 967981 w 3957954"/>
                <a:gd name="T23" fmla="*/ 3819182 h 3899535"/>
                <a:gd name="T24" fmla="*/ 1076807 w 3957954"/>
                <a:gd name="T25" fmla="*/ 3683457 h 3899535"/>
                <a:gd name="T26" fmla="*/ 1105674 w 3957954"/>
                <a:gd name="T27" fmla="*/ 3864102 h 3899535"/>
                <a:gd name="T28" fmla="*/ 1246657 w 3957954"/>
                <a:gd name="T29" fmla="*/ 3871303 h 3899535"/>
                <a:gd name="T30" fmla="*/ 1355648 w 3957954"/>
                <a:gd name="T31" fmla="*/ 3711130 h 3899535"/>
                <a:gd name="T32" fmla="*/ 1377784 w 3957954"/>
                <a:gd name="T33" fmla="*/ 3894975 h 3899535"/>
                <a:gd name="T34" fmla="*/ 1508150 w 3957954"/>
                <a:gd name="T35" fmla="*/ 3716769 h 3899535"/>
                <a:gd name="T36" fmla="*/ 1641221 w 3957954"/>
                <a:gd name="T37" fmla="*/ 3703840 h 3899535"/>
                <a:gd name="T38" fmla="*/ 1646656 w 3957954"/>
                <a:gd name="T39" fmla="*/ 3884904 h 3899535"/>
                <a:gd name="T40" fmla="*/ 1790306 w 3957954"/>
                <a:gd name="T41" fmla="*/ 3693757 h 3899535"/>
                <a:gd name="T42" fmla="*/ 1932622 w 3957954"/>
                <a:gd name="T43" fmla="*/ 3652964 h 3899535"/>
                <a:gd name="T44" fmla="*/ 1925548 w 3957954"/>
                <a:gd name="T45" fmla="*/ 3829469 h 3899535"/>
                <a:gd name="T46" fmla="*/ 2204212 w 3957954"/>
                <a:gd name="T47" fmla="*/ 3583952 h 3899535"/>
                <a:gd name="T48" fmla="*/ 2201837 w 3957954"/>
                <a:gd name="T49" fmla="*/ 3755656 h 3899535"/>
                <a:gd name="T50" fmla="*/ 2331593 w 3957954"/>
                <a:gd name="T51" fmla="*/ 3530231 h 3899535"/>
                <a:gd name="T52" fmla="*/ 2331770 w 3957954"/>
                <a:gd name="T53" fmla="*/ 3694722 h 3899535"/>
                <a:gd name="T54" fmla="*/ 3261017 w 3957954"/>
                <a:gd name="T55" fmla="*/ 247675 h 3899535"/>
                <a:gd name="T56" fmla="*/ 3338766 w 3957954"/>
                <a:gd name="T57" fmla="*/ 66268 h 3899535"/>
                <a:gd name="T58" fmla="*/ 3410877 w 3957954"/>
                <a:gd name="T59" fmla="*/ 490664 h 3899535"/>
                <a:gd name="T60" fmla="*/ 3417201 w 3957954"/>
                <a:gd name="T61" fmla="*/ 177330 h 3899535"/>
                <a:gd name="T62" fmla="*/ 3488880 w 3957954"/>
                <a:gd name="T63" fmla="*/ 299008 h 3899535"/>
                <a:gd name="T64" fmla="*/ 3496145 w 3957954"/>
                <a:gd name="T65" fmla="*/ 2212492 h 3899535"/>
                <a:gd name="T66" fmla="*/ 3509848 w 3957954"/>
                <a:gd name="T67" fmla="*/ 752817 h 3899535"/>
                <a:gd name="T68" fmla="*/ 3557117 w 3957954"/>
                <a:gd name="T69" fmla="*/ 909942 h 3899535"/>
                <a:gd name="T70" fmla="*/ 3580269 w 3957954"/>
                <a:gd name="T71" fmla="*/ 112890 h 3899535"/>
                <a:gd name="T72" fmla="*/ 3598037 w 3957954"/>
                <a:gd name="T73" fmla="*/ 1027010 h 3899535"/>
                <a:gd name="T74" fmla="*/ 3602520 w 3957954"/>
                <a:gd name="T75" fmla="*/ 1046226 h 3899535"/>
                <a:gd name="T76" fmla="*/ 3622179 w 3957954"/>
                <a:gd name="T77" fmla="*/ 1621904 h 3899535"/>
                <a:gd name="T78" fmla="*/ 3606812 w 3957954"/>
                <a:gd name="T79" fmla="*/ 1168234 h 3899535"/>
                <a:gd name="T80" fmla="*/ 3632377 w 3957954"/>
                <a:gd name="T81" fmla="*/ 1330464 h 3899535"/>
                <a:gd name="T82" fmla="*/ 3612337 w 3957954"/>
                <a:gd name="T83" fmla="*/ 1471371 h 3899535"/>
                <a:gd name="T84" fmla="*/ 3644036 w 3957954"/>
                <a:gd name="T85" fmla="*/ 247434 h 3899535"/>
                <a:gd name="T86" fmla="*/ 3705720 w 3957954"/>
                <a:gd name="T87" fmla="*/ 356920 h 3899535"/>
                <a:gd name="T88" fmla="*/ 3695192 w 3957954"/>
                <a:gd name="T89" fmla="*/ 845286 h 3899535"/>
                <a:gd name="T90" fmla="*/ 3737584 w 3957954"/>
                <a:gd name="T91" fmla="*/ 1845856 h 3899535"/>
                <a:gd name="T92" fmla="*/ 3750399 w 3957954"/>
                <a:gd name="T93" fmla="*/ 1726641 h 3899535"/>
                <a:gd name="T94" fmla="*/ 3776230 w 3957954"/>
                <a:gd name="T95" fmla="*/ 502310 h 3899535"/>
                <a:gd name="T96" fmla="*/ 3795445 w 3957954"/>
                <a:gd name="T97" fmla="*/ 1555356 h 3899535"/>
                <a:gd name="T98" fmla="*/ 3791559 w 3957954"/>
                <a:gd name="T99" fmla="*/ 1581683 h 3899535"/>
                <a:gd name="T100" fmla="*/ 3763708 w 3957954"/>
                <a:gd name="T101" fmla="*/ 1436370 h 3899535"/>
                <a:gd name="T102" fmla="*/ 3839362 w 3957954"/>
                <a:gd name="T103" fmla="*/ 760501 h 3899535"/>
                <a:gd name="T104" fmla="*/ 3894302 w 3957954"/>
                <a:gd name="T105" fmla="*/ 1933333 h 3899535"/>
                <a:gd name="T106" fmla="*/ 3898773 w 3957954"/>
                <a:gd name="T107" fmla="*/ 1952561 h 3899535"/>
                <a:gd name="T108" fmla="*/ 3880002 w 3957954"/>
                <a:gd name="T109" fmla="*/ 936104 h 3899535"/>
                <a:gd name="T110" fmla="*/ 3891127 w 3957954"/>
                <a:gd name="T111" fmla="*/ 1794421 h 3899535"/>
                <a:gd name="T112" fmla="*/ 3921569 w 3957954"/>
                <a:gd name="T113" fmla="*/ 1030452 h 3899535"/>
                <a:gd name="T114" fmla="*/ 3941165 w 3957954"/>
                <a:gd name="T115" fmla="*/ 1057097 h 3899535"/>
                <a:gd name="T116" fmla="*/ 3926954 w 3957954"/>
                <a:gd name="T117" fmla="*/ 1675130 h 3899535"/>
                <a:gd name="T118" fmla="*/ 3900982 w 3957954"/>
                <a:gd name="T119" fmla="*/ 1210030 h 3899535"/>
                <a:gd name="T120" fmla="*/ 3933698 w 3957954"/>
                <a:gd name="T121" fmla="*/ 1479397 h 3899535"/>
                <a:gd name="T122" fmla="*/ 3957917 w 3957954"/>
                <a:gd name="T123" fmla="*/ 1351953 h 3899535"/>
                <a:gd name="T124" fmla="*/ 3944975 w 3957954"/>
                <a:gd name="T125" fmla="*/ 1375384 h 3899535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3957954" h="3899535">
                  <a:moveTo>
                    <a:pt x="7086" y="3281108"/>
                  </a:moveTo>
                  <a:lnTo>
                    <a:pt x="6273" y="3279267"/>
                  </a:lnTo>
                  <a:lnTo>
                    <a:pt x="4648" y="3278759"/>
                  </a:lnTo>
                  <a:lnTo>
                    <a:pt x="2997" y="3278225"/>
                  </a:lnTo>
                  <a:lnTo>
                    <a:pt x="1181" y="3279229"/>
                  </a:lnTo>
                  <a:lnTo>
                    <a:pt x="596" y="3280981"/>
                  </a:lnTo>
                  <a:lnTo>
                    <a:pt x="0" y="3282721"/>
                  </a:lnTo>
                  <a:lnTo>
                    <a:pt x="850" y="3284575"/>
                  </a:lnTo>
                  <a:lnTo>
                    <a:pt x="4127" y="3285617"/>
                  </a:lnTo>
                  <a:lnTo>
                    <a:pt x="5918" y="3284613"/>
                  </a:lnTo>
                  <a:lnTo>
                    <a:pt x="6502" y="3282861"/>
                  </a:lnTo>
                  <a:lnTo>
                    <a:pt x="7086" y="3281108"/>
                  </a:lnTo>
                  <a:close/>
                </a:path>
                <a:path w="3957954" h="3899535">
                  <a:moveTo>
                    <a:pt x="22771" y="3055251"/>
                  </a:moveTo>
                  <a:lnTo>
                    <a:pt x="22339" y="3054350"/>
                  </a:lnTo>
                  <a:lnTo>
                    <a:pt x="21513" y="3054083"/>
                  </a:lnTo>
                  <a:lnTo>
                    <a:pt x="20701" y="3053829"/>
                  </a:lnTo>
                  <a:lnTo>
                    <a:pt x="19824" y="3054312"/>
                  </a:lnTo>
                  <a:lnTo>
                    <a:pt x="19519" y="3055188"/>
                  </a:lnTo>
                  <a:lnTo>
                    <a:pt x="19227" y="3056064"/>
                  </a:lnTo>
                  <a:lnTo>
                    <a:pt x="19621" y="3056991"/>
                  </a:lnTo>
                  <a:lnTo>
                    <a:pt x="20434" y="3057258"/>
                  </a:lnTo>
                  <a:lnTo>
                    <a:pt x="21272" y="3057525"/>
                  </a:lnTo>
                  <a:lnTo>
                    <a:pt x="22186" y="3057004"/>
                  </a:lnTo>
                  <a:lnTo>
                    <a:pt x="22479" y="3056128"/>
                  </a:lnTo>
                  <a:lnTo>
                    <a:pt x="22771" y="3055251"/>
                  </a:lnTo>
                  <a:close/>
                </a:path>
                <a:path w="3957954" h="3899535">
                  <a:moveTo>
                    <a:pt x="107683" y="3377755"/>
                  </a:moveTo>
                  <a:lnTo>
                    <a:pt x="107111" y="3376549"/>
                  </a:lnTo>
                  <a:lnTo>
                    <a:pt x="104952" y="3375863"/>
                  </a:lnTo>
                  <a:lnTo>
                    <a:pt x="103771" y="3376498"/>
                  </a:lnTo>
                  <a:lnTo>
                    <a:pt x="102971" y="3378847"/>
                  </a:lnTo>
                  <a:lnTo>
                    <a:pt x="103543" y="3380054"/>
                  </a:lnTo>
                  <a:lnTo>
                    <a:pt x="104609" y="3380384"/>
                  </a:lnTo>
                  <a:lnTo>
                    <a:pt x="105702" y="3380740"/>
                  </a:lnTo>
                  <a:lnTo>
                    <a:pt x="106883" y="3380092"/>
                  </a:lnTo>
                  <a:lnTo>
                    <a:pt x="107276" y="3378949"/>
                  </a:lnTo>
                  <a:lnTo>
                    <a:pt x="107683" y="3377755"/>
                  </a:lnTo>
                  <a:close/>
                </a:path>
                <a:path w="3957954" h="3899535">
                  <a:moveTo>
                    <a:pt x="116624" y="3159214"/>
                  </a:moveTo>
                  <a:lnTo>
                    <a:pt x="116484" y="3158909"/>
                  </a:lnTo>
                  <a:lnTo>
                    <a:pt x="116179" y="3158820"/>
                  </a:lnTo>
                  <a:lnTo>
                    <a:pt x="115925" y="3158731"/>
                  </a:lnTo>
                  <a:lnTo>
                    <a:pt x="115633" y="3158896"/>
                  </a:lnTo>
                  <a:lnTo>
                    <a:pt x="115531" y="3159214"/>
                  </a:lnTo>
                  <a:lnTo>
                    <a:pt x="115430" y="3159493"/>
                  </a:lnTo>
                  <a:lnTo>
                    <a:pt x="115570" y="3159785"/>
                  </a:lnTo>
                  <a:lnTo>
                    <a:pt x="115824" y="3159874"/>
                  </a:lnTo>
                  <a:lnTo>
                    <a:pt x="116128" y="3159963"/>
                  </a:lnTo>
                  <a:lnTo>
                    <a:pt x="116420" y="3159810"/>
                  </a:lnTo>
                  <a:lnTo>
                    <a:pt x="116509" y="3159531"/>
                  </a:lnTo>
                  <a:lnTo>
                    <a:pt x="116624" y="3159214"/>
                  </a:lnTo>
                  <a:close/>
                </a:path>
                <a:path w="3957954" h="3899535">
                  <a:moveTo>
                    <a:pt x="218605" y="3255327"/>
                  </a:moveTo>
                  <a:lnTo>
                    <a:pt x="218478" y="3255035"/>
                  </a:lnTo>
                  <a:lnTo>
                    <a:pt x="218173" y="3254933"/>
                  </a:lnTo>
                  <a:lnTo>
                    <a:pt x="217919" y="3254857"/>
                  </a:lnTo>
                  <a:lnTo>
                    <a:pt x="217627" y="3255022"/>
                  </a:lnTo>
                  <a:lnTo>
                    <a:pt x="217538" y="3255289"/>
                  </a:lnTo>
                  <a:lnTo>
                    <a:pt x="217424" y="3255619"/>
                  </a:lnTo>
                  <a:lnTo>
                    <a:pt x="217563" y="3255911"/>
                  </a:lnTo>
                  <a:lnTo>
                    <a:pt x="217817" y="3255988"/>
                  </a:lnTo>
                  <a:lnTo>
                    <a:pt x="218122" y="3256089"/>
                  </a:lnTo>
                  <a:lnTo>
                    <a:pt x="218401" y="3255924"/>
                  </a:lnTo>
                  <a:lnTo>
                    <a:pt x="218516" y="3255607"/>
                  </a:lnTo>
                  <a:lnTo>
                    <a:pt x="218605" y="3255327"/>
                  </a:lnTo>
                  <a:close/>
                </a:path>
                <a:path w="3957954" h="3899535">
                  <a:moveTo>
                    <a:pt x="219049" y="3465906"/>
                  </a:moveTo>
                  <a:lnTo>
                    <a:pt x="217627" y="3462807"/>
                  </a:lnTo>
                  <a:lnTo>
                    <a:pt x="212204" y="3461067"/>
                  </a:lnTo>
                  <a:lnTo>
                    <a:pt x="209207" y="3462769"/>
                  </a:lnTo>
                  <a:lnTo>
                    <a:pt x="207238" y="3468598"/>
                  </a:lnTo>
                  <a:lnTo>
                    <a:pt x="208622" y="3471646"/>
                  </a:lnTo>
                  <a:lnTo>
                    <a:pt x="214058" y="3473373"/>
                  </a:lnTo>
                  <a:lnTo>
                    <a:pt x="217081" y="3471748"/>
                  </a:lnTo>
                  <a:lnTo>
                    <a:pt x="218071" y="3468801"/>
                  </a:lnTo>
                  <a:lnTo>
                    <a:pt x="219049" y="3465906"/>
                  </a:lnTo>
                  <a:close/>
                </a:path>
                <a:path w="3957954" h="3899535">
                  <a:moveTo>
                    <a:pt x="328879" y="3342983"/>
                  </a:moveTo>
                  <a:lnTo>
                    <a:pt x="328307" y="3341725"/>
                  </a:lnTo>
                  <a:lnTo>
                    <a:pt x="326136" y="3341039"/>
                  </a:lnTo>
                  <a:lnTo>
                    <a:pt x="324942" y="3341725"/>
                  </a:lnTo>
                  <a:lnTo>
                    <a:pt x="324154" y="3344024"/>
                  </a:lnTo>
                  <a:lnTo>
                    <a:pt x="324713" y="3345269"/>
                  </a:lnTo>
                  <a:lnTo>
                    <a:pt x="326872" y="3345954"/>
                  </a:lnTo>
                  <a:lnTo>
                    <a:pt x="328091" y="3345269"/>
                  </a:lnTo>
                  <a:lnTo>
                    <a:pt x="328485" y="3344126"/>
                  </a:lnTo>
                  <a:lnTo>
                    <a:pt x="328879" y="3342983"/>
                  </a:lnTo>
                  <a:close/>
                </a:path>
                <a:path w="3957954" h="3899535">
                  <a:moveTo>
                    <a:pt x="330098" y="3547541"/>
                  </a:moveTo>
                  <a:lnTo>
                    <a:pt x="329260" y="3545700"/>
                  </a:lnTo>
                  <a:lnTo>
                    <a:pt x="326009" y="3544659"/>
                  </a:lnTo>
                  <a:lnTo>
                    <a:pt x="324205" y="3545662"/>
                  </a:lnTo>
                  <a:lnTo>
                    <a:pt x="323024" y="3549154"/>
                  </a:lnTo>
                  <a:lnTo>
                    <a:pt x="323862" y="3551009"/>
                  </a:lnTo>
                  <a:lnTo>
                    <a:pt x="327113" y="3552037"/>
                  </a:lnTo>
                  <a:lnTo>
                    <a:pt x="328930" y="3551047"/>
                  </a:lnTo>
                  <a:lnTo>
                    <a:pt x="329514" y="3549294"/>
                  </a:lnTo>
                  <a:lnTo>
                    <a:pt x="330098" y="3547541"/>
                  </a:lnTo>
                  <a:close/>
                </a:path>
                <a:path w="3957954" h="3899535">
                  <a:moveTo>
                    <a:pt x="563181" y="3493236"/>
                  </a:moveTo>
                  <a:lnTo>
                    <a:pt x="562648" y="3491992"/>
                  </a:lnTo>
                  <a:lnTo>
                    <a:pt x="561555" y="3491649"/>
                  </a:lnTo>
                  <a:lnTo>
                    <a:pt x="560463" y="3491293"/>
                  </a:lnTo>
                  <a:lnTo>
                    <a:pt x="559244" y="3491979"/>
                  </a:lnTo>
                  <a:lnTo>
                    <a:pt x="558444" y="3494316"/>
                  </a:lnTo>
                  <a:lnTo>
                    <a:pt x="559028" y="3495522"/>
                  </a:lnTo>
                  <a:lnTo>
                    <a:pt x="560120" y="3495878"/>
                  </a:lnTo>
                  <a:lnTo>
                    <a:pt x="561213" y="3496221"/>
                  </a:lnTo>
                  <a:lnTo>
                    <a:pt x="562381" y="3495573"/>
                  </a:lnTo>
                  <a:lnTo>
                    <a:pt x="562787" y="3494379"/>
                  </a:lnTo>
                  <a:lnTo>
                    <a:pt x="563181" y="3493236"/>
                  </a:lnTo>
                  <a:close/>
                </a:path>
                <a:path w="3957954" h="3899535">
                  <a:moveTo>
                    <a:pt x="576021" y="3684105"/>
                  </a:moveTo>
                  <a:lnTo>
                    <a:pt x="574192" y="3680104"/>
                  </a:lnTo>
                  <a:lnTo>
                    <a:pt x="567131" y="3677856"/>
                  </a:lnTo>
                  <a:lnTo>
                    <a:pt x="563219" y="3680015"/>
                  </a:lnTo>
                  <a:lnTo>
                    <a:pt x="560654" y="3687597"/>
                  </a:lnTo>
                  <a:lnTo>
                    <a:pt x="562495" y="3691547"/>
                  </a:lnTo>
                  <a:lnTo>
                    <a:pt x="569556" y="3693807"/>
                  </a:lnTo>
                  <a:lnTo>
                    <a:pt x="573455" y="3691686"/>
                  </a:lnTo>
                  <a:lnTo>
                    <a:pt x="574725" y="3687915"/>
                  </a:lnTo>
                  <a:lnTo>
                    <a:pt x="576021" y="3684105"/>
                  </a:lnTo>
                  <a:close/>
                </a:path>
                <a:path w="3957954" h="3899535">
                  <a:moveTo>
                    <a:pt x="690841" y="3554107"/>
                  </a:moveTo>
                  <a:lnTo>
                    <a:pt x="689584" y="3551364"/>
                  </a:lnTo>
                  <a:lnTo>
                    <a:pt x="684669" y="3549789"/>
                  </a:lnTo>
                  <a:lnTo>
                    <a:pt x="681977" y="3551275"/>
                  </a:lnTo>
                  <a:lnTo>
                    <a:pt x="680212" y="3556520"/>
                  </a:lnTo>
                  <a:lnTo>
                    <a:pt x="681443" y="3559302"/>
                  </a:lnTo>
                  <a:lnTo>
                    <a:pt x="686371" y="3560876"/>
                  </a:lnTo>
                  <a:lnTo>
                    <a:pt x="689063" y="3559340"/>
                  </a:lnTo>
                  <a:lnTo>
                    <a:pt x="689952" y="3556724"/>
                  </a:lnTo>
                  <a:lnTo>
                    <a:pt x="690841" y="3554107"/>
                  </a:lnTo>
                  <a:close/>
                </a:path>
                <a:path w="3957954" h="3899535">
                  <a:moveTo>
                    <a:pt x="703389" y="3739883"/>
                  </a:moveTo>
                  <a:lnTo>
                    <a:pt x="701573" y="3735882"/>
                  </a:lnTo>
                  <a:lnTo>
                    <a:pt x="694512" y="3733635"/>
                  </a:lnTo>
                  <a:lnTo>
                    <a:pt x="690600" y="3735806"/>
                  </a:lnTo>
                  <a:lnTo>
                    <a:pt x="688035" y="3743388"/>
                  </a:lnTo>
                  <a:lnTo>
                    <a:pt x="689864" y="3747376"/>
                  </a:lnTo>
                  <a:lnTo>
                    <a:pt x="696925" y="3749637"/>
                  </a:lnTo>
                  <a:lnTo>
                    <a:pt x="700824" y="3747465"/>
                  </a:lnTo>
                  <a:lnTo>
                    <a:pt x="702119" y="3743655"/>
                  </a:lnTo>
                  <a:lnTo>
                    <a:pt x="703389" y="3739883"/>
                  </a:lnTo>
                  <a:close/>
                </a:path>
                <a:path w="3957954" h="3899535">
                  <a:moveTo>
                    <a:pt x="819823" y="3606114"/>
                  </a:moveTo>
                  <a:lnTo>
                    <a:pt x="818515" y="3603409"/>
                  </a:lnTo>
                  <a:lnTo>
                    <a:pt x="813650" y="3601859"/>
                  </a:lnTo>
                  <a:lnTo>
                    <a:pt x="810971" y="3603282"/>
                  </a:lnTo>
                  <a:lnTo>
                    <a:pt x="809180" y="3608578"/>
                  </a:lnTo>
                  <a:lnTo>
                    <a:pt x="810450" y="3611321"/>
                  </a:lnTo>
                  <a:lnTo>
                    <a:pt x="815314" y="3612870"/>
                  </a:lnTo>
                  <a:lnTo>
                    <a:pt x="818032" y="3611397"/>
                  </a:lnTo>
                  <a:lnTo>
                    <a:pt x="818921" y="3608781"/>
                  </a:lnTo>
                  <a:lnTo>
                    <a:pt x="819823" y="3606114"/>
                  </a:lnTo>
                  <a:close/>
                </a:path>
                <a:path w="3957954" h="3899535">
                  <a:moveTo>
                    <a:pt x="835545" y="3786492"/>
                  </a:moveTo>
                  <a:lnTo>
                    <a:pt x="833450" y="3781895"/>
                  </a:lnTo>
                  <a:lnTo>
                    <a:pt x="825322" y="3779304"/>
                  </a:lnTo>
                  <a:lnTo>
                    <a:pt x="820826" y="3781793"/>
                  </a:lnTo>
                  <a:lnTo>
                    <a:pt x="817880" y="3790531"/>
                  </a:lnTo>
                  <a:lnTo>
                    <a:pt x="819975" y="3795115"/>
                  </a:lnTo>
                  <a:lnTo>
                    <a:pt x="828103" y="3797719"/>
                  </a:lnTo>
                  <a:lnTo>
                    <a:pt x="832599" y="3795230"/>
                  </a:lnTo>
                  <a:lnTo>
                    <a:pt x="834072" y="3790861"/>
                  </a:lnTo>
                  <a:lnTo>
                    <a:pt x="835545" y="3786492"/>
                  </a:lnTo>
                  <a:close/>
                </a:path>
                <a:path w="3957954" h="3899535">
                  <a:moveTo>
                    <a:pt x="970267" y="3824084"/>
                  </a:moveTo>
                  <a:lnTo>
                    <a:pt x="967981" y="3819182"/>
                  </a:lnTo>
                  <a:lnTo>
                    <a:pt x="959307" y="3816413"/>
                  </a:lnTo>
                  <a:lnTo>
                    <a:pt x="954519" y="3819067"/>
                  </a:lnTo>
                  <a:lnTo>
                    <a:pt x="951357" y="3828389"/>
                  </a:lnTo>
                  <a:lnTo>
                    <a:pt x="953592" y="3833279"/>
                  </a:lnTo>
                  <a:lnTo>
                    <a:pt x="962279" y="3836060"/>
                  </a:lnTo>
                  <a:lnTo>
                    <a:pt x="967105" y="3833418"/>
                  </a:lnTo>
                  <a:lnTo>
                    <a:pt x="968692" y="3828732"/>
                  </a:lnTo>
                  <a:lnTo>
                    <a:pt x="970267" y="3824084"/>
                  </a:lnTo>
                  <a:close/>
                </a:path>
                <a:path w="3957954" h="3899535">
                  <a:moveTo>
                    <a:pt x="1088605" y="3680752"/>
                  </a:moveTo>
                  <a:lnTo>
                    <a:pt x="1087208" y="3677653"/>
                  </a:lnTo>
                  <a:lnTo>
                    <a:pt x="1081798" y="3675926"/>
                  </a:lnTo>
                  <a:lnTo>
                    <a:pt x="1078788" y="3677615"/>
                  </a:lnTo>
                  <a:lnTo>
                    <a:pt x="1076807" y="3683457"/>
                  </a:lnTo>
                  <a:lnTo>
                    <a:pt x="1078217" y="3686505"/>
                  </a:lnTo>
                  <a:lnTo>
                    <a:pt x="1083640" y="3688232"/>
                  </a:lnTo>
                  <a:lnTo>
                    <a:pt x="1086637" y="3686594"/>
                  </a:lnTo>
                  <a:lnTo>
                    <a:pt x="1087628" y="3683647"/>
                  </a:lnTo>
                  <a:lnTo>
                    <a:pt x="1088605" y="3680752"/>
                  </a:lnTo>
                  <a:close/>
                </a:path>
                <a:path w="3957954" h="3899535">
                  <a:moveTo>
                    <a:pt x="1109814" y="3851872"/>
                  </a:moveTo>
                  <a:lnTo>
                    <a:pt x="1106855" y="3845420"/>
                  </a:lnTo>
                  <a:lnTo>
                    <a:pt x="1095451" y="3841788"/>
                  </a:lnTo>
                  <a:lnTo>
                    <a:pt x="1089152" y="3845280"/>
                  </a:lnTo>
                  <a:lnTo>
                    <a:pt x="1085011" y="3857498"/>
                  </a:lnTo>
                  <a:lnTo>
                    <a:pt x="1087958" y="3863949"/>
                  </a:lnTo>
                  <a:lnTo>
                    <a:pt x="1099362" y="3867581"/>
                  </a:lnTo>
                  <a:lnTo>
                    <a:pt x="1105674" y="3864102"/>
                  </a:lnTo>
                  <a:lnTo>
                    <a:pt x="1107732" y="3858031"/>
                  </a:lnTo>
                  <a:lnTo>
                    <a:pt x="1109814" y="3851872"/>
                  </a:lnTo>
                  <a:close/>
                </a:path>
                <a:path w="3957954" h="3899535">
                  <a:moveTo>
                    <a:pt x="1227759" y="3702761"/>
                  </a:moveTo>
                  <a:lnTo>
                    <a:pt x="1226070" y="3699116"/>
                  </a:lnTo>
                  <a:lnTo>
                    <a:pt x="1219568" y="3697046"/>
                  </a:lnTo>
                  <a:lnTo>
                    <a:pt x="1215974" y="3699002"/>
                  </a:lnTo>
                  <a:lnTo>
                    <a:pt x="1213599" y="3706025"/>
                  </a:lnTo>
                  <a:lnTo>
                    <a:pt x="1215301" y="3709682"/>
                  </a:lnTo>
                  <a:lnTo>
                    <a:pt x="1221803" y="3711765"/>
                  </a:lnTo>
                  <a:lnTo>
                    <a:pt x="1225384" y="3709797"/>
                  </a:lnTo>
                  <a:lnTo>
                    <a:pt x="1226578" y="3706253"/>
                  </a:lnTo>
                  <a:lnTo>
                    <a:pt x="1227759" y="3702761"/>
                  </a:lnTo>
                  <a:close/>
                </a:path>
                <a:path w="3957954" h="3899535">
                  <a:moveTo>
                    <a:pt x="1246657" y="3871303"/>
                  </a:moveTo>
                  <a:lnTo>
                    <a:pt x="1244117" y="3865765"/>
                  </a:lnTo>
                  <a:lnTo>
                    <a:pt x="1234338" y="3862641"/>
                  </a:lnTo>
                  <a:lnTo>
                    <a:pt x="1228940" y="3865651"/>
                  </a:lnTo>
                  <a:lnTo>
                    <a:pt x="1225372" y="3876179"/>
                  </a:lnTo>
                  <a:lnTo>
                    <a:pt x="1227899" y="3881678"/>
                  </a:lnTo>
                  <a:lnTo>
                    <a:pt x="1237678" y="3884790"/>
                  </a:lnTo>
                  <a:lnTo>
                    <a:pt x="1243088" y="3881831"/>
                  </a:lnTo>
                  <a:lnTo>
                    <a:pt x="1244879" y="3876548"/>
                  </a:lnTo>
                  <a:lnTo>
                    <a:pt x="1246657" y="3871303"/>
                  </a:lnTo>
                  <a:close/>
                </a:path>
                <a:path w="3957954" h="3899535">
                  <a:moveTo>
                    <a:pt x="1367459" y="3714902"/>
                  </a:moveTo>
                  <a:lnTo>
                    <a:pt x="1365770" y="3711206"/>
                  </a:lnTo>
                  <a:lnTo>
                    <a:pt x="1359230" y="3709111"/>
                  </a:lnTo>
                  <a:lnTo>
                    <a:pt x="1355648" y="3711130"/>
                  </a:lnTo>
                  <a:lnTo>
                    <a:pt x="1353286" y="3718115"/>
                  </a:lnTo>
                  <a:lnTo>
                    <a:pt x="1354937" y="3721798"/>
                  </a:lnTo>
                  <a:lnTo>
                    <a:pt x="1361478" y="3723894"/>
                  </a:lnTo>
                  <a:lnTo>
                    <a:pt x="1365097" y="3721887"/>
                  </a:lnTo>
                  <a:lnTo>
                    <a:pt x="1366278" y="3718395"/>
                  </a:lnTo>
                  <a:lnTo>
                    <a:pt x="1367459" y="3714902"/>
                  </a:lnTo>
                  <a:close/>
                </a:path>
                <a:path w="3957954" h="3899535">
                  <a:moveTo>
                    <a:pt x="1387221" y="3880726"/>
                  </a:moveTo>
                  <a:lnTo>
                    <a:pt x="1384579" y="3874884"/>
                  </a:lnTo>
                  <a:lnTo>
                    <a:pt x="1374267" y="3871595"/>
                  </a:lnTo>
                  <a:lnTo>
                    <a:pt x="1368552" y="3874770"/>
                  </a:lnTo>
                  <a:lnTo>
                    <a:pt x="1364805" y="3885844"/>
                  </a:lnTo>
                  <a:lnTo>
                    <a:pt x="1367472" y="3891686"/>
                  </a:lnTo>
                  <a:lnTo>
                    <a:pt x="1377784" y="3894975"/>
                  </a:lnTo>
                  <a:lnTo>
                    <a:pt x="1383474" y="3891800"/>
                  </a:lnTo>
                  <a:lnTo>
                    <a:pt x="1385341" y="3886289"/>
                  </a:lnTo>
                  <a:lnTo>
                    <a:pt x="1387221" y="3880726"/>
                  </a:lnTo>
                  <a:close/>
                </a:path>
                <a:path w="3957954" h="3899535">
                  <a:moveTo>
                    <a:pt x="1508150" y="3716769"/>
                  </a:moveTo>
                  <a:lnTo>
                    <a:pt x="1506461" y="3713073"/>
                  </a:lnTo>
                  <a:lnTo>
                    <a:pt x="1499958" y="3710990"/>
                  </a:lnTo>
                  <a:lnTo>
                    <a:pt x="1496339" y="3712997"/>
                  </a:lnTo>
                  <a:lnTo>
                    <a:pt x="1493977" y="3719982"/>
                  </a:lnTo>
                  <a:lnTo>
                    <a:pt x="1495666" y="3723678"/>
                  </a:lnTo>
                  <a:lnTo>
                    <a:pt x="1502168" y="3725761"/>
                  </a:lnTo>
                  <a:lnTo>
                    <a:pt x="1505788" y="3723754"/>
                  </a:lnTo>
                  <a:lnTo>
                    <a:pt x="1506969" y="3720261"/>
                  </a:lnTo>
                  <a:lnTo>
                    <a:pt x="1508150" y="3716769"/>
                  </a:lnTo>
                  <a:close/>
                </a:path>
                <a:path w="3957954" h="3899535">
                  <a:moveTo>
                    <a:pt x="1532191" y="3879837"/>
                  </a:moveTo>
                  <a:lnTo>
                    <a:pt x="1528559" y="3871849"/>
                  </a:lnTo>
                  <a:lnTo>
                    <a:pt x="1514424" y="3867340"/>
                  </a:lnTo>
                  <a:lnTo>
                    <a:pt x="1506601" y="3871671"/>
                  </a:lnTo>
                  <a:lnTo>
                    <a:pt x="1501470" y="3886835"/>
                  </a:lnTo>
                  <a:lnTo>
                    <a:pt x="1505127" y="3894823"/>
                  </a:lnTo>
                  <a:lnTo>
                    <a:pt x="1519262" y="3899344"/>
                  </a:lnTo>
                  <a:lnTo>
                    <a:pt x="1527060" y="3895001"/>
                  </a:lnTo>
                  <a:lnTo>
                    <a:pt x="1529626" y="3887419"/>
                  </a:lnTo>
                  <a:lnTo>
                    <a:pt x="1532191" y="3879837"/>
                  </a:lnTo>
                  <a:close/>
                </a:path>
                <a:path w="3957954" h="3899535">
                  <a:moveTo>
                    <a:pt x="1648053" y="3708666"/>
                  </a:moveTo>
                  <a:lnTo>
                    <a:pt x="1646656" y="3705568"/>
                  </a:lnTo>
                  <a:lnTo>
                    <a:pt x="1641221" y="3703840"/>
                  </a:lnTo>
                  <a:lnTo>
                    <a:pt x="1638236" y="3705529"/>
                  </a:lnTo>
                  <a:lnTo>
                    <a:pt x="1636268" y="3711371"/>
                  </a:lnTo>
                  <a:lnTo>
                    <a:pt x="1637652" y="3714407"/>
                  </a:lnTo>
                  <a:lnTo>
                    <a:pt x="1643087" y="3716147"/>
                  </a:lnTo>
                  <a:lnTo>
                    <a:pt x="1646085" y="3714508"/>
                  </a:lnTo>
                  <a:lnTo>
                    <a:pt x="1647075" y="3711562"/>
                  </a:lnTo>
                  <a:lnTo>
                    <a:pt x="1648053" y="3708666"/>
                  </a:lnTo>
                  <a:close/>
                </a:path>
                <a:path w="3957954" h="3899535">
                  <a:moveTo>
                    <a:pt x="1672704" y="3870490"/>
                  </a:moveTo>
                  <a:lnTo>
                    <a:pt x="1669186" y="3862806"/>
                  </a:lnTo>
                  <a:lnTo>
                    <a:pt x="1655597" y="3858463"/>
                  </a:lnTo>
                  <a:lnTo>
                    <a:pt x="1648091" y="3862641"/>
                  </a:lnTo>
                  <a:lnTo>
                    <a:pt x="1643164" y="3877221"/>
                  </a:lnTo>
                  <a:lnTo>
                    <a:pt x="1646656" y="3884904"/>
                  </a:lnTo>
                  <a:lnTo>
                    <a:pt x="1660245" y="3889235"/>
                  </a:lnTo>
                  <a:lnTo>
                    <a:pt x="1667776" y="3885069"/>
                  </a:lnTo>
                  <a:lnTo>
                    <a:pt x="1670227" y="3877805"/>
                  </a:lnTo>
                  <a:lnTo>
                    <a:pt x="1672704" y="3870490"/>
                  </a:lnTo>
                  <a:close/>
                </a:path>
                <a:path w="3957954" h="3899535">
                  <a:moveTo>
                    <a:pt x="1791779" y="3689388"/>
                  </a:moveTo>
                  <a:lnTo>
                    <a:pt x="1789696" y="3684752"/>
                  </a:lnTo>
                  <a:lnTo>
                    <a:pt x="1781530" y="3682149"/>
                  </a:lnTo>
                  <a:lnTo>
                    <a:pt x="1777022" y="3684676"/>
                  </a:lnTo>
                  <a:lnTo>
                    <a:pt x="1774063" y="3693414"/>
                  </a:lnTo>
                  <a:lnTo>
                    <a:pt x="1776171" y="3698011"/>
                  </a:lnTo>
                  <a:lnTo>
                    <a:pt x="1784337" y="3700615"/>
                  </a:lnTo>
                  <a:lnTo>
                    <a:pt x="1788833" y="3698125"/>
                  </a:lnTo>
                  <a:lnTo>
                    <a:pt x="1790306" y="3693757"/>
                  </a:lnTo>
                  <a:lnTo>
                    <a:pt x="1791779" y="3689388"/>
                  </a:lnTo>
                  <a:close/>
                </a:path>
                <a:path w="3957954" h="3899535">
                  <a:moveTo>
                    <a:pt x="1813445" y="3851503"/>
                  </a:moveTo>
                  <a:lnTo>
                    <a:pt x="1809927" y="3843858"/>
                  </a:lnTo>
                  <a:lnTo>
                    <a:pt x="1796351" y="3839527"/>
                  </a:lnTo>
                  <a:lnTo>
                    <a:pt x="1788833" y="3843642"/>
                  </a:lnTo>
                  <a:lnTo>
                    <a:pt x="1783892" y="3858260"/>
                  </a:lnTo>
                  <a:lnTo>
                    <a:pt x="1787410" y="3865956"/>
                  </a:lnTo>
                  <a:lnTo>
                    <a:pt x="1800999" y="3870287"/>
                  </a:lnTo>
                  <a:lnTo>
                    <a:pt x="1808492" y="3866121"/>
                  </a:lnTo>
                  <a:lnTo>
                    <a:pt x="1810969" y="3858806"/>
                  </a:lnTo>
                  <a:lnTo>
                    <a:pt x="1813445" y="3851503"/>
                  </a:lnTo>
                  <a:close/>
                </a:path>
                <a:path w="3957954" h="3899535">
                  <a:moveTo>
                    <a:pt x="1935695" y="3659695"/>
                  </a:moveTo>
                  <a:lnTo>
                    <a:pt x="1932622" y="3652964"/>
                  </a:lnTo>
                  <a:lnTo>
                    <a:pt x="1920684" y="3649154"/>
                  </a:lnTo>
                  <a:lnTo>
                    <a:pt x="1914067" y="3652799"/>
                  </a:lnTo>
                  <a:lnTo>
                    <a:pt x="1909737" y="3665626"/>
                  </a:lnTo>
                  <a:lnTo>
                    <a:pt x="1912810" y="3672408"/>
                  </a:lnTo>
                  <a:lnTo>
                    <a:pt x="1924761" y="3676218"/>
                  </a:lnTo>
                  <a:lnTo>
                    <a:pt x="1931365" y="3672522"/>
                  </a:lnTo>
                  <a:lnTo>
                    <a:pt x="1933524" y="3666134"/>
                  </a:lnTo>
                  <a:lnTo>
                    <a:pt x="1935695" y="3659695"/>
                  </a:lnTo>
                  <a:close/>
                </a:path>
                <a:path w="3957954" h="3899535">
                  <a:moveTo>
                    <a:pt x="1951532" y="3823551"/>
                  </a:moveTo>
                  <a:lnTo>
                    <a:pt x="1948434" y="3816807"/>
                  </a:lnTo>
                  <a:lnTo>
                    <a:pt x="1936496" y="3812997"/>
                  </a:lnTo>
                  <a:lnTo>
                    <a:pt x="1929879" y="3816642"/>
                  </a:lnTo>
                  <a:lnTo>
                    <a:pt x="1925548" y="3829469"/>
                  </a:lnTo>
                  <a:lnTo>
                    <a:pt x="1928647" y="3836212"/>
                  </a:lnTo>
                  <a:lnTo>
                    <a:pt x="1940585" y="3840022"/>
                  </a:lnTo>
                  <a:lnTo>
                    <a:pt x="1947202" y="3836378"/>
                  </a:lnTo>
                  <a:lnTo>
                    <a:pt x="1949373" y="3829939"/>
                  </a:lnTo>
                  <a:lnTo>
                    <a:pt x="1951532" y="3823551"/>
                  </a:lnTo>
                  <a:close/>
                </a:path>
                <a:path w="3957954" h="3899535">
                  <a:moveTo>
                    <a:pt x="2207958" y="3572878"/>
                  </a:moveTo>
                  <a:lnTo>
                    <a:pt x="2205291" y="3567023"/>
                  </a:lnTo>
                  <a:lnTo>
                    <a:pt x="2194979" y="3563734"/>
                  </a:lnTo>
                  <a:lnTo>
                    <a:pt x="2189264" y="3566909"/>
                  </a:lnTo>
                  <a:lnTo>
                    <a:pt x="2185517" y="3577983"/>
                  </a:lnTo>
                  <a:lnTo>
                    <a:pt x="2188184" y="3583825"/>
                  </a:lnTo>
                  <a:lnTo>
                    <a:pt x="2198497" y="3587115"/>
                  </a:lnTo>
                  <a:lnTo>
                    <a:pt x="2204212" y="3583952"/>
                  </a:lnTo>
                  <a:lnTo>
                    <a:pt x="2206091" y="3578390"/>
                  </a:lnTo>
                  <a:lnTo>
                    <a:pt x="2207958" y="3572878"/>
                  </a:lnTo>
                  <a:close/>
                </a:path>
                <a:path w="3957954" h="3899535">
                  <a:moveTo>
                    <a:pt x="2229929" y="3740112"/>
                  </a:moveTo>
                  <a:lnTo>
                    <a:pt x="2228380" y="3733673"/>
                  </a:lnTo>
                  <a:lnTo>
                    <a:pt x="2224608" y="3728466"/>
                  </a:lnTo>
                  <a:lnTo>
                    <a:pt x="2218944" y="3725189"/>
                  </a:lnTo>
                  <a:lnTo>
                    <a:pt x="2212352" y="3724567"/>
                  </a:lnTo>
                  <a:lnTo>
                    <a:pt x="2206129" y="3726573"/>
                  </a:lnTo>
                  <a:lnTo>
                    <a:pt x="2200948" y="3730866"/>
                  </a:lnTo>
                  <a:lnTo>
                    <a:pt x="2197493" y="3737038"/>
                  </a:lnTo>
                  <a:lnTo>
                    <a:pt x="2196503" y="3744010"/>
                  </a:lnTo>
                  <a:lnTo>
                    <a:pt x="2198052" y="3750437"/>
                  </a:lnTo>
                  <a:lnTo>
                    <a:pt x="2201837" y="3755656"/>
                  </a:lnTo>
                  <a:lnTo>
                    <a:pt x="2207526" y="3758933"/>
                  </a:lnTo>
                  <a:lnTo>
                    <a:pt x="2214092" y="3759568"/>
                  </a:lnTo>
                  <a:lnTo>
                    <a:pt x="2220303" y="3757549"/>
                  </a:lnTo>
                  <a:lnTo>
                    <a:pt x="2225484" y="3753256"/>
                  </a:lnTo>
                  <a:lnTo>
                    <a:pt x="2228939" y="3747071"/>
                  </a:lnTo>
                  <a:lnTo>
                    <a:pt x="2229929" y="3740112"/>
                  </a:lnTo>
                  <a:close/>
                </a:path>
                <a:path w="3957954" h="3899535">
                  <a:moveTo>
                    <a:pt x="2342045" y="3514471"/>
                  </a:moveTo>
                  <a:lnTo>
                    <a:pt x="2339098" y="3508032"/>
                  </a:lnTo>
                  <a:lnTo>
                    <a:pt x="2327681" y="3504387"/>
                  </a:lnTo>
                  <a:lnTo>
                    <a:pt x="2321395" y="3507879"/>
                  </a:lnTo>
                  <a:lnTo>
                    <a:pt x="2317254" y="3520160"/>
                  </a:lnTo>
                  <a:lnTo>
                    <a:pt x="2320175" y="3526586"/>
                  </a:lnTo>
                  <a:lnTo>
                    <a:pt x="2331593" y="3530231"/>
                  </a:lnTo>
                  <a:lnTo>
                    <a:pt x="2337892" y="3526739"/>
                  </a:lnTo>
                  <a:lnTo>
                    <a:pt x="2339962" y="3520630"/>
                  </a:lnTo>
                  <a:lnTo>
                    <a:pt x="2342045" y="3514471"/>
                  </a:lnTo>
                  <a:close/>
                </a:path>
                <a:path w="3957954" h="3899535">
                  <a:moveTo>
                    <a:pt x="2363647" y="3684359"/>
                  </a:moveTo>
                  <a:lnTo>
                    <a:pt x="2362085" y="3677907"/>
                  </a:lnTo>
                  <a:lnTo>
                    <a:pt x="2358326" y="3672700"/>
                  </a:lnTo>
                  <a:lnTo>
                    <a:pt x="2352662" y="3669423"/>
                  </a:lnTo>
                  <a:lnTo>
                    <a:pt x="2346083" y="3668788"/>
                  </a:lnTo>
                  <a:lnTo>
                    <a:pt x="2339848" y="3670808"/>
                  </a:lnTo>
                  <a:lnTo>
                    <a:pt x="2334666" y="3675113"/>
                  </a:lnTo>
                  <a:lnTo>
                    <a:pt x="2331199" y="3681323"/>
                  </a:lnTo>
                  <a:lnTo>
                    <a:pt x="2330208" y="3688283"/>
                  </a:lnTo>
                  <a:lnTo>
                    <a:pt x="2331770" y="3694722"/>
                  </a:lnTo>
                  <a:lnTo>
                    <a:pt x="2335555" y="3699929"/>
                  </a:lnTo>
                  <a:lnTo>
                    <a:pt x="2341232" y="3703218"/>
                  </a:lnTo>
                  <a:lnTo>
                    <a:pt x="2347798" y="3703840"/>
                  </a:lnTo>
                  <a:lnTo>
                    <a:pt x="2354008" y="3701821"/>
                  </a:lnTo>
                  <a:lnTo>
                    <a:pt x="2359190" y="3697528"/>
                  </a:lnTo>
                  <a:lnTo>
                    <a:pt x="2362644" y="3691356"/>
                  </a:lnTo>
                  <a:lnTo>
                    <a:pt x="2363647" y="3684359"/>
                  </a:lnTo>
                  <a:close/>
                </a:path>
                <a:path w="3957954" h="3899535">
                  <a:moveTo>
                    <a:pt x="3267252" y="244208"/>
                  </a:moveTo>
                  <a:lnTo>
                    <a:pt x="3266414" y="242366"/>
                  </a:lnTo>
                  <a:lnTo>
                    <a:pt x="3263163" y="241325"/>
                  </a:lnTo>
                  <a:lnTo>
                    <a:pt x="3261360" y="242328"/>
                  </a:lnTo>
                  <a:lnTo>
                    <a:pt x="3260179" y="245821"/>
                  </a:lnTo>
                  <a:lnTo>
                    <a:pt x="3261017" y="247675"/>
                  </a:lnTo>
                  <a:lnTo>
                    <a:pt x="3264268" y="248704"/>
                  </a:lnTo>
                  <a:lnTo>
                    <a:pt x="3266071" y="247713"/>
                  </a:lnTo>
                  <a:lnTo>
                    <a:pt x="3266668" y="245960"/>
                  </a:lnTo>
                  <a:lnTo>
                    <a:pt x="3267252" y="244208"/>
                  </a:lnTo>
                  <a:close/>
                </a:path>
                <a:path w="3957954" h="3899535">
                  <a:moveTo>
                    <a:pt x="3339935" y="62763"/>
                  </a:moveTo>
                  <a:lnTo>
                    <a:pt x="3339096" y="60921"/>
                  </a:lnTo>
                  <a:lnTo>
                    <a:pt x="3335845" y="59880"/>
                  </a:lnTo>
                  <a:lnTo>
                    <a:pt x="3334016" y="60883"/>
                  </a:lnTo>
                  <a:lnTo>
                    <a:pt x="3333419" y="62623"/>
                  </a:lnTo>
                  <a:lnTo>
                    <a:pt x="3332835" y="64376"/>
                  </a:lnTo>
                  <a:lnTo>
                    <a:pt x="3333699" y="66230"/>
                  </a:lnTo>
                  <a:lnTo>
                    <a:pt x="3336950" y="67259"/>
                  </a:lnTo>
                  <a:lnTo>
                    <a:pt x="3338766" y="66268"/>
                  </a:lnTo>
                  <a:lnTo>
                    <a:pt x="3339350" y="64516"/>
                  </a:lnTo>
                  <a:lnTo>
                    <a:pt x="3339935" y="62763"/>
                  </a:lnTo>
                  <a:close/>
                </a:path>
                <a:path w="3957954" h="3899535">
                  <a:moveTo>
                    <a:pt x="3342983" y="364629"/>
                  </a:moveTo>
                  <a:lnTo>
                    <a:pt x="3342132" y="362788"/>
                  </a:lnTo>
                  <a:lnTo>
                    <a:pt x="3338880" y="361746"/>
                  </a:lnTo>
                  <a:lnTo>
                    <a:pt x="3337077" y="362750"/>
                  </a:lnTo>
                  <a:lnTo>
                    <a:pt x="3335896" y="366242"/>
                  </a:lnTo>
                  <a:lnTo>
                    <a:pt x="3336734" y="368096"/>
                  </a:lnTo>
                  <a:lnTo>
                    <a:pt x="3339985" y="369125"/>
                  </a:lnTo>
                  <a:lnTo>
                    <a:pt x="3341801" y="368134"/>
                  </a:lnTo>
                  <a:lnTo>
                    <a:pt x="3342386" y="366382"/>
                  </a:lnTo>
                  <a:lnTo>
                    <a:pt x="3342983" y="364629"/>
                  </a:lnTo>
                  <a:close/>
                </a:path>
                <a:path w="3957954" h="3899535">
                  <a:moveTo>
                    <a:pt x="3410877" y="490664"/>
                  </a:moveTo>
                  <a:lnTo>
                    <a:pt x="3409899" y="488518"/>
                  </a:lnTo>
                  <a:lnTo>
                    <a:pt x="3406102" y="487311"/>
                  </a:lnTo>
                  <a:lnTo>
                    <a:pt x="3403981" y="488467"/>
                  </a:lnTo>
                  <a:lnTo>
                    <a:pt x="3402609" y="492556"/>
                  </a:lnTo>
                  <a:lnTo>
                    <a:pt x="3403600" y="494715"/>
                  </a:lnTo>
                  <a:lnTo>
                    <a:pt x="3407397" y="495922"/>
                  </a:lnTo>
                  <a:lnTo>
                    <a:pt x="3409492" y="494753"/>
                  </a:lnTo>
                  <a:lnTo>
                    <a:pt x="3410191" y="492683"/>
                  </a:lnTo>
                  <a:lnTo>
                    <a:pt x="3410877" y="490664"/>
                  </a:lnTo>
                  <a:close/>
                </a:path>
                <a:path w="3957954" h="3899535">
                  <a:moveTo>
                    <a:pt x="3419932" y="179222"/>
                  </a:moveTo>
                  <a:lnTo>
                    <a:pt x="3419386" y="178028"/>
                  </a:lnTo>
                  <a:lnTo>
                    <a:pt x="3418294" y="177685"/>
                  </a:lnTo>
                  <a:lnTo>
                    <a:pt x="3417201" y="177330"/>
                  </a:lnTo>
                  <a:lnTo>
                    <a:pt x="3416033" y="177977"/>
                  </a:lnTo>
                  <a:lnTo>
                    <a:pt x="3415627" y="179171"/>
                  </a:lnTo>
                  <a:lnTo>
                    <a:pt x="3415246" y="180327"/>
                  </a:lnTo>
                  <a:lnTo>
                    <a:pt x="3415766" y="181559"/>
                  </a:lnTo>
                  <a:lnTo>
                    <a:pt x="3416858" y="181902"/>
                  </a:lnTo>
                  <a:lnTo>
                    <a:pt x="3417951" y="182257"/>
                  </a:lnTo>
                  <a:lnTo>
                    <a:pt x="3419132" y="181559"/>
                  </a:lnTo>
                  <a:lnTo>
                    <a:pt x="3419525" y="180416"/>
                  </a:lnTo>
                  <a:lnTo>
                    <a:pt x="3419932" y="179222"/>
                  </a:lnTo>
                  <a:close/>
                </a:path>
                <a:path w="3957954" h="3899535">
                  <a:moveTo>
                    <a:pt x="3494786" y="300888"/>
                  </a:moveTo>
                  <a:lnTo>
                    <a:pt x="3493922" y="299097"/>
                  </a:lnTo>
                  <a:lnTo>
                    <a:pt x="3490684" y="298056"/>
                  </a:lnTo>
                  <a:lnTo>
                    <a:pt x="3488880" y="299008"/>
                  </a:lnTo>
                  <a:lnTo>
                    <a:pt x="3487699" y="302501"/>
                  </a:lnTo>
                  <a:lnTo>
                    <a:pt x="3488563" y="304355"/>
                  </a:lnTo>
                  <a:lnTo>
                    <a:pt x="3491788" y="305396"/>
                  </a:lnTo>
                  <a:lnTo>
                    <a:pt x="3493592" y="304393"/>
                  </a:lnTo>
                  <a:lnTo>
                    <a:pt x="3494189" y="302641"/>
                  </a:lnTo>
                  <a:lnTo>
                    <a:pt x="3494786" y="300888"/>
                  </a:lnTo>
                  <a:close/>
                </a:path>
                <a:path w="3957954" h="3899535">
                  <a:moveTo>
                    <a:pt x="3495738" y="0"/>
                  </a:moveTo>
                  <a:lnTo>
                    <a:pt x="3487343" y="0"/>
                  </a:lnTo>
                  <a:lnTo>
                    <a:pt x="3487813" y="1028"/>
                  </a:lnTo>
                  <a:lnTo>
                    <a:pt x="3492690" y="2578"/>
                  </a:lnTo>
                  <a:lnTo>
                    <a:pt x="3495383" y="1054"/>
                  </a:lnTo>
                  <a:lnTo>
                    <a:pt x="3495738" y="0"/>
                  </a:lnTo>
                  <a:close/>
                </a:path>
                <a:path w="3957954" h="3899535">
                  <a:moveTo>
                    <a:pt x="3496145" y="2212492"/>
                  </a:moveTo>
                  <a:lnTo>
                    <a:pt x="3493897" y="2207552"/>
                  </a:lnTo>
                  <a:lnTo>
                    <a:pt x="3485210" y="2204783"/>
                  </a:lnTo>
                  <a:lnTo>
                    <a:pt x="3480397" y="2207476"/>
                  </a:lnTo>
                  <a:lnTo>
                    <a:pt x="3477234" y="2216797"/>
                  </a:lnTo>
                  <a:lnTo>
                    <a:pt x="3479495" y="2221700"/>
                  </a:lnTo>
                  <a:lnTo>
                    <a:pt x="3488182" y="2224468"/>
                  </a:lnTo>
                  <a:lnTo>
                    <a:pt x="3492982" y="2221827"/>
                  </a:lnTo>
                  <a:lnTo>
                    <a:pt x="3494570" y="2217140"/>
                  </a:lnTo>
                  <a:lnTo>
                    <a:pt x="3496145" y="2212492"/>
                  </a:lnTo>
                  <a:close/>
                </a:path>
                <a:path w="3957954" h="3899535">
                  <a:moveTo>
                    <a:pt x="3522611" y="756894"/>
                  </a:moveTo>
                  <a:lnTo>
                    <a:pt x="3520833" y="752919"/>
                  </a:lnTo>
                  <a:lnTo>
                    <a:pt x="3513759" y="750658"/>
                  </a:lnTo>
                  <a:lnTo>
                    <a:pt x="3509848" y="752817"/>
                  </a:lnTo>
                  <a:lnTo>
                    <a:pt x="3507295" y="760361"/>
                  </a:lnTo>
                  <a:lnTo>
                    <a:pt x="3509124" y="764349"/>
                  </a:lnTo>
                  <a:lnTo>
                    <a:pt x="3516198" y="766610"/>
                  </a:lnTo>
                  <a:lnTo>
                    <a:pt x="3520071" y="764438"/>
                  </a:lnTo>
                  <a:lnTo>
                    <a:pt x="3521341" y="760666"/>
                  </a:lnTo>
                  <a:lnTo>
                    <a:pt x="3522611" y="756894"/>
                  </a:lnTo>
                  <a:close/>
                </a:path>
                <a:path w="3957954" h="3899535">
                  <a:moveTo>
                    <a:pt x="3566553" y="895692"/>
                  </a:moveTo>
                  <a:lnTo>
                    <a:pt x="3563899" y="889850"/>
                  </a:lnTo>
                  <a:lnTo>
                    <a:pt x="3553574" y="886561"/>
                  </a:lnTo>
                  <a:lnTo>
                    <a:pt x="3547872" y="889723"/>
                  </a:lnTo>
                  <a:lnTo>
                    <a:pt x="3544125" y="900811"/>
                  </a:lnTo>
                  <a:lnTo>
                    <a:pt x="3546779" y="906640"/>
                  </a:lnTo>
                  <a:lnTo>
                    <a:pt x="3557117" y="909942"/>
                  </a:lnTo>
                  <a:lnTo>
                    <a:pt x="3562807" y="906767"/>
                  </a:lnTo>
                  <a:lnTo>
                    <a:pt x="3564686" y="901204"/>
                  </a:lnTo>
                  <a:lnTo>
                    <a:pt x="3566553" y="895692"/>
                  </a:lnTo>
                  <a:close/>
                </a:path>
                <a:path w="3957954" h="3899535">
                  <a:moveTo>
                    <a:pt x="3580269" y="112890"/>
                  </a:moveTo>
                  <a:lnTo>
                    <a:pt x="3578047" y="107950"/>
                  </a:lnTo>
                  <a:lnTo>
                    <a:pt x="3569335" y="105168"/>
                  </a:lnTo>
                  <a:lnTo>
                    <a:pt x="3564521" y="107861"/>
                  </a:lnTo>
                  <a:lnTo>
                    <a:pt x="3561359" y="117182"/>
                  </a:lnTo>
                  <a:lnTo>
                    <a:pt x="3563620" y="122085"/>
                  </a:lnTo>
                  <a:lnTo>
                    <a:pt x="3572332" y="124866"/>
                  </a:lnTo>
                  <a:lnTo>
                    <a:pt x="3577107" y="122212"/>
                  </a:lnTo>
                  <a:lnTo>
                    <a:pt x="3578695" y="117525"/>
                  </a:lnTo>
                  <a:lnTo>
                    <a:pt x="3580269" y="112890"/>
                  </a:lnTo>
                  <a:close/>
                </a:path>
                <a:path w="3957954" h="3899535">
                  <a:moveTo>
                    <a:pt x="3581501" y="1923059"/>
                  </a:moveTo>
                  <a:lnTo>
                    <a:pt x="3578555" y="1916620"/>
                  </a:lnTo>
                  <a:lnTo>
                    <a:pt x="3567150" y="1912975"/>
                  </a:lnTo>
                  <a:lnTo>
                    <a:pt x="3560876" y="1916468"/>
                  </a:lnTo>
                  <a:lnTo>
                    <a:pt x="3556724" y="1928749"/>
                  </a:lnTo>
                  <a:lnTo>
                    <a:pt x="3559645" y="1935175"/>
                  </a:lnTo>
                  <a:lnTo>
                    <a:pt x="3571049" y="1938820"/>
                  </a:lnTo>
                  <a:lnTo>
                    <a:pt x="3577348" y="1935327"/>
                  </a:lnTo>
                  <a:lnTo>
                    <a:pt x="3579431" y="1929168"/>
                  </a:lnTo>
                  <a:lnTo>
                    <a:pt x="3581501" y="1923059"/>
                  </a:lnTo>
                  <a:close/>
                </a:path>
                <a:path w="3957954" h="3899535">
                  <a:moveTo>
                    <a:pt x="3603536" y="1039037"/>
                  </a:moveTo>
                  <a:lnTo>
                    <a:pt x="3601936" y="1032383"/>
                  </a:lnTo>
                  <a:lnTo>
                    <a:pt x="3598037" y="1027010"/>
                  </a:lnTo>
                  <a:lnTo>
                    <a:pt x="3592195" y="1023632"/>
                  </a:lnTo>
                  <a:lnTo>
                    <a:pt x="3585426" y="1022972"/>
                  </a:lnTo>
                  <a:lnTo>
                    <a:pt x="3578999" y="1025067"/>
                  </a:lnTo>
                  <a:lnTo>
                    <a:pt x="3573653" y="1029500"/>
                  </a:lnTo>
                  <a:lnTo>
                    <a:pt x="3570084" y="1035875"/>
                  </a:lnTo>
                  <a:lnTo>
                    <a:pt x="3569068" y="1043051"/>
                  </a:lnTo>
                  <a:lnTo>
                    <a:pt x="3570668" y="1049693"/>
                  </a:lnTo>
                  <a:lnTo>
                    <a:pt x="3574567" y="1055077"/>
                  </a:lnTo>
                  <a:lnTo>
                    <a:pt x="3580409" y="1058468"/>
                  </a:lnTo>
                  <a:lnTo>
                    <a:pt x="3587191" y="1059103"/>
                  </a:lnTo>
                  <a:lnTo>
                    <a:pt x="3593604" y="1057021"/>
                  </a:lnTo>
                  <a:lnTo>
                    <a:pt x="3598964" y="1052588"/>
                  </a:lnTo>
                  <a:lnTo>
                    <a:pt x="3602520" y="1046226"/>
                  </a:lnTo>
                  <a:lnTo>
                    <a:pt x="3603536" y="1039037"/>
                  </a:lnTo>
                  <a:close/>
                </a:path>
                <a:path w="3957954" h="3899535">
                  <a:moveTo>
                    <a:pt x="3603866" y="1776844"/>
                  </a:moveTo>
                  <a:lnTo>
                    <a:pt x="3602050" y="1772856"/>
                  </a:lnTo>
                  <a:lnTo>
                    <a:pt x="3594989" y="1770595"/>
                  </a:lnTo>
                  <a:lnTo>
                    <a:pt x="3591077" y="1772767"/>
                  </a:lnTo>
                  <a:lnTo>
                    <a:pt x="3588512" y="1780349"/>
                  </a:lnTo>
                  <a:lnTo>
                    <a:pt x="3590340" y="1784350"/>
                  </a:lnTo>
                  <a:lnTo>
                    <a:pt x="3597402" y="1786597"/>
                  </a:lnTo>
                  <a:lnTo>
                    <a:pt x="3601301" y="1784426"/>
                  </a:lnTo>
                  <a:lnTo>
                    <a:pt x="3602596" y="1780616"/>
                  </a:lnTo>
                  <a:lnTo>
                    <a:pt x="3603866" y="1776844"/>
                  </a:lnTo>
                  <a:close/>
                </a:path>
                <a:path w="3957954" h="3899535">
                  <a:moveTo>
                    <a:pt x="3624834" y="1627746"/>
                  </a:moveTo>
                  <a:lnTo>
                    <a:pt x="3622179" y="1621904"/>
                  </a:lnTo>
                  <a:lnTo>
                    <a:pt x="3611854" y="1618602"/>
                  </a:lnTo>
                  <a:lnTo>
                    <a:pt x="3606152" y="1621777"/>
                  </a:lnTo>
                  <a:lnTo>
                    <a:pt x="3602405" y="1632864"/>
                  </a:lnTo>
                  <a:lnTo>
                    <a:pt x="3605060" y="1638693"/>
                  </a:lnTo>
                  <a:lnTo>
                    <a:pt x="3615398" y="1641995"/>
                  </a:lnTo>
                  <a:lnTo>
                    <a:pt x="3621087" y="1638820"/>
                  </a:lnTo>
                  <a:lnTo>
                    <a:pt x="3622967" y="1633258"/>
                  </a:lnTo>
                  <a:lnTo>
                    <a:pt x="3624834" y="1627746"/>
                  </a:lnTo>
                  <a:close/>
                </a:path>
                <a:path w="3957954" h="3899535">
                  <a:moveTo>
                    <a:pt x="3624923" y="1184313"/>
                  </a:moveTo>
                  <a:lnTo>
                    <a:pt x="3623322" y="1177645"/>
                  </a:lnTo>
                  <a:lnTo>
                    <a:pt x="3619436" y="1172260"/>
                  </a:lnTo>
                  <a:lnTo>
                    <a:pt x="3613581" y="1168882"/>
                  </a:lnTo>
                  <a:lnTo>
                    <a:pt x="3606812" y="1168234"/>
                  </a:lnTo>
                  <a:lnTo>
                    <a:pt x="3600386" y="1170330"/>
                  </a:lnTo>
                  <a:lnTo>
                    <a:pt x="3595039" y="1174775"/>
                  </a:lnTo>
                  <a:lnTo>
                    <a:pt x="3591458" y="1181176"/>
                  </a:lnTo>
                  <a:lnTo>
                    <a:pt x="3590442" y="1188351"/>
                  </a:lnTo>
                  <a:lnTo>
                    <a:pt x="3592042" y="1195006"/>
                  </a:lnTo>
                  <a:lnTo>
                    <a:pt x="3595941" y="1200378"/>
                  </a:lnTo>
                  <a:lnTo>
                    <a:pt x="3601783" y="1203769"/>
                  </a:lnTo>
                  <a:lnTo>
                    <a:pt x="3608565" y="1204417"/>
                  </a:lnTo>
                  <a:lnTo>
                    <a:pt x="3614978" y="1202321"/>
                  </a:lnTo>
                  <a:lnTo>
                    <a:pt x="3620325" y="1197889"/>
                  </a:lnTo>
                  <a:lnTo>
                    <a:pt x="3623894" y="1191526"/>
                  </a:lnTo>
                  <a:lnTo>
                    <a:pt x="3624923" y="1184313"/>
                  </a:lnTo>
                  <a:close/>
                </a:path>
                <a:path w="3957954" h="3899535">
                  <a:moveTo>
                    <a:pt x="3632377" y="1330464"/>
                  </a:moveTo>
                  <a:lnTo>
                    <a:pt x="3629304" y="1323733"/>
                  </a:lnTo>
                  <a:lnTo>
                    <a:pt x="3617366" y="1319923"/>
                  </a:lnTo>
                  <a:lnTo>
                    <a:pt x="3610724" y="1323555"/>
                  </a:lnTo>
                  <a:lnTo>
                    <a:pt x="3606393" y="1336382"/>
                  </a:lnTo>
                  <a:lnTo>
                    <a:pt x="3609505" y="1343177"/>
                  </a:lnTo>
                  <a:lnTo>
                    <a:pt x="3621443" y="1346987"/>
                  </a:lnTo>
                  <a:lnTo>
                    <a:pt x="3628047" y="1343291"/>
                  </a:lnTo>
                  <a:lnTo>
                    <a:pt x="3630206" y="1336903"/>
                  </a:lnTo>
                  <a:lnTo>
                    <a:pt x="3632377" y="1330464"/>
                  </a:lnTo>
                  <a:close/>
                </a:path>
                <a:path w="3957954" h="3899535">
                  <a:moveTo>
                    <a:pt x="3634981" y="1478597"/>
                  </a:moveTo>
                  <a:lnTo>
                    <a:pt x="3631755" y="1471498"/>
                  </a:lnTo>
                  <a:lnTo>
                    <a:pt x="3619233" y="1467510"/>
                  </a:lnTo>
                  <a:lnTo>
                    <a:pt x="3612337" y="1471371"/>
                  </a:lnTo>
                  <a:lnTo>
                    <a:pt x="3607816" y="1484744"/>
                  </a:lnTo>
                  <a:lnTo>
                    <a:pt x="3611016" y="1491830"/>
                  </a:lnTo>
                  <a:lnTo>
                    <a:pt x="3623538" y="1495818"/>
                  </a:lnTo>
                  <a:lnTo>
                    <a:pt x="3630460" y="1491970"/>
                  </a:lnTo>
                  <a:lnTo>
                    <a:pt x="3632708" y="1485303"/>
                  </a:lnTo>
                  <a:lnTo>
                    <a:pt x="3634981" y="1478597"/>
                  </a:lnTo>
                  <a:close/>
                </a:path>
                <a:path w="3957954" h="3899535">
                  <a:moveTo>
                    <a:pt x="3651516" y="236169"/>
                  </a:moveTo>
                  <a:lnTo>
                    <a:pt x="3649395" y="231571"/>
                  </a:lnTo>
                  <a:lnTo>
                    <a:pt x="3641267" y="228981"/>
                  </a:lnTo>
                  <a:lnTo>
                    <a:pt x="3636784" y="231470"/>
                  </a:lnTo>
                  <a:lnTo>
                    <a:pt x="3633813" y="240245"/>
                  </a:lnTo>
                  <a:lnTo>
                    <a:pt x="3635908" y="244843"/>
                  </a:lnTo>
                  <a:lnTo>
                    <a:pt x="3644036" y="247434"/>
                  </a:lnTo>
                  <a:lnTo>
                    <a:pt x="3648557" y="244957"/>
                  </a:lnTo>
                  <a:lnTo>
                    <a:pt x="3650043" y="240538"/>
                  </a:lnTo>
                  <a:lnTo>
                    <a:pt x="3651516" y="236169"/>
                  </a:lnTo>
                  <a:close/>
                </a:path>
                <a:path w="3957954" h="3899535">
                  <a:moveTo>
                    <a:pt x="3681565" y="2156968"/>
                  </a:moveTo>
                  <a:lnTo>
                    <a:pt x="3656520" y="2156968"/>
                  </a:lnTo>
                  <a:lnTo>
                    <a:pt x="3656228" y="2157806"/>
                  </a:lnTo>
                  <a:lnTo>
                    <a:pt x="3659467" y="2164854"/>
                  </a:lnTo>
                  <a:lnTo>
                    <a:pt x="3671938" y="2168829"/>
                  </a:lnTo>
                  <a:lnTo>
                    <a:pt x="3678834" y="2165032"/>
                  </a:lnTo>
                  <a:lnTo>
                    <a:pt x="3681565" y="2156968"/>
                  </a:lnTo>
                  <a:close/>
                </a:path>
                <a:path w="3957954" h="3899535">
                  <a:moveTo>
                    <a:pt x="3715969" y="364109"/>
                  </a:moveTo>
                  <a:lnTo>
                    <a:pt x="3713848" y="359511"/>
                  </a:lnTo>
                  <a:lnTo>
                    <a:pt x="3705720" y="356920"/>
                  </a:lnTo>
                  <a:lnTo>
                    <a:pt x="3701237" y="359410"/>
                  </a:lnTo>
                  <a:lnTo>
                    <a:pt x="3698265" y="368185"/>
                  </a:lnTo>
                  <a:lnTo>
                    <a:pt x="3700361" y="372783"/>
                  </a:lnTo>
                  <a:lnTo>
                    <a:pt x="3708489" y="375373"/>
                  </a:lnTo>
                  <a:lnTo>
                    <a:pt x="3713010" y="372884"/>
                  </a:lnTo>
                  <a:lnTo>
                    <a:pt x="3714496" y="368477"/>
                  </a:lnTo>
                  <a:lnTo>
                    <a:pt x="3715969" y="364109"/>
                  </a:lnTo>
                  <a:close/>
                </a:path>
                <a:path w="3957954" h="3899535">
                  <a:moveTo>
                    <a:pt x="3717074" y="833170"/>
                  </a:moveTo>
                  <a:lnTo>
                    <a:pt x="3714127" y="826731"/>
                  </a:lnTo>
                  <a:lnTo>
                    <a:pt x="3702710" y="823087"/>
                  </a:lnTo>
                  <a:lnTo>
                    <a:pt x="3696411" y="826579"/>
                  </a:lnTo>
                  <a:lnTo>
                    <a:pt x="3692258" y="838847"/>
                  </a:lnTo>
                  <a:lnTo>
                    <a:pt x="3695192" y="845286"/>
                  </a:lnTo>
                  <a:lnTo>
                    <a:pt x="3706622" y="848931"/>
                  </a:lnTo>
                  <a:lnTo>
                    <a:pt x="3712921" y="845439"/>
                  </a:lnTo>
                  <a:lnTo>
                    <a:pt x="3714991" y="839330"/>
                  </a:lnTo>
                  <a:lnTo>
                    <a:pt x="3717074" y="833170"/>
                  </a:lnTo>
                  <a:close/>
                </a:path>
                <a:path w="3957954" h="3899535">
                  <a:moveTo>
                    <a:pt x="3719182" y="1994662"/>
                  </a:moveTo>
                  <a:lnTo>
                    <a:pt x="3715258" y="1992388"/>
                  </a:lnTo>
                  <a:lnTo>
                    <a:pt x="3708489" y="1991741"/>
                  </a:lnTo>
                  <a:lnTo>
                    <a:pt x="3702075" y="1993836"/>
                  </a:lnTo>
                  <a:lnTo>
                    <a:pt x="3701084" y="1994662"/>
                  </a:lnTo>
                  <a:lnTo>
                    <a:pt x="3719182" y="1994662"/>
                  </a:lnTo>
                  <a:close/>
                </a:path>
                <a:path w="3957954" h="3899535">
                  <a:moveTo>
                    <a:pt x="3756710" y="1859343"/>
                  </a:moveTo>
                  <a:lnTo>
                    <a:pt x="3752799" y="1850720"/>
                  </a:lnTo>
                  <a:lnTo>
                    <a:pt x="3737584" y="1845856"/>
                  </a:lnTo>
                  <a:lnTo>
                    <a:pt x="3729177" y="1850555"/>
                  </a:lnTo>
                  <a:lnTo>
                    <a:pt x="3723652" y="1866874"/>
                  </a:lnTo>
                  <a:lnTo>
                    <a:pt x="3727577" y="1875459"/>
                  </a:lnTo>
                  <a:lnTo>
                    <a:pt x="3742791" y="1880323"/>
                  </a:lnTo>
                  <a:lnTo>
                    <a:pt x="3751186" y="1875663"/>
                  </a:lnTo>
                  <a:lnTo>
                    <a:pt x="3753955" y="1867484"/>
                  </a:lnTo>
                  <a:lnTo>
                    <a:pt x="3756710" y="1859343"/>
                  </a:lnTo>
                  <a:close/>
                </a:path>
                <a:path w="3957954" h="3899535">
                  <a:moveTo>
                    <a:pt x="3777462" y="1711655"/>
                  </a:moveTo>
                  <a:lnTo>
                    <a:pt x="3773805" y="1703666"/>
                  </a:lnTo>
                  <a:lnTo>
                    <a:pt x="3759695" y="1699158"/>
                  </a:lnTo>
                  <a:lnTo>
                    <a:pt x="3751872" y="1703489"/>
                  </a:lnTo>
                  <a:lnTo>
                    <a:pt x="3746741" y="1718652"/>
                  </a:lnTo>
                  <a:lnTo>
                    <a:pt x="3750399" y="1726641"/>
                  </a:lnTo>
                  <a:lnTo>
                    <a:pt x="3764508" y="1731149"/>
                  </a:lnTo>
                  <a:lnTo>
                    <a:pt x="3772331" y="1726819"/>
                  </a:lnTo>
                  <a:lnTo>
                    <a:pt x="3774897" y="1719237"/>
                  </a:lnTo>
                  <a:lnTo>
                    <a:pt x="3777462" y="1711655"/>
                  </a:lnTo>
                  <a:close/>
                </a:path>
                <a:path w="3957954" h="3899535">
                  <a:moveTo>
                    <a:pt x="3778707" y="495007"/>
                  </a:moveTo>
                  <a:lnTo>
                    <a:pt x="3775189" y="487311"/>
                  </a:lnTo>
                  <a:lnTo>
                    <a:pt x="3761625" y="482981"/>
                  </a:lnTo>
                  <a:lnTo>
                    <a:pt x="3754094" y="487146"/>
                  </a:lnTo>
                  <a:lnTo>
                    <a:pt x="3749167" y="501726"/>
                  </a:lnTo>
                  <a:lnTo>
                    <a:pt x="3752685" y="509409"/>
                  </a:lnTo>
                  <a:lnTo>
                    <a:pt x="3766248" y="513740"/>
                  </a:lnTo>
                  <a:lnTo>
                    <a:pt x="3773779" y="509574"/>
                  </a:lnTo>
                  <a:lnTo>
                    <a:pt x="3776230" y="502310"/>
                  </a:lnTo>
                  <a:lnTo>
                    <a:pt x="3778707" y="495007"/>
                  </a:lnTo>
                  <a:close/>
                </a:path>
                <a:path w="3957954" h="3899535">
                  <a:moveTo>
                    <a:pt x="3791000" y="1266253"/>
                  </a:moveTo>
                  <a:lnTo>
                    <a:pt x="3786962" y="1257325"/>
                  </a:lnTo>
                  <a:lnTo>
                    <a:pt x="3771188" y="1252296"/>
                  </a:lnTo>
                  <a:lnTo>
                    <a:pt x="3762476" y="1257147"/>
                  </a:lnTo>
                  <a:lnTo>
                    <a:pt x="3756761" y="1274064"/>
                  </a:lnTo>
                  <a:lnTo>
                    <a:pt x="3760825" y="1282954"/>
                  </a:lnTo>
                  <a:lnTo>
                    <a:pt x="3776586" y="1287983"/>
                  </a:lnTo>
                  <a:lnTo>
                    <a:pt x="3785285" y="1283169"/>
                  </a:lnTo>
                  <a:lnTo>
                    <a:pt x="3788143" y="1274711"/>
                  </a:lnTo>
                  <a:lnTo>
                    <a:pt x="3791000" y="1266253"/>
                  </a:lnTo>
                  <a:close/>
                </a:path>
                <a:path w="3957954" h="3899535">
                  <a:moveTo>
                    <a:pt x="3797541" y="1564017"/>
                  </a:moveTo>
                  <a:lnTo>
                    <a:pt x="3795445" y="1555356"/>
                  </a:lnTo>
                  <a:lnTo>
                    <a:pt x="3790365" y="1548345"/>
                  </a:lnTo>
                  <a:lnTo>
                    <a:pt x="3782733" y="1543926"/>
                  </a:lnTo>
                  <a:lnTo>
                    <a:pt x="3773906" y="1543088"/>
                  </a:lnTo>
                  <a:lnTo>
                    <a:pt x="3765537" y="1545805"/>
                  </a:lnTo>
                  <a:lnTo>
                    <a:pt x="3758565" y="1551584"/>
                  </a:lnTo>
                  <a:lnTo>
                    <a:pt x="3753916" y="1559890"/>
                  </a:lnTo>
                  <a:lnTo>
                    <a:pt x="3752596" y="1569250"/>
                  </a:lnTo>
                  <a:lnTo>
                    <a:pt x="3754678" y="1577911"/>
                  </a:lnTo>
                  <a:lnTo>
                    <a:pt x="3759746" y="1584934"/>
                  </a:lnTo>
                  <a:lnTo>
                    <a:pt x="3767366" y="1589341"/>
                  </a:lnTo>
                  <a:lnTo>
                    <a:pt x="3776218" y="1590179"/>
                  </a:lnTo>
                  <a:lnTo>
                    <a:pt x="3784587" y="1587461"/>
                  </a:lnTo>
                  <a:lnTo>
                    <a:pt x="3791559" y="1581683"/>
                  </a:lnTo>
                  <a:lnTo>
                    <a:pt x="3796207" y="1573390"/>
                  </a:lnTo>
                  <a:lnTo>
                    <a:pt x="3797541" y="1564017"/>
                  </a:lnTo>
                  <a:close/>
                </a:path>
                <a:path w="3957954" h="3899535">
                  <a:moveTo>
                    <a:pt x="3801478" y="1415440"/>
                  </a:moveTo>
                  <a:lnTo>
                    <a:pt x="3799382" y="1406779"/>
                  </a:lnTo>
                  <a:lnTo>
                    <a:pt x="3794302" y="1399768"/>
                  </a:lnTo>
                  <a:lnTo>
                    <a:pt x="3786695" y="1395361"/>
                  </a:lnTo>
                  <a:lnTo>
                    <a:pt x="3777856" y="1394510"/>
                  </a:lnTo>
                  <a:lnTo>
                    <a:pt x="3769499" y="1397228"/>
                  </a:lnTo>
                  <a:lnTo>
                    <a:pt x="3762527" y="1403007"/>
                  </a:lnTo>
                  <a:lnTo>
                    <a:pt x="3757879" y="1411325"/>
                  </a:lnTo>
                  <a:lnTo>
                    <a:pt x="3756545" y="1420698"/>
                  </a:lnTo>
                  <a:lnTo>
                    <a:pt x="3758641" y="1429359"/>
                  </a:lnTo>
                  <a:lnTo>
                    <a:pt x="3763708" y="1436370"/>
                  </a:lnTo>
                  <a:lnTo>
                    <a:pt x="3771341" y="1440776"/>
                  </a:lnTo>
                  <a:lnTo>
                    <a:pt x="3780155" y="1441615"/>
                  </a:lnTo>
                  <a:lnTo>
                    <a:pt x="3788524" y="1438897"/>
                  </a:lnTo>
                  <a:lnTo>
                    <a:pt x="3795496" y="1433118"/>
                  </a:lnTo>
                  <a:lnTo>
                    <a:pt x="3800157" y="1424813"/>
                  </a:lnTo>
                  <a:lnTo>
                    <a:pt x="3801478" y="1415440"/>
                  </a:lnTo>
                  <a:close/>
                </a:path>
                <a:path w="3957954" h="3899535">
                  <a:moveTo>
                    <a:pt x="3873804" y="771486"/>
                  </a:moveTo>
                  <a:lnTo>
                    <a:pt x="3871963" y="763828"/>
                  </a:lnTo>
                  <a:lnTo>
                    <a:pt x="3867480" y="757631"/>
                  </a:lnTo>
                  <a:lnTo>
                    <a:pt x="3860736" y="753732"/>
                  </a:lnTo>
                  <a:lnTo>
                    <a:pt x="3852926" y="752983"/>
                  </a:lnTo>
                  <a:lnTo>
                    <a:pt x="3845534" y="755383"/>
                  </a:lnTo>
                  <a:lnTo>
                    <a:pt x="3839362" y="760501"/>
                  </a:lnTo>
                  <a:lnTo>
                    <a:pt x="3835247" y="767854"/>
                  </a:lnTo>
                  <a:lnTo>
                    <a:pt x="3834079" y="776135"/>
                  </a:lnTo>
                  <a:lnTo>
                    <a:pt x="3835933" y="783780"/>
                  </a:lnTo>
                  <a:lnTo>
                    <a:pt x="3840429" y="789965"/>
                  </a:lnTo>
                  <a:lnTo>
                    <a:pt x="3847173" y="793864"/>
                  </a:lnTo>
                  <a:lnTo>
                    <a:pt x="3854983" y="794613"/>
                  </a:lnTo>
                  <a:lnTo>
                    <a:pt x="3862362" y="792213"/>
                  </a:lnTo>
                  <a:lnTo>
                    <a:pt x="3868521" y="787120"/>
                  </a:lnTo>
                  <a:lnTo>
                    <a:pt x="3872623" y="779780"/>
                  </a:lnTo>
                  <a:lnTo>
                    <a:pt x="3873804" y="771486"/>
                  </a:lnTo>
                  <a:close/>
                </a:path>
                <a:path w="3957954" h="3899535">
                  <a:moveTo>
                    <a:pt x="3899789" y="1945360"/>
                  </a:moveTo>
                  <a:lnTo>
                    <a:pt x="3898188" y="1938718"/>
                  </a:lnTo>
                  <a:lnTo>
                    <a:pt x="3894302" y="1933333"/>
                  </a:lnTo>
                  <a:lnTo>
                    <a:pt x="3888448" y="1929955"/>
                  </a:lnTo>
                  <a:lnTo>
                    <a:pt x="3881678" y="1929307"/>
                  </a:lnTo>
                  <a:lnTo>
                    <a:pt x="3875265" y="1931390"/>
                  </a:lnTo>
                  <a:lnTo>
                    <a:pt x="3869906" y="1935822"/>
                  </a:lnTo>
                  <a:lnTo>
                    <a:pt x="3866337" y="1942211"/>
                  </a:lnTo>
                  <a:lnTo>
                    <a:pt x="3865321" y="1949386"/>
                  </a:lnTo>
                  <a:lnTo>
                    <a:pt x="3866921" y="1956041"/>
                  </a:lnTo>
                  <a:lnTo>
                    <a:pt x="3870820" y="1961413"/>
                  </a:lnTo>
                  <a:lnTo>
                    <a:pt x="3876662" y="1964804"/>
                  </a:lnTo>
                  <a:lnTo>
                    <a:pt x="3883444" y="1965452"/>
                  </a:lnTo>
                  <a:lnTo>
                    <a:pt x="3889857" y="1963356"/>
                  </a:lnTo>
                  <a:lnTo>
                    <a:pt x="3895204" y="1958936"/>
                  </a:lnTo>
                  <a:lnTo>
                    <a:pt x="3898773" y="1952561"/>
                  </a:lnTo>
                  <a:lnTo>
                    <a:pt x="3899789" y="1945360"/>
                  </a:lnTo>
                  <a:close/>
                </a:path>
                <a:path w="3957954" h="3899535">
                  <a:moveTo>
                    <a:pt x="3906659" y="913714"/>
                  </a:moveTo>
                  <a:lnTo>
                    <a:pt x="3904805" y="906056"/>
                  </a:lnTo>
                  <a:lnTo>
                    <a:pt x="3900309" y="899871"/>
                  </a:lnTo>
                  <a:lnTo>
                    <a:pt x="3893566" y="895972"/>
                  </a:lnTo>
                  <a:lnTo>
                    <a:pt x="3885768" y="895223"/>
                  </a:lnTo>
                  <a:lnTo>
                    <a:pt x="3878376" y="897623"/>
                  </a:lnTo>
                  <a:lnTo>
                    <a:pt x="3872204" y="902716"/>
                  </a:lnTo>
                  <a:lnTo>
                    <a:pt x="3868089" y="910043"/>
                  </a:lnTo>
                  <a:lnTo>
                    <a:pt x="3866921" y="918324"/>
                  </a:lnTo>
                  <a:lnTo>
                    <a:pt x="3868775" y="925995"/>
                  </a:lnTo>
                  <a:lnTo>
                    <a:pt x="3873271" y="932205"/>
                  </a:lnTo>
                  <a:lnTo>
                    <a:pt x="3880002" y="936104"/>
                  </a:lnTo>
                  <a:lnTo>
                    <a:pt x="3887813" y="936840"/>
                  </a:lnTo>
                  <a:lnTo>
                    <a:pt x="3895217" y="934427"/>
                  </a:lnTo>
                  <a:lnTo>
                    <a:pt x="3901389" y="929322"/>
                  </a:lnTo>
                  <a:lnTo>
                    <a:pt x="3905491" y="921981"/>
                  </a:lnTo>
                  <a:lnTo>
                    <a:pt x="3906659" y="913714"/>
                  </a:lnTo>
                  <a:close/>
                </a:path>
                <a:path w="3957954" h="3899535">
                  <a:moveTo>
                    <a:pt x="3926649" y="1797773"/>
                  </a:moveTo>
                  <a:lnTo>
                    <a:pt x="3924935" y="1790725"/>
                  </a:lnTo>
                  <a:lnTo>
                    <a:pt x="3920782" y="1785023"/>
                  </a:lnTo>
                  <a:lnTo>
                    <a:pt x="3914571" y="1781429"/>
                  </a:lnTo>
                  <a:lnTo>
                    <a:pt x="3907396" y="1780743"/>
                  </a:lnTo>
                  <a:lnTo>
                    <a:pt x="3900589" y="1782953"/>
                  </a:lnTo>
                  <a:lnTo>
                    <a:pt x="3894925" y="1787639"/>
                  </a:lnTo>
                  <a:lnTo>
                    <a:pt x="3891127" y="1794421"/>
                  </a:lnTo>
                  <a:lnTo>
                    <a:pt x="3890048" y="1802053"/>
                  </a:lnTo>
                  <a:lnTo>
                    <a:pt x="3891750" y="1809102"/>
                  </a:lnTo>
                  <a:lnTo>
                    <a:pt x="3895877" y="1814804"/>
                  </a:lnTo>
                  <a:lnTo>
                    <a:pt x="3902075" y="1818398"/>
                  </a:lnTo>
                  <a:lnTo>
                    <a:pt x="3909276" y="1819084"/>
                  </a:lnTo>
                  <a:lnTo>
                    <a:pt x="3916095" y="1816862"/>
                  </a:lnTo>
                  <a:lnTo>
                    <a:pt x="3921785" y="1812175"/>
                  </a:lnTo>
                  <a:lnTo>
                    <a:pt x="3925570" y="1805419"/>
                  </a:lnTo>
                  <a:lnTo>
                    <a:pt x="3926649" y="1797773"/>
                  </a:lnTo>
                  <a:close/>
                </a:path>
                <a:path w="3957954" h="3899535">
                  <a:moveTo>
                    <a:pt x="3941165" y="1057097"/>
                  </a:moveTo>
                  <a:lnTo>
                    <a:pt x="3938397" y="1045603"/>
                  </a:lnTo>
                  <a:lnTo>
                    <a:pt x="3931678" y="1036307"/>
                  </a:lnTo>
                  <a:lnTo>
                    <a:pt x="3921569" y="1030452"/>
                  </a:lnTo>
                  <a:lnTo>
                    <a:pt x="3909860" y="1029347"/>
                  </a:lnTo>
                  <a:lnTo>
                    <a:pt x="3898773" y="1032954"/>
                  </a:lnTo>
                  <a:lnTo>
                    <a:pt x="3889540" y="1040612"/>
                  </a:lnTo>
                  <a:lnTo>
                    <a:pt x="3883380" y="1051623"/>
                  </a:lnTo>
                  <a:lnTo>
                    <a:pt x="3881615" y="1064044"/>
                  </a:lnTo>
                  <a:lnTo>
                    <a:pt x="3884384" y="1075537"/>
                  </a:lnTo>
                  <a:lnTo>
                    <a:pt x="3891102" y="1084834"/>
                  </a:lnTo>
                  <a:lnTo>
                    <a:pt x="3901211" y="1090676"/>
                  </a:lnTo>
                  <a:lnTo>
                    <a:pt x="3912920" y="1091793"/>
                  </a:lnTo>
                  <a:lnTo>
                    <a:pt x="3924008" y="1088186"/>
                  </a:lnTo>
                  <a:lnTo>
                    <a:pt x="3933240" y="1080528"/>
                  </a:lnTo>
                  <a:lnTo>
                    <a:pt x="3939413" y="1069505"/>
                  </a:lnTo>
                  <a:lnTo>
                    <a:pt x="3941165" y="1057097"/>
                  </a:lnTo>
                  <a:close/>
                </a:path>
                <a:path w="3957954" h="3899535">
                  <a:moveTo>
                    <a:pt x="3948265" y="1648955"/>
                  </a:moveTo>
                  <a:lnTo>
                    <a:pt x="3946169" y="1640281"/>
                  </a:lnTo>
                  <a:lnTo>
                    <a:pt x="3941102" y="1633283"/>
                  </a:lnTo>
                  <a:lnTo>
                    <a:pt x="3933469" y="1628876"/>
                  </a:lnTo>
                  <a:lnTo>
                    <a:pt x="3924643" y="1628025"/>
                  </a:lnTo>
                  <a:lnTo>
                    <a:pt x="3916286" y="1630743"/>
                  </a:lnTo>
                  <a:lnTo>
                    <a:pt x="3909301" y="1636522"/>
                  </a:lnTo>
                  <a:lnTo>
                    <a:pt x="3904653" y="1644840"/>
                  </a:lnTo>
                  <a:lnTo>
                    <a:pt x="3903332" y="1654213"/>
                  </a:lnTo>
                  <a:lnTo>
                    <a:pt x="3905427" y="1662874"/>
                  </a:lnTo>
                  <a:lnTo>
                    <a:pt x="3910495" y="1669884"/>
                  </a:lnTo>
                  <a:lnTo>
                    <a:pt x="3918115" y="1674291"/>
                  </a:lnTo>
                  <a:lnTo>
                    <a:pt x="3926954" y="1675130"/>
                  </a:lnTo>
                  <a:lnTo>
                    <a:pt x="3935311" y="1672412"/>
                  </a:lnTo>
                  <a:lnTo>
                    <a:pt x="3942283" y="1666633"/>
                  </a:lnTo>
                  <a:lnTo>
                    <a:pt x="3946931" y="1658327"/>
                  </a:lnTo>
                  <a:lnTo>
                    <a:pt x="3948265" y="1648955"/>
                  </a:lnTo>
                  <a:close/>
                </a:path>
                <a:path w="3957954" h="3899535">
                  <a:moveTo>
                    <a:pt x="3954272" y="1203833"/>
                  </a:moveTo>
                  <a:lnTo>
                    <a:pt x="3951795" y="1193546"/>
                  </a:lnTo>
                  <a:lnTo>
                    <a:pt x="3945775" y="1185227"/>
                  </a:lnTo>
                  <a:lnTo>
                    <a:pt x="3936733" y="1179995"/>
                  </a:lnTo>
                  <a:lnTo>
                    <a:pt x="3926268" y="1178991"/>
                  </a:lnTo>
                  <a:lnTo>
                    <a:pt x="3916337" y="1182230"/>
                  </a:lnTo>
                  <a:lnTo>
                    <a:pt x="3908069" y="1189075"/>
                  </a:lnTo>
                  <a:lnTo>
                    <a:pt x="3902545" y="1198930"/>
                  </a:lnTo>
                  <a:lnTo>
                    <a:pt x="3900982" y="1210030"/>
                  </a:lnTo>
                  <a:lnTo>
                    <a:pt x="3903459" y="1220304"/>
                  </a:lnTo>
                  <a:lnTo>
                    <a:pt x="3909479" y="1228623"/>
                  </a:lnTo>
                  <a:lnTo>
                    <a:pt x="3918521" y="1233868"/>
                  </a:lnTo>
                  <a:lnTo>
                    <a:pt x="3928999" y="1234859"/>
                  </a:lnTo>
                  <a:lnTo>
                    <a:pt x="3938917" y="1231620"/>
                  </a:lnTo>
                  <a:lnTo>
                    <a:pt x="3947185" y="1224775"/>
                  </a:lnTo>
                  <a:lnTo>
                    <a:pt x="3952697" y="1214932"/>
                  </a:lnTo>
                  <a:lnTo>
                    <a:pt x="3954272" y="1203833"/>
                  </a:lnTo>
                  <a:close/>
                </a:path>
                <a:path w="3957954" h="3899535">
                  <a:moveTo>
                    <a:pt x="3957332" y="1500327"/>
                  </a:moveTo>
                  <a:lnTo>
                    <a:pt x="3955237" y="1491665"/>
                  </a:lnTo>
                  <a:lnTo>
                    <a:pt x="3950157" y="1484655"/>
                  </a:lnTo>
                  <a:lnTo>
                    <a:pt x="3942550" y="1480248"/>
                  </a:lnTo>
                  <a:lnTo>
                    <a:pt x="3933698" y="1479397"/>
                  </a:lnTo>
                  <a:lnTo>
                    <a:pt x="3925328" y="1482115"/>
                  </a:lnTo>
                  <a:lnTo>
                    <a:pt x="3918369" y="1487893"/>
                  </a:lnTo>
                  <a:lnTo>
                    <a:pt x="3913733" y="1496212"/>
                  </a:lnTo>
                  <a:lnTo>
                    <a:pt x="3912387" y="1505597"/>
                  </a:lnTo>
                  <a:lnTo>
                    <a:pt x="3914470" y="1514259"/>
                  </a:lnTo>
                  <a:lnTo>
                    <a:pt x="3919537" y="1521256"/>
                  </a:lnTo>
                  <a:lnTo>
                    <a:pt x="3927195" y="1525663"/>
                  </a:lnTo>
                  <a:lnTo>
                    <a:pt x="3936009" y="1526514"/>
                  </a:lnTo>
                  <a:lnTo>
                    <a:pt x="3944378" y="1523796"/>
                  </a:lnTo>
                  <a:lnTo>
                    <a:pt x="3951351" y="1518031"/>
                  </a:lnTo>
                  <a:lnTo>
                    <a:pt x="3956012" y="1509699"/>
                  </a:lnTo>
                  <a:lnTo>
                    <a:pt x="3957332" y="1500327"/>
                  </a:lnTo>
                  <a:close/>
                </a:path>
                <a:path w="3957954" h="3899535">
                  <a:moveTo>
                    <a:pt x="3957917" y="1351953"/>
                  </a:moveTo>
                  <a:lnTo>
                    <a:pt x="3955834" y="1343279"/>
                  </a:lnTo>
                  <a:lnTo>
                    <a:pt x="3950754" y="1336281"/>
                  </a:lnTo>
                  <a:lnTo>
                    <a:pt x="3943121" y="1331874"/>
                  </a:lnTo>
                  <a:lnTo>
                    <a:pt x="3934295" y="1331023"/>
                  </a:lnTo>
                  <a:lnTo>
                    <a:pt x="3925925" y="1333741"/>
                  </a:lnTo>
                  <a:lnTo>
                    <a:pt x="3918953" y="1339519"/>
                  </a:lnTo>
                  <a:lnTo>
                    <a:pt x="3914305" y="1347838"/>
                  </a:lnTo>
                  <a:lnTo>
                    <a:pt x="3912984" y="1357185"/>
                  </a:lnTo>
                  <a:lnTo>
                    <a:pt x="3915067" y="1365846"/>
                  </a:lnTo>
                  <a:lnTo>
                    <a:pt x="3920147" y="1372870"/>
                  </a:lnTo>
                  <a:lnTo>
                    <a:pt x="3927767" y="1377289"/>
                  </a:lnTo>
                  <a:lnTo>
                    <a:pt x="3936606" y="1378115"/>
                  </a:lnTo>
                  <a:lnTo>
                    <a:pt x="3944975" y="1375384"/>
                  </a:lnTo>
                  <a:lnTo>
                    <a:pt x="3951948" y="1369606"/>
                  </a:lnTo>
                  <a:lnTo>
                    <a:pt x="3956583" y="1361325"/>
                  </a:lnTo>
                  <a:lnTo>
                    <a:pt x="3957917" y="1351953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2356" name="object 41">
              <a:extLst>
                <a:ext uri="{FF2B5EF4-FFF2-40B4-BE49-F238E27FC236}">
                  <a16:creationId xmlns="" xmlns:a16="http://schemas.microsoft.com/office/drawing/2014/main" id="{F694E97B-9F01-4BCD-A6CB-9C104271FE6E}"/>
                </a:ext>
              </a:extLst>
            </p:cNvPr>
            <p:cNvSpPr>
              <a:spLocks/>
            </p:cNvSpPr>
            <p:nvPr/>
          </p:nvSpPr>
          <p:spPr bwMode="auto">
            <a:xfrm>
              <a:off x="871156" y="2309037"/>
              <a:ext cx="4093210" cy="4026535"/>
            </a:xfrm>
            <a:custGeom>
              <a:avLst/>
              <a:gdLst>
                <a:gd name="T0" fmla="*/ 104838 w 4093210"/>
                <a:gd name="T1" fmla="*/ 3545573 h 4026535"/>
                <a:gd name="T2" fmla="*/ 104305 w 4093210"/>
                <a:gd name="T3" fmla="*/ 3554463 h 4026535"/>
                <a:gd name="T4" fmla="*/ 206984 w 4093210"/>
                <a:gd name="T5" fmla="*/ 3625697 h 4026535"/>
                <a:gd name="T6" fmla="*/ 221729 w 4093210"/>
                <a:gd name="T7" fmla="*/ 3630396 h 4026535"/>
                <a:gd name="T8" fmla="*/ 323532 w 4093210"/>
                <a:gd name="T9" fmla="*/ 3713975 h 4026535"/>
                <a:gd name="T10" fmla="*/ 584822 w 4093210"/>
                <a:gd name="T11" fmla="*/ 3826853 h 4026535"/>
                <a:gd name="T12" fmla="*/ 583971 w 4093210"/>
                <a:gd name="T13" fmla="*/ 3840188 h 4026535"/>
                <a:gd name="T14" fmla="*/ 700112 w 4093210"/>
                <a:gd name="T15" fmla="*/ 3875671 h 4026535"/>
                <a:gd name="T16" fmla="*/ 718807 w 4093210"/>
                <a:gd name="T17" fmla="*/ 3881640 h 4026535"/>
                <a:gd name="T18" fmla="*/ 830732 w 4093210"/>
                <a:gd name="T19" fmla="*/ 3935793 h 4026535"/>
                <a:gd name="T20" fmla="*/ 985342 w 4093210"/>
                <a:gd name="T21" fmla="*/ 3950576 h 4026535"/>
                <a:gd name="T22" fmla="*/ 984084 w 4093210"/>
                <a:gd name="T23" fmla="*/ 3970134 h 4026535"/>
                <a:gd name="T24" fmla="*/ 1104607 w 4093210"/>
                <a:gd name="T25" fmla="*/ 3975849 h 4026535"/>
                <a:gd name="T26" fmla="*/ 1125270 w 4093210"/>
                <a:gd name="T27" fmla="*/ 3982440 h 4026535"/>
                <a:gd name="T28" fmla="*/ 1242491 w 4093210"/>
                <a:gd name="T29" fmla="*/ 4010749 h 4026535"/>
                <a:gd name="T30" fmla="*/ 1407350 w 4093210"/>
                <a:gd name="T31" fmla="*/ 4000436 h 4026535"/>
                <a:gd name="T32" fmla="*/ 1376451 w 4093210"/>
                <a:gd name="T33" fmla="*/ 4003840 h 4026535"/>
                <a:gd name="T34" fmla="*/ 1399260 w 4093210"/>
                <a:gd name="T35" fmla="*/ 4024350 h 4026535"/>
                <a:gd name="T36" fmla="*/ 1530680 w 4093210"/>
                <a:gd name="T37" fmla="*/ 3991292 h 4026535"/>
                <a:gd name="T38" fmla="*/ 1545882 w 4093210"/>
                <a:gd name="T39" fmla="*/ 4011371 h 4026535"/>
                <a:gd name="T40" fmla="*/ 1673313 w 4093210"/>
                <a:gd name="T41" fmla="*/ 3979354 h 4026535"/>
                <a:gd name="T42" fmla="*/ 1662798 w 4093210"/>
                <a:gd name="T43" fmla="*/ 4010444 h 4026535"/>
                <a:gd name="T44" fmla="*/ 1690903 w 4093210"/>
                <a:gd name="T45" fmla="*/ 3994912 h 4026535"/>
                <a:gd name="T46" fmla="*/ 1806295 w 4093210"/>
                <a:gd name="T47" fmla="*/ 3958666 h 4026535"/>
                <a:gd name="T48" fmla="*/ 1807946 w 4093210"/>
                <a:gd name="T49" fmla="*/ 3998188 h 4026535"/>
                <a:gd name="T50" fmla="*/ 1978863 w 4093210"/>
                <a:gd name="T51" fmla="*/ 3946728 h 4026535"/>
                <a:gd name="T52" fmla="*/ 1937156 w 4093210"/>
                <a:gd name="T53" fmla="*/ 3933406 h 4026535"/>
                <a:gd name="T54" fmla="*/ 1956041 w 4093210"/>
                <a:gd name="T55" fmla="*/ 3974744 h 4026535"/>
                <a:gd name="T56" fmla="*/ 2250427 w 4093210"/>
                <a:gd name="T57" fmla="*/ 3856202 h 4026535"/>
                <a:gd name="T58" fmla="*/ 2208898 w 4093210"/>
                <a:gd name="T59" fmla="*/ 3860774 h 4026535"/>
                <a:gd name="T60" fmla="*/ 2239568 w 4093210"/>
                <a:gd name="T61" fmla="*/ 3888321 h 4026535"/>
                <a:gd name="T62" fmla="*/ 2383307 w 4093210"/>
                <a:gd name="T63" fmla="*/ 3791229 h 4026535"/>
                <a:gd name="T64" fmla="*/ 2336723 w 4093210"/>
                <a:gd name="T65" fmla="*/ 3817061 h 4026535"/>
                <a:gd name="T66" fmla="*/ 2384755 w 4093210"/>
                <a:gd name="T67" fmla="*/ 3832390 h 4026535"/>
                <a:gd name="T68" fmla="*/ 3717760 w 4093210"/>
                <a:gd name="T69" fmla="*/ 2641 h 4026535"/>
                <a:gd name="T70" fmla="*/ 3733508 w 4093210"/>
                <a:gd name="T71" fmla="*/ 7670 h 4026535"/>
                <a:gd name="T72" fmla="*/ 3782593 w 4093210"/>
                <a:gd name="T73" fmla="*/ 145580 h 4026535"/>
                <a:gd name="T74" fmla="*/ 3825786 w 4093210"/>
                <a:gd name="T75" fmla="*/ 2186432 h 4026535"/>
                <a:gd name="T76" fmla="*/ 3787165 w 4093210"/>
                <a:gd name="T77" fmla="*/ 2190623 h 4026535"/>
                <a:gd name="T78" fmla="*/ 3815689 w 4093210"/>
                <a:gd name="T79" fmla="*/ 2216315 h 4026535"/>
                <a:gd name="T80" fmla="*/ 3869296 w 4093210"/>
                <a:gd name="T81" fmla="*/ 248716 h 4026535"/>
                <a:gd name="T82" fmla="*/ 3840302 w 4093210"/>
                <a:gd name="T83" fmla="*/ 264756 h 4026535"/>
                <a:gd name="T84" fmla="*/ 3870223 w 4093210"/>
                <a:gd name="T85" fmla="*/ 274307 h 4026535"/>
                <a:gd name="T86" fmla="*/ 3888930 w 4093210"/>
                <a:gd name="T87" fmla="*/ 1889150 h 4026535"/>
                <a:gd name="T88" fmla="*/ 3867404 w 4093210"/>
                <a:gd name="T89" fmla="*/ 1915236 h 4026535"/>
                <a:gd name="T90" fmla="*/ 3899255 w 4093210"/>
                <a:gd name="T91" fmla="*/ 1911756 h 4026535"/>
                <a:gd name="T92" fmla="*/ 3898887 w 4093210"/>
                <a:gd name="T93" fmla="*/ 398741 h 4026535"/>
                <a:gd name="T94" fmla="*/ 3988536 w 4093210"/>
                <a:gd name="T95" fmla="*/ 528447 h 4026535"/>
                <a:gd name="T96" fmla="*/ 3943235 w 4093210"/>
                <a:gd name="T97" fmla="*/ 513981 h 4026535"/>
                <a:gd name="T98" fmla="*/ 3963771 w 4093210"/>
                <a:gd name="T99" fmla="*/ 558888 h 4026535"/>
                <a:gd name="T100" fmla="*/ 4027373 w 4093210"/>
                <a:gd name="T101" fmla="*/ 657656 h 4026535"/>
                <a:gd name="T102" fmla="*/ 3979100 w 4093210"/>
                <a:gd name="T103" fmla="*/ 662952 h 4026535"/>
                <a:gd name="T104" fmla="*/ 4014749 w 4093210"/>
                <a:gd name="T105" fmla="*/ 695020 h 4026535"/>
                <a:gd name="T106" fmla="*/ 4055453 w 4093210"/>
                <a:gd name="T107" fmla="*/ 791070 h 4026535"/>
                <a:gd name="T108" fmla="*/ 4010634 w 4093210"/>
                <a:gd name="T109" fmla="*/ 815886 h 4026535"/>
                <a:gd name="T110" fmla="*/ 4056850 w 4093210"/>
                <a:gd name="T111" fmla="*/ 830643 h 4026535"/>
                <a:gd name="T112" fmla="*/ 4073372 w 4093210"/>
                <a:gd name="T113" fmla="*/ 926858 h 4026535"/>
                <a:gd name="T114" fmla="*/ 4036174 w 4093210"/>
                <a:gd name="T115" fmla="*/ 971969 h 4026535"/>
                <a:gd name="T116" fmla="*/ 4091203 w 4093210"/>
                <a:gd name="T117" fmla="*/ 965962 h 4026535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093210" h="4026535">
                  <a:moveTo>
                    <a:pt x="203" y="3458692"/>
                  </a:moveTo>
                  <a:lnTo>
                    <a:pt x="0" y="3458260"/>
                  </a:lnTo>
                  <a:lnTo>
                    <a:pt x="0" y="3459289"/>
                  </a:lnTo>
                  <a:lnTo>
                    <a:pt x="203" y="3458692"/>
                  </a:lnTo>
                  <a:close/>
                </a:path>
                <a:path w="4093210" h="4026535">
                  <a:moveTo>
                    <a:pt x="106273" y="3548621"/>
                  </a:moveTo>
                  <a:lnTo>
                    <a:pt x="104838" y="3545573"/>
                  </a:lnTo>
                  <a:lnTo>
                    <a:pt x="99415" y="3543833"/>
                  </a:lnTo>
                  <a:lnTo>
                    <a:pt x="96431" y="3545484"/>
                  </a:lnTo>
                  <a:lnTo>
                    <a:pt x="94462" y="3551326"/>
                  </a:lnTo>
                  <a:lnTo>
                    <a:pt x="95834" y="3554412"/>
                  </a:lnTo>
                  <a:lnTo>
                    <a:pt x="101269" y="3556139"/>
                  </a:lnTo>
                  <a:lnTo>
                    <a:pt x="104305" y="3554463"/>
                  </a:lnTo>
                  <a:lnTo>
                    <a:pt x="105283" y="3551567"/>
                  </a:lnTo>
                  <a:lnTo>
                    <a:pt x="106273" y="3548621"/>
                  </a:lnTo>
                  <a:close/>
                </a:path>
                <a:path w="4093210" h="4026535">
                  <a:moveTo>
                    <a:pt x="221729" y="3630396"/>
                  </a:moveTo>
                  <a:lnTo>
                    <a:pt x="219633" y="3625812"/>
                  </a:lnTo>
                  <a:lnTo>
                    <a:pt x="211480" y="3623208"/>
                  </a:lnTo>
                  <a:lnTo>
                    <a:pt x="206984" y="3625697"/>
                  </a:lnTo>
                  <a:lnTo>
                    <a:pt x="204025" y="3634473"/>
                  </a:lnTo>
                  <a:lnTo>
                    <a:pt x="206121" y="3639070"/>
                  </a:lnTo>
                  <a:lnTo>
                    <a:pt x="214274" y="3641661"/>
                  </a:lnTo>
                  <a:lnTo>
                    <a:pt x="218770" y="3639172"/>
                  </a:lnTo>
                  <a:lnTo>
                    <a:pt x="220256" y="3634765"/>
                  </a:lnTo>
                  <a:lnTo>
                    <a:pt x="221729" y="3630396"/>
                  </a:lnTo>
                  <a:close/>
                </a:path>
                <a:path w="4093210" h="4026535">
                  <a:moveTo>
                    <a:pt x="339140" y="3705301"/>
                  </a:moveTo>
                  <a:lnTo>
                    <a:pt x="337032" y="3700703"/>
                  </a:lnTo>
                  <a:lnTo>
                    <a:pt x="328891" y="3698113"/>
                  </a:lnTo>
                  <a:lnTo>
                    <a:pt x="324408" y="3700602"/>
                  </a:lnTo>
                  <a:lnTo>
                    <a:pt x="321449" y="3709327"/>
                  </a:lnTo>
                  <a:lnTo>
                    <a:pt x="323532" y="3713975"/>
                  </a:lnTo>
                  <a:lnTo>
                    <a:pt x="331660" y="3716566"/>
                  </a:lnTo>
                  <a:lnTo>
                    <a:pt x="336194" y="3714038"/>
                  </a:lnTo>
                  <a:lnTo>
                    <a:pt x="337667" y="3709670"/>
                  </a:lnTo>
                  <a:lnTo>
                    <a:pt x="339140" y="3705301"/>
                  </a:lnTo>
                  <a:close/>
                </a:path>
                <a:path w="4093210" h="4026535">
                  <a:moveTo>
                    <a:pt x="586930" y="3831412"/>
                  </a:moveTo>
                  <a:lnTo>
                    <a:pt x="584822" y="3826853"/>
                  </a:lnTo>
                  <a:lnTo>
                    <a:pt x="576668" y="3824262"/>
                  </a:lnTo>
                  <a:lnTo>
                    <a:pt x="572173" y="3826687"/>
                  </a:lnTo>
                  <a:lnTo>
                    <a:pt x="569201" y="3835476"/>
                  </a:lnTo>
                  <a:lnTo>
                    <a:pt x="571322" y="3840073"/>
                  </a:lnTo>
                  <a:lnTo>
                    <a:pt x="579475" y="3842677"/>
                  </a:lnTo>
                  <a:lnTo>
                    <a:pt x="583971" y="3840188"/>
                  </a:lnTo>
                  <a:lnTo>
                    <a:pt x="585444" y="3835819"/>
                  </a:lnTo>
                  <a:lnTo>
                    <a:pt x="586930" y="3831412"/>
                  </a:lnTo>
                  <a:close/>
                </a:path>
                <a:path w="4093210" h="4026535">
                  <a:moveTo>
                    <a:pt x="718807" y="3881640"/>
                  </a:moveTo>
                  <a:lnTo>
                    <a:pt x="716127" y="3875836"/>
                  </a:lnTo>
                  <a:lnTo>
                    <a:pt x="705815" y="3872547"/>
                  </a:lnTo>
                  <a:lnTo>
                    <a:pt x="700112" y="3875671"/>
                  </a:lnTo>
                  <a:lnTo>
                    <a:pt x="696353" y="3886797"/>
                  </a:lnTo>
                  <a:lnTo>
                    <a:pt x="699033" y="3892600"/>
                  </a:lnTo>
                  <a:lnTo>
                    <a:pt x="709345" y="3895890"/>
                  </a:lnTo>
                  <a:lnTo>
                    <a:pt x="715048" y="3892766"/>
                  </a:lnTo>
                  <a:lnTo>
                    <a:pt x="716927" y="3887203"/>
                  </a:lnTo>
                  <a:lnTo>
                    <a:pt x="718807" y="3881640"/>
                  </a:lnTo>
                  <a:close/>
                </a:path>
                <a:path w="4093210" h="4026535">
                  <a:moveTo>
                    <a:pt x="852589" y="3923728"/>
                  </a:moveTo>
                  <a:lnTo>
                    <a:pt x="849642" y="3917289"/>
                  </a:lnTo>
                  <a:lnTo>
                    <a:pt x="838225" y="3913632"/>
                  </a:lnTo>
                  <a:lnTo>
                    <a:pt x="831926" y="3917124"/>
                  </a:lnTo>
                  <a:lnTo>
                    <a:pt x="827786" y="3929354"/>
                  </a:lnTo>
                  <a:lnTo>
                    <a:pt x="830732" y="3935793"/>
                  </a:lnTo>
                  <a:lnTo>
                    <a:pt x="842149" y="3939438"/>
                  </a:lnTo>
                  <a:lnTo>
                    <a:pt x="848448" y="3935946"/>
                  </a:lnTo>
                  <a:lnTo>
                    <a:pt x="850519" y="3929837"/>
                  </a:lnTo>
                  <a:lnTo>
                    <a:pt x="852589" y="3923728"/>
                  </a:lnTo>
                  <a:close/>
                </a:path>
                <a:path w="4093210" h="4026535">
                  <a:moveTo>
                    <a:pt x="988415" y="3957307"/>
                  </a:moveTo>
                  <a:lnTo>
                    <a:pt x="985342" y="3950576"/>
                  </a:lnTo>
                  <a:lnTo>
                    <a:pt x="973378" y="3946753"/>
                  </a:lnTo>
                  <a:lnTo>
                    <a:pt x="966812" y="3950411"/>
                  </a:lnTo>
                  <a:lnTo>
                    <a:pt x="962482" y="3963238"/>
                  </a:lnTo>
                  <a:lnTo>
                    <a:pt x="965517" y="3970020"/>
                  </a:lnTo>
                  <a:lnTo>
                    <a:pt x="977480" y="3973830"/>
                  </a:lnTo>
                  <a:lnTo>
                    <a:pt x="984084" y="3970134"/>
                  </a:lnTo>
                  <a:lnTo>
                    <a:pt x="986243" y="3963746"/>
                  </a:lnTo>
                  <a:lnTo>
                    <a:pt x="988415" y="3957307"/>
                  </a:lnTo>
                  <a:close/>
                </a:path>
                <a:path w="4093210" h="4026535">
                  <a:moveTo>
                    <a:pt x="1125270" y="3982440"/>
                  </a:moveTo>
                  <a:lnTo>
                    <a:pt x="1122286" y="3975989"/>
                  </a:lnTo>
                  <a:lnTo>
                    <a:pt x="1110907" y="3972356"/>
                  </a:lnTo>
                  <a:lnTo>
                    <a:pt x="1104607" y="3975849"/>
                  </a:lnTo>
                  <a:lnTo>
                    <a:pt x="1100455" y="3988117"/>
                  </a:lnTo>
                  <a:lnTo>
                    <a:pt x="1103388" y="3994556"/>
                  </a:lnTo>
                  <a:lnTo>
                    <a:pt x="1114780" y="3998188"/>
                  </a:lnTo>
                  <a:lnTo>
                    <a:pt x="1121117" y="3994708"/>
                  </a:lnTo>
                  <a:lnTo>
                    <a:pt x="1123188" y="3988600"/>
                  </a:lnTo>
                  <a:lnTo>
                    <a:pt x="1125270" y="3982440"/>
                  </a:lnTo>
                  <a:close/>
                </a:path>
                <a:path w="4093210" h="4026535">
                  <a:moveTo>
                    <a:pt x="1264335" y="3998671"/>
                  </a:moveTo>
                  <a:lnTo>
                    <a:pt x="1261389" y="3992232"/>
                  </a:lnTo>
                  <a:lnTo>
                    <a:pt x="1249984" y="3988587"/>
                  </a:lnTo>
                  <a:lnTo>
                    <a:pt x="1243685" y="3992080"/>
                  </a:lnTo>
                  <a:lnTo>
                    <a:pt x="1239545" y="4004348"/>
                  </a:lnTo>
                  <a:lnTo>
                    <a:pt x="1242491" y="4010749"/>
                  </a:lnTo>
                  <a:lnTo>
                    <a:pt x="1253896" y="4014381"/>
                  </a:lnTo>
                  <a:lnTo>
                    <a:pt x="1260182" y="4010939"/>
                  </a:lnTo>
                  <a:lnTo>
                    <a:pt x="1262265" y="4004780"/>
                  </a:lnTo>
                  <a:lnTo>
                    <a:pt x="1264335" y="3998671"/>
                  </a:lnTo>
                  <a:close/>
                </a:path>
                <a:path w="4093210" h="4026535">
                  <a:moveTo>
                    <a:pt x="1408899" y="4006875"/>
                  </a:moveTo>
                  <a:lnTo>
                    <a:pt x="1407350" y="4000436"/>
                  </a:lnTo>
                  <a:lnTo>
                    <a:pt x="1403578" y="3995229"/>
                  </a:lnTo>
                  <a:lnTo>
                    <a:pt x="1397889" y="3991940"/>
                  </a:lnTo>
                  <a:lnTo>
                    <a:pt x="1391323" y="3991305"/>
                  </a:lnTo>
                  <a:lnTo>
                    <a:pt x="1385100" y="3993337"/>
                  </a:lnTo>
                  <a:lnTo>
                    <a:pt x="1379918" y="3997629"/>
                  </a:lnTo>
                  <a:lnTo>
                    <a:pt x="1376451" y="4003840"/>
                  </a:lnTo>
                  <a:lnTo>
                    <a:pt x="1375460" y="4010812"/>
                  </a:lnTo>
                  <a:lnTo>
                    <a:pt x="1377022" y="4017238"/>
                  </a:lnTo>
                  <a:lnTo>
                    <a:pt x="1380794" y="4022445"/>
                  </a:lnTo>
                  <a:lnTo>
                    <a:pt x="1386471" y="4025722"/>
                  </a:lnTo>
                  <a:lnTo>
                    <a:pt x="1393050" y="4026357"/>
                  </a:lnTo>
                  <a:lnTo>
                    <a:pt x="1399260" y="4024350"/>
                  </a:lnTo>
                  <a:lnTo>
                    <a:pt x="1404442" y="4020058"/>
                  </a:lnTo>
                  <a:lnTo>
                    <a:pt x="1407896" y="4013873"/>
                  </a:lnTo>
                  <a:lnTo>
                    <a:pt x="1408899" y="4006875"/>
                  </a:lnTo>
                  <a:close/>
                </a:path>
                <a:path w="4093210" h="4026535">
                  <a:moveTo>
                    <a:pt x="1548447" y="4003789"/>
                  </a:moveTo>
                  <a:lnTo>
                    <a:pt x="1544789" y="3995801"/>
                  </a:lnTo>
                  <a:lnTo>
                    <a:pt x="1530680" y="3991292"/>
                  </a:lnTo>
                  <a:lnTo>
                    <a:pt x="1522882" y="3995623"/>
                  </a:lnTo>
                  <a:lnTo>
                    <a:pt x="1517751" y="4010799"/>
                  </a:lnTo>
                  <a:lnTo>
                    <a:pt x="1521383" y="4018775"/>
                  </a:lnTo>
                  <a:lnTo>
                    <a:pt x="1535506" y="4023283"/>
                  </a:lnTo>
                  <a:lnTo>
                    <a:pt x="1543316" y="4018953"/>
                  </a:lnTo>
                  <a:lnTo>
                    <a:pt x="1545882" y="4011371"/>
                  </a:lnTo>
                  <a:lnTo>
                    <a:pt x="1548447" y="4003789"/>
                  </a:lnTo>
                  <a:close/>
                </a:path>
                <a:path w="4093210" h="4026535">
                  <a:moveTo>
                    <a:pt x="1690903" y="3994912"/>
                  </a:moveTo>
                  <a:lnTo>
                    <a:pt x="1689341" y="3988473"/>
                  </a:lnTo>
                  <a:lnTo>
                    <a:pt x="1685569" y="3983266"/>
                  </a:lnTo>
                  <a:lnTo>
                    <a:pt x="1679892" y="3979976"/>
                  </a:lnTo>
                  <a:lnTo>
                    <a:pt x="1673313" y="3979354"/>
                  </a:lnTo>
                  <a:lnTo>
                    <a:pt x="1667090" y="3981373"/>
                  </a:lnTo>
                  <a:lnTo>
                    <a:pt x="1661896" y="3985653"/>
                  </a:lnTo>
                  <a:lnTo>
                    <a:pt x="1658442" y="3991826"/>
                  </a:lnTo>
                  <a:lnTo>
                    <a:pt x="1657451" y="3998798"/>
                  </a:lnTo>
                  <a:lnTo>
                    <a:pt x="1659013" y="4005237"/>
                  </a:lnTo>
                  <a:lnTo>
                    <a:pt x="1662798" y="4010444"/>
                  </a:lnTo>
                  <a:lnTo>
                    <a:pt x="1668487" y="4013720"/>
                  </a:lnTo>
                  <a:lnTo>
                    <a:pt x="1675066" y="4014355"/>
                  </a:lnTo>
                  <a:lnTo>
                    <a:pt x="1681276" y="4012349"/>
                  </a:lnTo>
                  <a:lnTo>
                    <a:pt x="1686458" y="4008056"/>
                  </a:lnTo>
                  <a:lnTo>
                    <a:pt x="1689912" y="4001871"/>
                  </a:lnTo>
                  <a:lnTo>
                    <a:pt x="1690903" y="3994912"/>
                  </a:lnTo>
                  <a:close/>
                </a:path>
                <a:path w="4093210" h="4026535">
                  <a:moveTo>
                    <a:pt x="1835289" y="3975176"/>
                  </a:moveTo>
                  <a:lnTo>
                    <a:pt x="1833397" y="3967327"/>
                  </a:lnTo>
                  <a:lnTo>
                    <a:pt x="1828800" y="3960965"/>
                  </a:lnTo>
                  <a:lnTo>
                    <a:pt x="1821891" y="3956964"/>
                  </a:lnTo>
                  <a:lnTo>
                    <a:pt x="1813890" y="3956202"/>
                  </a:lnTo>
                  <a:lnTo>
                    <a:pt x="1806295" y="3958666"/>
                  </a:lnTo>
                  <a:lnTo>
                    <a:pt x="1799971" y="3963898"/>
                  </a:lnTo>
                  <a:lnTo>
                    <a:pt x="1795754" y="3971429"/>
                  </a:lnTo>
                  <a:lnTo>
                    <a:pt x="1794548" y="3979951"/>
                  </a:lnTo>
                  <a:lnTo>
                    <a:pt x="1796440" y="3987825"/>
                  </a:lnTo>
                  <a:lnTo>
                    <a:pt x="1801037" y="3994188"/>
                  </a:lnTo>
                  <a:lnTo>
                    <a:pt x="1807946" y="3998188"/>
                  </a:lnTo>
                  <a:lnTo>
                    <a:pt x="1815960" y="3998950"/>
                  </a:lnTo>
                  <a:lnTo>
                    <a:pt x="1823542" y="3996474"/>
                  </a:lnTo>
                  <a:lnTo>
                    <a:pt x="1829866" y="3991229"/>
                  </a:lnTo>
                  <a:lnTo>
                    <a:pt x="1834095" y="3983672"/>
                  </a:lnTo>
                  <a:lnTo>
                    <a:pt x="1835289" y="3975176"/>
                  </a:lnTo>
                  <a:close/>
                </a:path>
                <a:path w="4093210" h="4026535">
                  <a:moveTo>
                    <a:pt x="1978863" y="3946728"/>
                  </a:moveTo>
                  <a:lnTo>
                    <a:pt x="1976615" y="3937457"/>
                  </a:lnTo>
                  <a:lnTo>
                    <a:pt x="1971179" y="3929964"/>
                  </a:lnTo>
                  <a:lnTo>
                    <a:pt x="1963013" y="3925252"/>
                  </a:lnTo>
                  <a:lnTo>
                    <a:pt x="1953564" y="3924338"/>
                  </a:lnTo>
                  <a:lnTo>
                    <a:pt x="1944611" y="3927246"/>
                  </a:lnTo>
                  <a:lnTo>
                    <a:pt x="1937156" y="3933406"/>
                  </a:lnTo>
                  <a:lnTo>
                    <a:pt x="1932165" y="3942296"/>
                  </a:lnTo>
                  <a:lnTo>
                    <a:pt x="1930755" y="3952329"/>
                  </a:lnTo>
                  <a:lnTo>
                    <a:pt x="1932990" y="3961600"/>
                  </a:lnTo>
                  <a:lnTo>
                    <a:pt x="1938426" y="3969118"/>
                  </a:lnTo>
                  <a:lnTo>
                    <a:pt x="1946579" y="3973842"/>
                  </a:lnTo>
                  <a:lnTo>
                    <a:pt x="1956041" y="3974744"/>
                  </a:lnTo>
                  <a:lnTo>
                    <a:pt x="1965007" y="3971823"/>
                  </a:lnTo>
                  <a:lnTo>
                    <a:pt x="1972475" y="3965638"/>
                  </a:lnTo>
                  <a:lnTo>
                    <a:pt x="1977440" y="3956748"/>
                  </a:lnTo>
                  <a:lnTo>
                    <a:pt x="1978863" y="3946728"/>
                  </a:lnTo>
                  <a:close/>
                </a:path>
                <a:path w="4093210" h="4026535">
                  <a:moveTo>
                    <a:pt x="2252510" y="3864876"/>
                  </a:moveTo>
                  <a:lnTo>
                    <a:pt x="2250427" y="3856202"/>
                  </a:lnTo>
                  <a:lnTo>
                    <a:pt x="2245360" y="3849179"/>
                  </a:lnTo>
                  <a:lnTo>
                    <a:pt x="2237727" y="3844760"/>
                  </a:lnTo>
                  <a:lnTo>
                    <a:pt x="2228900" y="3843921"/>
                  </a:lnTo>
                  <a:lnTo>
                    <a:pt x="2220531" y="3846652"/>
                  </a:lnTo>
                  <a:lnTo>
                    <a:pt x="2213559" y="3852443"/>
                  </a:lnTo>
                  <a:lnTo>
                    <a:pt x="2208898" y="3860774"/>
                  </a:lnTo>
                  <a:lnTo>
                    <a:pt x="2207577" y="3870121"/>
                  </a:lnTo>
                  <a:lnTo>
                    <a:pt x="2209660" y="3878783"/>
                  </a:lnTo>
                  <a:lnTo>
                    <a:pt x="2214740" y="3885806"/>
                  </a:lnTo>
                  <a:lnTo>
                    <a:pt x="2222360" y="3890226"/>
                  </a:lnTo>
                  <a:lnTo>
                    <a:pt x="2231199" y="3891051"/>
                  </a:lnTo>
                  <a:lnTo>
                    <a:pt x="2239568" y="3888321"/>
                  </a:lnTo>
                  <a:lnTo>
                    <a:pt x="2246541" y="3882555"/>
                  </a:lnTo>
                  <a:lnTo>
                    <a:pt x="2251176" y="3874262"/>
                  </a:lnTo>
                  <a:lnTo>
                    <a:pt x="2252510" y="3864876"/>
                  </a:lnTo>
                  <a:close/>
                </a:path>
                <a:path w="4093210" h="4026535">
                  <a:moveTo>
                    <a:pt x="2392121" y="3810584"/>
                  </a:moveTo>
                  <a:lnTo>
                    <a:pt x="2389555" y="3799890"/>
                  </a:lnTo>
                  <a:lnTo>
                    <a:pt x="2383307" y="3791229"/>
                  </a:lnTo>
                  <a:lnTo>
                    <a:pt x="2373909" y="3785793"/>
                  </a:lnTo>
                  <a:lnTo>
                    <a:pt x="2363012" y="3784765"/>
                  </a:lnTo>
                  <a:lnTo>
                    <a:pt x="2352700" y="3788130"/>
                  </a:lnTo>
                  <a:lnTo>
                    <a:pt x="2344102" y="3795255"/>
                  </a:lnTo>
                  <a:lnTo>
                    <a:pt x="2338362" y="3805517"/>
                  </a:lnTo>
                  <a:lnTo>
                    <a:pt x="2336723" y="3817061"/>
                  </a:lnTo>
                  <a:lnTo>
                    <a:pt x="2339302" y="3827742"/>
                  </a:lnTo>
                  <a:lnTo>
                    <a:pt x="2345550" y="3836390"/>
                  </a:lnTo>
                  <a:lnTo>
                    <a:pt x="2354961" y="3841826"/>
                  </a:lnTo>
                  <a:lnTo>
                    <a:pt x="2365845" y="3842867"/>
                  </a:lnTo>
                  <a:lnTo>
                    <a:pt x="2376157" y="3839514"/>
                  </a:lnTo>
                  <a:lnTo>
                    <a:pt x="2384755" y="3832390"/>
                  </a:lnTo>
                  <a:lnTo>
                    <a:pt x="2390483" y="3822154"/>
                  </a:lnTo>
                  <a:lnTo>
                    <a:pt x="2392121" y="3810584"/>
                  </a:lnTo>
                  <a:close/>
                </a:path>
                <a:path w="4093210" h="4026535">
                  <a:moveTo>
                    <a:pt x="3733508" y="7670"/>
                  </a:moveTo>
                  <a:lnTo>
                    <a:pt x="3731247" y="2768"/>
                  </a:lnTo>
                  <a:lnTo>
                    <a:pt x="3722560" y="0"/>
                  </a:lnTo>
                  <a:lnTo>
                    <a:pt x="3717760" y="2641"/>
                  </a:lnTo>
                  <a:lnTo>
                    <a:pt x="3714610" y="11976"/>
                  </a:lnTo>
                  <a:lnTo>
                    <a:pt x="3716845" y="16916"/>
                  </a:lnTo>
                  <a:lnTo>
                    <a:pt x="3725532" y="19685"/>
                  </a:lnTo>
                  <a:lnTo>
                    <a:pt x="3730345" y="17005"/>
                  </a:lnTo>
                  <a:lnTo>
                    <a:pt x="3731920" y="12357"/>
                  </a:lnTo>
                  <a:lnTo>
                    <a:pt x="3733508" y="7670"/>
                  </a:lnTo>
                  <a:close/>
                </a:path>
                <a:path w="4093210" h="4026535">
                  <a:moveTo>
                    <a:pt x="3809644" y="130581"/>
                  </a:moveTo>
                  <a:lnTo>
                    <a:pt x="3805999" y="122643"/>
                  </a:lnTo>
                  <a:lnTo>
                    <a:pt x="3791877" y="118135"/>
                  </a:lnTo>
                  <a:lnTo>
                    <a:pt x="3784079" y="122415"/>
                  </a:lnTo>
                  <a:lnTo>
                    <a:pt x="3778948" y="137591"/>
                  </a:lnTo>
                  <a:lnTo>
                    <a:pt x="3782593" y="145580"/>
                  </a:lnTo>
                  <a:lnTo>
                    <a:pt x="3796715" y="150088"/>
                  </a:lnTo>
                  <a:lnTo>
                    <a:pt x="3804513" y="145745"/>
                  </a:lnTo>
                  <a:lnTo>
                    <a:pt x="3807079" y="138163"/>
                  </a:lnTo>
                  <a:lnTo>
                    <a:pt x="3809644" y="130581"/>
                  </a:lnTo>
                  <a:close/>
                </a:path>
                <a:path w="4093210" h="4026535">
                  <a:moveTo>
                    <a:pt x="3827742" y="2194483"/>
                  </a:moveTo>
                  <a:lnTo>
                    <a:pt x="3825786" y="2186432"/>
                  </a:lnTo>
                  <a:lnTo>
                    <a:pt x="3821061" y="2179917"/>
                  </a:lnTo>
                  <a:lnTo>
                    <a:pt x="3813962" y="2175802"/>
                  </a:lnTo>
                  <a:lnTo>
                    <a:pt x="3805745" y="2175027"/>
                  </a:lnTo>
                  <a:lnTo>
                    <a:pt x="3797960" y="2177554"/>
                  </a:lnTo>
                  <a:lnTo>
                    <a:pt x="3791483" y="2182914"/>
                  </a:lnTo>
                  <a:lnTo>
                    <a:pt x="3787165" y="2190623"/>
                  </a:lnTo>
                  <a:lnTo>
                    <a:pt x="3785920" y="2199373"/>
                  </a:lnTo>
                  <a:lnTo>
                    <a:pt x="3787864" y="2207437"/>
                  </a:lnTo>
                  <a:lnTo>
                    <a:pt x="3792588" y="2213953"/>
                  </a:lnTo>
                  <a:lnTo>
                    <a:pt x="3799675" y="2218042"/>
                  </a:lnTo>
                  <a:lnTo>
                    <a:pt x="3807904" y="2218829"/>
                  </a:lnTo>
                  <a:lnTo>
                    <a:pt x="3815689" y="2216315"/>
                  </a:lnTo>
                  <a:lnTo>
                    <a:pt x="3822179" y="2210943"/>
                  </a:lnTo>
                  <a:lnTo>
                    <a:pt x="3826510" y="2203183"/>
                  </a:lnTo>
                  <a:lnTo>
                    <a:pt x="3827742" y="2194483"/>
                  </a:lnTo>
                  <a:close/>
                </a:path>
                <a:path w="4093210" h="4026535">
                  <a:moveTo>
                    <a:pt x="3874808" y="260731"/>
                  </a:moveTo>
                  <a:lnTo>
                    <a:pt x="3873208" y="254088"/>
                  </a:lnTo>
                  <a:lnTo>
                    <a:pt x="3869296" y="248716"/>
                  </a:lnTo>
                  <a:lnTo>
                    <a:pt x="3863441" y="245325"/>
                  </a:lnTo>
                  <a:lnTo>
                    <a:pt x="3856659" y="244678"/>
                  </a:lnTo>
                  <a:lnTo>
                    <a:pt x="3850233" y="246761"/>
                  </a:lnTo>
                  <a:lnTo>
                    <a:pt x="3844887" y="251180"/>
                  </a:lnTo>
                  <a:lnTo>
                    <a:pt x="3841318" y="257568"/>
                  </a:lnTo>
                  <a:lnTo>
                    <a:pt x="3840302" y="264756"/>
                  </a:lnTo>
                  <a:lnTo>
                    <a:pt x="3841902" y="271399"/>
                  </a:lnTo>
                  <a:lnTo>
                    <a:pt x="3845801" y="276783"/>
                  </a:lnTo>
                  <a:lnTo>
                    <a:pt x="3851668" y="280174"/>
                  </a:lnTo>
                  <a:lnTo>
                    <a:pt x="3858450" y="280822"/>
                  </a:lnTo>
                  <a:lnTo>
                    <a:pt x="3864876" y="278739"/>
                  </a:lnTo>
                  <a:lnTo>
                    <a:pt x="3870223" y="274307"/>
                  </a:lnTo>
                  <a:lnTo>
                    <a:pt x="3873792" y="267931"/>
                  </a:lnTo>
                  <a:lnTo>
                    <a:pt x="3874808" y="260731"/>
                  </a:lnTo>
                  <a:close/>
                </a:path>
                <a:path w="4093210" h="4026535">
                  <a:moveTo>
                    <a:pt x="3900271" y="1904555"/>
                  </a:moveTo>
                  <a:lnTo>
                    <a:pt x="3898671" y="1897913"/>
                  </a:lnTo>
                  <a:lnTo>
                    <a:pt x="3894785" y="1892528"/>
                  </a:lnTo>
                  <a:lnTo>
                    <a:pt x="3888930" y="1889150"/>
                  </a:lnTo>
                  <a:lnTo>
                    <a:pt x="3882161" y="1888502"/>
                  </a:lnTo>
                  <a:lnTo>
                    <a:pt x="3875748" y="1890585"/>
                  </a:lnTo>
                  <a:lnTo>
                    <a:pt x="3870388" y="1895017"/>
                  </a:lnTo>
                  <a:lnTo>
                    <a:pt x="3866819" y="1901405"/>
                  </a:lnTo>
                  <a:lnTo>
                    <a:pt x="3865803" y="1908581"/>
                  </a:lnTo>
                  <a:lnTo>
                    <a:pt x="3867404" y="1915236"/>
                  </a:lnTo>
                  <a:lnTo>
                    <a:pt x="3871303" y="1920608"/>
                  </a:lnTo>
                  <a:lnTo>
                    <a:pt x="3877145" y="1923999"/>
                  </a:lnTo>
                  <a:lnTo>
                    <a:pt x="3883926" y="1924646"/>
                  </a:lnTo>
                  <a:lnTo>
                    <a:pt x="3890340" y="1922551"/>
                  </a:lnTo>
                  <a:lnTo>
                    <a:pt x="3895687" y="1918131"/>
                  </a:lnTo>
                  <a:lnTo>
                    <a:pt x="3899255" y="1911756"/>
                  </a:lnTo>
                  <a:lnTo>
                    <a:pt x="3900271" y="1904555"/>
                  </a:lnTo>
                  <a:close/>
                </a:path>
                <a:path w="4093210" h="4026535">
                  <a:moveTo>
                    <a:pt x="3928402" y="391972"/>
                  </a:moveTo>
                  <a:lnTo>
                    <a:pt x="3924922" y="384289"/>
                  </a:lnTo>
                  <a:lnTo>
                    <a:pt x="3911346" y="379945"/>
                  </a:lnTo>
                  <a:lnTo>
                    <a:pt x="3903840" y="384124"/>
                  </a:lnTo>
                  <a:lnTo>
                    <a:pt x="3898887" y="398741"/>
                  </a:lnTo>
                  <a:lnTo>
                    <a:pt x="3902405" y="406387"/>
                  </a:lnTo>
                  <a:lnTo>
                    <a:pt x="3915981" y="410718"/>
                  </a:lnTo>
                  <a:lnTo>
                    <a:pt x="3923449" y="406590"/>
                  </a:lnTo>
                  <a:lnTo>
                    <a:pt x="3925925" y="399275"/>
                  </a:lnTo>
                  <a:lnTo>
                    <a:pt x="3928402" y="391972"/>
                  </a:lnTo>
                  <a:close/>
                </a:path>
                <a:path w="4093210" h="4026535">
                  <a:moveTo>
                    <a:pt x="3988536" y="528447"/>
                  </a:moveTo>
                  <a:lnTo>
                    <a:pt x="3986111" y="518363"/>
                  </a:lnTo>
                  <a:lnTo>
                    <a:pt x="3980218" y="510222"/>
                  </a:lnTo>
                  <a:lnTo>
                    <a:pt x="3971366" y="505104"/>
                  </a:lnTo>
                  <a:lnTo>
                    <a:pt x="3961079" y="504113"/>
                  </a:lnTo>
                  <a:lnTo>
                    <a:pt x="3951338" y="507276"/>
                  </a:lnTo>
                  <a:lnTo>
                    <a:pt x="3943235" y="513981"/>
                  </a:lnTo>
                  <a:lnTo>
                    <a:pt x="3937825" y="523671"/>
                  </a:lnTo>
                  <a:lnTo>
                    <a:pt x="3936276" y="534555"/>
                  </a:lnTo>
                  <a:lnTo>
                    <a:pt x="3938714" y="544626"/>
                  </a:lnTo>
                  <a:lnTo>
                    <a:pt x="3944620" y="552767"/>
                  </a:lnTo>
                  <a:lnTo>
                    <a:pt x="3953510" y="557911"/>
                  </a:lnTo>
                  <a:lnTo>
                    <a:pt x="3963771" y="558888"/>
                  </a:lnTo>
                  <a:lnTo>
                    <a:pt x="3973487" y="555726"/>
                  </a:lnTo>
                  <a:lnTo>
                    <a:pt x="3981577" y="549021"/>
                  </a:lnTo>
                  <a:lnTo>
                    <a:pt x="3986987" y="539369"/>
                  </a:lnTo>
                  <a:lnTo>
                    <a:pt x="3988536" y="528447"/>
                  </a:lnTo>
                  <a:close/>
                </a:path>
                <a:path w="4093210" h="4026535">
                  <a:moveTo>
                    <a:pt x="4029811" y="667740"/>
                  </a:moveTo>
                  <a:lnTo>
                    <a:pt x="4027373" y="657656"/>
                  </a:lnTo>
                  <a:lnTo>
                    <a:pt x="4021480" y="649490"/>
                  </a:lnTo>
                  <a:lnTo>
                    <a:pt x="4012590" y="644359"/>
                  </a:lnTo>
                  <a:lnTo>
                    <a:pt x="4002328" y="643382"/>
                  </a:lnTo>
                  <a:lnTo>
                    <a:pt x="3992600" y="646569"/>
                  </a:lnTo>
                  <a:lnTo>
                    <a:pt x="3984498" y="653288"/>
                  </a:lnTo>
                  <a:lnTo>
                    <a:pt x="3979100" y="662952"/>
                  </a:lnTo>
                  <a:lnTo>
                    <a:pt x="3977551" y="673849"/>
                  </a:lnTo>
                  <a:lnTo>
                    <a:pt x="3979976" y="683933"/>
                  </a:lnTo>
                  <a:lnTo>
                    <a:pt x="3985869" y="692086"/>
                  </a:lnTo>
                  <a:lnTo>
                    <a:pt x="3994721" y="697230"/>
                  </a:lnTo>
                  <a:lnTo>
                    <a:pt x="4005008" y="698195"/>
                  </a:lnTo>
                  <a:lnTo>
                    <a:pt x="4014749" y="695020"/>
                  </a:lnTo>
                  <a:lnTo>
                    <a:pt x="4022852" y="688301"/>
                  </a:lnTo>
                  <a:lnTo>
                    <a:pt x="4028262" y="678649"/>
                  </a:lnTo>
                  <a:lnTo>
                    <a:pt x="4029811" y="667740"/>
                  </a:lnTo>
                  <a:close/>
                </a:path>
                <a:path w="4093210" h="4026535">
                  <a:moveTo>
                    <a:pt x="4063949" y="809650"/>
                  </a:moveTo>
                  <a:lnTo>
                    <a:pt x="4061472" y="799376"/>
                  </a:lnTo>
                  <a:lnTo>
                    <a:pt x="4055453" y="791070"/>
                  </a:lnTo>
                  <a:lnTo>
                    <a:pt x="4046397" y="785837"/>
                  </a:lnTo>
                  <a:lnTo>
                    <a:pt x="4035920" y="784834"/>
                  </a:lnTo>
                  <a:lnTo>
                    <a:pt x="4026001" y="788060"/>
                  </a:lnTo>
                  <a:lnTo>
                    <a:pt x="4017734" y="794905"/>
                  </a:lnTo>
                  <a:lnTo>
                    <a:pt x="4012209" y="804773"/>
                  </a:lnTo>
                  <a:lnTo>
                    <a:pt x="4010634" y="815886"/>
                  </a:lnTo>
                  <a:lnTo>
                    <a:pt x="4013123" y="826173"/>
                  </a:lnTo>
                  <a:lnTo>
                    <a:pt x="4019143" y="834478"/>
                  </a:lnTo>
                  <a:lnTo>
                    <a:pt x="4028186" y="839711"/>
                  </a:lnTo>
                  <a:lnTo>
                    <a:pt x="4038663" y="840714"/>
                  </a:lnTo>
                  <a:lnTo>
                    <a:pt x="4048582" y="837488"/>
                  </a:lnTo>
                  <a:lnTo>
                    <a:pt x="4056850" y="830643"/>
                  </a:lnTo>
                  <a:lnTo>
                    <a:pt x="4062361" y="820775"/>
                  </a:lnTo>
                  <a:lnTo>
                    <a:pt x="4063949" y="809650"/>
                  </a:lnTo>
                  <a:close/>
                </a:path>
                <a:path w="4093210" h="4026535">
                  <a:moveTo>
                    <a:pt x="4092968" y="953528"/>
                  </a:moveTo>
                  <a:lnTo>
                    <a:pt x="4090200" y="942035"/>
                  </a:lnTo>
                  <a:lnTo>
                    <a:pt x="4083481" y="932713"/>
                  </a:lnTo>
                  <a:lnTo>
                    <a:pt x="4073372" y="926858"/>
                  </a:lnTo>
                  <a:lnTo>
                    <a:pt x="4061663" y="925753"/>
                  </a:lnTo>
                  <a:lnTo>
                    <a:pt x="4050563" y="929373"/>
                  </a:lnTo>
                  <a:lnTo>
                    <a:pt x="4041317" y="937044"/>
                  </a:lnTo>
                  <a:lnTo>
                    <a:pt x="4035145" y="948067"/>
                  </a:lnTo>
                  <a:lnTo>
                    <a:pt x="4033393" y="960488"/>
                  </a:lnTo>
                  <a:lnTo>
                    <a:pt x="4036174" y="971969"/>
                  </a:lnTo>
                  <a:lnTo>
                    <a:pt x="4042892" y="981278"/>
                  </a:lnTo>
                  <a:lnTo>
                    <a:pt x="4053001" y="987132"/>
                  </a:lnTo>
                  <a:lnTo>
                    <a:pt x="4064711" y="988237"/>
                  </a:lnTo>
                  <a:lnTo>
                    <a:pt x="4075798" y="984631"/>
                  </a:lnTo>
                  <a:lnTo>
                    <a:pt x="4085044" y="976972"/>
                  </a:lnTo>
                  <a:lnTo>
                    <a:pt x="4091203" y="965962"/>
                  </a:lnTo>
                  <a:lnTo>
                    <a:pt x="4092968" y="953528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57" name="object 42">
              <a:extLst>
                <a:ext uri="{FF2B5EF4-FFF2-40B4-BE49-F238E27FC236}">
                  <a16:creationId xmlns="" xmlns:a16="http://schemas.microsoft.com/office/drawing/2014/main" id="{51B3E846-44A4-4CA7-9B3E-F3832FCBDF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5842" y="3373659"/>
              <a:ext cx="73164" cy="767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58" name="object 43">
              <a:extLst>
                <a:ext uri="{FF2B5EF4-FFF2-40B4-BE49-F238E27FC236}">
                  <a16:creationId xmlns="" xmlns:a16="http://schemas.microsoft.com/office/drawing/2014/main" id="{65F20981-D950-4EDD-BE10-79CE148C8929}"/>
                </a:ext>
              </a:extLst>
            </p:cNvPr>
            <p:cNvSpPr>
              <a:spLocks/>
            </p:cNvSpPr>
            <p:nvPr/>
          </p:nvSpPr>
          <p:spPr bwMode="auto">
            <a:xfrm>
              <a:off x="4929480" y="3527590"/>
              <a:ext cx="63500" cy="360045"/>
            </a:xfrm>
            <a:custGeom>
              <a:avLst/>
              <a:gdLst>
                <a:gd name="T0" fmla="*/ 59601 w 63500"/>
                <a:gd name="T1" fmla="*/ 325107 h 360045"/>
                <a:gd name="T2" fmla="*/ 56832 w 63500"/>
                <a:gd name="T3" fmla="*/ 313613 h 360045"/>
                <a:gd name="T4" fmla="*/ 50101 w 63500"/>
                <a:gd name="T5" fmla="*/ 304304 h 360045"/>
                <a:gd name="T6" fmla="*/ 39992 w 63500"/>
                <a:gd name="T7" fmla="*/ 298462 h 360045"/>
                <a:gd name="T8" fmla="*/ 28282 w 63500"/>
                <a:gd name="T9" fmla="*/ 297345 h 360045"/>
                <a:gd name="T10" fmla="*/ 17183 w 63500"/>
                <a:gd name="T11" fmla="*/ 300951 h 360045"/>
                <a:gd name="T12" fmla="*/ 7937 w 63500"/>
                <a:gd name="T13" fmla="*/ 308622 h 360045"/>
                <a:gd name="T14" fmla="*/ 1752 w 63500"/>
                <a:gd name="T15" fmla="*/ 319671 h 360045"/>
                <a:gd name="T16" fmla="*/ 0 w 63500"/>
                <a:gd name="T17" fmla="*/ 332079 h 360045"/>
                <a:gd name="T18" fmla="*/ 2781 w 63500"/>
                <a:gd name="T19" fmla="*/ 343547 h 360045"/>
                <a:gd name="T20" fmla="*/ 9512 w 63500"/>
                <a:gd name="T21" fmla="*/ 352844 h 360045"/>
                <a:gd name="T22" fmla="*/ 19634 w 63500"/>
                <a:gd name="T23" fmla="*/ 358686 h 360045"/>
                <a:gd name="T24" fmla="*/ 31343 w 63500"/>
                <a:gd name="T25" fmla="*/ 359803 h 360045"/>
                <a:gd name="T26" fmla="*/ 42430 w 63500"/>
                <a:gd name="T27" fmla="*/ 356196 h 360045"/>
                <a:gd name="T28" fmla="*/ 51663 w 63500"/>
                <a:gd name="T29" fmla="*/ 348564 h 360045"/>
                <a:gd name="T30" fmla="*/ 57823 w 63500"/>
                <a:gd name="T31" fmla="*/ 337566 h 360045"/>
                <a:gd name="T32" fmla="*/ 59601 w 63500"/>
                <a:gd name="T33" fmla="*/ 325107 h 360045"/>
                <a:gd name="T34" fmla="*/ 63119 w 63500"/>
                <a:gd name="T35" fmla="*/ 176745 h 360045"/>
                <a:gd name="T36" fmla="*/ 60540 w 63500"/>
                <a:gd name="T37" fmla="*/ 166065 h 360045"/>
                <a:gd name="T38" fmla="*/ 54292 w 63500"/>
                <a:gd name="T39" fmla="*/ 157416 h 360045"/>
                <a:gd name="T40" fmla="*/ 44881 w 63500"/>
                <a:gd name="T41" fmla="*/ 151968 h 360045"/>
                <a:gd name="T42" fmla="*/ 33997 w 63500"/>
                <a:gd name="T43" fmla="*/ 150939 h 360045"/>
                <a:gd name="T44" fmla="*/ 23685 w 63500"/>
                <a:gd name="T45" fmla="*/ 154292 h 360045"/>
                <a:gd name="T46" fmla="*/ 15100 w 63500"/>
                <a:gd name="T47" fmla="*/ 161417 h 360045"/>
                <a:gd name="T48" fmla="*/ 9359 w 63500"/>
                <a:gd name="T49" fmla="*/ 171640 h 360045"/>
                <a:gd name="T50" fmla="*/ 7721 w 63500"/>
                <a:gd name="T51" fmla="*/ 183222 h 360045"/>
                <a:gd name="T52" fmla="*/ 10299 w 63500"/>
                <a:gd name="T53" fmla="*/ 193916 h 360045"/>
                <a:gd name="T54" fmla="*/ 16548 w 63500"/>
                <a:gd name="T55" fmla="*/ 202565 h 360045"/>
                <a:gd name="T56" fmla="*/ 25946 w 63500"/>
                <a:gd name="T57" fmla="*/ 208000 h 360045"/>
                <a:gd name="T58" fmla="*/ 36842 w 63500"/>
                <a:gd name="T59" fmla="*/ 209042 h 360045"/>
                <a:gd name="T60" fmla="*/ 47155 w 63500"/>
                <a:gd name="T61" fmla="*/ 205676 h 360045"/>
                <a:gd name="T62" fmla="*/ 55753 w 63500"/>
                <a:gd name="T63" fmla="*/ 198551 h 360045"/>
                <a:gd name="T64" fmla="*/ 61480 w 63500"/>
                <a:gd name="T65" fmla="*/ 188277 h 360045"/>
                <a:gd name="T66" fmla="*/ 63119 w 63500"/>
                <a:gd name="T67" fmla="*/ 176745 h 360045"/>
                <a:gd name="T68" fmla="*/ 63423 w 63500"/>
                <a:gd name="T69" fmla="*/ 28244 h 360045"/>
                <a:gd name="T70" fmla="*/ 60617 w 63500"/>
                <a:gd name="T71" fmla="*/ 16548 h 360045"/>
                <a:gd name="T72" fmla="*/ 53771 w 63500"/>
                <a:gd name="T73" fmla="*/ 7073 h 360045"/>
                <a:gd name="T74" fmla="*/ 43484 w 63500"/>
                <a:gd name="T75" fmla="*/ 1130 h 360045"/>
                <a:gd name="T76" fmla="*/ 31584 w 63500"/>
                <a:gd name="T77" fmla="*/ 0 h 360045"/>
                <a:gd name="T78" fmla="*/ 20307 w 63500"/>
                <a:gd name="T79" fmla="*/ 3683 h 360045"/>
                <a:gd name="T80" fmla="*/ 10896 w 63500"/>
                <a:gd name="T81" fmla="*/ 11480 h 360045"/>
                <a:gd name="T82" fmla="*/ 4622 w 63500"/>
                <a:gd name="T83" fmla="*/ 22694 h 360045"/>
                <a:gd name="T84" fmla="*/ 2832 w 63500"/>
                <a:gd name="T85" fmla="*/ 35331 h 360045"/>
                <a:gd name="T86" fmla="*/ 5638 w 63500"/>
                <a:gd name="T87" fmla="*/ 47028 h 360045"/>
                <a:gd name="T88" fmla="*/ 12484 w 63500"/>
                <a:gd name="T89" fmla="*/ 56502 h 360045"/>
                <a:gd name="T90" fmla="*/ 22745 w 63500"/>
                <a:gd name="T91" fmla="*/ 62458 h 360045"/>
                <a:gd name="T92" fmla="*/ 34671 w 63500"/>
                <a:gd name="T93" fmla="*/ 63588 h 360045"/>
                <a:gd name="T94" fmla="*/ 45961 w 63500"/>
                <a:gd name="T95" fmla="*/ 59905 h 360045"/>
                <a:gd name="T96" fmla="*/ 55372 w 63500"/>
                <a:gd name="T97" fmla="*/ 52095 h 360045"/>
                <a:gd name="T98" fmla="*/ 61633 w 63500"/>
                <a:gd name="T99" fmla="*/ 40894 h 360045"/>
                <a:gd name="T100" fmla="*/ 63423 w 63500"/>
                <a:gd name="T101" fmla="*/ 28244 h 360045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</a:gdLst>
              <a:ahLst/>
              <a:cxnLst>
                <a:cxn ang="T102">
                  <a:pos x="T0" y="T1"/>
                </a:cxn>
                <a:cxn ang="T103">
                  <a:pos x="T2" y="T3"/>
                </a:cxn>
                <a:cxn ang="T104">
                  <a:pos x="T4" y="T5"/>
                </a:cxn>
                <a:cxn ang="T105">
                  <a:pos x="T6" y="T7"/>
                </a:cxn>
                <a:cxn ang="T106">
                  <a:pos x="T8" y="T9"/>
                </a:cxn>
                <a:cxn ang="T107">
                  <a:pos x="T10" y="T11"/>
                </a:cxn>
                <a:cxn ang="T108">
                  <a:pos x="T12" y="T13"/>
                </a:cxn>
                <a:cxn ang="T109">
                  <a:pos x="T14" y="T15"/>
                </a:cxn>
                <a:cxn ang="T110">
                  <a:pos x="T16" y="T17"/>
                </a:cxn>
                <a:cxn ang="T111">
                  <a:pos x="T18" y="T19"/>
                </a:cxn>
                <a:cxn ang="T112">
                  <a:pos x="T20" y="T21"/>
                </a:cxn>
                <a:cxn ang="T113">
                  <a:pos x="T22" y="T23"/>
                </a:cxn>
                <a:cxn ang="T114">
                  <a:pos x="T24" y="T25"/>
                </a:cxn>
                <a:cxn ang="T115">
                  <a:pos x="T26" y="T27"/>
                </a:cxn>
                <a:cxn ang="T116">
                  <a:pos x="T28" y="T29"/>
                </a:cxn>
                <a:cxn ang="T117">
                  <a:pos x="T30" y="T31"/>
                </a:cxn>
                <a:cxn ang="T118">
                  <a:pos x="T32" y="T33"/>
                </a:cxn>
                <a:cxn ang="T119">
                  <a:pos x="T34" y="T35"/>
                </a:cxn>
                <a:cxn ang="T120">
                  <a:pos x="T36" y="T37"/>
                </a:cxn>
                <a:cxn ang="T121">
                  <a:pos x="T38" y="T39"/>
                </a:cxn>
                <a:cxn ang="T122">
                  <a:pos x="T40" y="T41"/>
                </a:cxn>
                <a:cxn ang="T123">
                  <a:pos x="T42" y="T43"/>
                </a:cxn>
                <a:cxn ang="T124">
                  <a:pos x="T44" y="T45"/>
                </a:cxn>
                <a:cxn ang="T125">
                  <a:pos x="T46" y="T47"/>
                </a:cxn>
                <a:cxn ang="T126">
                  <a:pos x="T48" y="T49"/>
                </a:cxn>
                <a:cxn ang="T127">
                  <a:pos x="T50" y="T51"/>
                </a:cxn>
                <a:cxn ang="T128">
                  <a:pos x="T52" y="T53"/>
                </a:cxn>
                <a:cxn ang="T129">
                  <a:pos x="T54" y="T55"/>
                </a:cxn>
                <a:cxn ang="T130">
                  <a:pos x="T56" y="T57"/>
                </a:cxn>
                <a:cxn ang="T131">
                  <a:pos x="T58" y="T59"/>
                </a:cxn>
                <a:cxn ang="T132">
                  <a:pos x="T60" y="T61"/>
                </a:cxn>
                <a:cxn ang="T133">
                  <a:pos x="T62" y="T63"/>
                </a:cxn>
                <a:cxn ang="T134">
                  <a:pos x="T64" y="T65"/>
                </a:cxn>
                <a:cxn ang="T135">
                  <a:pos x="T66" y="T67"/>
                </a:cxn>
                <a:cxn ang="T136">
                  <a:pos x="T68" y="T69"/>
                </a:cxn>
                <a:cxn ang="T137">
                  <a:pos x="T70" y="T71"/>
                </a:cxn>
                <a:cxn ang="T138">
                  <a:pos x="T72" y="T73"/>
                </a:cxn>
                <a:cxn ang="T139">
                  <a:pos x="T74" y="T75"/>
                </a:cxn>
                <a:cxn ang="T140">
                  <a:pos x="T76" y="T77"/>
                </a:cxn>
                <a:cxn ang="T141">
                  <a:pos x="T78" y="T79"/>
                </a:cxn>
                <a:cxn ang="T142">
                  <a:pos x="T80" y="T81"/>
                </a:cxn>
                <a:cxn ang="T143">
                  <a:pos x="T82" y="T83"/>
                </a:cxn>
                <a:cxn ang="T144">
                  <a:pos x="T84" y="T85"/>
                </a:cxn>
                <a:cxn ang="T145">
                  <a:pos x="T86" y="T87"/>
                </a:cxn>
                <a:cxn ang="T146">
                  <a:pos x="T88" y="T89"/>
                </a:cxn>
                <a:cxn ang="T147">
                  <a:pos x="T90" y="T91"/>
                </a:cxn>
                <a:cxn ang="T148">
                  <a:pos x="T92" y="T93"/>
                </a:cxn>
                <a:cxn ang="T149">
                  <a:pos x="T94" y="T95"/>
                </a:cxn>
                <a:cxn ang="T150">
                  <a:pos x="T96" y="T97"/>
                </a:cxn>
                <a:cxn ang="T151">
                  <a:pos x="T98" y="T99"/>
                </a:cxn>
                <a:cxn ang="T152">
                  <a:pos x="T100" y="T101"/>
                </a:cxn>
              </a:cxnLst>
              <a:rect l="0" t="0" r="r" b="b"/>
              <a:pathLst>
                <a:path w="63500" h="360045">
                  <a:moveTo>
                    <a:pt x="59601" y="325107"/>
                  </a:moveTo>
                  <a:lnTo>
                    <a:pt x="56832" y="313613"/>
                  </a:lnTo>
                  <a:lnTo>
                    <a:pt x="50101" y="304304"/>
                  </a:lnTo>
                  <a:lnTo>
                    <a:pt x="39992" y="298462"/>
                  </a:lnTo>
                  <a:lnTo>
                    <a:pt x="28282" y="297345"/>
                  </a:lnTo>
                  <a:lnTo>
                    <a:pt x="17183" y="300951"/>
                  </a:lnTo>
                  <a:lnTo>
                    <a:pt x="7937" y="308622"/>
                  </a:lnTo>
                  <a:lnTo>
                    <a:pt x="1752" y="319671"/>
                  </a:lnTo>
                  <a:lnTo>
                    <a:pt x="0" y="332079"/>
                  </a:lnTo>
                  <a:lnTo>
                    <a:pt x="2781" y="343547"/>
                  </a:lnTo>
                  <a:lnTo>
                    <a:pt x="9512" y="352844"/>
                  </a:lnTo>
                  <a:lnTo>
                    <a:pt x="19634" y="358686"/>
                  </a:lnTo>
                  <a:lnTo>
                    <a:pt x="31343" y="359803"/>
                  </a:lnTo>
                  <a:lnTo>
                    <a:pt x="42430" y="356196"/>
                  </a:lnTo>
                  <a:lnTo>
                    <a:pt x="51663" y="348564"/>
                  </a:lnTo>
                  <a:lnTo>
                    <a:pt x="57823" y="337566"/>
                  </a:lnTo>
                  <a:lnTo>
                    <a:pt x="59601" y="325107"/>
                  </a:lnTo>
                  <a:close/>
                </a:path>
                <a:path w="63500" h="360045">
                  <a:moveTo>
                    <a:pt x="63119" y="176745"/>
                  </a:moveTo>
                  <a:lnTo>
                    <a:pt x="60540" y="166065"/>
                  </a:lnTo>
                  <a:lnTo>
                    <a:pt x="54292" y="157416"/>
                  </a:lnTo>
                  <a:lnTo>
                    <a:pt x="44881" y="151968"/>
                  </a:lnTo>
                  <a:lnTo>
                    <a:pt x="33997" y="150939"/>
                  </a:lnTo>
                  <a:lnTo>
                    <a:pt x="23685" y="154292"/>
                  </a:lnTo>
                  <a:lnTo>
                    <a:pt x="15100" y="161417"/>
                  </a:lnTo>
                  <a:lnTo>
                    <a:pt x="9359" y="171640"/>
                  </a:lnTo>
                  <a:lnTo>
                    <a:pt x="7721" y="183222"/>
                  </a:lnTo>
                  <a:lnTo>
                    <a:pt x="10299" y="193916"/>
                  </a:lnTo>
                  <a:lnTo>
                    <a:pt x="16548" y="202565"/>
                  </a:lnTo>
                  <a:lnTo>
                    <a:pt x="25946" y="208000"/>
                  </a:lnTo>
                  <a:lnTo>
                    <a:pt x="36842" y="209042"/>
                  </a:lnTo>
                  <a:lnTo>
                    <a:pt x="47155" y="205676"/>
                  </a:lnTo>
                  <a:lnTo>
                    <a:pt x="55753" y="198551"/>
                  </a:lnTo>
                  <a:lnTo>
                    <a:pt x="61480" y="188277"/>
                  </a:lnTo>
                  <a:lnTo>
                    <a:pt x="63119" y="176745"/>
                  </a:lnTo>
                  <a:close/>
                </a:path>
                <a:path w="63500" h="360045">
                  <a:moveTo>
                    <a:pt x="63423" y="28244"/>
                  </a:moveTo>
                  <a:lnTo>
                    <a:pt x="60617" y="16548"/>
                  </a:lnTo>
                  <a:lnTo>
                    <a:pt x="53771" y="7073"/>
                  </a:lnTo>
                  <a:lnTo>
                    <a:pt x="43484" y="1130"/>
                  </a:lnTo>
                  <a:lnTo>
                    <a:pt x="31584" y="0"/>
                  </a:lnTo>
                  <a:lnTo>
                    <a:pt x="20307" y="3683"/>
                  </a:lnTo>
                  <a:lnTo>
                    <a:pt x="10896" y="11480"/>
                  </a:lnTo>
                  <a:lnTo>
                    <a:pt x="4622" y="22694"/>
                  </a:lnTo>
                  <a:lnTo>
                    <a:pt x="2832" y="35331"/>
                  </a:lnTo>
                  <a:lnTo>
                    <a:pt x="5638" y="47028"/>
                  </a:lnTo>
                  <a:lnTo>
                    <a:pt x="12484" y="56502"/>
                  </a:lnTo>
                  <a:lnTo>
                    <a:pt x="22745" y="62458"/>
                  </a:lnTo>
                  <a:lnTo>
                    <a:pt x="34671" y="63588"/>
                  </a:lnTo>
                  <a:lnTo>
                    <a:pt x="45961" y="59905"/>
                  </a:lnTo>
                  <a:lnTo>
                    <a:pt x="55372" y="52095"/>
                  </a:lnTo>
                  <a:lnTo>
                    <a:pt x="61633" y="40894"/>
                  </a:lnTo>
                  <a:lnTo>
                    <a:pt x="63423" y="28244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59" name="object 44">
              <a:extLst>
                <a:ext uri="{FF2B5EF4-FFF2-40B4-BE49-F238E27FC236}">
                  <a16:creationId xmlns="" xmlns:a16="http://schemas.microsoft.com/office/drawing/2014/main" id="{C145ED48-F5CA-4EC0-918E-B22A30D1A9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3357" y="3970738"/>
              <a:ext cx="64798" cy="679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60" name="object 45">
              <a:extLst>
                <a:ext uri="{FF2B5EF4-FFF2-40B4-BE49-F238E27FC236}">
                  <a16:creationId xmlns="" xmlns:a16="http://schemas.microsoft.com/office/drawing/2014/main" id="{2E435FB2-90B5-4648-8529-4D93AD9274B5}"/>
                </a:ext>
              </a:extLst>
            </p:cNvPr>
            <p:cNvSpPr>
              <a:spLocks/>
            </p:cNvSpPr>
            <p:nvPr/>
          </p:nvSpPr>
          <p:spPr bwMode="auto">
            <a:xfrm>
              <a:off x="4823345" y="4120895"/>
              <a:ext cx="131445" cy="361315"/>
            </a:xfrm>
            <a:custGeom>
              <a:avLst/>
              <a:gdLst>
                <a:gd name="T0" fmla="*/ 70027 w 131445"/>
                <a:gd name="T1" fmla="*/ 320250 h 361314"/>
                <a:gd name="T2" fmla="*/ 66789 w 131445"/>
                <a:gd name="T3" fmla="*/ 306737 h 361314"/>
                <a:gd name="T4" fmla="*/ 65024 w 131445"/>
                <a:gd name="T5" fmla="*/ 304311 h 361314"/>
                <a:gd name="T6" fmla="*/ 7404 w 131445"/>
                <a:gd name="T7" fmla="*/ 304311 h 361314"/>
                <a:gd name="T8" fmla="*/ 2070 w 131445"/>
                <a:gd name="T9" fmla="*/ 313849 h 361314"/>
                <a:gd name="T10" fmla="*/ 0 w 131445"/>
                <a:gd name="T11" fmla="*/ 328441 h 361314"/>
                <a:gd name="T12" fmla="*/ 3263 w 131445"/>
                <a:gd name="T13" fmla="*/ 341929 h 361314"/>
                <a:gd name="T14" fmla="*/ 11176 w 131445"/>
                <a:gd name="T15" fmla="*/ 352851 h 361314"/>
                <a:gd name="T16" fmla="*/ 23063 w 131445"/>
                <a:gd name="T17" fmla="*/ 359721 h 361314"/>
                <a:gd name="T18" fmla="*/ 36830 w 131445"/>
                <a:gd name="T19" fmla="*/ 361029 h 361314"/>
                <a:gd name="T20" fmla="*/ 49860 w 131445"/>
                <a:gd name="T21" fmla="*/ 356800 h 361314"/>
                <a:gd name="T22" fmla="*/ 60718 w 131445"/>
                <a:gd name="T23" fmla="*/ 347809 h 361314"/>
                <a:gd name="T24" fmla="*/ 67957 w 131445"/>
                <a:gd name="T25" fmla="*/ 334880 h 361314"/>
                <a:gd name="T26" fmla="*/ 70027 w 131445"/>
                <a:gd name="T27" fmla="*/ 320250 h 361314"/>
                <a:gd name="T28" fmla="*/ 131356 w 131445"/>
                <a:gd name="T29" fmla="*/ 28257 h 361314"/>
                <a:gd name="T30" fmla="*/ 128536 w 131445"/>
                <a:gd name="T31" fmla="*/ 16560 h 361314"/>
                <a:gd name="T32" fmla="*/ 121704 w 131445"/>
                <a:gd name="T33" fmla="*/ 7099 h 361314"/>
                <a:gd name="T34" fmla="*/ 111417 w 131445"/>
                <a:gd name="T35" fmla="*/ 1143 h 361314"/>
                <a:gd name="T36" fmla="*/ 99491 w 131445"/>
                <a:gd name="T37" fmla="*/ 0 h 361314"/>
                <a:gd name="T38" fmla="*/ 88201 w 131445"/>
                <a:gd name="T39" fmla="*/ 3683 h 361314"/>
                <a:gd name="T40" fmla="*/ 78803 w 131445"/>
                <a:gd name="T41" fmla="*/ 11480 h 361314"/>
                <a:gd name="T42" fmla="*/ 72529 w 131445"/>
                <a:gd name="T43" fmla="*/ 22707 h 361314"/>
                <a:gd name="T44" fmla="*/ 70739 w 131445"/>
                <a:gd name="T45" fmla="*/ 35344 h 361314"/>
                <a:gd name="T46" fmla="*/ 73545 w 131445"/>
                <a:gd name="T47" fmla="*/ 47040 h 361314"/>
                <a:gd name="T48" fmla="*/ 80391 w 131445"/>
                <a:gd name="T49" fmla="*/ 56515 h 361314"/>
                <a:gd name="T50" fmla="*/ 90678 w 131445"/>
                <a:gd name="T51" fmla="*/ 62471 h 361314"/>
                <a:gd name="T52" fmla="*/ 102603 w 131445"/>
                <a:gd name="T53" fmla="*/ 63601 h 361314"/>
                <a:gd name="T54" fmla="*/ 113893 w 131445"/>
                <a:gd name="T55" fmla="*/ 59918 h 361314"/>
                <a:gd name="T56" fmla="*/ 123291 w 131445"/>
                <a:gd name="T57" fmla="*/ 52120 h 361314"/>
                <a:gd name="T58" fmla="*/ 129565 w 131445"/>
                <a:gd name="T59" fmla="*/ 40906 h 361314"/>
                <a:gd name="T60" fmla="*/ 131356 w 131445"/>
                <a:gd name="T61" fmla="*/ 28257 h 36131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131445" h="361314">
                  <a:moveTo>
                    <a:pt x="70027" y="320243"/>
                  </a:moveTo>
                  <a:lnTo>
                    <a:pt x="66789" y="306730"/>
                  </a:lnTo>
                  <a:lnTo>
                    <a:pt x="65024" y="304304"/>
                  </a:lnTo>
                  <a:lnTo>
                    <a:pt x="7404" y="304304"/>
                  </a:lnTo>
                  <a:lnTo>
                    <a:pt x="2070" y="313842"/>
                  </a:lnTo>
                  <a:lnTo>
                    <a:pt x="0" y="328434"/>
                  </a:lnTo>
                  <a:lnTo>
                    <a:pt x="3263" y="341922"/>
                  </a:lnTo>
                  <a:lnTo>
                    <a:pt x="11176" y="352844"/>
                  </a:lnTo>
                  <a:lnTo>
                    <a:pt x="23063" y="359714"/>
                  </a:lnTo>
                  <a:lnTo>
                    <a:pt x="36830" y="361022"/>
                  </a:lnTo>
                  <a:lnTo>
                    <a:pt x="49860" y="356793"/>
                  </a:lnTo>
                  <a:lnTo>
                    <a:pt x="60718" y="347802"/>
                  </a:lnTo>
                  <a:lnTo>
                    <a:pt x="67957" y="334873"/>
                  </a:lnTo>
                  <a:lnTo>
                    <a:pt x="70027" y="320243"/>
                  </a:lnTo>
                  <a:close/>
                </a:path>
                <a:path w="131445" h="361314">
                  <a:moveTo>
                    <a:pt x="131356" y="28257"/>
                  </a:moveTo>
                  <a:lnTo>
                    <a:pt x="128536" y="16560"/>
                  </a:lnTo>
                  <a:lnTo>
                    <a:pt x="121704" y="7099"/>
                  </a:lnTo>
                  <a:lnTo>
                    <a:pt x="111417" y="1143"/>
                  </a:lnTo>
                  <a:lnTo>
                    <a:pt x="99491" y="0"/>
                  </a:lnTo>
                  <a:lnTo>
                    <a:pt x="88201" y="3683"/>
                  </a:lnTo>
                  <a:lnTo>
                    <a:pt x="78803" y="11480"/>
                  </a:lnTo>
                  <a:lnTo>
                    <a:pt x="72529" y="22707"/>
                  </a:lnTo>
                  <a:lnTo>
                    <a:pt x="70739" y="35344"/>
                  </a:lnTo>
                  <a:lnTo>
                    <a:pt x="73545" y="47040"/>
                  </a:lnTo>
                  <a:lnTo>
                    <a:pt x="80391" y="56515"/>
                  </a:lnTo>
                  <a:lnTo>
                    <a:pt x="90678" y="62471"/>
                  </a:lnTo>
                  <a:lnTo>
                    <a:pt x="102603" y="63601"/>
                  </a:lnTo>
                  <a:lnTo>
                    <a:pt x="113893" y="59918"/>
                  </a:lnTo>
                  <a:lnTo>
                    <a:pt x="123291" y="52120"/>
                  </a:lnTo>
                  <a:lnTo>
                    <a:pt x="129565" y="40906"/>
                  </a:lnTo>
                  <a:lnTo>
                    <a:pt x="131356" y="28257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61" name="object 46">
              <a:extLst>
                <a:ext uri="{FF2B5EF4-FFF2-40B4-BE49-F238E27FC236}">
                  <a16:creationId xmlns="" xmlns:a16="http://schemas.microsoft.com/office/drawing/2014/main" id="{29E1C356-6DDC-45D8-ADEC-A6A3A0E588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78946" y="4552098"/>
              <a:ext cx="70020" cy="734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62" name="object 47">
              <a:extLst>
                <a:ext uri="{FF2B5EF4-FFF2-40B4-BE49-F238E27FC236}">
                  <a16:creationId xmlns="" xmlns:a16="http://schemas.microsoft.com/office/drawing/2014/main" id="{79547E79-F8AF-4859-A1A7-54BEDA85D7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5308" y="6251658"/>
              <a:ext cx="74201" cy="7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63" name="object 48">
              <a:extLst>
                <a:ext uri="{FF2B5EF4-FFF2-40B4-BE49-F238E27FC236}">
                  <a16:creationId xmlns="" xmlns:a16="http://schemas.microsoft.com/office/drawing/2014/main" id="{7E785215-0BBA-4AC9-9759-D066643B7E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80388" y="6303516"/>
              <a:ext cx="74209" cy="778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64" name="object 49">
              <a:extLst>
                <a:ext uri="{FF2B5EF4-FFF2-40B4-BE49-F238E27FC236}">
                  <a16:creationId xmlns="" xmlns:a16="http://schemas.microsoft.com/office/drawing/2014/main" id="{D67DD6CC-C6B7-4CBA-BE55-E45961817874}"/>
                </a:ext>
              </a:extLst>
            </p:cNvPr>
            <p:cNvSpPr>
              <a:spLocks/>
            </p:cNvSpPr>
            <p:nvPr/>
          </p:nvSpPr>
          <p:spPr bwMode="auto">
            <a:xfrm>
              <a:off x="957072" y="2268232"/>
              <a:ext cx="4003675" cy="4151629"/>
            </a:xfrm>
            <a:custGeom>
              <a:avLst/>
              <a:gdLst>
                <a:gd name="T0" fmla="*/ 10947 w 4003675"/>
                <a:gd name="T1" fmla="*/ 3784295 h 4151629"/>
                <a:gd name="T2" fmla="*/ 3073 w 4003675"/>
                <a:gd name="T3" fmla="*/ 3807549 h 4151629"/>
                <a:gd name="T4" fmla="*/ 23825 w 4003675"/>
                <a:gd name="T5" fmla="*/ 3801287 h 4151629"/>
                <a:gd name="T6" fmla="*/ 137477 w 4003675"/>
                <a:gd name="T7" fmla="*/ 3866438 h 4151629"/>
                <a:gd name="T8" fmla="*/ 118732 w 4003675"/>
                <a:gd name="T9" fmla="*/ 3876852 h 4151629"/>
                <a:gd name="T10" fmla="*/ 136448 w 4003675"/>
                <a:gd name="T11" fmla="*/ 3882504 h 4151629"/>
                <a:gd name="T12" fmla="*/ 264820 w 4003675"/>
                <a:gd name="T13" fmla="*/ 3940340 h 4151629"/>
                <a:gd name="T14" fmla="*/ 240258 w 4003675"/>
                <a:gd name="T15" fmla="*/ 3932491 h 4151629"/>
                <a:gd name="T16" fmla="*/ 252387 w 4003675"/>
                <a:gd name="T17" fmla="*/ 3959085 h 4151629"/>
                <a:gd name="T18" fmla="*/ 264820 w 4003675"/>
                <a:gd name="T19" fmla="*/ 3940340 h 4151629"/>
                <a:gd name="T20" fmla="*/ 372313 w 4003675"/>
                <a:gd name="T21" fmla="*/ 3990187 h 4151629"/>
                <a:gd name="T22" fmla="*/ 363385 w 4003675"/>
                <a:gd name="T23" fmla="*/ 4016565 h 4151629"/>
                <a:gd name="T24" fmla="*/ 386930 w 4003675"/>
                <a:gd name="T25" fmla="*/ 4009466 h 4151629"/>
                <a:gd name="T26" fmla="*/ 513994 w 4003675"/>
                <a:gd name="T27" fmla="*/ 4048658 h 4151629"/>
                <a:gd name="T28" fmla="*/ 487934 w 4003675"/>
                <a:gd name="T29" fmla="*/ 4063047 h 4151629"/>
                <a:gd name="T30" fmla="*/ 512533 w 4003675"/>
                <a:gd name="T31" fmla="*/ 4070908 h 4151629"/>
                <a:gd name="T32" fmla="*/ 651167 w 4003675"/>
                <a:gd name="T33" fmla="*/ 4103992 h 4151629"/>
                <a:gd name="T34" fmla="*/ 639826 w 4003675"/>
                <a:gd name="T35" fmla="*/ 4088561 h 4151629"/>
                <a:gd name="T36" fmla="*/ 621284 w 4003675"/>
                <a:gd name="T37" fmla="*/ 4094454 h 4151629"/>
                <a:gd name="T38" fmla="*/ 618286 w 4003675"/>
                <a:gd name="T39" fmla="*/ 4114673 h 4151629"/>
                <a:gd name="T40" fmla="*/ 634809 w 4003675"/>
                <a:gd name="T41" fmla="*/ 4124096 h 4151629"/>
                <a:gd name="T42" fmla="*/ 650138 w 4003675"/>
                <a:gd name="T43" fmla="*/ 4111206 h 4151629"/>
                <a:gd name="T44" fmla="*/ 783018 w 4003675"/>
                <a:gd name="T45" fmla="*/ 4135907 h 4151629"/>
                <a:gd name="T46" fmla="*/ 766978 w 4003675"/>
                <a:gd name="T47" fmla="*/ 4126788 h 4151629"/>
                <a:gd name="T48" fmla="*/ 752106 w 4003675"/>
                <a:gd name="T49" fmla="*/ 4139273 h 4151629"/>
                <a:gd name="T50" fmla="*/ 782370 w 4003675"/>
                <a:gd name="T51" fmla="*/ 4151503 h 4151629"/>
                <a:gd name="T52" fmla="*/ 3806075 w 4003675"/>
                <a:gd name="T53" fmla="*/ 0 h 4151629"/>
                <a:gd name="T54" fmla="*/ 3783279 w 4003675"/>
                <a:gd name="T55" fmla="*/ 7696 h 4151629"/>
                <a:gd name="T56" fmla="*/ 3805758 w 4003675"/>
                <a:gd name="T57" fmla="*/ 558 h 4151629"/>
                <a:gd name="T58" fmla="*/ 3878211 w 4003675"/>
                <a:gd name="T59" fmla="*/ 101244 h 4151629"/>
                <a:gd name="T60" fmla="*/ 3858183 w 4003675"/>
                <a:gd name="T61" fmla="*/ 89827 h 4151629"/>
                <a:gd name="T62" fmla="*/ 3839603 w 4003675"/>
                <a:gd name="T63" fmla="*/ 105486 h 4151629"/>
                <a:gd name="T64" fmla="*/ 3845001 w 4003675"/>
                <a:gd name="T65" fmla="*/ 128790 h 4151629"/>
                <a:gd name="T66" fmla="*/ 3868102 w 4003675"/>
                <a:gd name="T67" fmla="*/ 131152 h 4151629"/>
                <a:gd name="T68" fmla="*/ 3880154 w 4003675"/>
                <a:gd name="T69" fmla="*/ 109308 h 4151629"/>
                <a:gd name="T70" fmla="*/ 3935742 w 4003675"/>
                <a:gd name="T71" fmla="*/ 223977 h 4151629"/>
                <a:gd name="T72" fmla="*/ 3912641 w 4003675"/>
                <a:gd name="T73" fmla="*/ 221602 h 4151629"/>
                <a:gd name="T74" fmla="*/ 3900576 w 4003675"/>
                <a:gd name="T75" fmla="*/ 243433 h 4151629"/>
                <a:gd name="T76" fmla="*/ 3914356 w 4003675"/>
                <a:gd name="T77" fmla="*/ 262115 h 4151629"/>
                <a:gd name="T78" fmla="*/ 3936835 w 4003675"/>
                <a:gd name="T79" fmla="*/ 255003 h 4151629"/>
                <a:gd name="T80" fmla="*/ 4003090 w 4003675"/>
                <a:gd name="T81" fmla="*/ 370916 h 4151629"/>
                <a:gd name="T82" fmla="*/ 3985882 w 4003675"/>
                <a:gd name="T83" fmla="*/ 347535 h 4151629"/>
                <a:gd name="T84" fmla="*/ 3957751 w 4003675"/>
                <a:gd name="T85" fmla="*/ 356438 h 4151629"/>
                <a:gd name="T86" fmla="*/ 3953243 w 4003675"/>
                <a:gd name="T87" fmla="*/ 387083 h 4151629"/>
                <a:gd name="T88" fmla="*/ 3978287 w 4003675"/>
                <a:gd name="T89" fmla="*/ 401332 h 4151629"/>
                <a:gd name="T90" fmla="*/ 4001554 w 4003675"/>
                <a:gd name="T91" fmla="*/ 381825 h 4151629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0" t="0" r="r" b="b"/>
              <a:pathLst>
                <a:path w="4003675" h="4151629">
                  <a:moveTo>
                    <a:pt x="25984" y="3794899"/>
                  </a:moveTo>
                  <a:lnTo>
                    <a:pt x="22923" y="3788118"/>
                  </a:lnTo>
                  <a:lnTo>
                    <a:pt x="10947" y="3784295"/>
                  </a:lnTo>
                  <a:lnTo>
                    <a:pt x="4330" y="3787991"/>
                  </a:lnTo>
                  <a:lnTo>
                    <a:pt x="0" y="3800818"/>
                  </a:lnTo>
                  <a:lnTo>
                    <a:pt x="3073" y="3807549"/>
                  </a:lnTo>
                  <a:lnTo>
                    <a:pt x="15062" y="3811371"/>
                  </a:lnTo>
                  <a:lnTo>
                    <a:pt x="21653" y="3807726"/>
                  </a:lnTo>
                  <a:lnTo>
                    <a:pt x="23825" y="3801287"/>
                  </a:lnTo>
                  <a:lnTo>
                    <a:pt x="25984" y="3794899"/>
                  </a:lnTo>
                  <a:close/>
                </a:path>
                <a:path w="4003675" h="4151629">
                  <a:moveTo>
                    <a:pt x="140017" y="3871976"/>
                  </a:moveTo>
                  <a:lnTo>
                    <a:pt x="137477" y="3866438"/>
                  </a:lnTo>
                  <a:lnTo>
                    <a:pt x="127723" y="3863327"/>
                  </a:lnTo>
                  <a:lnTo>
                    <a:pt x="122301" y="3866324"/>
                  </a:lnTo>
                  <a:lnTo>
                    <a:pt x="118732" y="3876852"/>
                  </a:lnTo>
                  <a:lnTo>
                    <a:pt x="121285" y="3882352"/>
                  </a:lnTo>
                  <a:lnTo>
                    <a:pt x="131038" y="3885463"/>
                  </a:lnTo>
                  <a:lnTo>
                    <a:pt x="136448" y="3882504"/>
                  </a:lnTo>
                  <a:lnTo>
                    <a:pt x="138239" y="3877221"/>
                  </a:lnTo>
                  <a:lnTo>
                    <a:pt x="140017" y="3871976"/>
                  </a:lnTo>
                  <a:close/>
                </a:path>
                <a:path w="4003675" h="4151629">
                  <a:moveTo>
                    <a:pt x="264820" y="3940340"/>
                  </a:moveTo>
                  <a:lnTo>
                    <a:pt x="261302" y="3932694"/>
                  </a:lnTo>
                  <a:lnTo>
                    <a:pt x="247726" y="3928364"/>
                  </a:lnTo>
                  <a:lnTo>
                    <a:pt x="240258" y="3932491"/>
                  </a:lnTo>
                  <a:lnTo>
                    <a:pt x="235331" y="3947071"/>
                  </a:lnTo>
                  <a:lnTo>
                    <a:pt x="238798" y="3954742"/>
                  </a:lnTo>
                  <a:lnTo>
                    <a:pt x="252387" y="3959085"/>
                  </a:lnTo>
                  <a:lnTo>
                    <a:pt x="259892" y="3954907"/>
                  </a:lnTo>
                  <a:lnTo>
                    <a:pt x="262343" y="3947642"/>
                  </a:lnTo>
                  <a:lnTo>
                    <a:pt x="264820" y="3940340"/>
                  </a:lnTo>
                  <a:close/>
                </a:path>
                <a:path w="4003675" h="4151629">
                  <a:moveTo>
                    <a:pt x="389407" y="4002163"/>
                  </a:moveTo>
                  <a:lnTo>
                    <a:pt x="385876" y="3994518"/>
                  </a:lnTo>
                  <a:lnTo>
                    <a:pt x="372313" y="3990187"/>
                  </a:lnTo>
                  <a:lnTo>
                    <a:pt x="364820" y="3994315"/>
                  </a:lnTo>
                  <a:lnTo>
                    <a:pt x="359879" y="4008932"/>
                  </a:lnTo>
                  <a:lnTo>
                    <a:pt x="363385" y="4016565"/>
                  </a:lnTo>
                  <a:lnTo>
                    <a:pt x="376948" y="4020896"/>
                  </a:lnTo>
                  <a:lnTo>
                    <a:pt x="384454" y="4016781"/>
                  </a:lnTo>
                  <a:lnTo>
                    <a:pt x="386930" y="4009466"/>
                  </a:lnTo>
                  <a:lnTo>
                    <a:pt x="389407" y="4002163"/>
                  </a:lnTo>
                  <a:close/>
                </a:path>
                <a:path w="4003675" h="4151629">
                  <a:moveTo>
                    <a:pt x="517461" y="4056329"/>
                  </a:moveTo>
                  <a:lnTo>
                    <a:pt x="513994" y="4048658"/>
                  </a:lnTo>
                  <a:lnTo>
                    <a:pt x="500392" y="4044315"/>
                  </a:lnTo>
                  <a:lnTo>
                    <a:pt x="492861" y="4048480"/>
                  </a:lnTo>
                  <a:lnTo>
                    <a:pt x="487934" y="4063047"/>
                  </a:lnTo>
                  <a:lnTo>
                    <a:pt x="491451" y="4070743"/>
                  </a:lnTo>
                  <a:lnTo>
                    <a:pt x="505053" y="4075087"/>
                  </a:lnTo>
                  <a:lnTo>
                    <a:pt x="512533" y="4070908"/>
                  </a:lnTo>
                  <a:lnTo>
                    <a:pt x="515010" y="4063593"/>
                  </a:lnTo>
                  <a:lnTo>
                    <a:pt x="517461" y="4056329"/>
                  </a:lnTo>
                  <a:close/>
                </a:path>
                <a:path w="4003675" h="4151629">
                  <a:moveTo>
                    <a:pt x="651167" y="4103992"/>
                  </a:moveTo>
                  <a:lnTo>
                    <a:pt x="649566" y="4097324"/>
                  </a:lnTo>
                  <a:lnTo>
                    <a:pt x="645680" y="4091940"/>
                  </a:lnTo>
                  <a:lnTo>
                    <a:pt x="639826" y="4088561"/>
                  </a:lnTo>
                  <a:lnTo>
                    <a:pt x="633044" y="4087914"/>
                  </a:lnTo>
                  <a:lnTo>
                    <a:pt x="626630" y="4090009"/>
                  </a:lnTo>
                  <a:lnTo>
                    <a:pt x="621284" y="4094454"/>
                  </a:lnTo>
                  <a:lnTo>
                    <a:pt x="617702" y="4100855"/>
                  </a:lnTo>
                  <a:lnTo>
                    <a:pt x="616686" y="4108031"/>
                  </a:lnTo>
                  <a:lnTo>
                    <a:pt x="618286" y="4114673"/>
                  </a:lnTo>
                  <a:lnTo>
                    <a:pt x="622185" y="4120057"/>
                  </a:lnTo>
                  <a:lnTo>
                    <a:pt x="628027" y="4123448"/>
                  </a:lnTo>
                  <a:lnTo>
                    <a:pt x="634809" y="4124096"/>
                  </a:lnTo>
                  <a:lnTo>
                    <a:pt x="641235" y="4122001"/>
                  </a:lnTo>
                  <a:lnTo>
                    <a:pt x="646582" y="4117568"/>
                  </a:lnTo>
                  <a:lnTo>
                    <a:pt x="650138" y="4111206"/>
                  </a:lnTo>
                  <a:lnTo>
                    <a:pt x="651167" y="4103992"/>
                  </a:lnTo>
                  <a:close/>
                </a:path>
                <a:path w="4003675" h="4151629">
                  <a:moveTo>
                    <a:pt x="784580" y="4142346"/>
                  </a:moveTo>
                  <a:lnTo>
                    <a:pt x="783018" y="4135907"/>
                  </a:lnTo>
                  <a:lnTo>
                    <a:pt x="779233" y="4130700"/>
                  </a:lnTo>
                  <a:lnTo>
                    <a:pt x="773557" y="4127423"/>
                  </a:lnTo>
                  <a:lnTo>
                    <a:pt x="766978" y="4126788"/>
                  </a:lnTo>
                  <a:lnTo>
                    <a:pt x="760755" y="4128808"/>
                  </a:lnTo>
                  <a:lnTo>
                    <a:pt x="755561" y="4133088"/>
                  </a:lnTo>
                  <a:lnTo>
                    <a:pt x="752106" y="4139273"/>
                  </a:lnTo>
                  <a:lnTo>
                    <a:pt x="751116" y="4146258"/>
                  </a:lnTo>
                  <a:lnTo>
                    <a:pt x="752386" y="4151503"/>
                  </a:lnTo>
                  <a:lnTo>
                    <a:pt x="782370" y="4151503"/>
                  </a:lnTo>
                  <a:lnTo>
                    <a:pt x="783602" y="4149318"/>
                  </a:lnTo>
                  <a:lnTo>
                    <a:pt x="784580" y="4142346"/>
                  </a:lnTo>
                  <a:close/>
                </a:path>
                <a:path w="4003675" h="4151629">
                  <a:moveTo>
                    <a:pt x="3806075" y="0"/>
                  </a:moveTo>
                  <a:lnTo>
                    <a:pt x="3773576" y="0"/>
                  </a:lnTo>
                  <a:lnTo>
                    <a:pt x="3776180" y="3594"/>
                  </a:lnTo>
                  <a:lnTo>
                    <a:pt x="3783279" y="7696"/>
                  </a:lnTo>
                  <a:lnTo>
                    <a:pt x="3791496" y="8483"/>
                  </a:lnTo>
                  <a:lnTo>
                    <a:pt x="3799281" y="5943"/>
                  </a:lnTo>
                  <a:lnTo>
                    <a:pt x="3805758" y="558"/>
                  </a:lnTo>
                  <a:lnTo>
                    <a:pt x="3806075" y="0"/>
                  </a:lnTo>
                  <a:close/>
                </a:path>
                <a:path w="4003675" h="4151629">
                  <a:moveTo>
                    <a:pt x="3880154" y="109308"/>
                  </a:moveTo>
                  <a:lnTo>
                    <a:pt x="3878211" y="101244"/>
                  </a:lnTo>
                  <a:lnTo>
                    <a:pt x="3873487" y="94716"/>
                  </a:lnTo>
                  <a:lnTo>
                    <a:pt x="3866388" y="90601"/>
                  </a:lnTo>
                  <a:lnTo>
                    <a:pt x="3858183" y="89827"/>
                  </a:lnTo>
                  <a:lnTo>
                    <a:pt x="3850411" y="92367"/>
                  </a:lnTo>
                  <a:lnTo>
                    <a:pt x="3843934" y="97751"/>
                  </a:lnTo>
                  <a:lnTo>
                    <a:pt x="3839603" y="105486"/>
                  </a:lnTo>
                  <a:lnTo>
                    <a:pt x="3838359" y="114211"/>
                  </a:lnTo>
                  <a:lnTo>
                    <a:pt x="3840302" y="122275"/>
                  </a:lnTo>
                  <a:lnTo>
                    <a:pt x="3845001" y="128790"/>
                  </a:lnTo>
                  <a:lnTo>
                    <a:pt x="3852087" y="132892"/>
                  </a:lnTo>
                  <a:lnTo>
                    <a:pt x="3860317" y="133680"/>
                  </a:lnTo>
                  <a:lnTo>
                    <a:pt x="3868102" y="131152"/>
                  </a:lnTo>
                  <a:lnTo>
                    <a:pt x="3874592" y="125768"/>
                  </a:lnTo>
                  <a:lnTo>
                    <a:pt x="3878923" y="118033"/>
                  </a:lnTo>
                  <a:lnTo>
                    <a:pt x="3880154" y="109308"/>
                  </a:lnTo>
                  <a:close/>
                </a:path>
                <a:path w="4003675" h="4151629">
                  <a:moveTo>
                    <a:pt x="3942397" y="238531"/>
                  </a:moveTo>
                  <a:lnTo>
                    <a:pt x="3940454" y="230492"/>
                  </a:lnTo>
                  <a:lnTo>
                    <a:pt x="3935742" y="223977"/>
                  </a:lnTo>
                  <a:lnTo>
                    <a:pt x="3928643" y="219862"/>
                  </a:lnTo>
                  <a:lnTo>
                    <a:pt x="3920426" y="219075"/>
                  </a:lnTo>
                  <a:lnTo>
                    <a:pt x="3912641" y="221602"/>
                  </a:lnTo>
                  <a:lnTo>
                    <a:pt x="3906151" y="226961"/>
                  </a:lnTo>
                  <a:lnTo>
                    <a:pt x="3901821" y="234683"/>
                  </a:lnTo>
                  <a:lnTo>
                    <a:pt x="3900576" y="243433"/>
                  </a:lnTo>
                  <a:lnTo>
                    <a:pt x="3902532" y="251498"/>
                  </a:lnTo>
                  <a:lnTo>
                    <a:pt x="3907256" y="258025"/>
                  </a:lnTo>
                  <a:lnTo>
                    <a:pt x="3914356" y="262115"/>
                  </a:lnTo>
                  <a:lnTo>
                    <a:pt x="3922572" y="262902"/>
                  </a:lnTo>
                  <a:lnTo>
                    <a:pt x="3930358" y="260375"/>
                  </a:lnTo>
                  <a:lnTo>
                    <a:pt x="3936835" y="255003"/>
                  </a:lnTo>
                  <a:lnTo>
                    <a:pt x="3941165" y="247243"/>
                  </a:lnTo>
                  <a:lnTo>
                    <a:pt x="3942397" y="238531"/>
                  </a:lnTo>
                  <a:close/>
                </a:path>
                <a:path w="4003675" h="4151629">
                  <a:moveTo>
                    <a:pt x="4003090" y="370916"/>
                  </a:moveTo>
                  <a:lnTo>
                    <a:pt x="4000652" y="360832"/>
                  </a:lnTo>
                  <a:lnTo>
                    <a:pt x="3994747" y="352666"/>
                  </a:lnTo>
                  <a:lnTo>
                    <a:pt x="3985882" y="347535"/>
                  </a:lnTo>
                  <a:lnTo>
                    <a:pt x="3975608" y="346557"/>
                  </a:lnTo>
                  <a:lnTo>
                    <a:pt x="3965867" y="349719"/>
                  </a:lnTo>
                  <a:lnTo>
                    <a:pt x="3957751" y="356438"/>
                  </a:lnTo>
                  <a:lnTo>
                    <a:pt x="3952341" y="366115"/>
                  </a:lnTo>
                  <a:lnTo>
                    <a:pt x="3950805" y="377012"/>
                  </a:lnTo>
                  <a:lnTo>
                    <a:pt x="3953243" y="387083"/>
                  </a:lnTo>
                  <a:lnTo>
                    <a:pt x="3959148" y="395236"/>
                  </a:lnTo>
                  <a:lnTo>
                    <a:pt x="3968026" y="400354"/>
                  </a:lnTo>
                  <a:lnTo>
                    <a:pt x="3978287" y="401332"/>
                  </a:lnTo>
                  <a:lnTo>
                    <a:pt x="3988028" y="398183"/>
                  </a:lnTo>
                  <a:lnTo>
                    <a:pt x="3996144" y="391477"/>
                  </a:lnTo>
                  <a:lnTo>
                    <a:pt x="4001554" y="381825"/>
                  </a:lnTo>
                  <a:lnTo>
                    <a:pt x="4003090" y="370916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65" name="object 50">
              <a:extLst>
                <a:ext uri="{FF2B5EF4-FFF2-40B4-BE49-F238E27FC236}">
                  <a16:creationId xmlns="" xmlns:a16="http://schemas.microsoft.com/office/drawing/2014/main" id="{17CB043E-6CED-4B87-AE20-87EE6F31B3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8586" y="2742834"/>
              <a:ext cx="67940" cy="71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66" name="object 51">
              <a:extLst>
                <a:ext uri="{FF2B5EF4-FFF2-40B4-BE49-F238E27FC236}">
                  <a16:creationId xmlns="" xmlns:a16="http://schemas.microsoft.com/office/drawing/2014/main" id="{6A910E8D-8FB4-40ED-AAA5-34507F9233F5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0058" y="2882023"/>
              <a:ext cx="36195" cy="199390"/>
            </a:xfrm>
            <a:custGeom>
              <a:avLst/>
              <a:gdLst>
                <a:gd name="T0" fmla="*/ 35648 w 36195"/>
                <a:gd name="T1" fmla="*/ 160090 h 199389"/>
                <a:gd name="T2" fmla="*/ 32397 w 36195"/>
                <a:gd name="T3" fmla="*/ 165919 h 199389"/>
                <a:gd name="T4" fmla="*/ 30137 w 36195"/>
                <a:gd name="T5" fmla="*/ 181845 h 199389"/>
                <a:gd name="T6" fmla="*/ 33680 w 36195"/>
                <a:gd name="T7" fmla="*/ 196552 h 199389"/>
                <a:gd name="T8" fmla="*/ 35648 w 36195"/>
                <a:gd name="T9" fmla="*/ 199282 h 199389"/>
                <a:gd name="T10" fmla="*/ 35648 w 36195"/>
                <a:gd name="T11" fmla="*/ 160090 h 199389"/>
                <a:gd name="T12" fmla="*/ 35661 w 36195"/>
                <a:gd name="T13" fmla="*/ 330 h 199389"/>
                <a:gd name="T14" fmla="*/ 2006 w 36195"/>
                <a:gd name="T15" fmla="*/ 25412 h 199389"/>
                <a:gd name="T16" fmla="*/ 0 w 36195"/>
                <a:gd name="T17" fmla="*/ 39573 h 199389"/>
                <a:gd name="T18" fmla="*/ 3149 w 36195"/>
                <a:gd name="T19" fmla="*/ 52679 h 199389"/>
                <a:gd name="T20" fmla="*/ 10820 w 36195"/>
                <a:gd name="T21" fmla="*/ 63284 h 199389"/>
                <a:gd name="T22" fmla="*/ 22352 w 36195"/>
                <a:gd name="T23" fmla="*/ 69964 h 199389"/>
                <a:gd name="T24" fmla="*/ 35661 w 36195"/>
                <a:gd name="T25" fmla="*/ 71234 h 199389"/>
                <a:gd name="T26" fmla="*/ 35661 w 36195"/>
                <a:gd name="T27" fmla="*/ 330 h 199389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0" t="0" r="r" b="b"/>
              <a:pathLst>
                <a:path w="36195" h="199389">
                  <a:moveTo>
                    <a:pt x="35648" y="160083"/>
                  </a:moveTo>
                  <a:lnTo>
                    <a:pt x="32397" y="165912"/>
                  </a:lnTo>
                  <a:lnTo>
                    <a:pt x="30137" y="181838"/>
                  </a:lnTo>
                  <a:lnTo>
                    <a:pt x="33680" y="196545"/>
                  </a:lnTo>
                  <a:lnTo>
                    <a:pt x="35648" y="199275"/>
                  </a:lnTo>
                  <a:lnTo>
                    <a:pt x="35648" y="160083"/>
                  </a:lnTo>
                  <a:close/>
                </a:path>
                <a:path w="36195" h="199389">
                  <a:moveTo>
                    <a:pt x="35661" y="330"/>
                  </a:moveTo>
                  <a:lnTo>
                    <a:pt x="2006" y="25412"/>
                  </a:lnTo>
                  <a:lnTo>
                    <a:pt x="0" y="39573"/>
                  </a:lnTo>
                  <a:lnTo>
                    <a:pt x="3149" y="52679"/>
                  </a:lnTo>
                  <a:lnTo>
                    <a:pt x="10820" y="63284"/>
                  </a:lnTo>
                  <a:lnTo>
                    <a:pt x="22352" y="69964"/>
                  </a:lnTo>
                  <a:lnTo>
                    <a:pt x="35661" y="71234"/>
                  </a:lnTo>
                  <a:lnTo>
                    <a:pt x="35661" y="330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67" name="object 52">
              <a:extLst>
                <a:ext uri="{FF2B5EF4-FFF2-40B4-BE49-F238E27FC236}">
                  <a16:creationId xmlns="" xmlns:a16="http://schemas.microsoft.com/office/drawing/2014/main" id="{62390654-E725-4968-A815-9B8F259E7B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1" y="4483590"/>
              <a:ext cx="72288" cy="898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68" name="object 53">
              <a:extLst>
                <a:ext uri="{FF2B5EF4-FFF2-40B4-BE49-F238E27FC236}">
                  <a16:creationId xmlns="" xmlns:a16="http://schemas.microsoft.com/office/drawing/2014/main" id="{7FDDA106-03AF-4D20-8749-32EDA1442E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594" y="4626617"/>
              <a:ext cx="85718" cy="898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69" name="object 54">
              <a:extLst>
                <a:ext uri="{FF2B5EF4-FFF2-40B4-BE49-F238E27FC236}">
                  <a16:creationId xmlns="" xmlns:a16="http://schemas.microsoft.com/office/drawing/2014/main" id="{2B8D75AB-6D2A-4E97-B18A-9CD90BBA0DF5}"/>
                </a:ext>
              </a:extLst>
            </p:cNvPr>
            <p:cNvSpPr>
              <a:spLocks/>
            </p:cNvSpPr>
            <p:nvPr/>
          </p:nvSpPr>
          <p:spPr bwMode="auto">
            <a:xfrm>
              <a:off x="962875" y="2288997"/>
              <a:ext cx="4063365" cy="4131310"/>
            </a:xfrm>
            <a:custGeom>
              <a:avLst/>
              <a:gdLst>
                <a:gd name="T0" fmla="*/ 15595 w 4063365"/>
                <a:gd name="T1" fmla="*/ 3972877 h 4131310"/>
                <a:gd name="T2" fmla="*/ 2946 w 4063365"/>
                <a:gd name="T3" fmla="*/ 3972763 h 4131310"/>
                <a:gd name="T4" fmla="*/ 2095 w 4063365"/>
                <a:gd name="T5" fmla="*/ 3986098 h 4131310"/>
                <a:gd name="T6" fmla="*/ 14744 w 4063365"/>
                <a:gd name="T7" fmla="*/ 3986199 h 4131310"/>
                <a:gd name="T8" fmla="*/ 17691 w 4063365"/>
                <a:gd name="T9" fmla="*/ 3977475 h 4131310"/>
                <a:gd name="T10" fmla="*/ 138798 w 4063365"/>
                <a:gd name="T11" fmla="*/ 4040568 h 4131310"/>
                <a:gd name="T12" fmla="*/ 119392 w 4063365"/>
                <a:gd name="T13" fmla="*/ 4040390 h 4131310"/>
                <a:gd name="T14" fmla="*/ 118059 w 4063365"/>
                <a:gd name="T15" fmla="*/ 4060888 h 4131310"/>
                <a:gd name="T16" fmla="*/ 137477 w 4063365"/>
                <a:gd name="T17" fmla="*/ 4061028 h 4131310"/>
                <a:gd name="T18" fmla="*/ 142011 w 4063365"/>
                <a:gd name="T19" fmla="*/ 4047604 h 4131310"/>
                <a:gd name="T20" fmla="*/ 264833 w 4063365"/>
                <a:gd name="T21" fmla="*/ 4102176 h 4131310"/>
                <a:gd name="T22" fmla="*/ 240385 w 4063365"/>
                <a:gd name="T23" fmla="*/ 4101973 h 4131310"/>
                <a:gd name="T24" fmla="*/ 238734 w 4063365"/>
                <a:gd name="T25" fmla="*/ 4127766 h 4131310"/>
                <a:gd name="T26" fmla="*/ 258191 w 4063365"/>
                <a:gd name="T27" fmla="*/ 4130738 h 4131310"/>
                <a:gd name="T28" fmla="*/ 268884 w 4063365"/>
                <a:gd name="T29" fmla="*/ 4111066 h 4131310"/>
                <a:gd name="T30" fmla="*/ 2321382 w 4063365"/>
                <a:gd name="T31" fmla="*/ 4123893 h 4131310"/>
                <a:gd name="T32" fmla="*/ 2287371 w 4063365"/>
                <a:gd name="T33" fmla="*/ 4127614 h 4131310"/>
                <a:gd name="T34" fmla="*/ 2333206 w 4063365"/>
                <a:gd name="T35" fmla="*/ 4130738 h 4131310"/>
                <a:gd name="T36" fmla="*/ 2475801 w 4063365"/>
                <a:gd name="T37" fmla="*/ 4091025 h 4131310"/>
                <a:gd name="T38" fmla="*/ 2453068 w 4063365"/>
                <a:gd name="T39" fmla="*/ 4070566 h 4131310"/>
                <a:gd name="T40" fmla="*/ 2422271 w 4063365"/>
                <a:gd name="T41" fmla="*/ 4073944 h 4131310"/>
                <a:gd name="T42" fmla="*/ 2401468 w 4063365"/>
                <a:gd name="T43" fmla="*/ 4099179 h 4131310"/>
                <a:gd name="T44" fmla="*/ 2402624 w 4063365"/>
                <a:gd name="T45" fmla="*/ 4130725 h 4131310"/>
                <a:gd name="T46" fmla="*/ 2477160 w 4063365"/>
                <a:gd name="T47" fmla="*/ 4123334 h 4131310"/>
                <a:gd name="T48" fmla="*/ 4031996 w 4063365"/>
                <a:gd name="T49" fmla="*/ 30822 h 4131310"/>
                <a:gd name="T50" fmla="*/ 3995966 w 4063365"/>
                <a:gd name="T51" fmla="*/ 0 h 4131310"/>
                <a:gd name="T52" fmla="*/ 3983050 w 4063365"/>
                <a:gd name="T53" fmla="*/ 8699 h 4131310"/>
                <a:gd name="T54" fmla="*/ 3975468 w 4063365"/>
                <a:gd name="T55" fmla="*/ 30822 h 4131310"/>
                <a:gd name="T56" fmla="*/ 3978059 w 4063365"/>
                <a:gd name="T57" fmla="*/ 42392 h 4131310"/>
                <a:gd name="T58" fmla="*/ 3994302 w 4063365"/>
                <a:gd name="T59" fmla="*/ 57010 h 4131310"/>
                <a:gd name="T60" fmla="*/ 4016311 w 4063365"/>
                <a:gd name="T61" fmla="*/ 54597 h 4131310"/>
                <a:gd name="T62" fmla="*/ 4031183 w 4063365"/>
                <a:gd name="T63" fmla="*/ 36588 h 4131310"/>
                <a:gd name="T64" fmla="*/ 4031996 w 4063365"/>
                <a:gd name="T65" fmla="*/ 30822 h 4131310"/>
                <a:gd name="T66" fmla="*/ 4053052 w 4063365"/>
                <a:gd name="T67" fmla="*/ 130606 h 4131310"/>
                <a:gd name="T68" fmla="*/ 4037927 w 4063365"/>
                <a:gd name="T69" fmla="*/ 148958 h 4131310"/>
                <a:gd name="T70" fmla="*/ 4038892 w 4063365"/>
                <a:gd name="T71" fmla="*/ 172466 h 4131310"/>
                <a:gd name="T72" fmla="*/ 4055427 w 4063365"/>
                <a:gd name="T73" fmla="*/ 187337 h 4131310"/>
                <a:gd name="T74" fmla="*/ 4062831 w 4063365"/>
                <a:gd name="T75" fmla="*/ 127393 h 4131310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</a:gdLst>
              <a:ahLst/>
              <a:cxnLst>
                <a:cxn ang="T76">
                  <a:pos x="T0" y="T1"/>
                </a:cxn>
                <a:cxn ang="T77">
                  <a:pos x="T2" y="T3"/>
                </a:cxn>
                <a:cxn ang="T78">
                  <a:pos x="T4" y="T5"/>
                </a:cxn>
                <a:cxn ang="T79">
                  <a:pos x="T6" y="T7"/>
                </a:cxn>
                <a:cxn ang="T80">
                  <a:pos x="T8" y="T9"/>
                </a:cxn>
                <a:cxn ang="T81">
                  <a:pos x="T10" y="T11"/>
                </a:cxn>
                <a:cxn ang="T82">
                  <a:pos x="T12" y="T13"/>
                </a:cxn>
                <a:cxn ang="T83">
                  <a:pos x="T14" y="T15"/>
                </a:cxn>
                <a:cxn ang="T84">
                  <a:pos x="T16" y="T17"/>
                </a:cxn>
                <a:cxn ang="T85">
                  <a:pos x="T18" y="T19"/>
                </a:cxn>
                <a:cxn ang="T86">
                  <a:pos x="T20" y="T21"/>
                </a:cxn>
                <a:cxn ang="T87">
                  <a:pos x="T22" y="T23"/>
                </a:cxn>
                <a:cxn ang="T88">
                  <a:pos x="T24" y="T25"/>
                </a:cxn>
                <a:cxn ang="T89">
                  <a:pos x="T26" y="T27"/>
                </a:cxn>
                <a:cxn ang="T90">
                  <a:pos x="T28" y="T29"/>
                </a:cxn>
                <a:cxn ang="T91">
                  <a:pos x="T30" y="T31"/>
                </a:cxn>
                <a:cxn ang="T92">
                  <a:pos x="T32" y="T33"/>
                </a:cxn>
                <a:cxn ang="T93">
                  <a:pos x="T34" y="T35"/>
                </a:cxn>
                <a:cxn ang="T94">
                  <a:pos x="T36" y="T37"/>
                </a:cxn>
                <a:cxn ang="T95">
                  <a:pos x="T38" y="T39"/>
                </a:cxn>
                <a:cxn ang="T96">
                  <a:pos x="T40" y="T41"/>
                </a:cxn>
                <a:cxn ang="T97">
                  <a:pos x="T42" y="T43"/>
                </a:cxn>
                <a:cxn ang="T98">
                  <a:pos x="T44" y="T45"/>
                </a:cxn>
                <a:cxn ang="T99">
                  <a:pos x="T46" y="T47"/>
                </a:cxn>
                <a:cxn ang="T100">
                  <a:pos x="T48" y="T49"/>
                </a:cxn>
                <a:cxn ang="T101">
                  <a:pos x="T50" y="T51"/>
                </a:cxn>
                <a:cxn ang="T102">
                  <a:pos x="T52" y="T53"/>
                </a:cxn>
                <a:cxn ang="T103">
                  <a:pos x="T54" y="T55"/>
                </a:cxn>
                <a:cxn ang="T104">
                  <a:pos x="T56" y="T57"/>
                </a:cxn>
                <a:cxn ang="T105">
                  <a:pos x="T58" y="T59"/>
                </a:cxn>
                <a:cxn ang="T106">
                  <a:pos x="T60" y="T61"/>
                </a:cxn>
                <a:cxn ang="T107">
                  <a:pos x="T62" y="T63"/>
                </a:cxn>
                <a:cxn ang="T108">
                  <a:pos x="T64" y="T65"/>
                </a:cxn>
                <a:cxn ang="T109">
                  <a:pos x="T66" y="T67"/>
                </a:cxn>
                <a:cxn ang="T110">
                  <a:pos x="T68" y="T69"/>
                </a:cxn>
                <a:cxn ang="T111">
                  <a:pos x="T70" y="T71"/>
                </a:cxn>
                <a:cxn ang="T112">
                  <a:pos x="T72" y="T73"/>
                </a:cxn>
                <a:cxn ang="T113">
                  <a:pos x="T74" y="T75"/>
                </a:cxn>
              </a:cxnLst>
              <a:rect l="0" t="0" r="r" b="b"/>
              <a:pathLst>
                <a:path w="4063365" h="4131310">
                  <a:moveTo>
                    <a:pt x="17691" y="3977475"/>
                  </a:moveTo>
                  <a:lnTo>
                    <a:pt x="15595" y="3972877"/>
                  </a:lnTo>
                  <a:lnTo>
                    <a:pt x="7442" y="3970274"/>
                  </a:lnTo>
                  <a:lnTo>
                    <a:pt x="2946" y="3972763"/>
                  </a:lnTo>
                  <a:lnTo>
                    <a:pt x="0" y="3981500"/>
                  </a:lnTo>
                  <a:lnTo>
                    <a:pt x="2095" y="3986098"/>
                  </a:lnTo>
                  <a:lnTo>
                    <a:pt x="10248" y="3988689"/>
                  </a:lnTo>
                  <a:lnTo>
                    <a:pt x="14744" y="3986199"/>
                  </a:lnTo>
                  <a:lnTo>
                    <a:pt x="16230" y="3981793"/>
                  </a:lnTo>
                  <a:lnTo>
                    <a:pt x="17691" y="3977475"/>
                  </a:lnTo>
                  <a:close/>
                </a:path>
                <a:path w="4063365" h="4131310">
                  <a:moveTo>
                    <a:pt x="142011" y="4047604"/>
                  </a:moveTo>
                  <a:lnTo>
                    <a:pt x="138798" y="4040568"/>
                  </a:lnTo>
                  <a:lnTo>
                    <a:pt x="126276" y="4036568"/>
                  </a:lnTo>
                  <a:lnTo>
                    <a:pt x="119392" y="4040390"/>
                  </a:lnTo>
                  <a:lnTo>
                    <a:pt x="114858" y="4053802"/>
                  </a:lnTo>
                  <a:lnTo>
                    <a:pt x="118059" y="4060888"/>
                  </a:lnTo>
                  <a:lnTo>
                    <a:pt x="130568" y="4064889"/>
                  </a:lnTo>
                  <a:lnTo>
                    <a:pt x="137477" y="4061028"/>
                  </a:lnTo>
                  <a:lnTo>
                    <a:pt x="139725" y="4054360"/>
                  </a:lnTo>
                  <a:lnTo>
                    <a:pt x="142011" y="4047604"/>
                  </a:lnTo>
                  <a:close/>
                </a:path>
                <a:path w="4063365" h="4131310">
                  <a:moveTo>
                    <a:pt x="268884" y="4111066"/>
                  </a:moveTo>
                  <a:lnTo>
                    <a:pt x="264833" y="4102176"/>
                  </a:lnTo>
                  <a:lnTo>
                    <a:pt x="249085" y="4097159"/>
                  </a:lnTo>
                  <a:lnTo>
                    <a:pt x="240385" y="4101973"/>
                  </a:lnTo>
                  <a:lnTo>
                    <a:pt x="234670" y="4118889"/>
                  </a:lnTo>
                  <a:lnTo>
                    <a:pt x="238734" y="4127766"/>
                  </a:lnTo>
                  <a:lnTo>
                    <a:pt x="248005" y="4130738"/>
                  </a:lnTo>
                  <a:lnTo>
                    <a:pt x="258191" y="4130738"/>
                  </a:lnTo>
                  <a:lnTo>
                    <a:pt x="263169" y="4127982"/>
                  </a:lnTo>
                  <a:lnTo>
                    <a:pt x="268884" y="4111066"/>
                  </a:lnTo>
                  <a:close/>
                </a:path>
                <a:path w="4063365" h="4131310">
                  <a:moveTo>
                    <a:pt x="2333206" y="4130738"/>
                  </a:moveTo>
                  <a:lnTo>
                    <a:pt x="2321382" y="4123893"/>
                  </a:lnTo>
                  <a:lnTo>
                    <a:pt x="2303919" y="4122229"/>
                  </a:lnTo>
                  <a:lnTo>
                    <a:pt x="2287371" y="4127614"/>
                  </a:lnTo>
                  <a:lnTo>
                    <a:pt x="2283599" y="4130738"/>
                  </a:lnTo>
                  <a:lnTo>
                    <a:pt x="2333206" y="4130738"/>
                  </a:lnTo>
                  <a:close/>
                </a:path>
                <a:path w="4063365" h="4131310">
                  <a:moveTo>
                    <a:pt x="2479535" y="4106545"/>
                  </a:moveTo>
                  <a:lnTo>
                    <a:pt x="2475801" y="4091025"/>
                  </a:lnTo>
                  <a:lnTo>
                    <a:pt x="2466708" y="4078465"/>
                  </a:lnTo>
                  <a:lnTo>
                    <a:pt x="2453068" y="4070566"/>
                  </a:lnTo>
                  <a:lnTo>
                    <a:pt x="2437244" y="4069054"/>
                  </a:lnTo>
                  <a:lnTo>
                    <a:pt x="2422271" y="4073944"/>
                  </a:lnTo>
                  <a:lnTo>
                    <a:pt x="2409787" y="4084282"/>
                  </a:lnTo>
                  <a:lnTo>
                    <a:pt x="2401468" y="4099179"/>
                  </a:lnTo>
                  <a:lnTo>
                    <a:pt x="2399068" y="4115968"/>
                  </a:lnTo>
                  <a:lnTo>
                    <a:pt x="2402624" y="4130725"/>
                  </a:lnTo>
                  <a:lnTo>
                    <a:pt x="2473020" y="4130725"/>
                  </a:lnTo>
                  <a:lnTo>
                    <a:pt x="2477160" y="4123334"/>
                  </a:lnTo>
                  <a:lnTo>
                    <a:pt x="2479535" y="4106545"/>
                  </a:lnTo>
                  <a:close/>
                </a:path>
                <a:path w="4063365" h="4131310">
                  <a:moveTo>
                    <a:pt x="4031996" y="30822"/>
                  </a:moveTo>
                  <a:lnTo>
                    <a:pt x="4006875" y="5664"/>
                  </a:lnTo>
                  <a:lnTo>
                    <a:pt x="3995966" y="0"/>
                  </a:lnTo>
                  <a:lnTo>
                    <a:pt x="3991953" y="1308"/>
                  </a:lnTo>
                  <a:lnTo>
                    <a:pt x="3983050" y="8699"/>
                  </a:lnTo>
                  <a:lnTo>
                    <a:pt x="3977094" y="19329"/>
                  </a:lnTo>
                  <a:lnTo>
                    <a:pt x="3975468" y="30822"/>
                  </a:lnTo>
                  <a:lnTo>
                    <a:pt x="3975392" y="31318"/>
                  </a:lnTo>
                  <a:lnTo>
                    <a:pt x="3978059" y="42392"/>
                  </a:lnTo>
                  <a:lnTo>
                    <a:pt x="3984548" y="51358"/>
                  </a:lnTo>
                  <a:lnTo>
                    <a:pt x="3994302" y="57010"/>
                  </a:lnTo>
                  <a:lnTo>
                    <a:pt x="4005605" y="58089"/>
                  </a:lnTo>
                  <a:lnTo>
                    <a:pt x="4016311" y="54597"/>
                  </a:lnTo>
                  <a:lnTo>
                    <a:pt x="4025239" y="47218"/>
                  </a:lnTo>
                  <a:lnTo>
                    <a:pt x="4031183" y="36588"/>
                  </a:lnTo>
                  <a:lnTo>
                    <a:pt x="4031932" y="31318"/>
                  </a:lnTo>
                  <a:lnTo>
                    <a:pt x="4031996" y="30822"/>
                  </a:lnTo>
                  <a:close/>
                </a:path>
                <a:path w="4063365" h="4131310">
                  <a:moveTo>
                    <a:pt x="4062831" y="127393"/>
                  </a:moveTo>
                  <a:lnTo>
                    <a:pt x="4053052" y="130606"/>
                  </a:lnTo>
                  <a:lnTo>
                    <a:pt x="4043972" y="138137"/>
                  </a:lnTo>
                  <a:lnTo>
                    <a:pt x="4037927" y="148958"/>
                  </a:lnTo>
                  <a:lnTo>
                    <a:pt x="4036187" y="161175"/>
                  </a:lnTo>
                  <a:lnTo>
                    <a:pt x="4038892" y="172466"/>
                  </a:lnTo>
                  <a:lnTo>
                    <a:pt x="4045496" y="181597"/>
                  </a:lnTo>
                  <a:lnTo>
                    <a:pt x="4055427" y="187337"/>
                  </a:lnTo>
                  <a:lnTo>
                    <a:pt x="4062831" y="188048"/>
                  </a:lnTo>
                  <a:lnTo>
                    <a:pt x="4062831" y="127393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2299" name="object 2">
            <a:extLst>
              <a:ext uri="{FF2B5EF4-FFF2-40B4-BE49-F238E27FC236}">
                <a16:creationId xmlns="" xmlns:a16="http://schemas.microsoft.com/office/drawing/2014/main" id="{DC1CAB08-F8D4-4A80-8F34-3AE0E20F9612}"/>
              </a:ext>
            </a:extLst>
          </p:cNvPr>
          <p:cNvSpPr>
            <a:spLocks/>
          </p:cNvSpPr>
          <p:nvPr/>
        </p:nvSpPr>
        <p:spPr bwMode="auto">
          <a:xfrm>
            <a:off x="1400175" y="6259513"/>
            <a:ext cx="16135350" cy="3319462"/>
          </a:xfrm>
          <a:custGeom>
            <a:avLst/>
            <a:gdLst>
              <a:gd name="T0" fmla="*/ 394014650 w 9434830"/>
              <a:gd name="T1" fmla="*/ 0 h 2439670"/>
              <a:gd name="T2" fmla="*/ 9652795 w 9434830"/>
              <a:gd name="T3" fmla="*/ 0 h 2439670"/>
              <a:gd name="T4" fmla="*/ 7713789 w 9434830"/>
              <a:gd name="T5" fmla="*/ 39745 h 2439670"/>
              <a:gd name="T6" fmla="*/ 5904825 w 9434830"/>
              <a:gd name="T7" fmla="*/ 153670 h 2439670"/>
              <a:gd name="T8" fmla="*/ 4265550 w 9434830"/>
              <a:gd name="T9" fmla="*/ 333787 h 2439670"/>
              <a:gd name="T10" fmla="*/ 2835524 w 9434830"/>
              <a:gd name="T11" fmla="*/ 572112 h 2439670"/>
              <a:gd name="T12" fmla="*/ 1654349 w 9434830"/>
              <a:gd name="T13" fmla="*/ 860638 h 2439670"/>
              <a:gd name="T14" fmla="*/ 761645 w 9434830"/>
              <a:gd name="T15" fmla="*/ 1191395 h 2439670"/>
              <a:gd name="T16" fmla="*/ 196993 w 9434830"/>
              <a:gd name="T17" fmla="*/ 1556372 h 2439670"/>
              <a:gd name="T18" fmla="*/ 0 w 9434830"/>
              <a:gd name="T19" fmla="*/ 1947596 h 2439670"/>
              <a:gd name="T20" fmla="*/ 0 w 9434830"/>
              <a:gd name="T21" fmla="*/ 19113477 h 2439670"/>
              <a:gd name="T22" fmla="*/ 196993 w 9434830"/>
              <a:gd name="T23" fmla="*/ 19504729 h 2439670"/>
              <a:gd name="T24" fmla="*/ 761645 w 9434830"/>
              <a:gd name="T25" fmla="*/ 19869741 h 2439670"/>
              <a:gd name="T26" fmla="*/ 1654349 w 9434830"/>
              <a:gd name="T27" fmla="*/ 20200507 h 2439670"/>
              <a:gd name="T28" fmla="*/ 2835524 w 9434830"/>
              <a:gd name="T29" fmla="*/ 20489054 h 2439670"/>
              <a:gd name="T30" fmla="*/ 4265550 w 9434830"/>
              <a:gd name="T31" fmla="*/ 20727379 h 2439670"/>
              <a:gd name="T32" fmla="*/ 5904825 w 9434830"/>
              <a:gd name="T33" fmla="*/ 20907497 h 2439670"/>
              <a:gd name="T34" fmla="*/ 7713789 w 9434830"/>
              <a:gd name="T35" fmla="*/ 21021429 h 2439670"/>
              <a:gd name="T36" fmla="*/ 9652795 w 9434830"/>
              <a:gd name="T37" fmla="*/ 21061183 h 2439670"/>
              <a:gd name="T38" fmla="*/ 394014650 w 9434830"/>
              <a:gd name="T39" fmla="*/ 21061183 h 2439670"/>
              <a:gd name="T40" fmla="*/ 395953887 w 9434830"/>
              <a:gd name="T41" fmla="*/ 21021429 h 2439670"/>
              <a:gd name="T42" fmla="*/ 397762934 w 9434830"/>
              <a:gd name="T43" fmla="*/ 20907497 h 2439670"/>
              <a:gd name="T44" fmla="*/ 399402315 w 9434830"/>
              <a:gd name="T45" fmla="*/ 20727379 h 2439670"/>
              <a:gd name="T46" fmla="*/ 400832383 w 9434830"/>
              <a:gd name="T47" fmla="*/ 20489054 h 2439670"/>
              <a:gd name="T48" fmla="*/ 402013599 w 9434830"/>
              <a:gd name="T49" fmla="*/ 20200507 h 2439670"/>
              <a:gd name="T50" fmla="*/ 402906335 w 9434830"/>
              <a:gd name="T51" fmla="*/ 19869741 h 2439670"/>
              <a:gd name="T52" fmla="*/ 403471016 w 9434830"/>
              <a:gd name="T53" fmla="*/ 19504729 h 2439670"/>
              <a:gd name="T54" fmla="*/ 403668035 w 9434830"/>
              <a:gd name="T55" fmla="*/ 19113477 h 2439670"/>
              <a:gd name="T56" fmla="*/ 403668035 w 9434830"/>
              <a:gd name="T57" fmla="*/ 1947596 h 2439670"/>
              <a:gd name="T58" fmla="*/ 403471016 w 9434830"/>
              <a:gd name="T59" fmla="*/ 1556372 h 2439670"/>
              <a:gd name="T60" fmla="*/ 402906335 w 9434830"/>
              <a:gd name="T61" fmla="*/ 1191395 h 2439670"/>
              <a:gd name="T62" fmla="*/ 402013599 w 9434830"/>
              <a:gd name="T63" fmla="*/ 860638 h 2439670"/>
              <a:gd name="T64" fmla="*/ 400832383 w 9434830"/>
              <a:gd name="T65" fmla="*/ 572112 h 2439670"/>
              <a:gd name="T66" fmla="*/ 399402315 w 9434830"/>
              <a:gd name="T67" fmla="*/ 333787 h 2439670"/>
              <a:gd name="T68" fmla="*/ 397762934 w 9434830"/>
              <a:gd name="T69" fmla="*/ 153670 h 2439670"/>
              <a:gd name="T70" fmla="*/ 395953887 w 9434830"/>
              <a:gd name="T71" fmla="*/ 39745 h 2439670"/>
              <a:gd name="T72" fmla="*/ 394014650 w 9434830"/>
              <a:gd name="T73" fmla="*/ 0 h 2439670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</a:gdLst>
            <a:ahLst/>
            <a:cxnLst>
              <a:cxn ang="T74">
                <a:pos x="T0" y="T1"/>
              </a:cxn>
              <a:cxn ang="T75">
                <a:pos x="T2" y="T3"/>
              </a:cxn>
              <a:cxn ang="T76">
                <a:pos x="T4" y="T5"/>
              </a:cxn>
              <a:cxn ang="T77">
                <a:pos x="T6" y="T7"/>
              </a:cxn>
              <a:cxn ang="T78">
                <a:pos x="T8" y="T9"/>
              </a:cxn>
              <a:cxn ang="T79">
                <a:pos x="T10" y="T11"/>
              </a:cxn>
              <a:cxn ang="T80">
                <a:pos x="T12" y="T13"/>
              </a:cxn>
              <a:cxn ang="T81">
                <a:pos x="T14" y="T15"/>
              </a:cxn>
              <a:cxn ang="T82">
                <a:pos x="T16" y="T17"/>
              </a:cxn>
              <a:cxn ang="T83">
                <a:pos x="T18" y="T19"/>
              </a:cxn>
              <a:cxn ang="T84">
                <a:pos x="T20" y="T21"/>
              </a:cxn>
              <a:cxn ang="T85">
                <a:pos x="T22" y="T23"/>
              </a:cxn>
              <a:cxn ang="T86">
                <a:pos x="T24" y="T25"/>
              </a:cxn>
              <a:cxn ang="T87">
                <a:pos x="T26" y="T27"/>
              </a:cxn>
              <a:cxn ang="T88">
                <a:pos x="T28" y="T29"/>
              </a:cxn>
              <a:cxn ang="T89">
                <a:pos x="T30" y="T31"/>
              </a:cxn>
              <a:cxn ang="T90">
                <a:pos x="T32" y="T33"/>
              </a:cxn>
              <a:cxn ang="T91">
                <a:pos x="T34" y="T35"/>
              </a:cxn>
              <a:cxn ang="T92">
                <a:pos x="T36" y="T37"/>
              </a:cxn>
              <a:cxn ang="T93">
                <a:pos x="T38" y="T39"/>
              </a:cxn>
              <a:cxn ang="T94">
                <a:pos x="T40" y="T41"/>
              </a:cxn>
              <a:cxn ang="T95">
                <a:pos x="T42" y="T43"/>
              </a:cxn>
              <a:cxn ang="T96">
                <a:pos x="T44" y="T45"/>
              </a:cxn>
              <a:cxn ang="T97">
                <a:pos x="T46" y="T47"/>
              </a:cxn>
              <a:cxn ang="T98">
                <a:pos x="T48" y="T49"/>
              </a:cxn>
              <a:cxn ang="T99">
                <a:pos x="T50" y="T51"/>
              </a:cxn>
              <a:cxn ang="T100">
                <a:pos x="T52" y="T53"/>
              </a:cxn>
              <a:cxn ang="T101">
                <a:pos x="T54" y="T55"/>
              </a:cxn>
              <a:cxn ang="T102">
                <a:pos x="T56" y="T57"/>
              </a:cxn>
              <a:cxn ang="T103">
                <a:pos x="T58" y="T59"/>
              </a:cxn>
              <a:cxn ang="T104">
                <a:pos x="T60" y="T61"/>
              </a:cxn>
              <a:cxn ang="T105">
                <a:pos x="T62" y="T63"/>
              </a:cxn>
              <a:cxn ang="T106">
                <a:pos x="T64" y="T65"/>
              </a:cxn>
              <a:cxn ang="T107">
                <a:pos x="T66" y="T67"/>
              </a:cxn>
              <a:cxn ang="T108">
                <a:pos x="T68" y="T69"/>
              </a:cxn>
              <a:cxn ang="T109">
                <a:pos x="T70" y="T71"/>
              </a:cxn>
              <a:cxn ang="T110">
                <a:pos x="T72" y="T73"/>
              </a:cxn>
            </a:cxnLst>
            <a:rect l="0" t="0" r="r" b="b"/>
            <a:pathLst>
              <a:path w="9434830" h="2439670">
                <a:moveTo>
                  <a:pt x="9208782" y="0"/>
                </a:moveTo>
                <a:lnTo>
                  <a:pt x="225602" y="0"/>
                </a:lnTo>
                <a:lnTo>
                  <a:pt x="180284" y="4604"/>
                </a:lnTo>
                <a:lnTo>
                  <a:pt x="138006" y="17801"/>
                </a:lnTo>
                <a:lnTo>
                  <a:pt x="99693" y="38665"/>
                </a:lnTo>
                <a:lnTo>
                  <a:pt x="66271" y="66271"/>
                </a:lnTo>
                <a:lnTo>
                  <a:pt x="38665" y="99693"/>
                </a:lnTo>
                <a:lnTo>
                  <a:pt x="17801" y="138006"/>
                </a:lnTo>
                <a:lnTo>
                  <a:pt x="4604" y="180284"/>
                </a:lnTo>
                <a:lnTo>
                  <a:pt x="0" y="225602"/>
                </a:lnTo>
                <a:lnTo>
                  <a:pt x="0" y="2214029"/>
                </a:lnTo>
                <a:lnTo>
                  <a:pt x="4604" y="2259351"/>
                </a:lnTo>
                <a:lnTo>
                  <a:pt x="17801" y="2301632"/>
                </a:lnTo>
                <a:lnTo>
                  <a:pt x="38665" y="2339947"/>
                </a:lnTo>
                <a:lnTo>
                  <a:pt x="66271" y="2373371"/>
                </a:lnTo>
                <a:lnTo>
                  <a:pt x="99693" y="2400977"/>
                </a:lnTo>
                <a:lnTo>
                  <a:pt x="138006" y="2421842"/>
                </a:lnTo>
                <a:lnTo>
                  <a:pt x="180284" y="2435039"/>
                </a:lnTo>
                <a:lnTo>
                  <a:pt x="225602" y="2439644"/>
                </a:lnTo>
                <a:lnTo>
                  <a:pt x="9208782" y="2439644"/>
                </a:lnTo>
                <a:lnTo>
                  <a:pt x="9254105" y="2435039"/>
                </a:lnTo>
                <a:lnTo>
                  <a:pt x="9296386" y="2421842"/>
                </a:lnTo>
                <a:lnTo>
                  <a:pt x="9334701" y="2400977"/>
                </a:lnTo>
                <a:lnTo>
                  <a:pt x="9368124" y="2373371"/>
                </a:lnTo>
                <a:lnTo>
                  <a:pt x="9395731" y="2339947"/>
                </a:lnTo>
                <a:lnTo>
                  <a:pt x="9416596" y="2301632"/>
                </a:lnTo>
                <a:lnTo>
                  <a:pt x="9429793" y="2259351"/>
                </a:lnTo>
                <a:lnTo>
                  <a:pt x="9434398" y="2214029"/>
                </a:lnTo>
                <a:lnTo>
                  <a:pt x="9434398" y="225602"/>
                </a:lnTo>
                <a:lnTo>
                  <a:pt x="9429793" y="180284"/>
                </a:lnTo>
                <a:lnTo>
                  <a:pt x="9416596" y="138006"/>
                </a:lnTo>
                <a:lnTo>
                  <a:pt x="9395731" y="99693"/>
                </a:lnTo>
                <a:lnTo>
                  <a:pt x="9368124" y="66271"/>
                </a:lnTo>
                <a:lnTo>
                  <a:pt x="9334701" y="38665"/>
                </a:lnTo>
                <a:lnTo>
                  <a:pt x="9296386" y="17801"/>
                </a:lnTo>
                <a:lnTo>
                  <a:pt x="9254105" y="4604"/>
                </a:lnTo>
                <a:lnTo>
                  <a:pt x="9208782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grpSp>
        <p:nvGrpSpPr>
          <p:cNvPr id="12300" name="object 4">
            <a:extLst>
              <a:ext uri="{FF2B5EF4-FFF2-40B4-BE49-F238E27FC236}">
                <a16:creationId xmlns="" xmlns:a16="http://schemas.microsoft.com/office/drawing/2014/main" id="{67F4FA03-6E6C-4813-AD41-8CE1E6F3DCE0}"/>
              </a:ext>
            </a:extLst>
          </p:cNvPr>
          <p:cNvGrpSpPr>
            <a:grpSpLocks/>
          </p:cNvGrpSpPr>
          <p:nvPr/>
        </p:nvGrpSpPr>
        <p:grpSpPr bwMode="auto">
          <a:xfrm>
            <a:off x="2541588" y="4568825"/>
            <a:ext cx="74612" cy="377825"/>
            <a:chOff x="1372943" y="3358972"/>
            <a:chExt cx="52705" cy="278130"/>
          </a:xfrm>
        </p:grpSpPr>
        <p:sp>
          <p:nvSpPr>
            <p:cNvPr id="12352" name="object 5">
              <a:extLst>
                <a:ext uri="{FF2B5EF4-FFF2-40B4-BE49-F238E27FC236}">
                  <a16:creationId xmlns="" xmlns:a16="http://schemas.microsoft.com/office/drawing/2014/main" id="{8AE4EB47-1DB6-4B95-9A15-8909DE9C995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9111" y="3385248"/>
              <a:ext cx="0" cy="226060"/>
            </a:xfrm>
            <a:custGeom>
              <a:avLst/>
              <a:gdLst>
                <a:gd name="T0" fmla="*/ 0 h 226060"/>
                <a:gd name="T1" fmla="*/ 225539 h 226060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226060">
                  <a:moveTo>
                    <a:pt x="0" y="0"/>
                  </a:moveTo>
                  <a:lnTo>
                    <a:pt x="0" y="225539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2353" name="object 6">
              <a:extLst>
                <a:ext uri="{FF2B5EF4-FFF2-40B4-BE49-F238E27FC236}">
                  <a16:creationId xmlns="" xmlns:a16="http://schemas.microsoft.com/office/drawing/2014/main" id="{CC4499B2-434C-49CF-931A-74EDE01A35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2933" y="3358971"/>
              <a:ext cx="52705" cy="278130"/>
            </a:xfrm>
            <a:custGeom>
              <a:avLst/>
              <a:gdLst>
                <a:gd name="T0" fmla="*/ 52336 w 52705"/>
                <a:gd name="T1" fmla="*/ 251822 h 278129"/>
                <a:gd name="T2" fmla="*/ 50279 w 52705"/>
                <a:gd name="T3" fmla="*/ 241599 h 278129"/>
                <a:gd name="T4" fmla="*/ 44678 w 52705"/>
                <a:gd name="T5" fmla="*/ 233242 h 278129"/>
                <a:gd name="T6" fmla="*/ 36347 w 52705"/>
                <a:gd name="T7" fmla="*/ 227616 h 278129"/>
                <a:gd name="T8" fmla="*/ 26162 w 52705"/>
                <a:gd name="T9" fmla="*/ 225546 h 278129"/>
                <a:gd name="T10" fmla="*/ 15976 w 52705"/>
                <a:gd name="T11" fmla="*/ 227616 h 278129"/>
                <a:gd name="T12" fmla="*/ 7670 w 52705"/>
                <a:gd name="T13" fmla="*/ 233242 h 278129"/>
                <a:gd name="T14" fmla="*/ 2057 w 52705"/>
                <a:gd name="T15" fmla="*/ 241599 h 278129"/>
                <a:gd name="T16" fmla="*/ 0 w 52705"/>
                <a:gd name="T17" fmla="*/ 251822 h 278129"/>
                <a:gd name="T18" fmla="*/ 2057 w 52705"/>
                <a:gd name="T19" fmla="*/ 262058 h 278129"/>
                <a:gd name="T20" fmla="*/ 7670 w 52705"/>
                <a:gd name="T21" fmla="*/ 270415 h 278129"/>
                <a:gd name="T22" fmla="*/ 15976 w 52705"/>
                <a:gd name="T23" fmla="*/ 276041 h 278129"/>
                <a:gd name="T24" fmla="*/ 26162 w 52705"/>
                <a:gd name="T25" fmla="*/ 278098 h 278129"/>
                <a:gd name="T26" fmla="*/ 36347 w 52705"/>
                <a:gd name="T27" fmla="*/ 276041 h 278129"/>
                <a:gd name="T28" fmla="*/ 44678 w 52705"/>
                <a:gd name="T29" fmla="*/ 270415 h 278129"/>
                <a:gd name="T30" fmla="*/ 50279 w 52705"/>
                <a:gd name="T31" fmla="*/ 262058 h 278129"/>
                <a:gd name="T32" fmla="*/ 52336 w 52705"/>
                <a:gd name="T33" fmla="*/ 251822 h 278129"/>
                <a:gd name="T34" fmla="*/ 52336 w 52705"/>
                <a:gd name="T35" fmla="*/ 26276 h 278129"/>
                <a:gd name="T36" fmla="*/ 50279 w 52705"/>
                <a:gd name="T37" fmla="*/ 16052 h 278129"/>
                <a:gd name="T38" fmla="*/ 44678 w 52705"/>
                <a:gd name="T39" fmla="*/ 7696 h 278129"/>
                <a:gd name="T40" fmla="*/ 36347 w 52705"/>
                <a:gd name="T41" fmla="*/ 2070 h 278129"/>
                <a:gd name="T42" fmla="*/ 26162 w 52705"/>
                <a:gd name="T43" fmla="*/ 0 h 278129"/>
                <a:gd name="T44" fmla="*/ 15976 w 52705"/>
                <a:gd name="T45" fmla="*/ 2070 h 278129"/>
                <a:gd name="T46" fmla="*/ 7670 w 52705"/>
                <a:gd name="T47" fmla="*/ 7696 h 278129"/>
                <a:gd name="T48" fmla="*/ 2057 w 52705"/>
                <a:gd name="T49" fmla="*/ 16052 h 278129"/>
                <a:gd name="T50" fmla="*/ 0 w 52705"/>
                <a:gd name="T51" fmla="*/ 26276 h 278129"/>
                <a:gd name="T52" fmla="*/ 2057 w 52705"/>
                <a:gd name="T53" fmla="*/ 36512 h 278129"/>
                <a:gd name="T54" fmla="*/ 7670 w 52705"/>
                <a:gd name="T55" fmla="*/ 44869 h 278129"/>
                <a:gd name="T56" fmla="*/ 15976 w 52705"/>
                <a:gd name="T57" fmla="*/ 50495 h 278129"/>
                <a:gd name="T58" fmla="*/ 26162 w 52705"/>
                <a:gd name="T59" fmla="*/ 52552 h 278129"/>
                <a:gd name="T60" fmla="*/ 36347 w 52705"/>
                <a:gd name="T61" fmla="*/ 50495 h 278129"/>
                <a:gd name="T62" fmla="*/ 44678 w 52705"/>
                <a:gd name="T63" fmla="*/ 44869 h 278129"/>
                <a:gd name="T64" fmla="*/ 50279 w 52705"/>
                <a:gd name="T65" fmla="*/ 36512 h 278129"/>
                <a:gd name="T66" fmla="*/ 52336 w 52705"/>
                <a:gd name="T67" fmla="*/ 26276 h 278129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52705" h="278129">
                  <a:moveTo>
                    <a:pt x="52336" y="251815"/>
                  </a:moveTo>
                  <a:lnTo>
                    <a:pt x="50279" y="241592"/>
                  </a:lnTo>
                  <a:lnTo>
                    <a:pt x="44678" y="233235"/>
                  </a:lnTo>
                  <a:lnTo>
                    <a:pt x="36347" y="227609"/>
                  </a:lnTo>
                  <a:lnTo>
                    <a:pt x="26162" y="225539"/>
                  </a:lnTo>
                  <a:lnTo>
                    <a:pt x="15976" y="227609"/>
                  </a:lnTo>
                  <a:lnTo>
                    <a:pt x="7670" y="233235"/>
                  </a:lnTo>
                  <a:lnTo>
                    <a:pt x="2057" y="241592"/>
                  </a:lnTo>
                  <a:lnTo>
                    <a:pt x="0" y="251815"/>
                  </a:lnTo>
                  <a:lnTo>
                    <a:pt x="2057" y="262051"/>
                  </a:lnTo>
                  <a:lnTo>
                    <a:pt x="7670" y="270408"/>
                  </a:lnTo>
                  <a:lnTo>
                    <a:pt x="15976" y="276034"/>
                  </a:lnTo>
                  <a:lnTo>
                    <a:pt x="26162" y="278091"/>
                  </a:lnTo>
                  <a:lnTo>
                    <a:pt x="36347" y="276034"/>
                  </a:lnTo>
                  <a:lnTo>
                    <a:pt x="44678" y="270408"/>
                  </a:lnTo>
                  <a:lnTo>
                    <a:pt x="50279" y="262051"/>
                  </a:lnTo>
                  <a:lnTo>
                    <a:pt x="52336" y="251815"/>
                  </a:lnTo>
                  <a:close/>
                </a:path>
                <a:path w="52705" h="278129">
                  <a:moveTo>
                    <a:pt x="52336" y="26276"/>
                  </a:moveTo>
                  <a:lnTo>
                    <a:pt x="50279" y="16052"/>
                  </a:lnTo>
                  <a:lnTo>
                    <a:pt x="44678" y="7696"/>
                  </a:lnTo>
                  <a:lnTo>
                    <a:pt x="36347" y="2070"/>
                  </a:lnTo>
                  <a:lnTo>
                    <a:pt x="26162" y="0"/>
                  </a:lnTo>
                  <a:lnTo>
                    <a:pt x="15976" y="2070"/>
                  </a:lnTo>
                  <a:lnTo>
                    <a:pt x="7670" y="7696"/>
                  </a:lnTo>
                  <a:lnTo>
                    <a:pt x="2057" y="16052"/>
                  </a:lnTo>
                  <a:lnTo>
                    <a:pt x="0" y="26276"/>
                  </a:lnTo>
                  <a:lnTo>
                    <a:pt x="2057" y="36512"/>
                  </a:lnTo>
                  <a:lnTo>
                    <a:pt x="7670" y="44869"/>
                  </a:lnTo>
                  <a:lnTo>
                    <a:pt x="15976" y="50495"/>
                  </a:lnTo>
                  <a:lnTo>
                    <a:pt x="26162" y="52552"/>
                  </a:lnTo>
                  <a:lnTo>
                    <a:pt x="36347" y="50495"/>
                  </a:lnTo>
                  <a:lnTo>
                    <a:pt x="44678" y="44869"/>
                  </a:lnTo>
                  <a:lnTo>
                    <a:pt x="50279" y="36512"/>
                  </a:lnTo>
                  <a:lnTo>
                    <a:pt x="52336" y="2627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2301" name="object 7">
            <a:extLst>
              <a:ext uri="{FF2B5EF4-FFF2-40B4-BE49-F238E27FC236}">
                <a16:creationId xmlns="" xmlns:a16="http://schemas.microsoft.com/office/drawing/2014/main" id="{F88CEF67-57C1-431F-98AD-9A412E0F41BE}"/>
              </a:ext>
            </a:extLst>
          </p:cNvPr>
          <p:cNvGrpSpPr>
            <a:grpSpLocks/>
          </p:cNvGrpSpPr>
          <p:nvPr/>
        </p:nvGrpSpPr>
        <p:grpSpPr bwMode="auto">
          <a:xfrm>
            <a:off x="5964238" y="4568825"/>
            <a:ext cx="73025" cy="377825"/>
            <a:chOff x="3373653" y="3358972"/>
            <a:chExt cx="52705" cy="278130"/>
          </a:xfrm>
        </p:grpSpPr>
        <p:sp>
          <p:nvSpPr>
            <p:cNvPr id="12350" name="object 8">
              <a:extLst>
                <a:ext uri="{FF2B5EF4-FFF2-40B4-BE49-F238E27FC236}">
                  <a16:creationId xmlns="" xmlns:a16="http://schemas.microsoft.com/office/drawing/2014/main" id="{32542251-1D5C-4B17-8481-739B8642999F}"/>
                </a:ext>
              </a:extLst>
            </p:cNvPr>
            <p:cNvSpPr>
              <a:spLocks/>
            </p:cNvSpPr>
            <p:nvPr/>
          </p:nvSpPr>
          <p:spPr bwMode="auto">
            <a:xfrm>
              <a:off x="3399821" y="3385248"/>
              <a:ext cx="0" cy="226060"/>
            </a:xfrm>
            <a:custGeom>
              <a:avLst/>
              <a:gdLst>
                <a:gd name="T0" fmla="*/ 0 h 226060"/>
                <a:gd name="T1" fmla="*/ 225539 h 226060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226060">
                  <a:moveTo>
                    <a:pt x="0" y="0"/>
                  </a:moveTo>
                  <a:lnTo>
                    <a:pt x="0" y="225539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2351" name="object 9">
              <a:extLst>
                <a:ext uri="{FF2B5EF4-FFF2-40B4-BE49-F238E27FC236}">
                  <a16:creationId xmlns="" xmlns:a16="http://schemas.microsoft.com/office/drawing/2014/main" id="{1784DDD6-1875-4FBE-AEB6-2D3927DD974D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3653" y="3358971"/>
              <a:ext cx="52705" cy="278130"/>
            </a:xfrm>
            <a:custGeom>
              <a:avLst/>
              <a:gdLst>
                <a:gd name="T0" fmla="*/ 52343 w 52704"/>
                <a:gd name="T1" fmla="*/ 251822 h 278129"/>
                <a:gd name="T2" fmla="*/ 50286 w 52704"/>
                <a:gd name="T3" fmla="*/ 241599 h 278129"/>
                <a:gd name="T4" fmla="*/ 44672 w 52704"/>
                <a:gd name="T5" fmla="*/ 233242 h 278129"/>
                <a:gd name="T6" fmla="*/ 36354 w 52704"/>
                <a:gd name="T7" fmla="*/ 227616 h 278129"/>
                <a:gd name="T8" fmla="*/ 26162 w 52704"/>
                <a:gd name="T9" fmla="*/ 225546 h 278129"/>
                <a:gd name="T10" fmla="*/ 15976 w 52704"/>
                <a:gd name="T11" fmla="*/ 227616 h 278129"/>
                <a:gd name="T12" fmla="*/ 7658 w 52704"/>
                <a:gd name="T13" fmla="*/ 233242 h 278129"/>
                <a:gd name="T14" fmla="*/ 2044 w 52704"/>
                <a:gd name="T15" fmla="*/ 241599 h 278129"/>
                <a:gd name="T16" fmla="*/ 0 w 52704"/>
                <a:gd name="T17" fmla="*/ 251822 h 278129"/>
                <a:gd name="T18" fmla="*/ 2044 w 52704"/>
                <a:gd name="T19" fmla="*/ 262058 h 278129"/>
                <a:gd name="T20" fmla="*/ 7658 w 52704"/>
                <a:gd name="T21" fmla="*/ 270415 h 278129"/>
                <a:gd name="T22" fmla="*/ 15976 w 52704"/>
                <a:gd name="T23" fmla="*/ 276041 h 278129"/>
                <a:gd name="T24" fmla="*/ 26162 w 52704"/>
                <a:gd name="T25" fmla="*/ 278098 h 278129"/>
                <a:gd name="T26" fmla="*/ 36354 w 52704"/>
                <a:gd name="T27" fmla="*/ 276041 h 278129"/>
                <a:gd name="T28" fmla="*/ 44672 w 52704"/>
                <a:gd name="T29" fmla="*/ 270415 h 278129"/>
                <a:gd name="T30" fmla="*/ 50286 w 52704"/>
                <a:gd name="T31" fmla="*/ 262058 h 278129"/>
                <a:gd name="T32" fmla="*/ 52343 w 52704"/>
                <a:gd name="T33" fmla="*/ 251822 h 278129"/>
                <a:gd name="T34" fmla="*/ 52343 w 52704"/>
                <a:gd name="T35" fmla="*/ 26276 h 278129"/>
                <a:gd name="T36" fmla="*/ 50286 w 52704"/>
                <a:gd name="T37" fmla="*/ 16052 h 278129"/>
                <a:gd name="T38" fmla="*/ 44672 w 52704"/>
                <a:gd name="T39" fmla="*/ 7696 h 278129"/>
                <a:gd name="T40" fmla="*/ 36354 w 52704"/>
                <a:gd name="T41" fmla="*/ 2070 h 278129"/>
                <a:gd name="T42" fmla="*/ 26162 w 52704"/>
                <a:gd name="T43" fmla="*/ 0 h 278129"/>
                <a:gd name="T44" fmla="*/ 15976 w 52704"/>
                <a:gd name="T45" fmla="*/ 2070 h 278129"/>
                <a:gd name="T46" fmla="*/ 7658 w 52704"/>
                <a:gd name="T47" fmla="*/ 7696 h 278129"/>
                <a:gd name="T48" fmla="*/ 2044 w 52704"/>
                <a:gd name="T49" fmla="*/ 16052 h 278129"/>
                <a:gd name="T50" fmla="*/ 0 w 52704"/>
                <a:gd name="T51" fmla="*/ 26276 h 278129"/>
                <a:gd name="T52" fmla="*/ 2044 w 52704"/>
                <a:gd name="T53" fmla="*/ 36512 h 278129"/>
                <a:gd name="T54" fmla="*/ 7658 w 52704"/>
                <a:gd name="T55" fmla="*/ 44869 h 278129"/>
                <a:gd name="T56" fmla="*/ 15976 w 52704"/>
                <a:gd name="T57" fmla="*/ 50495 h 278129"/>
                <a:gd name="T58" fmla="*/ 26162 w 52704"/>
                <a:gd name="T59" fmla="*/ 52552 h 278129"/>
                <a:gd name="T60" fmla="*/ 36354 w 52704"/>
                <a:gd name="T61" fmla="*/ 50495 h 278129"/>
                <a:gd name="T62" fmla="*/ 44672 w 52704"/>
                <a:gd name="T63" fmla="*/ 44869 h 278129"/>
                <a:gd name="T64" fmla="*/ 50286 w 52704"/>
                <a:gd name="T65" fmla="*/ 36512 h 278129"/>
                <a:gd name="T66" fmla="*/ 52343 w 52704"/>
                <a:gd name="T67" fmla="*/ 26276 h 278129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52704" h="278129">
                  <a:moveTo>
                    <a:pt x="52336" y="251815"/>
                  </a:moveTo>
                  <a:lnTo>
                    <a:pt x="50279" y="241592"/>
                  </a:lnTo>
                  <a:lnTo>
                    <a:pt x="44665" y="233235"/>
                  </a:lnTo>
                  <a:lnTo>
                    <a:pt x="36347" y="227609"/>
                  </a:lnTo>
                  <a:lnTo>
                    <a:pt x="26162" y="225539"/>
                  </a:lnTo>
                  <a:lnTo>
                    <a:pt x="15976" y="227609"/>
                  </a:lnTo>
                  <a:lnTo>
                    <a:pt x="7658" y="233235"/>
                  </a:lnTo>
                  <a:lnTo>
                    <a:pt x="2044" y="241592"/>
                  </a:lnTo>
                  <a:lnTo>
                    <a:pt x="0" y="251815"/>
                  </a:lnTo>
                  <a:lnTo>
                    <a:pt x="2044" y="262051"/>
                  </a:lnTo>
                  <a:lnTo>
                    <a:pt x="7658" y="270408"/>
                  </a:lnTo>
                  <a:lnTo>
                    <a:pt x="15976" y="276034"/>
                  </a:lnTo>
                  <a:lnTo>
                    <a:pt x="26162" y="278091"/>
                  </a:lnTo>
                  <a:lnTo>
                    <a:pt x="36347" y="276034"/>
                  </a:lnTo>
                  <a:lnTo>
                    <a:pt x="44665" y="270408"/>
                  </a:lnTo>
                  <a:lnTo>
                    <a:pt x="50279" y="262051"/>
                  </a:lnTo>
                  <a:lnTo>
                    <a:pt x="52336" y="251815"/>
                  </a:lnTo>
                  <a:close/>
                </a:path>
                <a:path w="52704" h="278129">
                  <a:moveTo>
                    <a:pt x="52336" y="26276"/>
                  </a:moveTo>
                  <a:lnTo>
                    <a:pt x="50279" y="16052"/>
                  </a:lnTo>
                  <a:lnTo>
                    <a:pt x="44665" y="7696"/>
                  </a:lnTo>
                  <a:lnTo>
                    <a:pt x="36347" y="2070"/>
                  </a:lnTo>
                  <a:lnTo>
                    <a:pt x="26162" y="0"/>
                  </a:lnTo>
                  <a:lnTo>
                    <a:pt x="15976" y="2070"/>
                  </a:lnTo>
                  <a:lnTo>
                    <a:pt x="7658" y="7696"/>
                  </a:lnTo>
                  <a:lnTo>
                    <a:pt x="2044" y="16052"/>
                  </a:lnTo>
                  <a:lnTo>
                    <a:pt x="0" y="26276"/>
                  </a:lnTo>
                  <a:lnTo>
                    <a:pt x="2044" y="36512"/>
                  </a:lnTo>
                  <a:lnTo>
                    <a:pt x="7658" y="44869"/>
                  </a:lnTo>
                  <a:lnTo>
                    <a:pt x="15976" y="50495"/>
                  </a:lnTo>
                  <a:lnTo>
                    <a:pt x="26162" y="52552"/>
                  </a:lnTo>
                  <a:lnTo>
                    <a:pt x="36347" y="50495"/>
                  </a:lnTo>
                  <a:lnTo>
                    <a:pt x="44665" y="44869"/>
                  </a:lnTo>
                  <a:lnTo>
                    <a:pt x="50279" y="36512"/>
                  </a:lnTo>
                  <a:lnTo>
                    <a:pt x="52336" y="2627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2302" name="object 10">
            <a:extLst>
              <a:ext uri="{FF2B5EF4-FFF2-40B4-BE49-F238E27FC236}">
                <a16:creationId xmlns="" xmlns:a16="http://schemas.microsoft.com/office/drawing/2014/main" id="{8115E732-1AF3-486F-8944-4489DFAD3613}"/>
              </a:ext>
            </a:extLst>
          </p:cNvPr>
          <p:cNvGrpSpPr>
            <a:grpSpLocks/>
          </p:cNvGrpSpPr>
          <p:nvPr/>
        </p:nvGrpSpPr>
        <p:grpSpPr bwMode="auto">
          <a:xfrm>
            <a:off x="9374188" y="4568825"/>
            <a:ext cx="73025" cy="377825"/>
            <a:chOff x="5367817" y="3358972"/>
            <a:chExt cx="52705" cy="278130"/>
          </a:xfrm>
        </p:grpSpPr>
        <p:sp>
          <p:nvSpPr>
            <p:cNvPr id="12348" name="object 11">
              <a:extLst>
                <a:ext uri="{FF2B5EF4-FFF2-40B4-BE49-F238E27FC236}">
                  <a16:creationId xmlns="" xmlns:a16="http://schemas.microsoft.com/office/drawing/2014/main" id="{990FD691-4AAF-47F1-A774-2F93B2C503D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93986" y="3385248"/>
              <a:ext cx="0" cy="226060"/>
            </a:xfrm>
            <a:custGeom>
              <a:avLst/>
              <a:gdLst>
                <a:gd name="T0" fmla="*/ 0 h 226060"/>
                <a:gd name="T1" fmla="*/ 225539 h 226060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226060">
                  <a:moveTo>
                    <a:pt x="0" y="0"/>
                  </a:moveTo>
                  <a:lnTo>
                    <a:pt x="0" y="225539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2349" name="object 12">
              <a:extLst>
                <a:ext uri="{FF2B5EF4-FFF2-40B4-BE49-F238E27FC236}">
                  <a16:creationId xmlns="" xmlns:a16="http://schemas.microsoft.com/office/drawing/2014/main" id="{FB798F95-699A-4262-A042-248A101BB77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67807" y="3358971"/>
              <a:ext cx="52705" cy="278130"/>
            </a:xfrm>
            <a:custGeom>
              <a:avLst/>
              <a:gdLst>
                <a:gd name="T0" fmla="*/ 52343 w 52704"/>
                <a:gd name="T1" fmla="*/ 251822 h 278129"/>
                <a:gd name="T2" fmla="*/ 50286 w 52704"/>
                <a:gd name="T3" fmla="*/ 241599 h 278129"/>
                <a:gd name="T4" fmla="*/ 44685 w 52704"/>
                <a:gd name="T5" fmla="*/ 233242 h 278129"/>
                <a:gd name="T6" fmla="*/ 36354 w 52704"/>
                <a:gd name="T7" fmla="*/ 227616 h 278129"/>
                <a:gd name="T8" fmla="*/ 26162 w 52704"/>
                <a:gd name="T9" fmla="*/ 225546 h 278129"/>
                <a:gd name="T10" fmla="*/ 15976 w 52704"/>
                <a:gd name="T11" fmla="*/ 227616 h 278129"/>
                <a:gd name="T12" fmla="*/ 7670 w 52704"/>
                <a:gd name="T13" fmla="*/ 233242 h 278129"/>
                <a:gd name="T14" fmla="*/ 2057 w 52704"/>
                <a:gd name="T15" fmla="*/ 241599 h 278129"/>
                <a:gd name="T16" fmla="*/ 0 w 52704"/>
                <a:gd name="T17" fmla="*/ 251822 h 278129"/>
                <a:gd name="T18" fmla="*/ 2057 w 52704"/>
                <a:gd name="T19" fmla="*/ 262058 h 278129"/>
                <a:gd name="T20" fmla="*/ 7670 w 52704"/>
                <a:gd name="T21" fmla="*/ 270415 h 278129"/>
                <a:gd name="T22" fmla="*/ 15976 w 52704"/>
                <a:gd name="T23" fmla="*/ 276041 h 278129"/>
                <a:gd name="T24" fmla="*/ 26162 w 52704"/>
                <a:gd name="T25" fmla="*/ 278098 h 278129"/>
                <a:gd name="T26" fmla="*/ 36354 w 52704"/>
                <a:gd name="T27" fmla="*/ 276041 h 278129"/>
                <a:gd name="T28" fmla="*/ 44685 w 52704"/>
                <a:gd name="T29" fmla="*/ 270415 h 278129"/>
                <a:gd name="T30" fmla="*/ 50286 w 52704"/>
                <a:gd name="T31" fmla="*/ 262058 h 278129"/>
                <a:gd name="T32" fmla="*/ 52343 w 52704"/>
                <a:gd name="T33" fmla="*/ 251822 h 278129"/>
                <a:gd name="T34" fmla="*/ 52343 w 52704"/>
                <a:gd name="T35" fmla="*/ 26276 h 278129"/>
                <a:gd name="T36" fmla="*/ 50286 w 52704"/>
                <a:gd name="T37" fmla="*/ 16052 h 278129"/>
                <a:gd name="T38" fmla="*/ 44685 w 52704"/>
                <a:gd name="T39" fmla="*/ 7696 h 278129"/>
                <a:gd name="T40" fmla="*/ 36354 w 52704"/>
                <a:gd name="T41" fmla="*/ 2070 h 278129"/>
                <a:gd name="T42" fmla="*/ 26162 w 52704"/>
                <a:gd name="T43" fmla="*/ 0 h 278129"/>
                <a:gd name="T44" fmla="*/ 15976 w 52704"/>
                <a:gd name="T45" fmla="*/ 2070 h 278129"/>
                <a:gd name="T46" fmla="*/ 7670 w 52704"/>
                <a:gd name="T47" fmla="*/ 7696 h 278129"/>
                <a:gd name="T48" fmla="*/ 2057 w 52704"/>
                <a:gd name="T49" fmla="*/ 16052 h 278129"/>
                <a:gd name="T50" fmla="*/ 0 w 52704"/>
                <a:gd name="T51" fmla="*/ 26276 h 278129"/>
                <a:gd name="T52" fmla="*/ 2057 w 52704"/>
                <a:gd name="T53" fmla="*/ 36512 h 278129"/>
                <a:gd name="T54" fmla="*/ 7670 w 52704"/>
                <a:gd name="T55" fmla="*/ 44869 h 278129"/>
                <a:gd name="T56" fmla="*/ 15976 w 52704"/>
                <a:gd name="T57" fmla="*/ 50495 h 278129"/>
                <a:gd name="T58" fmla="*/ 26162 w 52704"/>
                <a:gd name="T59" fmla="*/ 52552 h 278129"/>
                <a:gd name="T60" fmla="*/ 36354 w 52704"/>
                <a:gd name="T61" fmla="*/ 50495 h 278129"/>
                <a:gd name="T62" fmla="*/ 44685 w 52704"/>
                <a:gd name="T63" fmla="*/ 44869 h 278129"/>
                <a:gd name="T64" fmla="*/ 50286 w 52704"/>
                <a:gd name="T65" fmla="*/ 36512 h 278129"/>
                <a:gd name="T66" fmla="*/ 52343 w 52704"/>
                <a:gd name="T67" fmla="*/ 26276 h 278129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52704" h="278129">
                  <a:moveTo>
                    <a:pt x="52336" y="251815"/>
                  </a:moveTo>
                  <a:lnTo>
                    <a:pt x="50279" y="241592"/>
                  </a:lnTo>
                  <a:lnTo>
                    <a:pt x="44678" y="233235"/>
                  </a:lnTo>
                  <a:lnTo>
                    <a:pt x="36347" y="227609"/>
                  </a:lnTo>
                  <a:lnTo>
                    <a:pt x="26162" y="225539"/>
                  </a:lnTo>
                  <a:lnTo>
                    <a:pt x="15976" y="227609"/>
                  </a:lnTo>
                  <a:lnTo>
                    <a:pt x="7670" y="233235"/>
                  </a:lnTo>
                  <a:lnTo>
                    <a:pt x="2057" y="241592"/>
                  </a:lnTo>
                  <a:lnTo>
                    <a:pt x="0" y="251815"/>
                  </a:lnTo>
                  <a:lnTo>
                    <a:pt x="2057" y="262051"/>
                  </a:lnTo>
                  <a:lnTo>
                    <a:pt x="7670" y="270408"/>
                  </a:lnTo>
                  <a:lnTo>
                    <a:pt x="15976" y="276034"/>
                  </a:lnTo>
                  <a:lnTo>
                    <a:pt x="26162" y="278091"/>
                  </a:lnTo>
                  <a:lnTo>
                    <a:pt x="36347" y="276034"/>
                  </a:lnTo>
                  <a:lnTo>
                    <a:pt x="44678" y="270408"/>
                  </a:lnTo>
                  <a:lnTo>
                    <a:pt x="50279" y="262051"/>
                  </a:lnTo>
                  <a:lnTo>
                    <a:pt x="52336" y="251815"/>
                  </a:lnTo>
                  <a:close/>
                </a:path>
                <a:path w="52704" h="278129">
                  <a:moveTo>
                    <a:pt x="52336" y="26276"/>
                  </a:moveTo>
                  <a:lnTo>
                    <a:pt x="50279" y="16052"/>
                  </a:lnTo>
                  <a:lnTo>
                    <a:pt x="44678" y="7696"/>
                  </a:lnTo>
                  <a:lnTo>
                    <a:pt x="36347" y="2070"/>
                  </a:lnTo>
                  <a:lnTo>
                    <a:pt x="26162" y="0"/>
                  </a:lnTo>
                  <a:lnTo>
                    <a:pt x="15976" y="2070"/>
                  </a:lnTo>
                  <a:lnTo>
                    <a:pt x="7670" y="7696"/>
                  </a:lnTo>
                  <a:lnTo>
                    <a:pt x="2057" y="16052"/>
                  </a:lnTo>
                  <a:lnTo>
                    <a:pt x="0" y="26276"/>
                  </a:lnTo>
                  <a:lnTo>
                    <a:pt x="2057" y="36512"/>
                  </a:lnTo>
                  <a:lnTo>
                    <a:pt x="7670" y="44869"/>
                  </a:lnTo>
                  <a:lnTo>
                    <a:pt x="15976" y="50495"/>
                  </a:lnTo>
                  <a:lnTo>
                    <a:pt x="26162" y="52552"/>
                  </a:lnTo>
                  <a:lnTo>
                    <a:pt x="36347" y="50495"/>
                  </a:lnTo>
                  <a:lnTo>
                    <a:pt x="44678" y="44869"/>
                  </a:lnTo>
                  <a:lnTo>
                    <a:pt x="50279" y="36512"/>
                  </a:lnTo>
                  <a:lnTo>
                    <a:pt x="52336" y="2627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2303" name="object 13">
            <a:extLst>
              <a:ext uri="{FF2B5EF4-FFF2-40B4-BE49-F238E27FC236}">
                <a16:creationId xmlns="" xmlns:a16="http://schemas.microsoft.com/office/drawing/2014/main" id="{FF975638-90F4-4600-B17B-8AD428E6AA24}"/>
              </a:ext>
            </a:extLst>
          </p:cNvPr>
          <p:cNvGrpSpPr>
            <a:grpSpLocks/>
          </p:cNvGrpSpPr>
          <p:nvPr/>
        </p:nvGrpSpPr>
        <p:grpSpPr bwMode="auto">
          <a:xfrm>
            <a:off x="12804775" y="4568825"/>
            <a:ext cx="73025" cy="377825"/>
            <a:chOff x="7373694" y="3358972"/>
            <a:chExt cx="52705" cy="278130"/>
          </a:xfrm>
        </p:grpSpPr>
        <p:sp>
          <p:nvSpPr>
            <p:cNvPr id="12346" name="object 14">
              <a:extLst>
                <a:ext uri="{FF2B5EF4-FFF2-40B4-BE49-F238E27FC236}">
                  <a16:creationId xmlns="" xmlns:a16="http://schemas.microsoft.com/office/drawing/2014/main" id="{86BD7AE0-C9DA-4955-B170-1D5230BF1829}"/>
                </a:ext>
              </a:extLst>
            </p:cNvPr>
            <p:cNvSpPr>
              <a:spLocks/>
            </p:cNvSpPr>
            <p:nvPr/>
          </p:nvSpPr>
          <p:spPr bwMode="auto">
            <a:xfrm>
              <a:off x="7399863" y="3385248"/>
              <a:ext cx="0" cy="226060"/>
            </a:xfrm>
            <a:custGeom>
              <a:avLst/>
              <a:gdLst>
                <a:gd name="T0" fmla="*/ 0 h 226060"/>
                <a:gd name="T1" fmla="*/ 225539 h 226060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226060">
                  <a:moveTo>
                    <a:pt x="0" y="0"/>
                  </a:moveTo>
                  <a:lnTo>
                    <a:pt x="0" y="225539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2347" name="object 15">
              <a:extLst>
                <a:ext uri="{FF2B5EF4-FFF2-40B4-BE49-F238E27FC236}">
                  <a16:creationId xmlns="" xmlns:a16="http://schemas.microsoft.com/office/drawing/2014/main" id="{80EA6D0C-4065-4380-B8CB-F899A4CC28CC}"/>
                </a:ext>
              </a:extLst>
            </p:cNvPr>
            <p:cNvSpPr>
              <a:spLocks/>
            </p:cNvSpPr>
            <p:nvPr/>
          </p:nvSpPr>
          <p:spPr bwMode="auto">
            <a:xfrm>
              <a:off x="7373683" y="3358971"/>
              <a:ext cx="52705" cy="278130"/>
            </a:xfrm>
            <a:custGeom>
              <a:avLst/>
              <a:gdLst>
                <a:gd name="T0" fmla="*/ 52343 w 52704"/>
                <a:gd name="T1" fmla="*/ 251822 h 278129"/>
                <a:gd name="T2" fmla="*/ 50286 w 52704"/>
                <a:gd name="T3" fmla="*/ 241599 h 278129"/>
                <a:gd name="T4" fmla="*/ 44685 w 52704"/>
                <a:gd name="T5" fmla="*/ 233242 h 278129"/>
                <a:gd name="T6" fmla="*/ 36367 w 52704"/>
                <a:gd name="T7" fmla="*/ 227616 h 278129"/>
                <a:gd name="T8" fmla="*/ 26162 w 52704"/>
                <a:gd name="T9" fmla="*/ 225546 h 278129"/>
                <a:gd name="T10" fmla="*/ 15976 w 52704"/>
                <a:gd name="T11" fmla="*/ 227616 h 278129"/>
                <a:gd name="T12" fmla="*/ 7670 w 52704"/>
                <a:gd name="T13" fmla="*/ 233242 h 278129"/>
                <a:gd name="T14" fmla="*/ 2057 w 52704"/>
                <a:gd name="T15" fmla="*/ 241599 h 278129"/>
                <a:gd name="T16" fmla="*/ 0 w 52704"/>
                <a:gd name="T17" fmla="*/ 251822 h 278129"/>
                <a:gd name="T18" fmla="*/ 2057 w 52704"/>
                <a:gd name="T19" fmla="*/ 262058 h 278129"/>
                <a:gd name="T20" fmla="*/ 7670 w 52704"/>
                <a:gd name="T21" fmla="*/ 270415 h 278129"/>
                <a:gd name="T22" fmla="*/ 15976 w 52704"/>
                <a:gd name="T23" fmla="*/ 276041 h 278129"/>
                <a:gd name="T24" fmla="*/ 26162 w 52704"/>
                <a:gd name="T25" fmla="*/ 278098 h 278129"/>
                <a:gd name="T26" fmla="*/ 36367 w 52704"/>
                <a:gd name="T27" fmla="*/ 276041 h 278129"/>
                <a:gd name="T28" fmla="*/ 44685 w 52704"/>
                <a:gd name="T29" fmla="*/ 270415 h 278129"/>
                <a:gd name="T30" fmla="*/ 50286 w 52704"/>
                <a:gd name="T31" fmla="*/ 262058 h 278129"/>
                <a:gd name="T32" fmla="*/ 52343 w 52704"/>
                <a:gd name="T33" fmla="*/ 251822 h 278129"/>
                <a:gd name="T34" fmla="*/ 52343 w 52704"/>
                <a:gd name="T35" fmla="*/ 26276 h 278129"/>
                <a:gd name="T36" fmla="*/ 50286 w 52704"/>
                <a:gd name="T37" fmla="*/ 16052 h 278129"/>
                <a:gd name="T38" fmla="*/ 44685 w 52704"/>
                <a:gd name="T39" fmla="*/ 7696 h 278129"/>
                <a:gd name="T40" fmla="*/ 36367 w 52704"/>
                <a:gd name="T41" fmla="*/ 2070 h 278129"/>
                <a:gd name="T42" fmla="*/ 26162 w 52704"/>
                <a:gd name="T43" fmla="*/ 0 h 278129"/>
                <a:gd name="T44" fmla="*/ 15976 w 52704"/>
                <a:gd name="T45" fmla="*/ 2070 h 278129"/>
                <a:gd name="T46" fmla="*/ 7670 w 52704"/>
                <a:gd name="T47" fmla="*/ 7696 h 278129"/>
                <a:gd name="T48" fmla="*/ 2057 w 52704"/>
                <a:gd name="T49" fmla="*/ 16052 h 278129"/>
                <a:gd name="T50" fmla="*/ 0 w 52704"/>
                <a:gd name="T51" fmla="*/ 26276 h 278129"/>
                <a:gd name="T52" fmla="*/ 2057 w 52704"/>
                <a:gd name="T53" fmla="*/ 36512 h 278129"/>
                <a:gd name="T54" fmla="*/ 7670 w 52704"/>
                <a:gd name="T55" fmla="*/ 44869 h 278129"/>
                <a:gd name="T56" fmla="*/ 15976 w 52704"/>
                <a:gd name="T57" fmla="*/ 50495 h 278129"/>
                <a:gd name="T58" fmla="*/ 26162 w 52704"/>
                <a:gd name="T59" fmla="*/ 52552 h 278129"/>
                <a:gd name="T60" fmla="*/ 36367 w 52704"/>
                <a:gd name="T61" fmla="*/ 50495 h 278129"/>
                <a:gd name="T62" fmla="*/ 44685 w 52704"/>
                <a:gd name="T63" fmla="*/ 44869 h 278129"/>
                <a:gd name="T64" fmla="*/ 50286 w 52704"/>
                <a:gd name="T65" fmla="*/ 36512 h 278129"/>
                <a:gd name="T66" fmla="*/ 52343 w 52704"/>
                <a:gd name="T67" fmla="*/ 26276 h 278129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52704" h="278129">
                  <a:moveTo>
                    <a:pt x="52336" y="251815"/>
                  </a:moveTo>
                  <a:lnTo>
                    <a:pt x="50279" y="241592"/>
                  </a:lnTo>
                  <a:lnTo>
                    <a:pt x="44678" y="233235"/>
                  </a:lnTo>
                  <a:lnTo>
                    <a:pt x="36360" y="227609"/>
                  </a:lnTo>
                  <a:lnTo>
                    <a:pt x="26162" y="225539"/>
                  </a:lnTo>
                  <a:lnTo>
                    <a:pt x="15976" y="227609"/>
                  </a:lnTo>
                  <a:lnTo>
                    <a:pt x="7670" y="233235"/>
                  </a:lnTo>
                  <a:lnTo>
                    <a:pt x="2057" y="241592"/>
                  </a:lnTo>
                  <a:lnTo>
                    <a:pt x="0" y="251815"/>
                  </a:lnTo>
                  <a:lnTo>
                    <a:pt x="2057" y="262051"/>
                  </a:lnTo>
                  <a:lnTo>
                    <a:pt x="7670" y="270408"/>
                  </a:lnTo>
                  <a:lnTo>
                    <a:pt x="15976" y="276034"/>
                  </a:lnTo>
                  <a:lnTo>
                    <a:pt x="26162" y="278091"/>
                  </a:lnTo>
                  <a:lnTo>
                    <a:pt x="36360" y="276034"/>
                  </a:lnTo>
                  <a:lnTo>
                    <a:pt x="44678" y="270408"/>
                  </a:lnTo>
                  <a:lnTo>
                    <a:pt x="50279" y="262051"/>
                  </a:lnTo>
                  <a:lnTo>
                    <a:pt x="52336" y="251815"/>
                  </a:lnTo>
                  <a:close/>
                </a:path>
                <a:path w="52704" h="278129">
                  <a:moveTo>
                    <a:pt x="52336" y="26276"/>
                  </a:moveTo>
                  <a:lnTo>
                    <a:pt x="50279" y="16052"/>
                  </a:lnTo>
                  <a:lnTo>
                    <a:pt x="44678" y="7696"/>
                  </a:lnTo>
                  <a:lnTo>
                    <a:pt x="36360" y="2070"/>
                  </a:lnTo>
                  <a:lnTo>
                    <a:pt x="26162" y="0"/>
                  </a:lnTo>
                  <a:lnTo>
                    <a:pt x="15976" y="2070"/>
                  </a:lnTo>
                  <a:lnTo>
                    <a:pt x="7670" y="7696"/>
                  </a:lnTo>
                  <a:lnTo>
                    <a:pt x="2057" y="16052"/>
                  </a:lnTo>
                  <a:lnTo>
                    <a:pt x="0" y="26276"/>
                  </a:lnTo>
                  <a:lnTo>
                    <a:pt x="2057" y="36512"/>
                  </a:lnTo>
                  <a:lnTo>
                    <a:pt x="7670" y="44869"/>
                  </a:lnTo>
                  <a:lnTo>
                    <a:pt x="15976" y="50495"/>
                  </a:lnTo>
                  <a:lnTo>
                    <a:pt x="26162" y="52552"/>
                  </a:lnTo>
                  <a:lnTo>
                    <a:pt x="36360" y="50495"/>
                  </a:lnTo>
                  <a:lnTo>
                    <a:pt x="44678" y="44869"/>
                  </a:lnTo>
                  <a:lnTo>
                    <a:pt x="50279" y="36512"/>
                  </a:lnTo>
                  <a:lnTo>
                    <a:pt x="52336" y="2627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2304" name="object 16">
            <a:extLst>
              <a:ext uri="{FF2B5EF4-FFF2-40B4-BE49-F238E27FC236}">
                <a16:creationId xmlns="" xmlns:a16="http://schemas.microsoft.com/office/drawing/2014/main" id="{913DE5E8-5B10-4551-BB9F-7C27D49E7E69}"/>
              </a:ext>
            </a:extLst>
          </p:cNvPr>
          <p:cNvGrpSpPr>
            <a:grpSpLocks/>
          </p:cNvGrpSpPr>
          <p:nvPr/>
        </p:nvGrpSpPr>
        <p:grpSpPr bwMode="auto">
          <a:xfrm>
            <a:off x="16246475" y="4568825"/>
            <a:ext cx="74613" cy="377825"/>
            <a:chOff x="9386430" y="3358972"/>
            <a:chExt cx="52705" cy="278130"/>
          </a:xfrm>
        </p:grpSpPr>
        <p:sp>
          <p:nvSpPr>
            <p:cNvPr id="12344" name="object 17">
              <a:extLst>
                <a:ext uri="{FF2B5EF4-FFF2-40B4-BE49-F238E27FC236}">
                  <a16:creationId xmlns="" xmlns:a16="http://schemas.microsoft.com/office/drawing/2014/main" id="{B9058304-3741-4A3B-964F-67D08D42CED7}"/>
                </a:ext>
              </a:extLst>
            </p:cNvPr>
            <p:cNvSpPr>
              <a:spLocks/>
            </p:cNvSpPr>
            <p:nvPr/>
          </p:nvSpPr>
          <p:spPr bwMode="auto">
            <a:xfrm>
              <a:off x="9412597" y="3385248"/>
              <a:ext cx="0" cy="226060"/>
            </a:xfrm>
            <a:custGeom>
              <a:avLst/>
              <a:gdLst>
                <a:gd name="T0" fmla="*/ 0 h 226060"/>
                <a:gd name="T1" fmla="*/ 225539 h 226060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226060">
                  <a:moveTo>
                    <a:pt x="0" y="0"/>
                  </a:moveTo>
                  <a:lnTo>
                    <a:pt x="0" y="225539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2345" name="object 18">
              <a:extLst>
                <a:ext uri="{FF2B5EF4-FFF2-40B4-BE49-F238E27FC236}">
                  <a16:creationId xmlns="" xmlns:a16="http://schemas.microsoft.com/office/drawing/2014/main" id="{4B8689A0-13DC-4BD9-BF43-9CAFB262F093}"/>
                </a:ext>
              </a:extLst>
            </p:cNvPr>
            <p:cNvSpPr>
              <a:spLocks/>
            </p:cNvSpPr>
            <p:nvPr/>
          </p:nvSpPr>
          <p:spPr bwMode="auto">
            <a:xfrm>
              <a:off x="9386430" y="3358971"/>
              <a:ext cx="52705" cy="278130"/>
            </a:xfrm>
            <a:custGeom>
              <a:avLst/>
              <a:gdLst>
                <a:gd name="T0" fmla="*/ 52343 w 52704"/>
                <a:gd name="T1" fmla="*/ 251822 h 278129"/>
                <a:gd name="T2" fmla="*/ 50286 w 52704"/>
                <a:gd name="T3" fmla="*/ 241599 h 278129"/>
                <a:gd name="T4" fmla="*/ 44672 w 52704"/>
                <a:gd name="T5" fmla="*/ 233242 h 278129"/>
                <a:gd name="T6" fmla="*/ 36354 w 52704"/>
                <a:gd name="T7" fmla="*/ 227616 h 278129"/>
                <a:gd name="T8" fmla="*/ 26162 w 52704"/>
                <a:gd name="T9" fmla="*/ 225546 h 278129"/>
                <a:gd name="T10" fmla="*/ 15976 w 52704"/>
                <a:gd name="T11" fmla="*/ 227616 h 278129"/>
                <a:gd name="T12" fmla="*/ 7658 w 52704"/>
                <a:gd name="T13" fmla="*/ 233242 h 278129"/>
                <a:gd name="T14" fmla="*/ 2044 w 52704"/>
                <a:gd name="T15" fmla="*/ 241599 h 278129"/>
                <a:gd name="T16" fmla="*/ 0 w 52704"/>
                <a:gd name="T17" fmla="*/ 251822 h 278129"/>
                <a:gd name="T18" fmla="*/ 2044 w 52704"/>
                <a:gd name="T19" fmla="*/ 262058 h 278129"/>
                <a:gd name="T20" fmla="*/ 7658 w 52704"/>
                <a:gd name="T21" fmla="*/ 270415 h 278129"/>
                <a:gd name="T22" fmla="*/ 15976 w 52704"/>
                <a:gd name="T23" fmla="*/ 276041 h 278129"/>
                <a:gd name="T24" fmla="*/ 26162 w 52704"/>
                <a:gd name="T25" fmla="*/ 278098 h 278129"/>
                <a:gd name="T26" fmla="*/ 36354 w 52704"/>
                <a:gd name="T27" fmla="*/ 276041 h 278129"/>
                <a:gd name="T28" fmla="*/ 44672 w 52704"/>
                <a:gd name="T29" fmla="*/ 270415 h 278129"/>
                <a:gd name="T30" fmla="*/ 50286 w 52704"/>
                <a:gd name="T31" fmla="*/ 262058 h 278129"/>
                <a:gd name="T32" fmla="*/ 52343 w 52704"/>
                <a:gd name="T33" fmla="*/ 251822 h 278129"/>
                <a:gd name="T34" fmla="*/ 52343 w 52704"/>
                <a:gd name="T35" fmla="*/ 26276 h 278129"/>
                <a:gd name="T36" fmla="*/ 50286 w 52704"/>
                <a:gd name="T37" fmla="*/ 16052 h 278129"/>
                <a:gd name="T38" fmla="*/ 44672 w 52704"/>
                <a:gd name="T39" fmla="*/ 7696 h 278129"/>
                <a:gd name="T40" fmla="*/ 36354 w 52704"/>
                <a:gd name="T41" fmla="*/ 2070 h 278129"/>
                <a:gd name="T42" fmla="*/ 26162 w 52704"/>
                <a:gd name="T43" fmla="*/ 0 h 278129"/>
                <a:gd name="T44" fmla="*/ 15976 w 52704"/>
                <a:gd name="T45" fmla="*/ 2070 h 278129"/>
                <a:gd name="T46" fmla="*/ 7658 w 52704"/>
                <a:gd name="T47" fmla="*/ 7696 h 278129"/>
                <a:gd name="T48" fmla="*/ 2044 w 52704"/>
                <a:gd name="T49" fmla="*/ 16052 h 278129"/>
                <a:gd name="T50" fmla="*/ 0 w 52704"/>
                <a:gd name="T51" fmla="*/ 26276 h 278129"/>
                <a:gd name="T52" fmla="*/ 2044 w 52704"/>
                <a:gd name="T53" fmla="*/ 36512 h 278129"/>
                <a:gd name="T54" fmla="*/ 7658 w 52704"/>
                <a:gd name="T55" fmla="*/ 44869 h 278129"/>
                <a:gd name="T56" fmla="*/ 15976 w 52704"/>
                <a:gd name="T57" fmla="*/ 50495 h 278129"/>
                <a:gd name="T58" fmla="*/ 26162 w 52704"/>
                <a:gd name="T59" fmla="*/ 52552 h 278129"/>
                <a:gd name="T60" fmla="*/ 36354 w 52704"/>
                <a:gd name="T61" fmla="*/ 50495 h 278129"/>
                <a:gd name="T62" fmla="*/ 44672 w 52704"/>
                <a:gd name="T63" fmla="*/ 44869 h 278129"/>
                <a:gd name="T64" fmla="*/ 50286 w 52704"/>
                <a:gd name="T65" fmla="*/ 36512 h 278129"/>
                <a:gd name="T66" fmla="*/ 52343 w 52704"/>
                <a:gd name="T67" fmla="*/ 26276 h 278129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52704" h="278129">
                  <a:moveTo>
                    <a:pt x="52336" y="251815"/>
                  </a:moveTo>
                  <a:lnTo>
                    <a:pt x="50279" y="241592"/>
                  </a:lnTo>
                  <a:lnTo>
                    <a:pt x="44665" y="233235"/>
                  </a:lnTo>
                  <a:lnTo>
                    <a:pt x="36347" y="227609"/>
                  </a:lnTo>
                  <a:lnTo>
                    <a:pt x="26162" y="225539"/>
                  </a:lnTo>
                  <a:lnTo>
                    <a:pt x="15976" y="227609"/>
                  </a:lnTo>
                  <a:lnTo>
                    <a:pt x="7658" y="233235"/>
                  </a:lnTo>
                  <a:lnTo>
                    <a:pt x="2044" y="241592"/>
                  </a:lnTo>
                  <a:lnTo>
                    <a:pt x="0" y="251815"/>
                  </a:lnTo>
                  <a:lnTo>
                    <a:pt x="2044" y="262051"/>
                  </a:lnTo>
                  <a:lnTo>
                    <a:pt x="7658" y="270408"/>
                  </a:lnTo>
                  <a:lnTo>
                    <a:pt x="15976" y="276034"/>
                  </a:lnTo>
                  <a:lnTo>
                    <a:pt x="26162" y="278091"/>
                  </a:lnTo>
                  <a:lnTo>
                    <a:pt x="36347" y="276034"/>
                  </a:lnTo>
                  <a:lnTo>
                    <a:pt x="44665" y="270408"/>
                  </a:lnTo>
                  <a:lnTo>
                    <a:pt x="50279" y="262051"/>
                  </a:lnTo>
                  <a:lnTo>
                    <a:pt x="52336" y="251815"/>
                  </a:lnTo>
                  <a:close/>
                </a:path>
                <a:path w="52704" h="278129">
                  <a:moveTo>
                    <a:pt x="52336" y="26276"/>
                  </a:moveTo>
                  <a:lnTo>
                    <a:pt x="50279" y="16052"/>
                  </a:lnTo>
                  <a:lnTo>
                    <a:pt x="44665" y="7696"/>
                  </a:lnTo>
                  <a:lnTo>
                    <a:pt x="36347" y="2070"/>
                  </a:lnTo>
                  <a:lnTo>
                    <a:pt x="26162" y="0"/>
                  </a:lnTo>
                  <a:lnTo>
                    <a:pt x="15976" y="2070"/>
                  </a:lnTo>
                  <a:lnTo>
                    <a:pt x="7658" y="7696"/>
                  </a:lnTo>
                  <a:lnTo>
                    <a:pt x="2044" y="16052"/>
                  </a:lnTo>
                  <a:lnTo>
                    <a:pt x="0" y="26276"/>
                  </a:lnTo>
                  <a:lnTo>
                    <a:pt x="2044" y="36512"/>
                  </a:lnTo>
                  <a:lnTo>
                    <a:pt x="7658" y="44869"/>
                  </a:lnTo>
                  <a:lnTo>
                    <a:pt x="15976" y="50495"/>
                  </a:lnTo>
                  <a:lnTo>
                    <a:pt x="26162" y="52552"/>
                  </a:lnTo>
                  <a:lnTo>
                    <a:pt x="36347" y="50495"/>
                  </a:lnTo>
                  <a:lnTo>
                    <a:pt x="44665" y="44869"/>
                  </a:lnTo>
                  <a:lnTo>
                    <a:pt x="50279" y="36512"/>
                  </a:lnTo>
                  <a:lnTo>
                    <a:pt x="52336" y="2627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2305" name="object 19">
            <a:extLst>
              <a:ext uri="{FF2B5EF4-FFF2-40B4-BE49-F238E27FC236}">
                <a16:creationId xmlns="" xmlns:a16="http://schemas.microsoft.com/office/drawing/2014/main" id="{93CC3990-A9CB-40C3-8EE2-742204E124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6500" y="6799263"/>
            <a:ext cx="10880725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spcBef>
                <a:spcPts val="163"/>
              </a:spcBef>
            </a:pPr>
            <a:r>
              <a:rPr lang="ru-RU" altLang="ru-RU" sz="2700" b="1" dirty="0">
                <a:solidFill>
                  <a:srgbClr val="4D4C4C"/>
                </a:solidFill>
                <a:latin typeface="Inter Extra Bold" panose="02000903000000020004" pitchFamily="2" charset="0"/>
              </a:rPr>
              <a:t>НАЦПРОЕКТ «ПРОИЗВОДИТЕЛЬНОСТЬ ТРУДА»</a:t>
            </a:r>
            <a:endParaRPr lang="ru-RU" altLang="ru-RU" sz="2700" dirty="0">
              <a:latin typeface="Inter Extra Bold" panose="02000903000000020004" pitchFamily="2" charset="0"/>
            </a:endParaRPr>
          </a:p>
          <a:p>
            <a:pPr algn="just" eaLnBrk="1" hangingPunct="1">
              <a:lnSpc>
                <a:spcPts val="1875"/>
              </a:lnSpc>
              <a:spcBef>
                <a:spcPts val="2663"/>
              </a:spcBef>
            </a:pPr>
            <a:r>
              <a:rPr lang="ru-RU" altLang="ru-RU" sz="1900" dirty="0">
                <a:solidFill>
                  <a:srgbClr val="1D1D1B"/>
                </a:solidFill>
                <a:latin typeface="Inter Regular" panose="02000503000000020004" pitchFamily="2" charset="0"/>
              </a:rPr>
              <a:t>Мы внедряем принципы бережливого производства: сокращение времени производства, минимизация излишних запасов и увеличение объемов выпускаемой продукции.</a:t>
            </a:r>
          </a:p>
          <a:p>
            <a:pPr algn="just" eaLnBrk="1" hangingPunct="1">
              <a:lnSpc>
                <a:spcPts val="2188"/>
              </a:lnSpc>
              <a:spcBef>
                <a:spcPts val="1475"/>
              </a:spcBef>
            </a:pPr>
            <a:r>
              <a:rPr lang="ru-RU" altLang="ru-RU" sz="1900" dirty="0">
                <a:solidFill>
                  <a:srgbClr val="1D1D1B"/>
                </a:solidFill>
                <a:latin typeface="Inter Regular" panose="02000503000000020004" pitchFamily="2" charset="0"/>
              </a:rPr>
              <a:t>Компания проводит программу «Декомпозиция целей» направленную на более точное планирование деятельности и эффективное </a:t>
            </a:r>
            <a:r>
              <a:rPr lang="ru-RU" altLang="ru-RU" sz="1900" dirty="0" err="1">
                <a:solidFill>
                  <a:srgbClr val="1D1D1B"/>
                </a:solidFill>
                <a:latin typeface="Inter Regular" panose="02000503000000020004" pitchFamily="2" charset="0"/>
              </a:rPr>
              <a:t>распрелеление</a:t>
            </a:r>
            <a:r>
              <a:rPr lang="ru-RU" altLang="ru-RU" sz="1900" dirty="0">
                <a:solidFill>
                  <a:srgbClr val="1D1D1B"/>
                </a:solidFill>
                <a:latin typeface="Inter Regular" panose="02000503000000020004" pitchFamily="2" charset="0"/>
              </a:rPr>
              <a:t> обязанностей между сотрудниками для достижения высоких результатов.</a:t>
            </a:r>
          </a:p>
        </p:txBody>
      </p:sp>
      <p:grpSp>
        <p:nvGrpSpPr>
          <p:cNvPr id="12306" name="object 20">
            <a:extLst>
              <a:ext uri="{FF2B5EF4-FFF2-40B4-BE49-F238E27FC236}">
                <a16:creationId xmlns="" xmlns:a16="http://schemas.microsoft.com/office/drawing/2014/main" id="{E34E18C9-BCE9-465C-AFD8-D29B802160E4}"/>
              </a:ext>
            </a:extLst>
          </p:cNvPr>
          <p:cNvGrpSpPr>
            <a:grpSpLocks/>
          </p:cNvGrpSpPr>
          <p:nvPr/>
        </p:nvGrpSpPr>
        <p:grpSpPr bwMode="auto">
          <a:xfrm>
            <a:off x="1747838" y="2819400"/>
            <a:ext cx="1662112" cy="1619250"/>
            <a:chOff x="804202" y="2073097"/>
            <a:chExt cx="1189990" cy="1189990"/>
          </a:xfrm>
        </p:grpSpPr>
        <p:pic>
          <p:nvPicPr>
            <p:cNvPr id="12338" name="object 21">
              <a:extLst>
                <a:ext uri="{FF2B5EF4-FFF2-40B4-BE49-F238E27FC236}">
                  <a16:creationId xmlns="" xmlns:a16="http://schemas.microsoft.com/office/drawing/2014/main" id="{35F48705-27E3-4760-A881-97DB0B3273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202" y="2073097"/>
              <a:ext cx="1189812" cy="11898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39" name="object 22">
              <a:extLst>
                <a:ext uri="{FF2B5EF4-FFF2-40B4-BE49-F238E27FC236}">
                  <a16:creationId xmlns="" xmlns:a16="http://schemas.microsoft.com/office/drawing/2014/main" id="{DF56801C-F2FF-405A-8E34-CDAF7884BC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28623" y="2879204"/>
              <a:ext cx="539115" cy="40005"/>
            </a:xfrm>
            <a:custGeom>
              <a:avLst/>
              <a:gdLst>
                <a:gd name="T0" fmla="*/ 538499 w 539114"/>
                <a:gd name="T1" fmla="*/ 0 h 40005"/>
                <a:gd name="T2" fmla="*/ 0 w 539114"/>
                <a:gd name="T3" fmla="*/ 0 h 40005"/>
                <a:gd name="T4" fmla="*/ 0 w 539114"/>
                <a:gd name="T5" fmla="*/ 39877 h 40005"/>
                <a:gd name="T6" fmla="*/ 538499 w 539114"/>
                <a:gd name="T7" fmla="*/ 39877 h 40005"/>
                <a:gd name="T8" fmla="*/ 538499 w 539114"/>
                <a:gd name="T9" fmla="*/ 0 h 400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39114" h="40005">
                  <a:moveTo>
                    <a:pt x="538492" y="0"/>
                  </a:moveTo>
                  <a:lnTo>
                    <a:pt x="0" y="0"/>
                  </a:lnTo>
                  <a:lnTo>
                    <a:pt x="0" y="39877"/>
                  </a:lnTo>
                  <a:lnTo>
                    <a:pt x="538492" y="39877"/>
                  </a:lnTo>
                  <a:lnTo>
                    <a:pt x="53849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40" name="object 23">
              <a:extLst>
                <a:ext uri="{FF2B5EF4-FFF2-40B4-BE49-F238E27FC236}">
                  <a16:creationId xmlns="" xmlns:a16="http://schemas.microsoft.com/office/drawing/2014/main" id="{145DDFCD-89C5-4ED4-A26F-EDEB5DCC67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25359" y="2879200"/>
              <a:ext cx="143611" cy="1436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41" name="object 24">
              <a:extLst>
                <a:ext uri="{FF2B5EF4-FFF2-40B4-BE49-F238E27FC236}">
                  <a16:creationId xmlns="" xmlns:a16="http://schemas.microsoft.com/office/drawing/2014/main" id="{E70EF0A6-9C0E-415F-9153-FF7B66F21F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817" y="2879200"/>
              <a:ext cx="143611" cy="1436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42" name="object 25">
              <a:extLst>
                <a:ext uri="{FF2B5EF4-FFF2-40B4-BE49-F238E27FC236}">
                  <a16:creationId xmlns="" xmlns:a16="http://schemas.microsoft.com/office/drawing/2014/main" id="{867985D6-4CFA-4503-AC1B-64DE10A915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5304" y="2879200"/>
              <a:ext cx="143611" cy="1436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43" name="object 26">
              <a:extLst>
                <a:ext uri="{FF2B5EF4-FFF2-40B4-BE49-F238E27FC236}">
                  <a16:creationId xmlns="" xmlns:a16="http://schemas.microsoft.com/office/drawing/2014/main" id="{207B98C6-CA1D-40C0-BF39-94AEFEEA0C5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56919" y="2341003"/>
              <a:ext cx="680720" cy="681990"/>
            </a:xfrm>
            <a:custGeom>
              <a:avLst/>
              <a:gdLst>
                <a:gd name="T0" fmla="*/ 439757 w 680719"/>
                <a:gd name="T1" fmla="*/ 299021 h 681989"/>
                <a:gd name="T2" fmla="*/ 439757 w 680719"/>
                <a:gd name="T3" fmla="*/ 510013 h 681989"/>
                <a:gd name="T4" fmla="*/ 411144 w 680719"/>
                <a:gd name="T5" fmla="*/ 537788 h 681989"/>
                <a:gd name="T6" fmla="*/ 340245 w 680719"/>
                <a:gd name="T7" fmla="*/ 466897 h 681989"/>
                <a:gd name="T8" fmla="*/ 411144 w 680719"/>
                <a:gd name="T9" fmla="*/ 481400 h 681989"/>
                <a:gd name="T10" fmla="*/ 439757 w 680719"/>
                <a:gd name="T11" fmla="*/ 367392 h 681989"/>
                <a:gd name="T12" fmla="*/ 411093 w 680719"/>
                <a:gd name="T13" fmla="*/ 299021 h 681989"/>
                <a:gd name="T14" fmla="*/ 340245 w 680719"/>
                <a:gd name="T15" fmla="*/ 410509 h 681989"/>
                <a:gd name="T16" fmla="*/ 312051 w 680719"/>
                <a:gd name="T17" fmla="*/ 438703 h 681989"/>
                <a:gd name="T18" fmla="*/ 240741 w 680719"/>
                <a:gd name="T19" fmla="*/ 367392 h 681989"/>
                <a:gd name="T20" fmla="*/ 312051 w 680719"/>
                <a:gd name="T21" fmla="*/ 382315 h 681989"/>
                <a:gd name="T22" fmla="*/ 411093 w 680719"/>
                <a:gd name="T23" fmla="*/ 339661 h 681989"/>
                <a:gd name="T24" fmla="*/ 200875 w 680719"/>
                <a:gd name="T25" fmla="*/ 299021 h 681989"/>
                <a:gd name="T26" fmla="*/ 200875 w 680719"/>
                <a:gd name="T27" fmla="*/ 537788 h 681989"/>
                <a:gd name="T28" fmla="*/ 479635 w 680719"/>
                <a:gd name="T29" fmla="*/ 578428 h 681989"/>
                <a:gd name="T30" fmla="*/ 479635 w 680719"/>
                <a:gd name="T31" fmla="*/ 537788 h 681989"/>
                <a:gd name="T32" fmla="*/ 479635 w 680719"/>
                <a:gd name="T33" fmla="*/ 339191 h 681989"/>
                <a:gd name="T34" fmla="*/ 610203 w 680719"/>
                <a:gd name="T35" fmla="*/ 641941 h 681989"/>
                <a:gd name="T36" fmla="*/ 71704 w 680719"/>
                <a:gd name="T37" fmla="*/ 681819 h 681989"/>
                <a:gd name="T38" fmla="*/ 610203 w 680719"/>
                <a:gd name="T39" fmla="*/ 641941 h 681989"/>
                <a:gd name="T40" fmla="*/ 392437 w 680719"/>
                <a:gd name="T41" fmla="*/ 0 h 681989"/>
                <a:gd name="T42" fmla="*/ 392437 w 680719"/>
                <a:gd name="T43" fmla="*/ 79311 h 681989"/>
                <a:gd name="T44" fmla="*/ 288061 w 680719"/>
                <a:gd name="T45" fmla="*/ 39941 h 681989"/>
                <a:gd name="T46" fmla="*/ 392437 w 680719"/>
                <a:gd name="T47" fmla="*/ 0 h 681989"/>
                <a:gd name="T48" fmla="*/ 0 w 680719"/>
                <a:gd name="T49" fmla="*/ 39865 h 681989"/>
                <a:gd name="T50" fmla="*/ 248183 w 680719"/>
                <a:gd name="T51" fmla="*/ 79311 h 681989"/>
                <a:gd name="T52" fmla="*/ 320306 w 680719"/>
                <a:gd name="T53" fmla="*/ 119951 h 681989"/>
                <a:gd name="T54" fmla="*/ 135318 w 680719"/>
                <a:gd name="T55" fmla="*/ 164287 h 681989"/>
                <a:gd name="T56" fmla="*/ 135318 w 680719"/>
                <a:gd name="T57" fmla="*/ 263347 h 681989"/>
                <a:gd name="T58" fmla="*/ 175183 w 680719"/>
                <a:gd name="T59" fmla="*/ 203657 h 681989"/>
                <a:gd name="T60" fmla="*/ 505289 w 680719"/>
                <a:gd name="T61" fmla="*/ 263347 h 681989"/>
                <a:gd name="T62" fmla="*/ 545167 w 680719"/>
                <a:gd name="T63" fmla="*/ 203657 h 681989"/>
                <a:gd name="T64" fmla="*/ 360191 w 680719"/>
                <a:gd name="T65" fmla="*/ 164287 h 681989"/>
                <a:gd name="T66" fmla="*/ 432315 w 680719"/>
                <a:gd name="T67" fmla="*/ 119951 h 681989"/>
                <a:gd name="T68" fmla="*/ 432315 w 680719"/>
                <a:gd name="T69" fmla="*/ 79311 h 681989"/>
                <a:gd name="T70" fmla="*/ 680498 w 680719"/>
                <a:gd name="T71" fmla="*/ 39865 h 681989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680719" h="681989">
                  <a:moveTo>
                    <a:pt x="479628" y="299021"/>
                  </a:moveTo>
                  <a:lnTo>
                    <a:pt x="439750" y="299021"/>
                  </a:lnTo>
                  <a:lnTo>
                    <a:pt x="439750" y="367385"/>
                  </a:lnTo>
                  <a:lnTo>
                    <a:pt x="439750" y="510006"/>
                  </a:lnTo>
                  <a:lnTo>
                    <a:pt x="411137" y="481393"/>
                  </a:lnTo>
                  <a:lnTo>
                    <a:pt x="411137" y="537781"/>
                  </a:lnTo>
                  <a:lnTo>
                    <a:pt x="269354" y="537781"/>
                  </a:lnTo>
                  <a:lnTo>
                    <a:pt x="340245" y="466890"/>
                  </a:lnTo>
                  <a:lnTo>
                    <a:pt x="411137" y="537781"/>
                  </a:lnTo>
                  <a:lnTo>
                    <a:pt x="411137" y="481393"/>
                  </a:lnTo>
                  <a:lnTo>
                    <a:pt x="368439" y="438696"/>
                  </a:lnTo>
                  <a:lnTo>
                    <a:pt x="439750" y="367385"/>
                  </a:lnTo>
                  <a:lnTo>
                    <a:pt x="439750" y="299021"/>
                  </a:lnTo>
                  <a:lnTo>
                    <a:pt x="411086" y="299021"/>
                  </a:lnTo>
                  <a:lnTo>
                    <a:pt x="411086" y="339661"/>
                  </a:lnTo>
                  <a:lnTo>
                    <a:pt x="340245" y="410502"/>
                  </a:lnTo>
                  <a:lnTo>
                    <a:pt x="312051" y="382308"/>
                  </a:lnTo>
                  <a:lnTo>
                    <a:pt x="312051" y="438696"/>
                  </a:lnTo>
                  <a:lnTo>
                    <a:pt x="240741" y="510006"/>
                  </a:lnTo>
                  <a:lnTo>
                    <a:pt x="240741" y="367385"/>
                  </a:lnTo>
                  <a:lnTo>
                    <a:pt x="312051" y="438696"/>
                  </a:lnTo>
                  <a:lnTo>
                    <a:pt x="312051" y="382308"/>
                  </a:lnTo>
                  <a:lnTo>
                    <a:pt x="269405" y="339661"/>
                  </a:lnTo>
                  <a:lnTo>
                    <a:pt x="411086" y="339661"/>
                  </a:lnTo>
                  <a:lnTo>
                    <a:pt x="411086" y="299021"/>
                  </a:lnTo>
                  <a:lnTo>
                    <a:pt x="200875" y="299021"/>
                  </a:lnTo>
                  <a:lnTo>
                    <a:pt x="200875" y="339661"/>
                  </a:lnTo>
                  <a:lnTo>
                    <a:pt x="200875" y="537781"/>
                  </a:lnTo>
                  <a:lnTo>
                    <a:pt x="200875" y="578421"/>
                  </a:lnTo>
                  <a:lnTo>
                    <a:pt x="479628" y="578421"/>
                  </a:lnTo>
                  <a:lnTo>
                    <a:pt x="479628" y="538200"/>
                  </a:lnTo>
                  <a:lnTo>
                    <a:pt x="479628" y="537781"/>
                  </a:lnTo>
                  <a:lnTo>
                    <a:pt x="479628" y="339661"/>
                  </a:lnTo>
                  <a:lnTo>
                    <a:pt x="479628" y="339191"/>
                  </a:lnTo>
                  <a:lnTo>
                    <a:pt x="479628" y="299021"/>
                  </a:lnTo>
                  <a:close/>
                </a:path>
                <a:path w="680719" h="681989">
                  <a:moveTo>
                    <a:pt x="610196" y="641934"/>
                  </a:moveTo>
                  <a:lnTo>
                    <a:pt x="71704" y="641934"/>
                  </a:lnTo>
                  <a:lnTo>
                    <a:pt x="71704" y="681812"/>
                  </a:lnTo>
                  <a:lnTo>
                    <a:pt x="610196" y="681812"/>
                  </a:lnTo>
                  <a:lnTo>
                    <a:pt x="610196" y="641934"/>
                  </a:lnTo>
                  <a:close/>
                </a:path>
                <a:path w="680719" h="681989">
                  <a:moveTo>
                    <a:pt x="680491" y="0"/>
                  </a:moveTo>
                  <a:lnTo>
                    <a:pt x="392430" y="0"/>
                  </a:lnTo>
                  <a:lnTo>
                    <a:pt x="392430" y="39941"/>
                  </a:lnTo>
                  <a:lnTo>
                    <a:pt x="392430" y="79311"/>
                  </a:lnTo>
                  <a:lnTo>
                    <a:pt x="288061" y="79311"/>
                  </a:lnTo>
                  <a:lnTo>
                    <a:pt x="288061" y="39941"/>
                  </a:lnTo>
                  <a:lnTo>
                    <a:pt x="392430" y="39941"/>
                  </a:lnTo>
                  <a:lnTo>
                    <a:pt x="392430" y="0"/>
                  </a:lnTo>
                  <a:lnTo>
                    <a:pt x="0" y="0"/>
                  </a:lnTo>
                  <a:lnTo>
                    <a:pt x="0" y="39865"/>
                  </a:lnTo>
                  <a:lnTo>
                    <a:pt x="248183" y="39865"/>
                  </a:lnTo>
                  <a:lnTo>
                    <a:pt x="248183" y="79311"/>
                  </a:lnTo>
                  <a:lnTo>
                    <a:pt x="248183" y="119951"/>
                  </a:lnTo>
                  <a:lnTo>
                    <a:pt x="320306" y="119951"/>
                  </a:lnTo>
                  <a:lnTo>
                    <a:pt x="320306" y="164287"/>
                  </a:lnTo>
                  <a:lnTo>
                    <a:pt x="135318" y="164287"/>
                  </a:lnTo>
                  <a:lnTo>
                    <a:pt x="135318" y="203657"/>
                  </a:lnTo>
                  <a:lnTo>
                    <a:pt x="135318" y="263347"/>
                  </a:lnTo>
                  <a:lnTo>
                    <a:pt x="175183" y="263347"/>
                  </a:lnTo>
                  <a:lnTo>
                    <a:pt x="175183" y="203657"/>
                  </a:lnTo>
                  <a:lnTo>
                    <a:pt x="505282" y="203657"/>
                  </a:lnTo>
                  <a:lnTo>
                    <a:pt x="505282" y="263347"/>
                  </a:lnTo>
                  <a:lnTo>
                    <a:pt x="545160" y="263347"/>
                  </a:lnTo>
                  <a:lnTo>
                    <a:pt x="545160" y="203657"/>
                  </a:lnTo>
                  <a:lnTo>
                    <a:pt x="545160" y="164287"/>
                  </a:lnTo>
                  <a:lnTo>
                    <a:pt x="360184" y="164287"/>
                  </a:lnTo>
                  <a:lnTo>
                    <a:pt x="360184" y="119951"/>
                  </a:lnTo>
                  <a:lnTo>
                    <a:pt x="432308" y="119951"/>
                  </a:lnTo>
                  <a:lnTo>
                    <a:pt x="432308" y="79743"/>
                  </a:lnTo>
                  <a:lnTo>
                    <a:pt x="432308" y="79311"/>
                  </a:lnTo>
                  <a:lnTo>
                    <a:pt x="432308" y="39941"/>
                  </a:lnTo>
                  <a:lnTo>
                    <a:pt x="680491" y="39865"/>
                  </a:lnTo>
                  <a:lnTo>
                    <a:pt x="6804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2307" name="object 27">
            <a:extLst>
              <a:ext uri="{FF2B5EF4-FFF2-40B4-BE49-F238E27FC236}">
                <a16:creationId xmlns="" xmlns:a16="http://schemas.microsoft.com/office/drawing/2014/main" id="{19F5609B-F14C-43A3-952A-E6C141345DB1}"/>
              </a:ext>
            </a:extLst>
          </p:cNvPr>
          <p:cNvGrpSpPr>
            <a:grpSpLocks/>
          </p:cNvGrpSpPr>
          <p:nvPr/>
        </p:nvGrpSpPr>
        <p:grpSpPr bwMode="auto">
          <a:xfrm>
            <a:off x="5168900" y="2819400"/>
            <a:ext cx="1663700" cy="1619250"/>
            <a:chOff x="2804909" y="2073097"/>
            <a:chExt cx="1189990" cy="1189990"/>
          </a:xfrm>
        </p:grpSpPr>
        <p:pic>
          <p:nvPicPr>
            <p:cNvPr id="12334" name="object 28">
              <a:extLst>
                <a:ext uri="{FF2B5EF4-FFF2-40B4-BE49-F238E27FC236}">
                  <a16:creationId xmlns="" xmlns:a16="http://schemas.microsoft.com/office/drawing/2014/main" id="{A8EDF9B3-D58D-4389-82C3-584ACA2763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04909" y="2073097"/>
              <a:ext cx="1189824" cy="11898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35" name="object 29">
              <a:extLst>
                <a:ext uri="{FF2B5EF4-FFF2-40B4-BE49-F238E27FC236}">
                  <a16:creationId xmlns="" xmlns:a16="http://schemas.microsoft.com/office/drawing/2014/main" id="{8365C883-D8D0-4BC2-B8D7-FC9223B18697}"/>
                </a:ext>
              </a:extLst>
            </p:cNvPr>
            <p:cNvSpPr>
              <a:spLocks/>
            </p:cNvSpPr>
            <p:nvPr/>
          </p:nvSpPr>
          <p:spPr bwMode="auto">
            <a:xfrm>
              <a:off x="3234759" y="2455264"/>
              <a:ext cx="318135" cy="346075"/>
            </a:xfrm>
            <a:custGeom>
              <a:avLst/>
              <a:gdLst>
                <a:gd name="T0" fmla="*/ 158750 w 318135"/>
                <a:gd name="T1" fmla="*/ 0 h 346075"/>
                <a:gd name="T2" fmla="*/ 0 w 318135"/>
                <a:gd name="T3" fmla="*/ 79374 h 346075"/>
                <a:gd name="T4" fmla="*/ 0 w 318135"/>
                <a:gd name="T5" fmla="*/ 266166 h 346075"/>
                <a:gd name="T6" fmla="*/ 158750 w 318135"/>
                <a:gd name="T7" fmla="*/ 345554 h 346075"/>
                <a:gd name="T8" fmla="*/ 282844 w 318135"/>
                <a:gd name="T9" fmla="*/ 283502 h 346075"/>
                <a:gd name="T10" fmla="*/ 136080 w 318135"/>
                <a:gd name="T11" fmla="*/ 283502 h 346075"/>
                <a:gd name="T12" fmla="*/ 45351 w 318135"/>
                <a:gd name="T13" fmla="*/ 238137 h 346075"/>
                <a:gd name="T14" fmla="*/ 45351 w 318135"/>
                <a:gd name="T15" fmla="*/ 130086 h 346075"/>
                <a:gd name="T16" fmla="*/ 146762 w 318135"/>
                <a:gd name="T17" fmla="*/ 130086 h 346075"/>
                <a:gd name="T18" fmla="*/ 73393 w 318135"/>
                <a:gd name="T19" fmla="*/ 93395 h 346075"/>
                <a:gd name="T20" fmla="*/ 158750 w 318135"/>
                <a:gd name="T21" fmla="*/ 50711 h 346075"/>
                <a:gd name="T22" fmla="*/ 260180 w 318135"/>
                <a:gd name="T23" fmla="*/ 50711 h 346075"/>
                <a:gd name="T24" fmla="*/ 158750 w 318135"/>
                <a:gd name="T25" fmla="*/ 0 h 346075"/>
                <a:gd name="T26" fmla="*/ 146762 w 318135"/>
                <a:gd name="T27" fmla="*/ 130086 h 346075"/>
                <a:gd name="T28" fmla="*/ 45351 w 318135"/>
                <a:gd name="T29" fmla="*/ 130086 h 346075"/>
                <a:gd name="T30" fmla="*/ 136080 w 318135"/>
                <a:gd name="T31" fmla="*/ 175450 h 346075"/>
                <a:gd name="T32" fmla="*/ 136080 w 318135"/>
                <a:gd name="T33" fmla="*/ 283502 h 346075"/>
                <a:gd name="T34" fmla="*/ 181432 w 318135"/>
                <a:gd name="T35" fmla="*/ 283502 h 346075"/>
                <a:gd name="T36" fmla="*/ 181432 w 318135"/>
                <a:gd name="T37" fmla="*/ 175450 h 346075"/>
                <a:gd name="T38" fmla="*/ 260161 w 318135"/>
                <a:gd name="T39" fmla="*/ 136080 h 346075"/>
                <a:gd name="T40" fmla="*/ 158750 w 318135"/>
                <a:gd name="T41" fmla="*/ 136080 h 346075"/>
                <a:gd name="T42" fmla="*/ 146762 w 318135"/>
                <a:gd name="T43" fmla="*/ 130086 h 346075"/>
                <a:gd name="T44" fmla="*/ 317512 w 318135"/>
                <a:gd name="T45" fmla="*/ 130086 h 346075"/>
                <a:gd name="T46" fmla="*/ 272148 w 318135"/>
                <a:gd name="T47" fmla="*/ 130086 h 346075"/>
                <a:gd name="T48" fmla="*/ 272148 w 318135"/>
                <a:gd name="T49" fmla="*/ 238137 h 346075"/>
                <a:gd name="T50" fmla="*/ 181432 w 318135"/>
                <a:gd name="T51" fmla="*/ 283502 h 346075"/>
                <a:gd name="T52" fmla="*/ 282844 w 318135"/>
                <a:gd name="T53" fmla="*/ 283502 h 346075"/>
                <a:gd name="T54" fmla="*/ 317512 w 318135"/>
                <a:gd name="T55" fmla="*/ 266166 h 346075"/>
                <a:gd name="T56" fmla="*/ 317512 w 318135"/>
                <a:gd name="T57" fmla="*/ 130086 h 346075"/>
                <a:gd name="T58" fmla="*/ 260180 w 318135"/>
                <a:gd name="T59" fmla="*/ 50711 h 346075"/>
                <a:gd name="T60" fmla="*/ 158750 w 318135"/>
                <a:gd name="T61" fmla="*/ 50711 h 346075"/>
                <a:gd name="T62" fmla="*/ 244119 w 318135"/>
                <a:gd name="T63" fmla="*/ 93395 h 346075"/>
                <a:gd name="T64" fmla="*/ 158750 w 318135"/>
                <a:gd name="T65" fmla="*/ 136080 h 346075"/>
                <a:gd name="T66" fmla="*/ 260161 w 318135"/>
                <a:gd name="T67" fmla="*/ 136080 h 346075"/>
                <a:gd name="T68" fmla="*/ 272148 w 318135"/>
                <a:gd name="T69" fmla="*/ 130086 h 346075"/>
                <a:gd name="T70" fmla="*/ 317512 w 318135"/>
                <a:gd name="T71" fmla="*/ 130086 h 346075"/>
                <a:gd name="T72" fmla="*/ 317512 w 318135"/>
                <a:gd name="T73" fmla="*/ 79374 h 346075"/>
                <a:gd name="T74" fmla="*/ 260180 w 318135"/>
                <a:gd name="T75" fmla="*/ 50711 h 346075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</a:gdLst>
              <a:ahLst/>
              <a:cxnLst>
                <a:cxn ang="T76">
                  <a:pos x="T0" y="T1"/>
                </a:cxn>
                <a:cxn ang="T77">
                  <a:pos x="T2" y="T3"/>
                </a:cxn>
                <a:cxn ang="T78">
                  <a:pos x="T4" y="T5"/>
                </a:cxn>
                <a:cxn ang="T79">
                  <a:pos x="T6" y="T7"/>
                </a:cxn>
                <a:cxn ang="T80">
                  <a:pos x="T8" y="T9"/>
                </a:cxn>
                <a:cxn ang="T81">
                  <a:pos x="T10" y="T11"/>
                </a:cxn>
                <a:cxn ang="T82">
                  <a:pos x="T12" y="T13"/>
                </a:cxn>
                <a:cxn ang="T83">
                  <a:pos x="T14" y="T15"/>
                </a:cxn>
                <a:cxn ang="T84">
                  <a:pos x="T16" y="T17"/>
                </a:cxn>
                <a:cxn ang="T85">
                  <a:pos x="T18" y="T19"/>
                </a:cxn>
                <a:cxn ang="T86">
                  <a:pos x="T20" y="T21"/>
                </a:cxn>
                <a:cxn ang="T87">
                  <a:pos x="T22" y="T23"/>
                </a:cxn>
                <a:cxn ang="T88">
                  <a:pos x="T24" y="T25"/>
                </a:cxn>
                <a:cxn ang="T89">
                  <a:pos x="T26" y="T27"/>
                </a:cxn>
                <a:cxn ang="T90">
                  <a:pos x="T28" y="T29"/>
                </a:cxn>
                <a:cxn ang="T91">
                  <a:pos x="T30" y="T31"/>
                </a:cxn>
                <a:cxn ang="T92">
                  <a:pos x="T32" y="T33"/>
                </a:cxn>
                <a:cxn ang="T93">
                  <a:pos x="T34" y="T35"/>
                </a:cxn>
                <a:cxn ang="T94">
                  <a:pos x="T36" y="T37"/>
                </a:cxn>
                <a:cxn ang="T95">
                  <a:pos x="T38" y="T39"/>
                </a:cxn>
                <a:cxn ang="T96">
                  <a:pos x="T40" y="T41"/>
                </a:cxn>
                <a:cxn ang="T97">
                  <a:pos x="T42" y="T43"/>
                </a:cxn>
                <a:cxn ang="T98">
                  <a:pos x="T44" y="T45"/>
                </a:cxn>
                <a:cxn ang="T99">
                  <a:pos x="T46" y="T47"/>
                </a:cxn>
                <a:cxn ang="T100">
                  <a:pos x="T48" y="T49"/>
                </a:cxn>
                <a:cxn ang="T101">
                  <a:pos x="T50" y="T51"/>
                </a:cxn>
                <a:cxn ang="T102">
                  <a:pos x="T52" y="T53"/>
                </a:cxn>
                <a:cxn ang="T103">
                  <a:pos x="T54" y="T55"/>
                </a:cxn>
                <a:cxn ang="T104">
                  <a:pos x="T56" y="T57"/>
                </a:cxn>
                <a:cxn ang="T105">
                  <a:pos x="T58" y="T59"/>
                </a:cxn>
                <a:cxn ang="T106">
                  <a:pos x="T60" y="T61"/>
                </a:cxn>
                <a:cxn ang="T107">
                  <a:pos x="T62" y="T63"/>
                </a:cxn>
                <a:cxn ang="T108">
                  <a:pos x="T64" y="T65"/>
                </a:cxn>
                <a:cxn ang="T109">
                  <a:pos x="T66" y="T67"/>
                </a:cxn>
                <a:cxn ang="T110">
                  <a:pos x="T68" y="T69"/>
                </a:cxn>
                <a:cxn ang="T111">
                  <a:pos x="T70" y="T71"/>
                </a:cxn>
                <a:cxn ang="T112">
                  <a:pos x="T72" y="T73"/>
                </a:cxn>
                <a:cxn ang="T113">
                  <a:pos x="T74" y="T75"/>
                </a:cxn>
              </a:cxnLst>
              <a:rect l="0" t="0" r="r" b="b"/>
              <a:pathLst>
                <a:path w="318135" h="346075">
                  <a:moveTo>
                    <a:pt x="158750" y="0"/>
                  </a:moveTo>
                  <a:lnTo>
                    <a:pt x="0" y="79374"/>
                  </a:lnTo>
                  <a:lnTo>
                    <a:pt x="0" y="266166"/>
                  </a:lnTo>
                  <a:lnTo>
                    <a:pt x="158750" y="345554"/>
                  </a:lnTo>
                  <a:lnTo>
                    <a:pt x="282844" y="283502"/>
                  </a:lnTo>
                  <a:lnTo>
                    <a:pt x="136080" y="283502"/>
                  </a:lnTo>
                  <a:lnTo>
                    <a:pt x="45351" y="238137"/>
                  </a:lnTo>
                  <a:lnTo>
                    <a:pt x="45351" y="130086"/>
                  </a:lnTo>
                  <a:lnTo>
                    <a:pt x="146762" y="130086"/>
                  </a:lnTo>
                  <a:lnTo>
                    <a:pt x="73393" y="93395"/>
                  </a:lnTo>
                  <a:lnTo>
                    <a:pt x="158750" y="50711"/>
                  </a:lnTo>
                  <a:lnTo>
                    <a:pt x="260180" y="50711"/>
                  </a:lnTo>
                  <a:lnTo>
                    <a:pt x="158750" y="0"/>
                  </a:lnTo>
                  <a:close/>
                </a:path>
                <a:path w="318135" h="346075">
                  <a:moveTo>
                    <a:pt x="146762" y="130086"/>
                  </a:moveTo>
                  <a:lnTo>
                    <a:pt x="45351" y="130086"/>
                  </a:lnTo>
                  <a:lnTo>
                    <a:pt x="136080" y="175450"/>
                  </a:lnTo>
                  <a:lnTo>
                    <a:pt x="136080" y="283502"/>
                  </a:lnTo>
                  <a:lnTo>
                    <a:pt x="181432" y="283502"/>
                  </a:lnTo>
                  <a:lnTo>
                    <a:pt x="181432" y="175450"/>
                  </a:lnTo>
                  <a:lnTo>
                    <a:pt x="260161" y="136080"/>
                  </a:lnTo>
                  <a:lnTo>
                    <a:pt x="158750" y="136080"/>
                  </a:lnTo>
                  <a:lnTo>
                    <a:pt x="146762" y="130086"/>
                  </a:lnTo>
                  <a:close/>
                </a:path>
                <a:path w="318135" h="346075">
                  <a:moveTo>
                    <a:pt x="317512" y="130086"/>
                  </a:moveTo>
                  <a:lnTo>
                    <a:pt x="272148" y="130086"/>
                  </a:lnTo>
                  <a:lnTo>
                    <a:pt x="272148" y="238137"/>
                  </a:lnTo>
                  <a:lnTo>
                    <a:pt x="181432" y="283502"/>
                  </a:lnTo>
                  <a:lnTo>
                    <a:pt x="282844" y="283502"/>
                  </a:lnTo>
                  <a:lnTo>
                    <a:pt x="317512" y="266166"/>
                  </a:lnTo>
                  <a:lnTo>
                    <a:pt x="317512" y="130086"/>
                  </a:lnTo>
                  <a:close/>
                </a:path>
                <a:path w="318135" h="346075">
                  <a:moveTo>
                    <a:pt x="260180" y="50711"/>
                  </a:moveTo>
                  <a:lnTo>
                    <a:pt x="158750" y="50711"/>
                  </a:lnTo>
                  <a:lnTo>
                    <a:pt x="244119" y="93395"/>
                  </a:lnTo>
                  <a:lnTo>
                    <a:pt x="158750" y="136080"/>
                  </a:lnTo>
                  <a:lnTo>
                    <a:pt x="260161" y="136080"/>
                  </a:lnTo>
                  <a:lnTo>
                    <a:pt x="272148" y="130086"/>
                  </a:lnTo>
                  <a:lnTo>
                    <a:pt x="317512" y="130086"/>
                  </a:lnTo>
                  <a:lnTo>
                    <a:pt x="317512" y="79374"/>
                  </a:lnTo>
                  <a:lnTo>
                    <a:pt x="260180" y="5071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36" name="object 30">
              <a:extLst>
                <a:ext uri="{FF2B5EF4-FFF2-40B4-BE49-F238E27FC236}">
                  <a16:creationId xmlns="" xmlns:a16="http://schemas.microsoft.com/office/drawing/2014/main" id="{46DFD8BF-5C28-42A2-9D4A-29D5C39022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87920" y="2804779"/>
              <a:ext cx="239852" cy="1681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37" name="object 31">
              <a:extLst>
                <a:ext uri="{FF2B5EF4-FFF2-40B4-BE49-F238E27FC236}">
                  <a16:creationId xmlns="" xmlns:a16="http://schemas.microsoft.com/office/drawing/2014/main" id="{EC7921CC-E7DA-47CA-94DD-29431916EC17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08" y="2259456"/>
              <a:ext cx="635635" cy="652145"/>
            </a:xfrm>
            <a:custGeom>
              <a:avLst/>
              <a:gdLst>
                <a:gd name="T0" fmla="*/ 192671 w 635635"/>
                <a:gd name="T1" fmla="*/ 101930 h 652144"/>
                <a:gd name="T2" fmla="*/ 115176 w 635635"/>
                <a:gd name="T3" fmla="*/ 166738 h 652144"/>
                <a:gd name="T4" fmla="*/ 63906 w 635635"/>
                <a:gd name="T5" fmla="*/ 254165 h 652144"/>
                <a:gd name="T6" fmla="*/ 45364 w 635635"/>
                <a:gd name="T7" fmla="*/ 357258 h 652144"/>
                <a:gd name="T8" fmla="*/ 64744 w 635635"/>
                <a:gd name="T9" fmla="*/ 462502 h 652144"/>
                <a:gd name="T10" fmla="*/ 120446 w 635635"/>
                <a:gd name="T11" fmla="*/ 553815 h 652144"/>
                <a:gd name="T12" fmla="*/ 127038 w 635635"/>
                <a:gd name="T13" fmla="*/ 486925 h 652144"/>
                <a:gd name="T14" fmla="*/ 94881 w 635635"/>
                <a:gd name="T15" fmla="*/ 402749 h 652144"/>
                <a:gd name="T16" fmla="*/ 96304 w 635635"/>
                <a:gd name="T17" fmla="*/ 304977 h 652144"/>
                <a:gd name="T18" fmla="*/ 138290 w 635635"/>
                <a:gd name="T19" fmla="*/ 210908 h 652144"/>
                <a:gd name="T20" fmla="*/ 215392 w 635635"/>
                <a:gd name="T21" fmla="*/ 141173 h 652144"/>
                <a:gd name="T22" fmla="*/ 631304 w 635635"/>
                <a:gd name="T23" fmla="*/ 310286 h 652144"/>
                <a:gd name="T24" fmla="*/ 603148 w 635635"/>
                <a:gd name="T25" fmla="*/ 223939 h 652144"/>
                <a:gd name="T26" fmla="*/ 551281 w 635635"/>
                <a:gd name="T27" fmla="*/ 151599 h 652144"/>
                <a:gd name="T28" fmla="*/ 480377 w 635635"/>
                <a:gd name="T29" fmla="*/ 97917 h 652144"/>
                <a:gd name="T30" fmla="*/ 395058 w 635635"/>
                <a:gd name="T31" fmla="*/ 67538 h 652144"/>
                <a:gd name="T32" fmla="*/ 378917 w 635635"/>
                <a:gd name="T33" fmla="*/ 32067 h 652144"/>
                <a:gd name="T34" fmla="*/ 262763 w 635635"/>
                <a:gd name="T35" fmla="*/ 84074 h 652144"/>
                <a:gd name="T36" fmla="*/ 378917 w 635635"/>
                <a:gd name="T37" fmla="*/ 136080 h 652144"/>
                <a:gd name="T38" fmla="*/ 399186 w 635635"/>
                <a:gd name="T39" fmla="*/ 114833 h 652144"/>
                <a:gd name="T40" fmla="*/ 484708 w 635635"/>
                <a:gd name="T41" fmla="*/ 154000 h 652144"/>
                <a:gd name="T42" fmla="*/ 549084 w 635635"/>
                <a:gd name="T43" fmla="*/ 220980 h 652144"/>
                <a:gd name="T44" fmla="*/ 584847 w 635635"/>
                <a:gd name="T45" fmla="*/ 308292 h 652144"/>
                <a:gd name="T46" fmla="*/ 585647 w 635635"/>
                <a:gd name="T47" fmla="*/ 402038 h 652144"/>
                <a:gd name="T48" fmla="*/ 555561 w 635635"/>
                <a:gd name="T49" fmla="*/ 483076 h 652144"/>
                <a:gd name="T50" fmla="*/ 500837 w 635635"/>
                <a:gd name="T51" fmla="*/ 547986 h 652144"/>
                <a:gd name="T52" fmla="*/ 427151 w 635635"/>
                <a:gd name="T53" fmla="*/ 591103 h 652144"/>
                <a:gd name="T54" fmla="*/ 340194 w 635635"/>
                <a:gd name="T55" fmla="*/ 606736 h 652144"/>
                <a:gd name="T56" fmla="*/ 0 w 635635"/>
                <a:gd name="T57" fmla="*/ 652101 h 652144"/>
                <a:gd name="T58" fmla="*/ 387959 w 635635"/>
                <a:gd name="T59" fmla="*/ 648227 h 652144"/>
                <a:gd name="T60" fmla="*/ 475576 w 635635"/>
                <a:gd name="T61" fmla="*/ 619144 h 652144"/>
                <a:gd name="T62" fmla="*/ 548589 w 635635"/>
                <a:gd name="T63" fmla="*/ 565639 h 652144"/>
                <a:gd name="T64" fmla="*/ 602081 w 635635"/>
                <a:gd name="T65" fmla="*/ 492640 h 652144"/>
                <a:gd name="T66" fmla="*/ 631177 w 635635"/>
                <a:gd name="T67" fmla="*/ 405022 h 652144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635635" h="652144">
                  <a:moveTo>
                    <a:pt x="215392" y="141173"/>
                  </a:moveTo>
                  <a:lnTo>
                    <a:pt x="192671" y="101930"/>
                  </a:lnTo>
                  <a:lnTo>
                    <a:pt x="151053" y="131076"/>
                  </a:lnTo>
                  <a:lnTo>
                    <a:pt x="115176" y="166738"/>
                  </a:lnTo>
                  <a:lnTo>
                    <a:pt x="85852" y="208064"/>
                  </a:lnTo>
                  <a:lnTo>
                    <a:pt x="63906" y="254165"/>
                  </a:lnTo>
                  <a:lnTo>
                    <a:pt x="50139" y="304177"/>
                  </a:lnTo>
                  <a:lnTo>
                    <a:pt x="45364" y="357251"/>
                  </a:lnTo>
                  <a:lnTo>
                    <a:pt x="50292" y="411010"/>
                  </a:lnTo>
                  <a:lnTo>
                    <a:pt x="64744" y="462495"/>
                  </a:lnTo>
                  <a:lnTo>
                    <a:pt x="88290" y="510501"/>
                  </a:lnTo>
                  <a:lnTo>
                    <a:pt x="120446" y="553808"/>
                  </a:lnTo>
                  <a:lnTo>
                    <a:pt x="154241" y="523557"/>
                  </a:lnTo>
                  <a:lnTo>
                    <a:pt x="127038" y="486918"/>
                  </a:lnTo>
                  <a:lnTo>
                    <a:pt x="107124" y="446303"/>
                  </a:lnTo>
                  <a:lnTo>
                    <a:pt x="94881" y="402742"/>
                  </a:lnTo>
                  <a:lnTo>
                    <a:pt x="90716" y="357251"/>
                  </a:lnTo>
                  <a:lnTo>
                    <a:pt x="96304" y="304977"/>
                  </a:lnTo>
                  <a:lnTo>
                    <a:pt x="112458" y="255676"/>
                  </a:lnTo>
                  <a:lnTo>
                    <a:pt x="138290" y="210908"/>
                  </a:lnTo>
                  <a:lnTo>
                    <a:pt x="172897" y="172224"/>
                  </a:lnTo>
                  <a:lnTo>
                    <a:pt x="215392" y="141173"/>
                  </a:lnTo>
                  <a:close/>
                </a:path>
                <a:path w="635635" h="652144">
                  <a:moveTo>
                    <a:pt x="635038" y="357251"/>
                  </a:moveTo>
                  <a:lnTo>
                    <a:pt x="631304" y="310286"/>
                  </a:lnTo>
                  <a:lnTo>
                    <a:pt x="620471" y="265645"/>
                  </a:lnTo>
                  <a:lnTo>
                    <a:pt x="603148" y="223939"/>
                  </a:lnTo>
                  <a:lnTo>
                    <a:pt x="579882" y="185724"/>
                  </a:lnTo>
                  <a:lnTo>
                    <a:pt x="551281" y="151599"/>
                  </a:lnTo>
                  <a:lnTo>
                    <a:pt x="517918" y="122135"/>
                  </a:lnTo>
                  <a:lnTo>
                    <a:pt x="480377" y="97917"/>
                  </a:lnTo>
                  <a:lnTo>
                    <a:pt x="439229" y="79527"/>
                  </a:lnTo>
                  <a:lnTo>
                    <a:pt x="395058" y="67538"/>
                  </a:lnTo>
                  <a:lnTo>
                    <a:pt x="348462" y="62534"/>
                  </a:lnTo>
                  <a:lnTo>
                    <a:pt x="378917" y="32067"/>
                  </a:lnTo>
                  <a:lnTo>
                    <a:pt x="346849" y="0"/>
                  </a:lnTo>
                  <a:lnTo>
                    <a:pt x="262763" y="84074"/>
                  </a:lnTo>
                  <a:lnTo>
                    <a:pt x="346837" y="168148"/>
                  </a:lnTo>
                  <a:lnTo>
                    <a:pt x="378917" y="136080"/>
                  </a:lnTo>
                  <a:lnTo>
                    <a:pt x="350850" y="108013"/>
                  </a:lnTo>
                  <a:lnTo>
                    <a:pt x="399186" y="114833"/>
                  </a:lnTo>
                  <a:lnTo>
                    <a:pt x="444119" y="130479"/>
                  </a:lnTo>
                  <a:lnTo>
                    <a:pt x="484708" y="154000"/>
                  </a:lnTo>
                  <a:lnTo>
                    <a:pt x="520001" y="184480"/>
                  </a:lnTo>
                  <a:lnTo>
                    <a:pt x="549084" y="220980"/>
                  </a:lnTo>
                  <a:lnTo>
                    <a:pt x="571004" y="262559"/>
                  </a:lnTo>
                  <a:lnTo>
                    <a:pt x="584847" y="308292"/>
                  </a:lnTo>
                  <a:lnTo>
                    <a:pt x="589673" y="357251"/>
                  </a:lnTo>
                  <a:lnTo>
                    <a:pt x="585647" y="402031"/>
                  </a:lnTo>
                  <a:lnTo>
                    <a:pt x="574040" y="444207"/>
                  </a:lnTo>
                  <a:lnTo>
                    <a:pt x="555561" y="483069"/>
                  </a:lnTo>
                  <a:lnTo>
                    <a:pt x="530923" y="517893"/>
                  </a:lnTo>
                  <a:lnTo>
                    <a:pt x="500837" y="547979"/>
                  </a:lnTo>
                  <a:lnTo>
                    <a:pt x="466013" y="572617"/>
                  </a:lnTo>
                  <a:lnTo>
                    <a:pt x="427151" y="591096"/>
                  </a:lnTo>
                  <a:lnTo>
                    <a:pt x="384975" y="602703"/>
                  </a:lnTo>
                  <a:lnTo>
                    <a:pt x="340194" y="606729"/>
                  </a:lnTo>
                  <a:lnTo>
                    <a:pt x="0" y="606729"/>
                  </a:lnTo>
                  <a:lnTo>
                    <a:pt x="0" y="652094"/>
                  </a:lnTo>
                  <a:lnTo>
                    <a:pt x="340194" y="652094"/>
                  </a:lnTo>
                  <a:lnTo>
                    <a:pt x="387959" y="648220"/>
                  </a:lnTo>
                  <a:lnTo>
                    <a:pt x="433285" y="637032"/>
                  </a:lnTo>
                  <a:lnTo>
                    <a:pt x="475576" y="619137"/>
                  </a:lnTo>
                  <a:lnTo>
                    <a:pt x="514210" y="595134"/>
                  </a:lnTo>
                  <a:lnTo>
                    <a:pt x="548589" y="565632"/>
                  </a:lnTo>
                  <a:lnTo>
                    <a:pt x="578078" y="531266"/>
                  </a:lnTo>
                  <a:lnTo>
                    <a:pt x="602081" y="492633"/>
                  </a:lnTo>
                  <a:lnTo>
                    <a:pt x="619975" y="450342"/>
                  </a:lnTo>
                  <a:lnTo>
                    <a:pt x="631177" y="405015"/>
                  </a:lnTo>
                  <a:lnTo>
                    <a:pt x="635038" y="35725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2308" name="object 32">
            <a:extLst>
              <a:ext uri="{FF2B5EF4-FFF2-40B4-BE49-F238E27FC236}">
                <a16:creationId xmlns="" xmlns:a16="http://schemas.microsoft.com/office/drawing/2014/main" id="{B90E06CC-B831-4F32-93A8-30F84F4472E5}"/>
              </a:ext>
            </a:extLst>
          </p:cNvPr>
          <p:cNvGrpSpPr>
            <a:grpSpLocks/>
          </p:cNvGrpSpPr>
          <p:nvPr/>
        </p:nvGrpSpPr>
        <p:grpSpPr bwMode="auto">
          <a:xfrm>
            <a:off x="8580438" y="2819400"/>
            <a:ext cx="1662112" cy="1619250"/>
            <a:chOff x="4799076" y="2073096"/>
            <a:chExt cx="1189990" cy="1189990"/>
          </a:xfrm>
        </p:grpSpPr>
        <p:pic>
          <p:nvPicPr>
            <p:cNvPr id="12330" name="object 33">
              <a:extLst>
                <a:ext uri="{FF2B5EF4-FFF2-40B4-BE49-F238E27FC236}">
                  <a16:creationId xmlns="" xmlns:a16="http://schemas.microsoft.com/office/drawing/2014/main" id="{5885FCC1-792C-4AF1-A5F1-EB41079B81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9076" y="2073096"/>
              <a:ext cx="1189824" cy="11898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31" name="object 34">
              <a:extLst>
                <a:ext uri="{FF2B5EF4-FFF2-40B4-BE49-F238E27FC236}">
                  <a16:creationId xmlns="" xmlns:a16="http://schemas.microsoft.com/office/drawing/2014/main" id="{A8CF5113-35BD-4806-A012-0B6E81FA0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5099507" y="2458415"/>
              <a:ext cx="441325" cy="504825"/>
            </a:xfrm>
            <a:custGeom>
              <a:avLst/>
              <a:gdLst>
                <a:gd name="T0" fmla="*/ 441121 w 441325"/>
                <a:gd name="T1" fmla="*/ 0 h 504825"/>
                <a:gd name="T2" fmla="*/ 71996 w 441325"/>
                <a:gd name="T3" fmla="*/ 0 h 504825"/>
                <a:gd name="T4" fmla="*/ 71996 w 441325"/>
                <a:gd name="T5" fmla="*/ 39370 h 504825"/>
                <a:gd name="T6" fmla="*/ 71996 w 441325"/>
                <a:gd name="T7" fmla="*/ 73660 h 504825"/>
                <a:gd name="T8" fmla="*/ 71996 w 441325"/>
                <a:gd name="T9" fmla="*/ 113030 h 504825"/>
                <a:gd name="T10" fmla="*/ 111467 w 441325"/>
                <a:gd name="T11" fmla="*/ 113030 h 504825"/>
                <a:gd name="T12" fmla="*/ 115582 w 441325"/>
                <a:gd name="T13" fmla="*/ 138404 h 504825"/>
                <a:gd name="T14" fmla="*/ 136690 w 441325"/>
                <a:gd name="T15" fmla="*/ 179184 h 504825"/>
                <a:gd name="T16" fmla="*/ 168871 w 441325"/>
                <a:gd name="T17" fmla="*/ 211366 h 504825"/>
                <a:gd name="T18" fmla="*/ 175729 w 441325"/>
                <a:gd name="T19" fmla="*/ 214934 h 504825"/>
                <a:gd name="T20" fmla="*/ 158330 w 441325"/>
                <a:gd name="T21" fmla="*/ 220192 h 504825"/>
                <a:gd name="T22" fmla="*/ 114300 w 441325"/>
                <a:gd name="T23" fmla="*/ 243763 h 504825"/>
                <a:gd name="T24" fmla="*/ 75145 w 441325"/>
                <a:gd name="T25" fmla="*/ 275945 h 504825"/>
                <a:gd name="T26" fmla="*/ 42964 w 441325"/>
                <a:gd name="T27" fmla="*/ 315099 h 504825"/>
                <a:gd name="T28" fmla="*/ 19405 w 441325"/>
                <a:gd name="T29" fmla="*/ 359130 h 504825"/>
                <a:gd name="T30" fmla="*/ 4927 w 441325"/>
                <a:gd name="T31" fmla="*/ 406920 h 504825"/>
                <a:gd name="T32" fmla="*/ 0 w 441325"/>
                <a:gd name="T33" fmla="*/ 457365 h 504825"/>
                <a:gd name="T34" fmla="*/ 0 w 441325"/>
                <a:gd name="T35" fmla="*/ 504482 h 504825"/>
                <a:gd name="T36" fmla="*/ 309600 w 441325"/>
                <a:gd name="T37" fmla="*/ 504482 h 504825"/>
                <a:gd name="T38" fmla="*/ 309600 w 441325"/>
                <a:gd name="T39" fmla="*/ 465213 h 504825"/>
                <a:gd name="T40" fmla="*/ 39268 w 441325"/>
                <a:gd name="T41" fmla="*/ 465213 h 504825"/>
                <a:gd name="T42" fmla="*/ 39268 w 441325"/>
                <a:gd name="T43" fmla="*/ 457365 h 504825"/>
                <a:gd name="T44" fmla="*/ 45021 w 441325"/>
                <a:gd name="T45" fmla="*/ 407593 h 504825"/>
                <a:gd name="T46" fmla="*/ 61391 w 441325"/>
                <a:gd name="T47" fmla="*/ 361886 h 504825"/>
                <a:gd name="T48" fmla="*/ 87058 w 441325"/>
                <a:gd name="T49" fmla="*/ 321538 h 504825"/>
                <a:gd name="T50" fmla="*/ 120738 w 441325"/>
                <a:gd name="T51" fmla="*/ 287858 h 504825"/>
                <a:gd name="T52" fmla="*/ 161086 w 441325"/>
                <a:gd name="T53" fmla="*/ 262178 h 504825"/>
                <a:gd name="T54" fmla="*/ 206794 w 441325"/>
                <a:gd name="T55" fmla="*/ 245808 h 504825"/>
                <a:gd name="T56" fmla="*/ 256565 w 441325"/>
                <a:gd name="T57" fmla="*/ 240068 h 504825"/>
                <a:gd name="T58" fmla="*/ 288861 w 441325"/>
                <a:gd name="T59" fmla="*/ 242443 h 504825"/>
                <a:gd name="T60" fmla="*/ 320154 w 441325"/>
                <a:gd name="T61" fmla="*/ 249504 h 504825"/>
                <a:gd name="T62" fmla="*/ 350024 w 441325"/>
                <a:gd name="T63" fmla="*/ 261124 h 504825"/>
                <a:gd name="T64" fmla="*/ 378028 w 441325"/>
                <a:gd name="T65" fmla="*/ 277164 h 504825"/>
                <a:gd name="T66" fmla="*/ 400011 w 441325"/>
                <a:gd name="T67" fmla="*/ 244627 h 504825"/>
                <a:gd name="T68" fmla="*/ 366928 w 441325"/>
                <a:gd name="T69" fmla="*/ 225679 h 504825"/>
                <a:gd name="T70" fmla="*/ 338175 w 441325"/>
                <a:gd name="T71" fmla="*/ 214503 h 504825"/>
                <a:gd name="T72" fmla="*/ 344233 w 441325"/>
                <a:gd name="T73" fmla="*/ 211366 h 504825"/>
                <a:gd name="T74" fmla="*/ 376415 w 441325"/>
                <a:gd name="T75" fmla="*/ 179184 h 504825"/>
                <a:gd name="T76" fmla="*/ 397535 w 441325"/>
                <a:gd name="T77" fmla="*/ 138404 h 504825"/>
                <a:gd name="T78" fmla="*/ 401624 w 441325"/>
                <a:gd name="T79" fmla="*/ 113030 h 504825"/>
                <a:gd name="T80" fmla="*/ 441121 w 441325"/>
                <a:gd name="T81" fmla="*/ 113030 h 504825"/>
                <a:gd name="T82" fmla="*/ 441121 w 441325"/>
                <a:gd name="T83" fmla="*/ 73660 h 504825"/>
                <a:gd name="T84" fmla="*/ 361492 w 441325"/>
                <a:gd name="T85" fmla="*/ 73660 h 504825"/>
                <a:gd name="T86" fmla="*/ 361492 w 441325"/>
                <a:gd name="T87" fmla="*/ 113030 h 504825"/>
                <a:gd name="T88" fmla="*/ 357251 w 441325"/>
                <a:gd name="T89" fmla="*/ 134010 h 504825"/>
                <a:gd name="T90" fmla="*/ 333806 w 441325"/>
                <a:gd name="T91" fmla="*/ 168744 h 504825"/>
                <a:gd name="T92" fmla="*/ 299059 w 441325"/>
                <a:gd name="T93" fmla="*/ 192201 h 504825"/>
                <a:gd name="T94" fmla="*/ 256565 w 441325"/>
                <a:gd name="T95" fmla="*/ 200799 h 504825"/>
                <a:gd name="T96" fmla="*/ 214058 w 441325"/>
                <a:gd name="T97" fmla="*/ 192201 h 504825"/>
                <a:gd name="T98" fmla="*/ 179311 w 441325"/>
                <a:gd name="T99" fmla="*/ 168744 h 504825"/>
                <a:gd name="T100" fmla="*/ 155867 w 441325"/>
                <a:gd name="T101" fmla="*/ 134010 h 504825"/>
                <a:gd name="T102" fmla="*/ 151612 w 441325"/>
                <a:gd name="T103" fmla="*/ 113030 h 504825"/>
                <a:gd name="T104" fmla="*/ 361492 w 441325"/>
                <a:gd name="T105" fmla="*/ 113030 h 504825"/>
                <a:gd name="T106" fmla="*/ 361492 w 441325"/>
                <a:gd name="T107" fmla="*/ 73660 h 504825"/>
                <a:gd name="T108" fmla="*/ 111264 w 441325"/>
                <a:gd name="T109" fmla="*/ 73660 h 504825"/>
                <a:gd name="T110" fmla="*/ 111264 w 441325"/>
                <a:gd name="T111" fmla="*/ 39370 h 504825"/>
                <a:gd name="T112" fmla="*/ 401853 w 441325"/>
                <a:gd name="T113" fmla="*/ 39370 h 504825"/>
                <a:gd name="T114" fmla="*/ 401853 w 441325"/>
                <a:gd name="T115" fmla="*/ 73164 h 504825"/>
                <a:gd name="T116" fmla="*/ 441121 w 441325"/>
                <a:gd name="T117" fmla="*/ 73164 h 504825"/>
                <a:gd name="T118" fmla="*/ 441121 w 441325"/>
                <a:gd name="T119" fmla="*/ 39370 h 504825"/>
                <a:gd name="T120" fmla="*/ 441121 w 441325"/>
                <a:gd name="T121" fmla="*/ 38811 h 504825"/>
                <a:gd name="T122" fmla="*/ 441121 w 441325"/>
                <a:gd name="T123" fmla="*/ 0 h 50482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41325" h="504825">
                  <a:moveTo>
                    <a:pt x="441121" y="0"/>
                  </a:moveTo>
                  <a:lnTo>
                    <a:pt x="71996" y="0"/>
                  </a:lnTo>
                  <a:lnTo>
                    <a:pt x="71996" y="39370"/>
                  </a:lnTo>
                  <a:lnTo>
                    <a:pt x="71996" y="73660"/>
                  </a:lnTo>
                  <a:lnTo>
                    <a:pt x="71996" y="113030"/>
                  </a:lnTo>
                  <a:lnTo>
                    <a:pt x="111467" y="113030"/>
                  </a:lnTo>
                  <a:lnTo>
                    <a:pt x="115582" y="138404"/>
                  </a:lnTo>
                  <a:lnTo>
                    <a:pt x="136690" y="179184"/>
                  </a:lnTo>
                  <a:lnTo>
                    <a:pt x="168871" y="211366"/>
                  </a:lnTo>
                  <a:lnTo>
                    <a:pt x="175729" y="214934"/>
                  </a:lnTo>
                  <a:lnTo>
                    <a:pt x="158330" y="220192"/>
                  </a:lnTo>
                  <a:lnTo>
                    <a:pt x="114300" y="243763"/>
                  </a:lnTo>
                  <a:lnTo>
                    <a:pt x="75145" y="275945"/>
                  </a:lnTo>
                  <a:lnTo>
                    <a:pt x="42964" y="315099"/>
                  </a:lnTo>
                  <a:lnTo>
                    <a:pt x="19405" y="359130"/>
                  </a:lnTo>
                  <a:lnTo>
                    <a:pt x="4927" y="406920"/>
                  </a:lnTo>
                  <a:lnTo>
                    <a:pt x="0" y="457365"/>
                  </a:lnTo>
                  <a:lnTo>
                    <a:pt x="0" y="504482"/>
                  </a:lnTo>
                  <a:lnTo>
                    <a:pt x="309600" y="504482"/>
                  </a:lnTo>
                  <a:lnTo>
                    <a:pt x="309600" y="465213"/>
                  </a:lnTo>
                  <a:lnTo>
                    <a:pt x="39268" y="465213"/>
                  </a:lnTo>
                  <a:lnTo>
                    <a:pt x="39268" y="457365"/>
                  </a:lnTo>
                  <a:lnTo>
                    <a:pt x="45021" y="407593"/>
                  </a:lnTo>
                  <a:lnTo>
                    <a:pt x="61391" y="361886"/>
                  </a:lnTo>
                  <a:lnTo>
                    <a:pt x="87058" y="321538"/>
                  </a:lnTo>
                  <a:lnTo>
                    <a:pt x="120738" y="287858"/>
                  </a:lnTo>
                  <a:lnTo>
                    <a:pt x="161086" y="262178"/>
                  </a:lnTo>
                  <a:lnTo>
                    <a:pt x="206794" y="245808"/>
                  </a:lnTo>
                  <a:lnTo>
                    <a:pt x="256565" y="240068"/>
                  </a:lnTo>
                  <a:lnTo>
                    <a:pt x="288861" y="242443"/>
                  </a:lnTo>
                  <a:lnTo>
                    <a:pt x="320154" y="249504"/>
                  </a:lnTo>
                  <a:lnTo>
                    <a:pt x="350024" y="261124"/>
                  </a:lnTo>
                  <a:lnTo>
                    <a:pt x="378028" y="277164"/>
                  </a:lnTo>
                  <a:lnTo>
                    <a:pt x="400011" y="244627"/>
                  </a:lnTo>
                  <a:lnTo>
                    <a:pt x="366928" y="225679"/>
                  </a:lnTo>
                  <a:lnTo>
                    <a:pt x="338175" y="214503"/>
                  </a:lnTo>
                  <a:lnTo>
                    <a:pt x="344233" y="211366"/>
                  </a:lnTo>
                  <a:lnTo>
                    <a:pt x="376415" y="179184"/>
                  </a:lnTo>
                  <a:lnTo>
                    <a:pt x="397535" y="138404"/>
                  </a:lnTo>
                  <a:lnTo>
                    <a:pt x="401624" y="113030"/>
                  </a:lnTo>
                  <a:lnTo>
                    <a:pt x="441121" y="113030"/>
                  </a:lnTo>
                  <a:lnTo>
                    <a:pt x="441121" y="73660"/>
                  </a:lnTo>
                  <a:lnTo>
                    <a:pt x="361492" y="73660"/>
                  </a:lnTo>
                  <a:lnTo>
                    <a:pt x="361492" y="113030"/>
                  </a:lnTo>
                  <a:lnTo>
                    <a:pt x="357251" y="134010"/>
                  </a:lnTo>
                  <a:lnTo>
                    <a:pt x="333806" y="168744"/>
                  </a:lnTo>
                  <a:lnTo>
                    <a:pt x="299059" y="192201"/>
                  </a:lnTo>
                  <a:lnTo>
                    <a:pt x="256565" y="200799"/>
                  </a:lnTo>
                  <a:lnTo>
                    <a:pt x="214058" y="192201"/>
                  </a:lnTo>
                  <a:lnTo>
                    <a:pt x="179311" y="168744"/>
                  </a:lnTo>
                  <a:lnTo>
                    <a:pt x="155867" y="134010"/>
                  </a:lnTo>
                  <a:lnTo>
                    <a:pt x="151612" y="113030"/>
                  </a:lnTo>
                  <a:lnTo>
                    <a:pt x="361492" y="113030"/>
                  </a:lnTo>
                  <a:lnTo>
                    <a:pt x="361492" y="73660"/>
                  </a:lnTo>
                  <a:lnTo>
                    <a:pt x="111264" y="73660"/>
                  </a:lnTo>
                  <a:lnTo>
                    <a:pt x="111264" y="39370"/>
                  </a:lnTo>
                  <a:lnTo>
                    <a:pt x="401853" y="39370"/>
                  </a:lnTo>
                  <a:lnTo>
                    <a:pt x="401853" y="73164"/>
                  </a:lnTo>
                  <a:lnTo>
                    <a:pt x="441121" y="73164"/>
                  </a:lnTo>
                  <a:lnTo>
                    <a:pt x="441121" y="39370"/>
                  </a:lnTo>
                  <a:lnTo>
                    <a:pt x="441121" y="38811"/>
                  </a:lnTo>
                  <a:lnTo>
                    <a:pt x="4411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32" name="object 35">
              <a:extLst>
                <a:ext uri="{FF2B5EF4-FFF2-40B4-BE49-F238E27FC236}">
                  <a16:creationId xmlns="" xmlns:a16="http://schemas.microsoft.com/office/drawing/2014/main" id="{640FBE62-FFA3-4CC9-94B8-7FC7649B8C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006" y="2293400"/>
              <a:ext cx="310130" cy="1845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33" name="object 36">
              <a:extLst>
                <a:ext uri="{FF2B5EF4-FFF2-40B4-BE49-F238E27FC236}">
                  <a16:creationId xmlns="" xmlns:a16="http://schemas.microsoft.com/office/drawing/2014/main" id="{7E846DE7-F9F3-46BD-A374-871199C5A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71948" y="2595092"/>
              <a:ext cx="596900" cy="367665"/>
            </a:xfrm>
            <a:custGeom>
              <a:avLst/>
              <a:gdLst>
                <a:gd name="T0" fmla="*/ 0 w 596900"/>
                <a:gd name="T1" fmla="*/ 150317 h 367664"/>
                <a:gd name="T2" fmla="*/ 39268 w 596900"/>
                <a:gd name="T3" fmla="*/ 348025 h 367664"/>
                <a:gd name="T4" fmla="*/ 99034 w 596900"/>
                <a:gd name="T5" fmla="*/ 287814 h 367664"/>
                <a:gd name="T6" fmla="*/ 93167 w 596900"/>
                <a:gd name="T7" fmla="*/ 274009 h 367664"/>
                <a:gd name="T8" fmla="*/ 79400 w 596900"/>
                <a:gd name="T9" fmla="*/ 268180 h 367664"/>
                <a:gd name="T10" fmla="*/ 65557 w 596900"/>
                <a:gd name="T11" fmla="*/ 274022 h 367664"/>
                <a:gd name="T12" fmla="*/ 59766 w 596900"/>
                <a:gd name="T13" fmla="*/ 287814 h 367664"/>
                <a:gd name="T14" fmla="*/ 65633 w 596900"/>
                <a:gd name="T15" fmla="*/ 301632 h 367664"/>
                <a:gd name="T16" fmla="*/ 79400 w 596900"/>
                <a:gd name="T17" fmla="*/ 307448 h 367664"/>
                <a:gd name="T18" fmla="*/ 93243 w 596900"/>
                <a:gd name="T19" fmla="*/ 301606 h 367664"/>
                <a:gd name="T20" fmla="*/ 99034 w 596900"/>
                <a:gd name="T21" fmla="*/ 287814 h 367664"/>
                <a:gd name="T22" fmla="*/ 371411 w 596900"/>
                <a:gd name="T23" fmla="*/ 257436 h 367664"/>
                <a:gd name="T24" fmla="*/ 410679 w 596900"/>
                <a:gd name="T25" fmla="*/ 293694 h 367664"/>
                <a:gd name="T26" fmla="*/ 410679 w 596900"/>
                <a:gd name="T27" fmla="*/ 129235 h 367664"/>
                <a:gd name="T28" fmla="*/ 371411 w 596900"/>
                <a:gd name="T29" fmla="*/ 228810 h 367664"/>
                <a:gd name="T30" fmla="*/ 410679 w 596900"/>
                <a:gd name="T31" fmla="*/ 129235 h 367664"/>
                <a:gd name="T32" fmla="*/ 595058 w 596900"/>
                <a:gd name="T33" fmla="*/ 312985 h 367664"/>
                <a:gd name="T34" fmla="*/ 557618 w 596900"/>
                <a:gd name="T35" fmla="*/ 245193 h 367664"/>
                <a:gd name="T36" fmla="*/ 557174 w 596900"/>
                <a:gd name="T37" fmla="*/ 325177 h 367664"/>
                <a:gd name="T38" fmla="*/ 555040 w 596900"/>
                <a:gd name="T39" fmla="*/ 328162 h 367664"/>
                <a:gd name="T40" fmla="*/ 225971 w 596900"/>
                <a:gd name="T41" fmla="*/ 327044 h 367664"/>
                <a:gd name="T42" fmla="*/ 224561 w 596900"/>
                <a:gd name="T43" fmla="*/ 324072 h 367664"/>
                <a:gd name="T44" fmla="*/ 388467 w 596900"/>
                <a:gd name="T45" fmla="*/ 39624 h 367664"/>
                <a:gd name="T46" fmla="*/ 392112 w 596900"/>
                <a:gd name="T47" fmla="*/ 39268 h 367664"/>
                <a:gd name="T48" fmla="*/ 557618 w 596900"/>
                <a:gd name="T49" fmla="*/ 323704 h 367664"/>
                <a:gd name="T50" fmla="*/ 438746 w 596900"/>
                <a:gd name="T51" fmla="*/ 39268 h 367664"/>
                <a:gd name="T52" fmla="*/ 391033 w 596900"/>
                <a:gd name="T53" fmla="*/ 0 h 367664"/>
                <a:gd name="T54" fmla="*/ 369316 w 596900"/>
                <a:gd name="T55" fmla="*/ 5753 h 367664"/>
                <a:gd name="T56" fmla="*/ 353479 w 596900"/>
                <a:gd name="T57" fmla="*/ 21678 h 367664"/>
                <a:gd name="T58" fmla="*/ 111277 w 596900"/>
                <a:gd name="T59" fmla="*/ 202254 h 367664"/>
                <a:gd name="T60" fmla="*/ 72009 w 596900"/>
                <a:gd name="T61" fmla="*/ 101917 h 367664"/>
                <a:gd name="T62" fmla="*/ 72009 w 596900"/>
                <a:gd name="T63" fmla="*/ 241624 h 367664"/>
                <a:gd name="T64" fmla="*/ 191414 w 596900"/>
                <a:gd name="T65" fmla="*/ 302381 h 367664"/>
                <a:gd name="T66" fmla="*/ 185585 w 596900"/>
                <a:gd name="T67" fmla="*/ 323704 h 367664"/>
                <a:gd name="T68" fmla="*/ 187020 w 596900"/>
                <a:gd name="T69" fmla="*/ 335160 h 367664"/>
                <a:gd name="T70" fmla="*/ 228968 w 596900"/>
                <a:gd name="T71" fmla="*/ 367430 h 367664"/>
                <a:gd name="T72" fmla="*/ 590638 w 596900"/>
                <a:gd name="T73" fmla="*/ 345751 h 367664"/>
                <a:gd name="T74" fmla="*/ 596531 w 596900"/>
                <a:gd name="T75" fmla="*/ 324072 h 367664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</a:gdLst>
              <a:ahLst/>
              <a:cxnLst>
                <a:cxn ang="T76">
                  <a:pos x="T0" y="T1"/>
                </a:cxn>
                <a:cxn ang="T77">
                  <a:pos x="T2" y="T3"/>
                </a:cxn>
                <a:cxn ang="T78">
                  <a:pos x="T4" y="T5"/>
                </a:cxn>
                <a:cxn ang="T79">
                  <a:pos x="T6" y="T7"/>
                </a:cxn>
                <a:cxn ang="T80">
                  <a:pos x="T8" y="T9"/>
                </a:cxn>
                <a:cxn ang="T81">
                  <a:pos x="T10" y="T11"/>
                </a:cxn>
                <a:cxn ang="T82">
                  <a:pos x="T12" y="T13"/>
                </a:cxn>
                <a:cxn ang="T83">
                  <a:pos x="T14" y="T15"/>
                </a:cxn>
                <a:cxn ang="T84">
                  <a:pos x="T16" y="T17"/>
                </a:cxn>
                <a:cxn ang="T85">
                  <a:pos x="T18" y="T19"/>
                </a:cxn>
                <a:cxn ang="T86">
                  <a:pos x="T20" y="T21"/>
                </a:cxn>
                <a:cxn ang="T87">
                  <a:pos x="T22" y="T23"/>
                </a:cxn>
                <a:cxn ang="T88">
                  <a:pos x="T24" y="T25"/>
                </a:cxn>
                <a:cxn ang="T89">
                  <a:pos x="T26" y="T27"/>
                </a:cxn>
                <a:cxn ang="T90">
                  <a:pos x="T28" y="T29"/>
                </a:cxn>
                <a:cxn ang="T91">
                  <a:pos x="T30" y="T31"/>
                </a:cxn>
                <a:cxn ang="T92">
                  <a:pos x="T32" y="T33"/>
                </a:cxn>
                <a:cxn ang="T93">
                  <a:pos x="T34" y="T35"/>
                </a:cxn>
                <a:cxn ang="T94">
                  <a:pos x="T36" y="T37"/>
                </a:cxn>
                <a:cxn ang="T95">
                  <a:pos x="T38" y="T39"/>
                </a:cxn>
                <a:cxn ang="T96">
                  <a:pos x="T40" y="T41"/>
                </a:cxn>
                <a:cxn ang="T97">
                  <a:pos x="T42" y="T43"/>
                </a:cxn>
                <a:cxn ang="T98">
                  <a:pos x="T44" y="T45"/>
                </a:cxn>
                <a:cxn ang="T99">
                  <a:pos x="T46" y="T47"/>
                </a:cxn>
                <a:cxn ang="T100">
                  <a:pos x="T48" y="T49"/>
                </a:cxn>
                <a:cxn ang="T101">
                  <a:pos x="T50" y="T51"/>
                </a:cxn>
                <a:cxn ang="T102">
                  <a:pos x="T52" y="T53"/>
                </a:cxn>
                <a:cxn ang="T103">
                  <a:pos x="T54" y="T55"/>
                </a:cxn>
                <a:cxn ang="T104">
                  <a:pos x="T56" y="T57"/>
                </a:cxn>
                <a:cxn ang="T105">
                  <a:pos x="T58" y="T59"/>
                </a:cxn>
                <a:cxn ang="T106">
                  <a:pos x="T60" y="T61"/>
                </a:cxn>
                <a:cxn ang="T107">
                  <a:pos x="T62" y="T63"/>
                </a:cxn>
                <a:cxn ang="T108">
                  <a:pos x="T64" y="T65"/>
                </a:cxn>
                <a:cxn ang="T109">
                  <a:pos x="T66" y="T67"/>
                </a:cxn>
                <a:cxn ang="T110">
                  <a:pos x="T68" y="T69"/>
                </a:cxn>
                <a:cxn ang="T111">
                  <a:pos x="T70" y="T71"/>
                </a:cxn>
                <a:cxn ang="T112">
                  <a:pos x="T72" y="T73"/>
                </a:cxn>
                <a:cxn ang="T113">
                  <a:pos x="T74" y="T75"/>
                </a:cxn>
              </a:cxnLst>
              <a:rect l="0" t="0" r="r" b="b"/>
              <a:pathLst>
                <a:path w="596900" h="367664">
                  <a:moveTo>
                    <a:pt x="39268" y="150317"/>
                  </a:moveTo>
                  <a:lnTo>
                    <a:pt x="0" y="150317"/>
                  </a:lnTo>
                  <a:lnTo>
                    <a:pt x="0" y="348018"/>
                  </a:lnTo>
                  <a:lnTo>
                    <a:pt x="39268" y="348018"/>
                  </a:lnTo>
                  <a:lnTo>
                    <a:pt x="39268" y="150317"/>
                  </a:lnTo>
                  <a:close/>
                </a:path>
                <a:path w="596900" h="367664">
                  <a:moveTo>
                    <a:pt x="99034" y="287807"/>
                  </a:moveTo>
                  <a:lnTo>
                    <a:pt x="97320" y="280250"/>
                  </a:lnTo>
                  <a:lnTo>
                    <a:pt x="93167" y="274002"/>
                  </a:lnTo>
                  <a:lnTo>
                    <a:pt x="87045" y="269748"/>
                  </a:lnTo>
                  <a:lnTo>
                    <a:pt x="79400" y="268173"/>
                  </a:lnTo>
                  <a:lnTo>
                    <a:pt x="71932" y="269748"/>
                  </a:lnTo>
                  <a:lnTo>
                    <a:pt x="65557" y="274015"/>
                  </a:lnTo>
                  <a:lnTo>
                    <a:pt x="61188" y="280263"/>
                  </a:lnTo>
                  <a:lnTo>
                    <a:pt x="59766" y="287807"/>
                  </a:lnTo>
                  <a:lnTo>
                    <a:pt x="61493" y="295363"/>
                  </a:lnTo>
                  <a:lnTo>
                    <a:pt x="65633" y="301625"/>
                  </a:lnTo>
                  <a:lnTo>
                    <a:pt x="71755" y="305879"/>
                  </a:lnTo>
                  <a:lnTo>
                    <a:pt x="79400" y="307441"/>
                  </a:lnTo>
                  <a:lnTo>
                    <a:pt x="86868" y="305866"/>
                  </a:lnTo>
                  <a:lnTo>
                    <a:pt x="93243" y="301599"/>
                  </a:lnTo>
                  <a:lnTo>
                    <a:pt x="97612" y="295351"/>
                  </a:lnTo>
                  <a:lnTo>
                    <a:pt x="99034" y="287807"/>
                  </a:lnTo>
                  <a:close/>
                </a:path>
                <a:path w="596900" h="367664">
                  <a:moveTo>
                    <a:pt x="410679" y="257429"/>
                  </a:moveTo>
                  <a:lnTo>
                    <a:pt x="371411" y="257429"/>
                  </a:lnTo>
                  <a:lnTo>
                    <a:pt x="371411" y="293687"/>
                  </a:lnTo>
                  <a:lnTo>
                    <a:pt x="410679" y="293687"/>
                  </a:lnTo>
                  <a:lnTo>
                    <a:pt x="410679" y="257429"/>
                  </a:lnTo>
                  <a:close/>
                </a:path>
                <a:path w="596900" h="367664">
                  <a:moveTo>
                    <a:pt x="410679" y="129235"/>
                  </a:moveTo>
                  <a:lnTo>
                    <a:pt x="371411" y="129235"/>
                  </a:lnTo>
                  <a:lnTo>
                    <a:pt x="371411" y="228803"/>
                  </a:lnTo>
                  <a:lnTo>
                    <a:pt x="410679" y="228803"/>
                  </a:lnTo>
                  <a:lnTo>
                    <a:pt x="410679" y="129235"/>
                  </a:lnTo>
                  <a:close/>
                </a:path>
                <a:path w="596900" h="367664">
                  <a:moveTo>
                    <a:pt x="596531" y="324065"/>
                  </a:moveTo>
                  <a:lnTo>
                    <a:pt x="595058" y="312978"/>
                  </a:lnTo>
                  <a:lnTo>
                    <a:pt x="590638" y="302374"/>
                  </a:lnTo>
                  <a:lnTo>
                    <a:pt x="557618" y="245186"/>
                  </a:lnTo>
                  <a:lnTo>
                    <a:pt x="557618" y="323697"/>
                  </a:lnTo>
                  <a:lnTo>
                    <a:pt x="557174" y="325170"/>
                  </a:lnTo>
                  <a:lnTo>
                    <a:pt x="556094" y="327037"/>
                  </a:lnTo>
                  <a:lnTo>
                    <a:pt x="555040" y="328155"/>
                  </a:lnTo>
                  <a:lnTo>
                    <a:pt x="227025" y="328155"/>
                  </a:lnTo>
                  <a:lnTo>
                    <a:pt x="225971" y="327037"/>
                  </a:lnTo>
                  <a:lnTo>
                    <a:pt x="224891" y="325170"/>
                  </a:lnTo>
                  <a:lnTo>
                    <a:pt x="224561" y="324065"/>
                  </a:lnTo>
                  <a:lnTo>
                    <a:pt x="224447" y="323697"/>
                  </a:lnTo>
                  <a:lnTo>
                    <a:pt x="388467" y="39624"/>
                  </a:lnTo>
                  <a:lnTo>
                    <a:pt x="389953" y="39268"/>
                  </a:lnTo>
                  <a:lnTo>
                    <a:pt x="392112" y="39268"/>
                  </a:lnTo>
                  <a:lnTo>
                    <a:pt x="393598" y="39624"/>
                  </a:lnTo>
                  <a:lnTo>
                    <a:pt x="557618" y="323697"/>
                  </a:lnTo>
                  <a:lnTo>
                    <a:pt x="557618" y="245186"/>
                  </a:lnTo>
                  <a:lnTo>
                    <a:pt x="438746" y="39268"/>
                  </a:lnTo>
                  <a:lnTo>
                    <a:pt x="412750" y="5753"/>
                  </a:lnTo>
                  <a:lnTo>
                    <a:pt x="391033" y="0"/>
                  </a:lnTo>
                  <a:lnTo>
                    <a:pt x="379653" y="1485"/>
                  </a:lnTo>
                  <a:lnTo>
                    <a:pt x="369316" y="5753"/>
                  </a:lnTo>
                  <a:lnTo>
                    <a:pt x="360451" y="12573"/>
                  </a:lnTo>
                  <a:lnTo>
                    <a:pt x="353479" y="21678"/>
                  </a:lnTo>
                  <a:lnTo>
                    <a:pt x="249212" y="202247"/>
                  </a:lnTo>
                  <a:lnTo>
                    <a:pt x="111277" y="202247"/>
                  </a:lnTo>
                  <a:lnTo>
                    <a:pt x="111277" y="101917"/>
                  </a:lnTo>
                  <a:lnTo>
                    <a:pt x="72009" y="101917"/>
                  </a:lnTo>
                  <a:lnTo>
                    <a:pt x="72009" y="202247"/>
                  </a:lnTo>
                  <a:lnTo>
                    <a:pt x="72009" y="241617"/>
                  </a:lnTo>
                  <a:lnTo>
                    <a:pt x="226491" y="241617"/>
                  </a:lnTo>
                  <a:lnTo>
                    <a:pt x="191414" y="302374"/>
                  </a:lnTo>
                  <a:lnTo>
                    <a:pt x="187007" y="312978"/>
                  </a:lnTo>
                  <a:lnTo>
                    <a:pt x="185585" y="323697"/>
                  </a:lnTo>
                  <a:lnTo>
                    <a:pt x="185547" y="324065"/>
                  </a:lnTo>
                  <a:lnTo>
                    <a:pt x="187020" y="335153"/>
                  </a:lnTo>
                  <a:lnTo>
                    <a:pt x="217589" y="365950"/>
                  </a:lnTo>
                  <a:lnTo>
                    <a:pt x="228968" y="367423"/>
                  </a:lnTo>
                  <a:lnTo>
                    <a:pt x="553097" y="367423"/>
                  </a:lnTo>
                  <a:lnTo>
                    <a:pt x="590638" y="345744"/>
                  </a:lnTo>
                  <a:lnTo>
                    <a:pt x="595985" y="328155"/>
                  </a:lnTo>
                  <a:lnTo>
                    <a:pt x="596531" y="32406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2309" name="object 37">
            <a:extLst>
              <a:ext uri="{FF2B5EF4-FFF2-40B4-BE49-F238E27FC236}">
                <a16:creationId xmlns="" xmlns:a16="http://schemas.microsoft.com/office/drawing/2014/main" id="{727348F3-FEB6-4F96-A23A-F3AC696E56B6}"/>
              </a:ext>
            </a:extLst>
          </p:cNvPr>
          <p:cNvGrpSpPr>
            <a:grpSpLocks/>
          </p:cNvGrpSpPr>
          <p:nvPr/>
        </p:nvGrpSpPr>
        <p:grpSpPr bwMode="auto">
          <a:xfrm>
            <a:off x="12011025" y="2819400"/>
            <a:ext cx="1662113" cy="1619250"/>
            <a:chOff x="6804952" y="2073097"/>
            <a:chExt cx="1189990" cy="1189990"/>
          </a:xfrm>
        </p:grpSpPr>
        <p:pic>
          <p:nvPicPr>
            <p:cNvPr id="12322" name="object 38">
              <a:extLst>
                <a:ext uri="{FF2B5EF4-FFF2-40B4-BE49-F238E27FC236}">
                  <a16:creationId xmlns="" xmlns:a16="http://schemas.microsoft.com/office/drawing/2014/main" id="{68922E79-3851-4817-B7F2-B75F72B4FC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04952" y="2073097"/>
              <a:ext cx="1189812" cy="11898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23" name="object 39">
              <a:extLst>
                <a:ext uri="{FF2B5EF4-FFF2-40B4-BE49-F238E27FC236}">
                  <a16:creationId xmlns="" xmlns:a16="http://schemas.microsoft.com/office/drawing/2014/main" id="{4954C92B-FD61-49EF-8513-075635E0B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192415" y="2460561"/>
              <a:ext cx="415290" cy="415290"/>
            </a:xfrm>
            <a:custGeom>
              <a:avLst/>
              <a:gdLst>
                <a:gd name="T0" fmla="*/ 143497 w 415290"/>
                <a:gd name="T1" fmla="*/ 360636 h 415289"/>
                <a:gd name="T2" fmla="*/ 269684 w 415290"/>
                <a:gd name="T3" fmla="*/ 414903 h 415289"/>
                <a:gd name="T4" fmla="*/ 186702 w 415290"/>
                <a:gd name="T5" fmla="*/ 360267 h 415289"/>
                <a:gd name="T6" fmla="*/ 54635 w 415290"/>
                <a:gd name="T7" fmla="*/ 142646 h 415289"/>
                <a:gd name="T8" fmla="*/ 0 w 415290"/>
                <a:gd name="T9" fmla="*/ 145211 h 415289"/>
                <a:gd name="T10" fmla="*/ 54635 w 415290"/>
                <a:gd name="T11" fmla="*/ 272256 h 415289"/>
                <a:gd name="T12" fmla="*/ 142646 w 415290"/>
                <a:gd name="T13" fmla="*/ 360267 h 415289"/>
                <a:gd name="T14" fmla="*/ 104762 w 415290"/>
                <a:gd name="T15" fmla="*/ 339477 h 415289"/>
                <a:gd name="T16" fmla="*/ 97929 w 415290"/>
                <a:gd name="T17" fmla="*/ 266656 h 415289"/>
                <a:gd name="T18" fmla="*/ 41490 w 415290"/>
                <a:gd name="T19" fmla="*/ 186702 h 415289"/>
                <a:gd name="T20" fmla="*/ 105288 w 415290"/>
                <a:gd name="T21" fmla="*/ 134645 h 415289"/>
                <a:gd name="T22" fmla="*/ 186702 w 415290"/>
                <a:gd name="T23" fmla="*/ 75425 h 415289"/>
                <a:gd name="T24" fmla="*/ 104762 w 415290"/>
                <a:gd name="T25" fmla="*/ 16751 h 415289"/>
                <a:gd name="T26" fmla="*/ 310134 w 415290"/>
                <a:gd name="T27" fmla="*/ 398151 h 415289"/>
                <a:gd name="T28" fmla="*/ 243014 w 415290"/>
                <a:gd name="T29" fmla="*/ 326765 h 415289"/>
                <a:gd name="T30" fmla="*/ 269684 w 415290"/>
                <a:gd name="T31" fmla="*/ 373412 h 415289"/>
                <a:gd name="T32" fmla="*/ 272249 w 415290"/>
                <a:gd name="T33" fmla="*/ 360267 h 415289"/>
                <a:gd name="T34" fmla="*/ 310134 w 415290"/>
                <a:gd name="T35" fmla="*/ 339477 h 415289"/>
                <a:gd name="T36" fmla="*/ 104762 w 415290"/>
                <a:gd name="T37" fmla="*/ 339477 h 415289"/>
                <a:gd name="T38" fmla="*/ 171881 w 415290"/>
                <a:gd name="T39" fmla="*/ 326765 h 415289"/>
                <a:gd name="T40" fmla="*/ 153946 w 415290"/>
                <a:gd name="T41" fmla="*/ 319869 h 415289"/>
                <a:gd name="T42" fmla="*/ 368808 w 415290"/>
                <a:gd name="T43" fmla="*/ 75425 h 415289"/>
                <a:gd name="T44" fmla="*/ 309600 w 415290"/>
                <a:gd name="T45" fmla="*/ 134645 h 415289"/>
                <a:gd name="T46" fmla="*/ 373405 w 415290"/>
                <a:gd name="T47" fmla="*/ 186702 h 415289"/>
                <a:gd name="T48" fmla="*/ 326758 w 415290"/>
                <a:gd name="T49" fmla="*/ 243021 h 415289"/>
                <a:gd name="T50" fmla="*/ 310134 w 415290"/>
                <a:gd name="T51" fmla="*/ 339477 h 415289"/>
                <a:gd name="T52" fmla="*/ 360260 w 415290"/>
                <a:gd name="T53" fmla="*/ 272256 h 415289"/>
                <a:gd name="T54" fmla="*/ 414896 w 415290"/>
                <a:gd name="T55" fmla="*/ 269691 h 415289"/>
                <a:gd name="T56" fmla="*/ 360984 w 415290"/>
                <a:gd name="T57" fmla="*/ 144348 h 415289"/>
                <a:gd name="T58" fmla="*/ 368808 w 415290"/>
                <a:gd name="T59" fmla="*/ 75425 h 415289"/>
                <a:gd name="T60" fmla="*/ 134645 w 415290"/>
                <a:gd name="T61" fmla="*/ 105295 h 415289"/>
                <a:gd name="T62" fmla="*/ 159792 w 415290"/>
                <a:gd name="T63" fmla="*/ 92429 h 415289"/>
                <a:gd name="T64" fmla="*/ 186702 w 415290"/>
                <a:gd name="T65" fmla="*/ 83731 h 415289"/>
                <a:gd name="T66" fmla="*/ 228193 w 415290"/>
                <a:gd name="T67" fmla="*/ 41490 h 415289"/>
                <a:gd name="T68" fmla="*/ 249116 w 415290"/>
                <a:gd name="T69" fmla="*/ 90126 h 415289"/>
                <a:gd name="T70" fmla="*/ 266649 w 415290"/>
                <a:gd name="T71" fmla="*/ 97929 h 415289"/>
                <a:gd name="T72" fmla="*/ 368808 w 415290"/>
                <a:gd name="T73" fmla="*/ 75425 h 415289"/>
                <a:gd name="T74" fmla="*/ 271399 w 415290"/>
                <a:gd name="T75" fmla="*/ 54267 h 415289"/>
                <a:gd name="T76" fmla="*/ 269684 w 415290"/>
                <a:gd name="T77" fmla="*/ 0 h 415289"/>
                <a:gd name="T78" fmla="*/ 142646 w 415290"/>
                <a:gd name="T79" fmla="*/ 54635 h 415289"/>
                <a:gd name="T80" fmla="*/ 269684 w 415290"/>
                <a:gd name="T81" fmla="*/ 41490 h 415289"/>
                <a:gd name="T82" fmla="*/ 272249 w 415290"/>
                <a:gd name="T83" fmla="*/ 54635 h 415289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</a:gdLst>
              <a:ahLst/>
              <a:cxnLst>
                <a:cxn ang="T84">
                  <a:pos x="T0" y="T1"/>
                </a:cxn>
                <a:cxn ang="T85">
                  <a:pos x="T2" y="T3"/>
                </a:cxn>
                <a:cxn ang="T86">
                  <a:pos x="T4" y="T5"/>
                </a:cxn>
                <a:cxn ang="T87">
                  <a:pos x="T6" y="T7"/>
                </a:cxn>
                <a:cxn ang="T88">
                  <a:pos x="T8" y="T9"/>
                </a:cxn>
                <a:cxn ang="T89">
                  <a:pos x="T10" y="T11"/>
                </a:cxn>
                <a:cxn ang="T90">
                  <a:pos x="T12" y="T13"/>
                </a:cxn>
                <a:cxn ang="T91">
                  <a:pos x="T14" y="T15"/>
                </a:cxn>
                <a:cxn ang="T92">
                  <a:pos x="T16" y="T17"/>
                </a:cxn>
                <a:cxn ang="T93">
                  <a:pos x="T18" y="T19"/>
                </a:cxn>
                <a:cxn ang="T94">
                  <a:pos x="T20" y="T21"/>
                </a:cxn>
                <a:cxn ang="T95">
                  <a:pos x="T22" y="T23"/>
                </a:cxn>
                <a:cxn ang="T96">
                  <a:pos x="T24" y="T25"/>
                </a:cxn>
                <a:cxn ang="T97">
                  <a:pos x="T26" y="T27"/>
                </a:cxn>
                <a:cxn ang="T98">
                  <a:pos x="T28" y="T29"/>
                </a:cxn>
                <a:cxn ang="T99">
                  <a:pos x="T30" y="T31"/>
                </a:cxn>
                <a:cxn ang="T100">
                  <a:pos x="T32" y="T33"/>
                </a:cxn>
                <a:cxn ang="T101">
                  <a:pos x="T34" y="T35"/>
                </a:cxn>
                <a:cxn ang="T102">
                  <a:pos x="T36" y="T37"/>
                </a:cxn>
                <a:cxn ang="T103">
                  <a:pos x="T38" y="T39"/>
                </a:cxn>
                <a:cxn ang="T104">
                  <a:pos x="T40" y="T41"/>
                </a:cxn>
                <a:cxn ang="T105">
                  <a:pos x="T42" y="T43"/>
                </a:cxn>
                <a:cxn ang="T106">
                  <a:pos x="T44" y="T45"/>
                </a:cxn>
                <a:cxn ang="T107">
                  <a:pos x="T46" y="T47"/>
                </a:cxn>
                <a:cxn ang="T108">
                  <a:pos x="T48" y="T49"/>
                </a:cxn>
                <a:cxn ang="T109">
                  <a:pos x="T50" y="T51"/>
                </a:cxn>
                <a:cxn ang="T110">
                  <a:pos x="T52" y="T53"/>
                </a:cxn>
                <a:cxn ang="T111">
                  <a:pos x="T54" y="T55"/>
                </a:cxn>
                <a:cxn ang="T112">
                  <a:pos x="T56" y="T57"/>
                </a:cxn>
                <a:cxn ang="T113">
                  <a:pos x="T58" y="T59"/>
                </a:cxn>
                <a:cxn ang="T114">
                  <a:pos x="T60" y="T61"/>
                </a:cxn>
                <a:cxn ang="T115">
                  <a:pos x="T62" y="T63"/>
                </a:cxn>
                <a:cxn ang="T116">
                  <a:pos x="T64" y="T65"/>
                </a:cxn>
                <a:cxn ang="T117">
                  <a:pos x="T66" y="T67"/>
                </a:cxn>
                <a:cxn ang="T118">
                  <a:pos x="T68" y="T69"/>
                </a:cxn>
                <a:cxn ang="T119">
                  <a:pos x="T70" y="T71"/>
                </a:cxn>
                <a:cxn ang="T120">
                  <a:pos x="T72" y="T73"/>
                </a:cxn>
                <a:cxn ang="T121">
                  <a:pos x="T74" y="T75"/>
                </a:cxn>
                <a:cxn ang="T122">
                  <a:pos x="T76" y="T77"/>
                </a:cxn>
                <a:cxn ang="T123">
                  <a:pos x="T78" y="T79"/>
                </a:cxn>
                <a:cxn ang="T124">
                  <a:pos x="T80" y="T81"/>
                </a:cxn>
                <a:cxn ang="T125">
                  <a:pos x="T82" y="T83"/>
                </a:cxn>
              </a:cxnLst>
              <a:rect l="0" t="0" r="r" b="b"/>
              <a:pathLst>
                <a:path w="415290" h="415289">
                  <a:moveTo>
                    <a:pt x="186702" y="360260"/>
                  </a:moveTo>
                  <a:lnTo>
                    <a:pt x="142646" y="360260"/>
                  </a:lnTo>
                  <a:lnTo>
                    <a:pt x="143497" y="360629"/>
                  </a:lnTo>
                  <a:lnTo>
                    <a:pt x="145211" y="361327"/>
                  </a:lnTo>
                  <a:lnTo>
                    <a:pt x="145211" y="414896"/>
                  </a:lnTo>
                  <a:lnTo>
                    <a:pt x="269684" y="414896"/>
                  </a:lnTo>
                  <a:lnTo>
                    <a:pt x="269684" y="373405"/>
                  </a:lnTo>
                  <a:lnTo>
                    <a:pt x="186702" y="373405"/>
                  </a:lnTo>
                  <a:lnTo>
                    <a:pt x="186702" y="360260"/>
                  </a:lnTo>
                  <a:close/>
                </a:path>
                <a:path w="415290" h="415289">
                  <a:moveTo>
                    <a:pt x="104762" y="16751"/>
                  </a:moveTo>
                  <a:lnTo>
                    <a:pt x="16751" y="104762"/>
                  </a:lnTo>
                  <a:lnTo>
                    <a:pt x="54635" y="142646"/>
                  </a:lnTo>
                  <a:lnTo>
                    <a:pt x="54267" y="143497"/>
                  </a:lnTo>
                  <a:lnTo>
                    <a:pt x="53568" y="145211"/>
                  </a:lnTo>
                  <a:lnTo>
                    <a:pt x="0" y="145211"/>
                  </a:lnTo>
                  <a:lnTo>
                    <a:pt x="0" y="269684"/>
                  </a:lnTo>
                  <a:lnTo>
                    <a:pt x="53568" y="269684"/>
                  </a:lnTo>
                  <a:lnTo>
                    <a:pt x="54635" y="272249"/>
                  </a:lnTo>
                  <a:lnTo>
                    <a:pt x="16751" y="310133"/>
                  </a:lnTo>
                  <a:lnTo>
                    <a:pt x="104762" y="398144"/>
                  </a:lnTo>
                  <a:lnTo>
                    <a:pt x="142646" y="360260"/>
                  </a:lnTo>
                  <a:lnTo>
                    <a:pt x="186702" y="360260"/>
                  </a:lnTo>
                  <a:lnTo>
                    <a:pt x="186702" y="339470"/>
                  </a:lnTo>
                  <a:lnTo>
                    <a:pt x="104762" y="339470"/>
                  </a:lnTo>
                  <a:lnTo>
                    <a:pt x="75425" y="310133"/>
                  </a:lnTo>
                  <a:lnTo>
                    <a:pt x="105295" y="280250"/>
                  </a:lnTo>
                  <a:lnTo>
                    <a:pt x="97929" y="266649"/>
                  </a:lnTo>
                  <a:lnTo>
                    <a:pt x="83731" y="228193"/>
                  </a:lnTo>
                  <a:lnTo>
                    <a:pt x="41490" y="228193"/>
                  </a:lnTo>
                  <a:lnTo>
                    <a:pt x="41490" y="186702"/>
                  </a:lnTo>
                  <a:lnTo>
                    <a:pt x="83731" y="186702"/>
                  </a:lnTo>
                  <a:lnTo>
                    <a:pt x="88134" y="171881"/>
                  </a:lnTo>
                  <a:lnTo>
                    <a:pt x="105288" y="134645"/>
                  </a:lnTo>
                  <a:lnTo>
                    <a:pt x="75425" y="104762"/>
                  </a:lnTo>
                  <a:lnTo>
                    <a:pt x="104762" y="75425"/>
                  </a:lnTo>
                  <a:lnTo>
                    <a:pt x="186702" y="75425"/>
                  </a:lnTo>
                  <a:lnTo>
                    <a:pt x="186702" y="54635"/>
                  </a:lnTo>
                  <a:lnTo>
                    <a:pt x="142646" y="54635"/>
                  </a:lnTo>
                  <a:lnTo>
                    <a:pt x="104762" y="16751"/>
                  </a:lnTo>
                  <a:close/>
                </a:path>
                <a:path w="415290" h="415289">
                  <a:moveTo>
                    <a:pt x="348018" y="360260"/>
                  </a:moveTo>
                  <a:lnTo>
                    <a:pt x="272249" y="360260"/>
                  </a:lnTo>
                  <a:lnTo>
                    <a:pt x="310134" y="398144"/>
                  </a:lnTo>
                  <a:lnTo>
                    <a:pt x="348018" y="360260"/>
                  </a:lnTo>
                  <a:close/>
                </a:path>
                <a:path w="415290" h="415289">
                  <a:moveTo>
                    <a:pt x="280250" y="309587"/>
                  </a:moveTo>
                  <a:lnTo>
                    <a:pt x="243014" y="326758"/>
                  </a:lnTo>
                  <a:lnTo>
                    <a:pt x="228193" y="331165"/>
                  </a:lnTo>
                  <a:lnTo>
                    <a:pt x="228193" y="373405"/>
                  </a:lnTo>
                  <a:lnTo>
                    <a:pt x="269684" y="373405"/>
                  </a:lnTo>
                  <a:lnTo>
                    <a:pt x="269684" y="361327"/>
                  </a:lnTo>
                  <a:lnTo>
                    <a:pt x="270548" y="360984"/>
                  </a:lnTo>
                  <a:lnTo>
                    <a:pt x="272249" y="360260"/>
                  </a:lnTo>
                  <a:lnTo>
                    <a:pt x="348018" y="360260"/>
                  </a:lnTo>
                  <a:lnTo>
                    <a:pt x="368808" y="339470"/>
                  </a:lnTo>
                  <a:lnTo>
                    <a:pt x="310134" y="339470"/>
                  </a:lnTo>
                  <a:lnTo>
                    <a:pt x="280250" y="309587"/>
                  </a:lnTo>
                  <a:close/>
                </a:path>
                <a:path w="415290" h="415289">
                  <a:moveTo>
                    <a:pt x="134645" y="309587"/>
                  </a:moveTo>
                  <a:lnTo>
                    <a:pt x="104762" y="339470"/>
                  </a:lnTo>
                  <a:lnTo>
                    <a:pt x="186702" y="339470"/>
                  </a:lnTo>
                  <a:lnTo>
                    <a:pt x="186702" y="331165"/>
                  </a:lnTo>
                  <a:lnTo>
                    <a:pt x="171881" y="326758"/>
                  </a:lnTo>
                  <a:lnTo>
                    <a:pt x="165796" y="324769"/>
                  </a:lnTo>
                  <a:lnTo>
                    <a:pt x="159805" y="322467"/>
                  </a:lnTo>
                  <a:lnTo>
                    <a:pt x="153946" y="319862"/>
                  </a:lnTo>
                  <a:lnTo>
                    <a:pt x="148247" y="316966"/>
                  </a:lnTo>
                  <a:lnTo>
                    <a:pt x="134645" y="309587"/>
                  </a:lnTo>
                  <a:close/>
                </a:path>
                <a:path w="415290" h="415289">
                  <a:moveTo>
                    <a:pt x="368808" y="75425"/>
                  </a:moveTo>
                  <a:lnTo>
                    <a:pt x="310134" y="75425"/>
                  </a:lnTo>
                  <a:lnTo>
                    <a:pt x="339471" y="104762"/>
                  </a:lnTo>
                  <a:lnTo>
                    <a:pt x="309600" y="134645"/>
                  </a:lnTo>
                  <a:lnTo>
                    <a:pt x="326758" y="171881"/>
                  </a:lnTo>
                  <a:lnTo>
                    <a:pt x="331165" y="186702"/>
                  </a:lnTo>
                  <a:lnTo>
                    <a:pt x="373405" y="186702"/>
                  </a:lnTo>
                  <a:lnTo>
                    <a:pt x="373405" y="228193"/>
                  </a:lnTo>
                  <a:lnTo>
                    <a:pt x="331177" y="228193"/>
                  </a:lnTo>
                  <a:lnTo>
                    <a:pt x="326758" y="243014"/>
                  </a:lnTo>
                  <a:lnTo>
                    <a:pt x="309600" y="280250"/>
                  </a:lnTo>
                  <a:lnTo>
                    <a:pt x="339471" y="310133"/>
                  </a:lnTo>
                  <a:lnTo>
                    <a:pt x="310134" y="339470"/>
                  </a:lnTo>
                  <a:lnTo>
                    <a:pt x="368808" y="339470"/>
                  </a:lnTo>
                  <a:lnTo>
                    <a:pt x="398145" y="310133"/>
                  </a:lnTo>
                  <a:lnTo>
                    <a:pt x="360260" y="272249"/>
                  </a:lnTo>
                  <a:lnTo>
                    <a:pt x="360629" y="271398"/>
                  </a:lnTo>
                  <a:lnTo>
                    <a:pt x="361327" y="269684"/>
                  </a:lnTo>
                  <a:lnTo>
                    <a:pt x="414896" y="269684"/>
                  </a:lnTo>
                  <a:lnTo>
                    <a:pt x="414896" y="145211"/>
                  </a:lnTo>
                  <a:lnTo>
                    <a:pt x="361327" y="145211"/>
                  </a:lnTo>
                  <a:lnTo>
                    <a:pt x="360984" y="144348"/>
                  </a:lnTo>
                  <a:lnTo>
                    <a:pt x="360260" y="142646"/>
                  </a:lnTo>
                  <a:lnTo>
                    <a:pt x="398145" y="104762"/>
                  </a:lnTo>
                  <a:lnTo>
                    <a:pt x="368808" y="75425"/>
                  </a:lnTo>
                  <a:close/>
                </a:path>
                <a:path w="415290" h="415289">
                  <a:moveTo>
                    <a:pt x="186702" y="75425"/>
                  </a:moveTo>
                  <a:lnTo>
                    <a:pt x="104762" y="75425"/>
                  </a:lnTo>
                  <a:lnTo>
                    <a:pt x="134645" y="105295"/>
                  </a:lnTo>
                  <a:lnTo>
                    <a:pt x="148247" y="97929"/>
                  </a:lnTo>
                  <a:lnTo>
                    <a:pt x="153942" y="95033"/>
                  </a:lnTo>
                  <a:lnTo>
                    <a:pt x="159792" y="92429"/>
                  </a:lnTo>
                  <a:lnTo>
                    <a:pt x="165779" y="90126"/>
                  </a:lnTo>
                  <a:lnTo>
                    <a:pt x="171881" y="88137"/>
                  </a:lnTo>
                  <a:lnTo>
                    <a:pt x="186702" y="83731"/>
                  </a:lnTo>
                  <a:lnTo>
                    <a:pt x="186702" y="75425"/>
                  </a:lnTo>
                  <a:close/>
                </a:path>
                <a:path w="415290" h="415289">
                  <a:moveTo>
                    <a:pt x="269684" y="41490"/>
                  </a:moveTo>
                  <a:lnTo>
                    <a:pt x="228193" y="41490"/>
                  </a:lnTo>
                  <a:lnTo>
                    <a:pt x="228193" y="83731"/>
                  </a:lnTo>
                  <a:lnTo>
                    <a:pt x="243014" y="88137"/>
                  </a:lnTo>
                  <a:lnTo>
                    <a:pt x="249116" y="90126"/>
                  </a:lnTo>
                  <a:lnTo>
                    <a:pt x="255103" y="92429"/>
                  </a:lnTo>
                  <a:lnTo>
                    <a:pt x="260954" y="95033"/>
                  </a:lnTo>
                  <a:lnTo>
                    <a:pt x="266649" y="97929"/>
                  </a:lnTo>
                  <a:lnTo>
                    <a:pt x="280250" y="105295"/>
                  </a:lnTo>
                  <a:lnTo>
                    <a:pt x="310134" y="75425"/>
                  </a:lnTo>
                  <a:lnTo>
                    <a:pt x="368808" y="75425"/>
                  </a:lnTo>
                  <a:lnTo>
                    <a:pt x="348018" y="54635"/>
                  </a:lnTo>
                  <a:lnTo>
                    <a:pt x="272249" y="54635"/>
                  </a:lnTo>
                  <a:lnTo>
                    <a:pt x="271399" y="54267"/>
                  </a:lnTo>
                  <a:lnTo>
                    <a:pt x="269684" y="53568"/>
                  </a:lnTo>
                  <a:lnTo>
                    <a:pt x="269684" y="41490"/>
                  </a:lnTo>
                  <a:close/>
                </a:path>
                <a:path w="415290" h="415289">
                  <a:moveTo>
                    <a:pt x="269684" y="0"/>
                  </a:moveTo>
                  <a:lnTo>
                    <a:pt x="145211" y="0"/>
                  </a:lnTo>
                  <a:lnTo>
                    <a:pt x="145211" y="53568"/>
                  </a:lnTo>
                  <a:lnTo>
                    <a:pt x="142646" y="54635"/>
                  </a:lnTo>
                  <a:lnTo>
                    <a:pt x="186702" y="54635"/>
                  </a:lnTo>
                  <a:lnTo>
                    <a:pt x="186702" y="41490"/>
                  </a:lnTo>
                  <a:lnTo>
                    <a:pt x="269684" y="41490"/>
                  </a:lnTo>
                  <a:lnTo>
                    <a:pt x="269684" y="0"/>
                  </a:lnTo>
                  <a:close/>
                </a:path>
                <a:path w="415290" h="415289">
                  <a:moveTo>
                    <a:pt x="310134" y="16751"/>
                  </a:moveTo>
                  <a:lnTo>
                    <a:pt x="272249" y="54635"/>
                  </a:lnTo>
                  <a:lnTo>
                    <a:pt x="348018" y="54635"/>
                  </a:lnTo>
                  <a:lnTo>
                    <a:pt x="310134" y="1675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24" name="object 40">
              <a:extLst>
                <a:ext uri="{FF2B5EF4-FFF2-40B4-BE49-F238E27FC236}">
                  <a16:creationId xmlns="" xmlns:a16="http://schemas.microsoft.com/office/drawing/2014/main" id="{873FE84B-0AA1-46D4-8F2D-EB2F96C7F4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16881" y="2585027"/>
              <a:ext cx="165963" cy="1659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25" name="object 41">
              <a:extLst>
                <a:ext uri="{FF2B5EF4-FFF2-40B4-BE49-F238E27FC236}">
                  <a16:creationId xmlns="" xmlns:a16="http://schemas.microsoft.com/office/drawing/2014/main" id="{0586A12F-886C-4AA1-BBB8-5371696BB44F}"/>
                </a:ext>
              </a:extLst>
            </p:cNvPr>
            <p:cNvSpPr>
              <a:spLocks/>
            </p:cNvSpPr>
            <p:nvPr/>
          </p:nvSpPr>
          <p:spPr bwMode="auto">
            <a:xfrm>
              <a:off x="7047196" y="2315347"/>
              <a:ext cx="705485" cy="705485"/>
            </a:xfrm>
            <a:custGeom>
              <a:avLst/>
              <a:gdLst>
                <a:gd name="T0" fmla="*/ 306112 w 705484"/>
                <a:gd name="T1" fmla="*/ 3026 h 705485"/>
                <a:gd name="T2" fmla="*/ 217635 w 705484"/>
                <a:gd name="T3" fmla="*/ 26669 h 705485"/>
                <a:gd name="T4" fmla="*/ 138356 w 705484"/>
                <a:gd name="T5" fmla="*/ 72513 h 705485"/>
                <a:gd name="T6" fmla="*/ 72520 w 705484"/>
                <a:gd name="T7" fmla="*/ 138348 h 705485"/>
                <a:gd name="T8" fmla="*/ 26671 w 705484"/>
                <a:gd name="T9" fmla="*/ 217628 h 705485"/>
                <a:gd name="T10" fmla="*/ 3026 w 705484"/>
                <a:gd name="T11" fmla="*/ 306108 h 705485"/>
                <a:gd name="T12" fmla="*/ 2985 w 705484"/>
                <a:gd name="T13" fmla="*/ 398586 h 705485"/>
                <a:gd name="T14" fmla="*/ 26671 w 705484"/>
                <a:gd name="T15" fmla="*/ 487692 h 705485"/>
                <a:gd name="T16" fmla="*/ 72520 w 705484"/>
                <a:gd name="T17" fmla="*/ 566971 h 705485"/>
                <a:gd name="T18" fmla="*/ 138356 w 705484"/>
                <a:gd name="T19" fmla="*/ 632810 h 705485"/>
                <a:gd name="T20" fmla="*/ 217635 w 705484"/>
                <a:gd name="T21" fmla="*/ 678654 h 705485"/>
                <a:gd name="T22" fmla="*/ 306112 w 705484"/>
                <a:gd name="T23" fmla="*/ 702294 h 705485"/>
                <a:gd name="T24" fmla="*/ 399226 w 705484"/>
                <a:gd name="T25" fmla="*/ 702294 h 705485"/>
                <a:gd name="T26" fmla="*/ 487704 w 705484"/>
                <a:gd name="T27" fmla="*/ 678654 h 705485"/>
                <a:gd name="T28" fmla="*/ 352666 w 705484"/>
                <a:gd name="T29" fmla="*/ 663829 h 705485"/>
                <a:gd name="T30" fmla="*/ 262897 w 705484"/>
                <a:gd name="T31" fmla="*/ 650632 h 705485"/>
                <a:gd name="T32" fmla="*/ 183351 w 705484"/>
                <a:gd name="T33" fmla="*/ 613629 h 705485"/>
                <a:gd name="T34" fmla="*/ 117911 w 705484"/>
                <a:gd name="T35" fmla="*/ 556700 h 705485"/>
                <a:gd name="T36" fmla="*/ 70457 w 705484"/>
                <a:gd name="T37" fmla="*/ 483726 h 705485"/>
                <a:gd name="T38" fmla="*/ 44871 w 705484"/>
                <a:gd name="T39" fmla="*/ 398586 h 705485"/>
                <a:gd name="T40" fmla="*/ 44871 w 705484"/>
                <a:gd name="T41" fmla="*/ 306743 h 705485"/>
                <a:gd name="T42" fmla="*/ 70457 w 705484"/>
                <a:gd name="T43" fmla="*/ 221598 h 705485"/>
                <a:gd name="T44" fmla="*/ 117911 w 705484"/>
                <a:gd name="T45" fmla="*/ 148621 h 705485"/>
                <a:gd name="T46" fmla="*/ 183351 w 705484"/>
                <a:gd name="T47" fmla="*/ 91690 h 705485"/>
                <a:gd name="T48" fmla="*/ 262897 w 705484"/>
                <a:gd name="T49" fmla="*/ 54687 h 705485"/>
                <a:gd name="T50" fmla="*/ 352666 w 705484"/>
                <a:gd name="T51" fmla="*/ 41490 h 705485"/>
                <a:gd name="T52" fmla="*/ 487704 w 705484"/>
                <a:gd name="T53" fmla="*/ 26669 h 705485"/>
                <a:gd name="T54" fmla="*/ 399226 w 705484"/>
                <a:gd name="T55" fmla="*/ 3026 h 705485"/>
                <a:gd name="T56" fmla="*/ 517737 w 705484"/>
                <a:gd name="T57" fmla="*/ 41490 h 705485"/>
                <a:gd name="T58" fmla="*/ 398593 w 705484"/>
                <a:gd name="T59" fmla="*/ 44870 h 705485"/>
                <a:gd name="T60" fmla="*/ 483735 w 705484"/>
                <a:gd name="T61" fmla="*/ 70455 h 705485"/>
                <a:gd name="T62" fmla="*/ 556713 w 705484"/>
                <a:gd name="T63" fmla="*/ 117907 h 705485"/>
                <a:gd name="T64" fmla="*/ 613645 w 705484"/>
                <a:gd name="T65" fmla="*/ 183346 h 705485"/>
                <a:gd name="T66" fmla="*/ 650651 w 705484"/>
                <a:gd name="T67" fmla="*/ 262892 h 705485"/>
                <a:gd name="T68" fmla="*/ 663848 w 705484"/>
                <a:gd name="T69" fmla="*/ 352666 h 705485"/>
                <a:gd name="T70" fmla="*/ 650651 w 705484"/>
                <a:gd name="T71" fmla="*/ 442434 h 705485"/>
                <a:gd name="T72" fmla="*/ 613645 w 705484"/>
                <a:gd name="T73" fmla="*/ 521976 h 705485"/>
                <a:gd name="T74" fmla="*/ 556713 w 705484"/>
                <a:gd name="T75" fmla="*/ 587413 h 705485"/>
                <a:gd name="T76" fmla="*/ 483735 w 705484"/>
                <a:gd name="T77" fmla="*/ 634864 h 705485"/>
                <a:gd name="T78" fmla="*/ 398593 w 705484"/>
                <a:gd name="T79" fmla="*/ 660449 h 705485"/>
                <a:gd name="T80" fmla="*/ 517748 w 705484"/>
                <a:gd name="T81" fmla="*/ 663829 h 705485"/>
                <a:gd name="T82" fmla="*/ 602037 w 705484"/>
                <a:gd name="T83" fmla="*/ 602030 h 705485"/>
                <a:gd name="T84" fmla="*/ 658424 w 705484"/>
                <a:gd name="T85" fmla="*/ 528708 h 705485"/>
                <a:gd name="T86" fmla="*/ 693360 w 705484"/>
                <a:gd name="T87" fmla="*/ 444378 h 705485"/>
                <a:gd name="T88" fmla="*/ 705339 w 705484"/>
                <a:gd name="T89" fmla="*/ 352666 h 705485"/>
                <a:gd name="T90" fmla="*/ 702313 w 705484"/>
                <a:gd name="T91" fmla="*/ 306108 h 705485"/>
                <a:gd name="T92" fmla="*/ 678668 w 705484"/>
                <a:gd name="T93" fmla="*/ 217628 h 705485"/>
                <a:gd name="T94" fmla="*/ 632818 w 705484"/>
                <a:gd name="T95" fmla="*/ 138348 h 705485"/>
                <a:gd name="T96" fmla="*/ 566983 w 705484"/>
                <a:gd name="T97" fmla="*/ 72513 h 705485"/>
                <a:gd name="T98" fmla="*/ 517737 w 705484"/>
                <a:gd name="T99" fmla="*/ 41490 h 705485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705484" h="705485">
                  <a:moveTo>
                    <a:pt x="352666" y="0"/>
                  </a:moveTo>
                  <a:lnTo>
                    <a:pt x="306112" y="3026"/>
                  </a:lnTo>
                  <a:lnTo>
                    <a:pt x="260951" y="11978"/>
                  </a:lnTo>
                  <a:lnTo>
                    <a:pt x="217635" y="26669"/>
                  </a:lnTo>
                  <a:lnTo>
                    <a:pt x="176618" y="46910"/>
                  </a:lnTo>
                  <a:lnTo>
                    <a:pt x="138356" y="72513"/>
                  </a:lnTo>
                  <a:lnTo>
                    <a:pt x="103301" y="103289"/>
                  </a:lnTo>
                  <a:lnTo>
                    <a:pt x="72520" y="138348"/>
                  </a:lnTo>
                  <a:lnTo>
                    <a:pt x="46914" y="176612"/>
                  </a:lnTo>
                  <a:lnTo>
                    <a:pt x="26671" y="217628"/>
                  </a:lnTo>
                  <a:lnTo>
                    <a:pt x="11979" y="260945"/>
                  </a:lnTo>
                  <a:lnTo>
                    <a:pt x="3026" y="306108"/>
                  </a:lnTo>
                  <a:lnTo>
                    <a:pt x="0" y="352666"/>
                  </a:lnTo>
                  <a:lnTo>
                    <a:pt x="2985" y="398586"/>
                  </a:lnTo>
                  <a:lnTo>
                    <a:pt x="11979" y="444378"/>
                  </a:lnTo>
                  <a:lnTo>
                    <a:pt x="26671" y="487692"/>
                  </a:lnTo>
                  <a:lnTo>
                    <a:pt x="46914" y="528708"/>
                  </a:lnTo>
                  <a:lnTo>
                    <a:pt x="72520" y="566971"/>
                  </a:lnTo>
                  <a:lnTo>
                    <a:pt x="103301" y="602030"/>
                  </a:lnTo>
                  <a:lnTo>
                    <a:pt x="138356" y="632810"/>
                  </a:lnTo>
                  <a:lnTo>
                    <a:pt x="176618" y="658414"/>
                  </a:lnTo>
                  <a:lnTo>
                    <a:pt x="217635" y="678654"/>
                  </a:lnTo>
                  <a:lnTo>
                    <a:pt x="260951" y="693343"/>
                  </a:lnTo>
                  <a:lnTo>
                    <a:pt x="306112" y="702294"/>
                  </a:lnTo>
                  <a:lnTo>
                    <a:pt x="352666" y="705319"/>
                  </a:lnTo>
                  <a:lnTo>
                    <a:pt x="399219" y="702294"/>
                  </a:lnTo>
                  <a:lnTo>
                    <a:pt x="444381" y="693343"/>
                  </a:lnTo>
                  <a:lnTo>
                    <a:pt x="487697" y="678654"/>
                  </a:lnTo>
                  <a:lnTo>
                    <a:pt x="517741" y="663829"/>
                  </a:lnTo>
                  <a:lnTo>
                    <a:pt x="352666" y="663829"/>
                  </a:lnTo>
                  <a:lnTo>
                    <a:pt x="306746" y="660449"/>
                  </a:lnTo>
                  <a:lnTo>
                    <a:pt x="262897" y="650632"/>
                  </a:lnTo>
                  <a:lnTo>
                    <a:pt x="221603" y="634864"/>
                  </a:lnTo>
                  <a:lnTo>
                    <a:pt x="183351" y="613629"/>
                  </a:lnTo>
                  <a:lnTo>
                    <a:pt x="148626" y="587413"/>
                  </a:lnTo>
                  <a:lnTo>
                    <a:pt x="117911" y="556700"/>
                  </a:lnTo>
                  <a:lnTo>
                    <a:pt x="91693" y="521976"/>
                  </a:lnTo>
                  <a:lnTo>
                    <a:pt x="70457" y="483726"/>
                  </a:lnTo>
                  <a:lnTo>
                    <a:pt x="54688" y="442434"/>
                  </a:lnTo>
                  <a:lnTo>
                    <a:pt x="44871" y="398586"/>
                  </a:lnTo>
                  <a:lnTo>
                    <a:pt x="41490" y="352666"/>
                  </a:lnTo>
                  <a:lnTo>
                    <a:pt x="44871" y="306743"/>
                  </a:lnTo>
                  <a:lnTo>
                    <a:pt x="54688" y="262892"/>
                  </a:lnTo>
                  <a:lnTo>
                    <a:pt x="70457" y="221598"/>
                  </a:lnTo>
                  <a:lnTo>
                    <a:pt x="91693" y="183346"/>
                  </a:lnTo>
                  <a:lnTo>
                    <a:pt x="117911" y="148621"/>
                  </a:lnTo>
                  <a:lnTo>
                    <a:pt x="148626" y="117907"/>
                  </a:lnTo>
                  <a:lnTo>
                    <a:pt x="183351" y="91690"/>
                  </a:lnTo>
                  <a:lnTo>
                    <a:pt x="221603" y="70455"/>
                  </a:lnTo>
                  <a:lnTo>
                    <a:pt x="262897" y="54687"/>
                  </a:lnTo>
                  <a:lnTo>
                    <a:pt x="306746" y="44870"/>
                  </a:lnTo>
                  <a:lnTo>
                    <a:pt x="352666" y="41490"/>
                  </a:lnTo>
                  <a:lnTo>
                    <a:pt x="517730" y="41490"/>
                  </a:lnTo>
                  <a:lnTo>
                    <a:pt x="487697" y="26669"/>
                  </a:lnTo>
                  <a:lnTo>
                    <a:pt x="444381" y="11978"/>
                  </a:lnTo>
                  <a:lnTo>
                    <a:pt x="399219" y="3026"/>
                  </a:lnTo>
                  <a:lnTo>
                    <a:pt x="352666" y="0"/>
                  </a:lnTo>
                  <a:close/>
                </a:path>
                <a:path w="705484" h="705485">
                  <a:moveTo>
                    <a:pt x="517730" y="41490"/>
                  </a:moveTo>
                  <a:lnTo>
                    <a:pt x="352666" y="41490"/>
                  </a:lnTo>
                  <a:lnTo>
                    <a:pt x="398586" y="44870"/>
                  </a:lnTo>
                  <a:lnTo>
                    <a:pt x="442435" y="54687"/>
                  </a:lnTo>
                  <a:lnTo>
                    <a:pt x="483728" y="70455"/>
                  </a:lnTo>
                  <a:lnTo>
                    <a:pt x="521980" y="91690"/>
                  </a:lnTo>
                  <a:lnTo>
                    <a:pt x="556706" y="117907"/>
                  </a:lnTo>
                  <a:lnTo>
                    <a:pt x="587420" y="148621"/>
                  </a:lnTo>
                  <a:lnTo>
                    <a:pt x="613638" y="183346"/>
                  </a:lnTo>
                  <a:lnTo>
                    <a:pt x="634874" y="221598"/>
                  </a:lnTo>
                  <a:lnTo>
                    <a:pt x="650644" y="262892"/>
                  </a:lnTo>
                  <a:lnTo>
                    <a:pt x="660461" y="306743"/>
                  </a:lnTo>
                  <a:lnTo>
                    <a:pt x="663841" y="352666"/>
                  </a:lnTo>
                  <a:lnTo>
                    <a:pt x="660461" y="398586"/>
                  </a:lnTo>
                  <a:lnTo>
                    <a:pt x="650644" y="442434"/>
                  </a:lnTo>
                  <a:lnTo>
                    <a:pt x="634874" y="483726"/>
                  </a:lnTo>
                  <a:lnTo>
                    <a:pt x="613638" y="521976"/>
                  </a:lnTo>
                  <a:lnTo>
                    <a:pt x="587420" y="556700"/>
                  </a:lnTo>
                  <a:lnTo>
                    <a:pt x="556706" y="587413"/>
                  </a:lnTo>
                  <a:lnTo>
                    <a:pt x="521980" y="613629"/>
                  </a:lnTo>
                  <a:lnTo>
                    <a:pt x="483728" y="634864"/>
                  </a:lnTo>
                  <a:lnTo>
                    <a:pt x="442435" y="650632"/>
                  </a:lnTo>
                  <a:lnTo>
                    <a:pt x="398586" y="660449"/>
                  </a:lnTo>
                  <a:lnTo>
                    <a:pt x="352666" y="663829"/>
                  </a:lnTo>
                  <a:lnTo>
                    <a:pt x="517741" y="663829"/>
                  </a:lnTo>
                  <a:lnTo>
                    <a:pt x="566976" y="632810"/>
                  </a:lnTo>
                  <a:lnTo>
                    <a:pt x="602030" y="602030"/>
                  </a:lnTo>
                  <a:lnTo>
                    <a:pt x="632811" y="566971"/>
                  </a:lnTo>
                  <a:lnTo>
                    <a:pt x="658417" y="528708"/>
                  </a:lnTo>
                  <a:lnTo>
                    <a:pt x="678661" y="487692"/>
                  </a:lnTo>
                  <a:lnTo>
                    <a:pt x="693353" y="444378"/>
                  </a:lnTo>
                  <a:lnTo>
                    <a:pt x="702306" y="399218"/>
                  </a:lnTo>
                  <a:lnTo>
                    <a:pt x="705332" y="352666"/>
                  </a:lnTo>
                  <a:lnTo>
                    <a:pt x="702347" y="306743"/>
                  </a:lnTo>
                  <a:lnTo>
                    <a:pt x="702306" y="306108"/>
                  </a:lnTo>
                  <a:lnTo>
                    <a:pt x="693353" y="260945"/>
                  </a:lnTo>
                  <a:lnTo>
                    <a:pt x="678661" y="217628"/>
                  </a:lnTo>
                  <a:lnTo>
                    <a:pt x="658417" y="176612"/>
                  </a:lnTo>
                  <a:lnTo>
                    <a:pt x="632811" y="138348"/>
                  </a:lnTo>
                  <a:lnTo>
                    <a:pt x="602030" y="103289"/>
                  </a:lnTo>
                  <a:lnTo>
                    <a:pt x="566976" y="72513"/>
                  </a:lnTo>
                  <a:lnTo>
                    <a:pt x="528713" y="46910"/>
                  </a:lnTo>
                  <a:lnTo>
                    <a:pt x="517730" y="4149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26" name="object 42">
              <a:extLst>
                <a:ext uri="{FF2B5EF4-FFF2-40B4-BE49-F238E27FC236}">
                  <a16:creationId xmlns="" xmlns:a16="http://schemas.microsoft.com/office/drawing/2014/main" id="{514E8E46-1C16-4DDB-9B27-E38864392D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8308" y="2815814"/>
              <a:ext cx="117208" cy="111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27" name="object 43">
              <a:extLst>
                <a:ext uri="{FF2B5EF4-FFF2-40B4-BE49-F238E27FC236}">
                  <a16:creationId xmlns="" xmlns:a16="http://schemas.microsoft.com/office/drawing/2014/main" id="{CB0747C2-6489-4768-AD80-552A51A8EC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04215" y="2408439"/>
              <a:ext cx="117195" cy="111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28" name="object 44">
              <a:extLst>
                <a:ext uri="{FF2B5EF4-FFF2-40B4-BE49-F238E27FC236}">
                  <a16:creationId xmlns="" xmlns:a16="http://schemas.microsoft.com/office/drawing/2014/main" id="{E16E2982-D89B-42F0-A1E1-62999D2A1B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0290" y="2346463"/>
              <a:ext cx="111759" cy="117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29" name="object 45">
              <a:extLst>
                <a:ext uri="{FF2B5EF4-FFF2-40B4-BE49-F238E27FC236}">
                  <a16:creationId xmlns="" xmlns:a16="http://schemas.microsoft.com/office/drawing/2014/main" id="{7049CE50-EA7D-4A26-8D39-57194D0EA9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7672" y="2872362"/>
              <a:ext cx="111759" cy="117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2310" name="object 46">
            <a:extLst>
              <a:ext uri="{FF2B5EF4-FFF2-40B4-BE49-F238E27FC236}">
                <a16:creationId xmlns="" xmlns:a16="http://schemas.microsoft.com/office/drawing/2014/main" id="{E98A07F3-399B-4710-90B2-4D64B5EF6DE4}"/>
              </a:ext>
            </a:extLst>
          </p:cNvPr>
          <p:cNvGrpSpPr>
            <a:grpSpLocks/>
          </p:cNvGrpSpPr>
          <p:nvPr/>
        </p:nvGrpSpPr>
        <p:grpSpPr bwMode="auto">
          <a:xfrm>
            <a:off x="15452725" y="2819400"/>
            <a:ext cx="1662113" cy="1619250"/>
            <a:chOff x="8817686" y="2073096"/>
            <a:chExt cx="1189990" cy="1189990"/>
          </a:xfrm>
        </p:grpSpPr>
        <p:pic>
          <p:nvPicPr>
            <p:cNvPr id="12317" name="object 47">
              <a:extLst>
                <a:ext uri="{FF2B5EF4-FFF2-40B4-BE49-F238E27FC236}">
                  <a16:creationId xmlns="" xmlns:a16="http://schemas.microsoft.com/office/drawing/2014/main" id="{CFED1F46-2C5C-4A63-BB34-ED74FB7B21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17686" y="2073096"/>
              <a:ext cx="1189812" cy="11898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318" name="object 48">
              <a:extLst>
                <a:ext uri="{FF2B5EF4-FFF2-40B4-BE49-F238E27FC236}">
                  <a16:creationId xmlns="" xmlns:a16="http://schemas.microsoft.com/office/drawing/2014/main" id="{37400D1E-D87E-4A19-8B97-A77EF2CAE77D}"/>
                </a:ext>
              </a:extLst>
            </p:cNvPr>
            <p:cNvSpPr>
              <a:spLocks/>
            </p:cNvSpPr>
            <p:nvPr/>
          </p:nvSpPr>
          <p:spPr bwMode="auto">
            <a:xfrm>
              <a:off x="9078748" y="2302738"/>
              <a:ext cx="668020" cy="647065"/>
            </a:xfrm>
            <a:custGeom>
              <a:avLst/>
              <a:gdLst>
                <a:gd name="T0" fmla="*/ 506844 w 668020"/>
                <a:gd name="T1" fmla="*/ 195338 h 647064"/>
                <a:gd name="T2" fmla="*/ 456120 w 668020"/>
                <a:gd name="T3" fmla="*/ 445332 h 647064"/>
                <a:gd name="T4" fmla="*/ 287909 w 668020"/>
                <a:gd name="T5" fmla="*/ 489871 h 647064"/>
                <a:gd name="T6" fmla="*/ 167030 w 668020"/>
                <a:gd name="T7" fmla="*/ 369005 h 647064"/>
                <a:gd name="T8" fmla="*/ 211569 w 668020"/>
                <a:gd name="T9" fmla="*/ 200787 h 647064"/>
                <a:gd name="T10" fmla="*/ 379780 w 668020"/>
                <a:gd name="T11" fmla="*/ 156248 h 647064"/>
                <a:gd name="T12" fmla="*/ 500646 w 668020"/>
                <a:gd name="T13" fmla="*/ 277126 h 647064"/>
                <a:gd name="T14" fmla="*/ 428701 w 668020"/>
                <a:gd name="T15" fmla="*/ 129146 h 647064"/>
                <a:gd name="T16" fmla="*/ 238988 w 668020"/>
                <a:gd name="T17" fmla="*/ 129146 h 647064"/>
                <a:gd name="T18" fmla="*/ 123672 w 668020"/>
                <a:gd name="T19" fmla="*/ 273621 h 647064"/>
                <a:gd name="T20" fmla="*/ 165442 w 668020"/>
                <a:gd name="T21" fmla="*/ 458007 h 647064"/>
                <a:gd name="T22" fmla="*/ 333844 w 668020"/>
                <a:gd name="T23" fmla="*/ 538956 h 647064"/>
                <a:gd name="T24" fmla="*/ 502246 w 668020"/>
                <a:gd name="T25" fmla="*/ 458007 h 647064"/>
                <a:gd name="T26" fmla="*/ 667689 w 668020"/>
                <a:gd name="T27" fmla="*/ 323062 h 647064"/>
                <a:gd name="T28" fmla="*/ 625868 w 668020"/>
                <a:gd name="T29" fmla="*/ 228180 h 647064"/>
                <a:gd name="T30" fmla="*/ 624789 w 668020"/>
                <a:gd name="T31" fmla="*/ 323062 h 647064"/>
                <a:gd name="T32" fmla="*/ 589102 w 668020"/>
                <a:gd name="T33" fmla="*/ 392691 h 647064"/>
                <a:gd name="T34" fmla="*/ 584530 w 668020"/>
                <a:gd name="T35" fmla="*/ 456914 h 647064"/>
                <a:gd name="T36" fmla="*/ 499732 w 668020"/>
                <a:gd name="T37" fmla="*/ 529419 h 647064"/>
                <a:gd name="T38" fmla="*/ 423748 w 668020"/>
                <a:gd name="T39" fmla="*/ 599777 h 647064"/>
                <a:gd name="T40" fmla="*/ 346506 w 668020"/>
                <a:gd name="T41" fmla="*/ 587343 h 647064"/>
                <a:gd name="T42" fmla="*/ 284022 w 668020"/>
                <a:gd name="T43" fmla="*/ 602837 h 647064"/>
                <a:gd name="T44" fmla="*/ 188760 w 668020"/>
                <a:gd name="T45" fmla="*/ 544316 h 647064"/>
                <a:gd name="T46" fmla="*/ 98463 w 668020"/>
                <a:gd name="T47" fmla="*/ 494087 h 647064"/>
                <a:gd name="T48" fmla="*/ 91325 w 668020"/>
                <a:gd name="T49" fmla="*/ 401873 h 647064"/>
                <a:gd name="T50" fmla="*/ 45339 w 668020"/>
                <a:gd name="T51" fmla="*/ 343262 h 647064"/>
                <a:gd name="T52" fmla="*/ 63576 w 668020"/>
                <a:gd name="T53" fmla="*/ 267246 h 647064"/>
                <a:gd name="T54" fmla="*/ 82397 w 668020"/>
                <a:gd name="T55" fmla="*/ 209346 h 647064"/>
                <a:gd name="T56" fmla="*/ 147789 w 668020"/>
                <a:gd name="T57" fmla="*/ 119113 h 647064"/>
                <a:gd name="T58" fmla="*/ 209702 w 668020"/>
                <a:gd name="T59" fmla="*/ 67424 h 647064"/>
                <a:gd name="T60" fmla="*/ 303403 w 668020"/>
                <a:gd name="T61" fmla="*/ 48780 h 647064"/>
                <a:gd name="T62" fmla="*/ 364274 w 668020"/>
                <a:gd name="T63" fmla="*/ 48780 h 647064"/>
                <a:gd name="T64" fmla="*/ 470433 w 668020"/>
                <a:gd name="T65" fmla="*/ 83273 h 647064"/>
                <a:gd name="T66" fmla="*/ 569226 w 668020"/>
                <a:gd name="T67" fmla="*/ 152044 h 647064"/>
                <a:gd name="T68" fmla="*/ 576364 w 668020"/>
                <a:gd name="T69" fmla="*/ 244259 h 647064"/>
                <a:gd name="T70" fmla="*/ 622350 w 668020"/>
                <a:gd name="T71" fmla="*/ 302856 h 647064"/>
                <a:gd name="T72" fmla="*/ 564502 w 668020"/>
                <a:gd name="T73" fmla="*/ 91287 h 647064"/>
                <a:gd name="T74" fmla="*/ 482993 w 668020"/>
                <a:gd name="T75" fmla="*/ 32067 h 647064"/>
                <a:gd name="T76" fmla="*/ 410756 w 668020"/>
                <a:gd name="T77" fmla="*/ 0 h 647064"/>
                <a:gd name="T78" fmla="*/ 309397 w 668020"/>
                <a:gd name="T79" fmla="*/ 5359 h 647064"/>
                <a:gd name="T80" fmla="*/ 166878 w 668020"/>
                <a:gd name="T81" fmla="*/ 51663 h 647064"/>
                <a:gd name="T82" fmla="*/ 50368 w 668020"/>
                <a:gd name="T83" fmla="*/ 150075 h 647064"/>
                <a:gd name="T84" fmla="*/ 11010 w 668020"/>
                <a:gd name="T85" fmla="*/ 271132 h 647064"/>
                <a:gd name="T86" fmla="*/ 11010 w 668020"/>
                <a:gd name="T87" fmla="*/ 374987 h 647064"/>
                <a:gd name="T88" fmla="*/ 50368 w 668020"/>
                <a:gd name="T89" fmla="*/ 496056 h 647064"/>
                <a:gd name="T90" fmla="*/ 166890 w 668020"/>
                <a:gd name="T91" fmla="*/ 594455 h 647064"/>
                <a:gd name="T92" fmla="*/ 286791 w 668020"/>
                <a:gd name="T93" fmla="*/ 645763 h 647064"/>
                <a:gd name="T94" fmla="*/ 358292 w 668020"/>
                <a:gd name="T95" fmla="*/ 640760 h 647064"/>
                <a:gd name="T96" fmla="*/ 492391 w 668020"/>
                <a:gd name="T97" fmla="*/ 603701 h 647064"/>
                <a:gd name="T98" fmla="*/ 564502 w 668020"/>
                <a:gd name="T99" fmla="*/ 554831 h 647064"/>
                <a:gd name="T100" fmla="*/ 625868 w 668020"/>
                <a:gd name="T101" fmla="*/ 417951 h 647064"/>
                <a:gd name="T102" fmla="*/ 667689 w 668020"/>
                <a:gd name="T103" fmla="*/ 323062 h 647064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</a:gdLst>
              <a:ahLst/>
              <a:cxnLst>
                <a:cxn ang="T104">
                  <a:pos x="T0" y="T1"/>
                </a:cxn>
                <a:cxn ang="T105">
                  <a:pos x="T2" y="T3"/>
                </a:cxn>
                <a:cxn ang="T106">
                  <a:pos x="T4" y="T5"/>
                </a:cxn>
                <a:cxn ang="T107">
                  <a:pos x="T6" y="T7"/>
                </a:cxn>
                <a:cxn ang="T108">
                  <a:pos x="T8" y="T9"/>
                </a:cxn>
                <a:cxn ang="T109">
                  <a:pos x="T10" y="T11"/>
                </a:cxn>
                <a:cxn ang="T110">
                  <a:pos x="T12" y="T13"/>
                </a:cxn>
                <a:cxn ang="T111">
                  <a:pos x="T14" y="T15"/>
                </a:cxn>
                <a:cxn ang="T112">
                  <a:pos x="T16" y="T17"/>
                </a:cxn>
                <a:cxn ang="T113">
                  <a:pos x="T18" y="T19"/>
                </a:cxn>
                <a:cxn ang="T114">
                  <a:pos x="T20" y="T21"/>
                </a:cxn>
                <a:cxn ang="T115">
                  <a:pos x="T22" y="T23"/>
                </a:cxn>
                <a:cxn ang="T116">
                  <a:pos x="T24" y="T25"/>
                </a:cxn>
                <a:cxn ang="T117">
                  <a:pos x="T26" y="T27"/>
                </a:cxn>
                <a:cxn ang="T118">
                  <a:pos x="T28" y="T29"/>
                </a:cxn>
                <a:cxn ang="T119">
                  <a:pos x="T30" y="T31"/>
                </a:cxn>
                <a:cxn ang="T120">
                  <a:pos x="T32" y="T33"/>
                </a:cxn>
                <a:cxn ang="T121">
                  <a:pos x="T34" y="T35"/>
                </a:cxn>
                <a:cxn ang="T122">
                  <a:pos x="T36" y="T37"/>
                </a:cxn>
                <a:cxn ang="T123">
                  <a:pos x="T38" y="T39"/>
                </a:cxn>
                <a:cxn ang="T124">
                  <a:pos x="T40" y="T41"/>
                </a:cxn>
                <a:cxn ang="T125">
                  <a:pos x="T42" y="T43"/>
                </a:cxn>
                <a:cxn ang="T126">
                  <a:pos x="T44" y="T45"/>
                </a:cxn>
                <a:cxn ang="T127">
                  <a:pos x="T46" y="T47"/>
                </a:cxn>
                <a:cxn ang="T128">
                  <a:pos x="T48" y="T49"/>
                </a:cxn>
                <a:cxn ang="T129">
                  <a:pos x="T50" y="T51"/>
                </a:cxn>
                <a:cxn ang="T130">
                  <a:pos x="T52" y="T53"/>
                </a:cxn>
                <a:cxn ang="T131">
                  <a:pos x="T54" y="T55"/>
                </a:cxn>
                <a:cxn ang="T132">
                  <a:pos x="T56" y="T57"/>
                </a:cxn>
                <a:cxn ang="T133">
                  <a:pos x="T58" y="T59"/>
                </a:cxn>
                <a:cxn ang="T134">
                  <a:pos x="T60" y="T61"/>
                </a:cxn>
                <a:cxn ang="T135">
                  <a:pos x="T62" y="T63"/>
                </a:cxn>
                <a:cxn ang="T136">
                  <a:pos x="T64" y="T65"/>
                </a:cxn>
                <a:cxn ang="T137">
                  <a:pos x="T66" y="T67"/>
                </a:cxn>
                <a:cxn ang="T138">
                  <a:pos x="T68" y="T69"/>
                </a:cxn>
                <a:cxn ang="T139">
                  <a:pos x="T70" y="T71"/>
                </a:cxn>
                <a:cxn ang="T140">
                  <a:pos x="T72" y="T73"/>
                </a:cxn>
                <a:cxn ang="T141">
                  <a:pos x="T74" y="T75"/>
                </a:cxn>
                <a:cxn ang="T142">
                  <a:pos x="T76" y="T77"/>
                </a:cxn>
                <a:cxn ang="T143">
                  <a:pos x="T78" y="T79"/>
                </a:cxn>
                <a:cxn ang="T144">
                  <a:pos x="T80" y="T81"/>
                </a:cxn>
                <a:cxn ang="T145">
                  <a:pos x="T82" y="T83"/>
                </a:cxn>
                <a:cxn ang="T146">
                  <a:pos x="T84" y="T85"/>
                </a:cxn>
                <a:cxn ang="T147">
                  <a:pos x="T86" y="T87"/>
                </a:cxn>
                <a:cxn ang="T148">
                  <a:pos x="T88" y="T89"/>
                </a:cxn>
                <a:cxn ang="T149">
                  <a:pos x="T90" y="T91"/>
                </a:cxn>
                <a:cxn ang="T150">
                  <a:pos x="T92" y="T93"/>
                </a:cxn>
                <a:cxn ang="T151">
                  <a:pos x="T94" y="T95"/>
                </a:cxn>
                <a:cxn ang="T152">
                  <a:pos x="T96" y="T97"/>
                </a:cxn>
                <a:cxn ang="T153">
                  <a:pos x="T98" y="T99"/>
                </a:cxn>
                <a:cxn ang="T154">
                  <a:pos x="T100" y="T101"/>
                </a:cxn>
                <a:cxn ang="T155">
                  <a:pos x="T102" y="T103"/>
                </a:cxn>
              </a:cxnLst>
              <a:rect l="0" t="0" r="r" b="b"/>
              <a:pathLst>
                <a:path w="668020" h="647064">
                  <a:moveTo>
                    <a:pt x="549732" y="323062"/>
                  </a:moveTo>
                  <a:lnTo>
                    <a:pt x="544017" y="273621"/>
                  </a:lnTo>
                  <a:lnTo>
                    <a:pt x="527748" y="228193"/>
                  </a:lnTo>
                  <a:lnTo>
                    <a:pt x="506844" y="195338"/>
                  </a:lnTo>
                  <a:lnTo>
                    <a:pt x="506844" y="323062"/>
                  </a:lnTo>
                  <a:lnTo>
                    <a:pt x="500646" y="368998"/>
                  </a:lnTo>
                  <a:lnTo>
                    <a:pt x="483184" y="410311"/>
                  </a:lnTo>
                  <a:lnTo>
                    <a:pt x="456120" y="445325"/>
                  </a:lnTo>
                  <a:lnTo>
                    <a:pt x="421093" y="472401"/>
                  </a:lnTo>
                  <a:lnTo>
                    <a:pt x="379780" y="489864"/>
                  </a:lnTo>
                  <a:lnTo>
                    <a:pt x="333844" y="496062"/>
                  </a:lnTo>
                  <a:lnTo>
                    <a:pt x="287909" y="489864"/>
                  </a:lnTo>
                  <a:lnTo>
                    <a:pt x="246595" y="472401"/>
                  </a:lnTo>
                  <a:lnTo>
                    <a:pt x="211569" y="445325"/>
                  </a:lnTo>
                  <a:lnTo>
                    <a:pt x="184492" y="410311"/>
                  </a:lnTo>
                  <a:lnTo>
                    <a:pt x="167030" y="368998"/>
                  </a:lnTo>
                  <a:lnTo>
                    <a:pt x="160845" y="323062"/>
                  </a:lnTo>
                  <a:lnTo>
                    <a:pt x="167030" y="277126"/>
                  </a:lnTo>
                  <a:lnTo>
                    <a:pt x="184492" y="235813"/>
                  </a:lnTo>
                  <a:lnTo>
                    <a:pt x="211569" y="200787"/>
                  </a:lnTo>
                  <a:lnTo>
                    <a:pt x="246595" y="173710"/>
                  </a:lnTo>
                  <a:lnTo>
                    <a:pt x="287909" y="156248"/>
                  </a:lnTo>
                  <a:lnTo>
                    <a:pt x="333844" y="150063"/>
                  </a:lnTo>
                  <a:lnTo>
                    <a:pt x="379780" y="156248"/>
                  </a:lnTo>
                  <a:lnTo>
                    <a:pt x="421093" y="173710"/>
                  </a:lnTo>
                  <a:lnTo>
                    <a:pt x="456120" y="200787"/>
                  </a:lnTo>
                  <a:lnTo>
                    <a:pt x="483184" y="235813"/>
                  </a:lnTo>
                  <a:lnTo>
                    <a:pt x="500646" y="277126"/>
                  </a:lnTo>
                  <a:lnTo>
                    <a:pt x="506844" y="323062"/>
                  </a:lnTo>
                  <a:lnTo>
                    <a:pt x="506844" y="195338"/>
                  </a:lnTo>
                  <a:lnTo>
                    <a:pt x="468782" y="154660"/>
                  </a:lnTo>
                  <a:lnTo>
                    <a:pt x="428701" y="129146"/>
                  </a:lnTo>
                  <a:lnTo>
                    <a:pt x="383286" y="112890"/>
                  </a:lnTo>
                  <a:lnTo>
                    <a:pt x="333844" y="107175"/>
                  </a:lnTo>
                  <a:lnTo>
                    <a:pt x="284403" y="112890"/>
                  </a:lnTo>
                  <a:lnTo>
                    <a:pt x="238988" y="129146"/>
                  </a:lnTo>
                  <a:lnTo>
                    <a:pt x="198894" y="154660"/>
                  </a:lnTo>
                  <a:lnTo>
                    <a:pt x="165442" y="188112"/>
                  </a:lnTo>
                  <a:lnTo>
                    <a:pt x="139928" y="228193"/>
                  </a:lnTo>
                  <a:lnTo>
                    <a:pt x="123672" y="273621"/>
                  </a:lnTo>
                  <a:lnTo>
                    <a:pt x="117957" y="323062"/>
                  </a:lnTo>
                  <a:lnTo>
                    <a:pt x="123672" y="372503"/>
                  </a:lnTo>
                  <a:lnTo>
                    <a:pt x="139928" y="417918"/>
                  </a:lnTo>
                  <a:lnTo>
                    <a:pt x="165442" y="458000"/>
                  </a:lnTo>
                  <a:lnTo>
                    <a:pt x="198894" y="491451"/>
                  </a:lnTo>
                  <a:lnTo>
                    <a:pt x="238988" y="516966"/>
                  </a:lnTo>
                  <a:lnTo>
                    <a:pt x="284403" y="533234"/>
                  </a:lnTo>
                  <a:lnTo>
                    <a:pt x="333844" y="538949"/>
                  </a:lnTo>
                  <a:lnTo>
                    <a:pt x="383286" y="533234"/>
                  </a:lnTo>
                  <a:lnTo>
                    <a:pt x="428701" y="516966"/>
                  </a:lnTo>
                  <a:lnTo>
                    <a:pt x="461556" y="496062"/>
                  </a:lnTo>
                  <a:lnTo>
                    <a:pt x="502246" y="458000"/>
                  </a:lnTo>
                  <a:lnTo>
                    <a:pt x="527748" y="417918"/>
                  </a:lnTo>
                  <a:lnTo>
                    <a:pt x="544017" y="372503"/>
                  </a:lnTo>
                  <a:lnTo>
                    <a:pt x="549732" y="323062"/>
                  </a:lnTo>
                  <a:close/>
                </a:path>
                <a:path w="668020" h="647064">
                  <a:moveTo>
                    <a:pt x="667689" y="323062"/>
                  </a:moveTo>
                  <a:lnTo>
                    <a:pt x="664870" y="296379"/>
                  </a:lnTo>
                  <a:lnTo>
                    <a:pt x="656691" y="271132"/>
                  </a:lnTo>
                  <a:lnTo>
                    <a:pt x="643547" y="248132"/>
                  </a:lnTo>
                  <a:lnTo>
                    <a:pt x="625868" y="228180"/>
                  </a:lnTo>
                  <a:lnTo>
                    <a:pt x="628434" y="201637"/>
                  </a:lnTo>
                  <a:lnTo>
                    <a:pt x="625538" y="175298"/>
                  </a:lnTo>
                  <a:lnTo>
                    <a:pt x="624789" y="172999"/>
                  </a:lnTo>
                  <a:lnTo>
                    <a:pt x="624789" y="323062"/>
                  </a:lnTo>
                  <a:lnTo>
                    <a:pt x="622350" y="343255"/>
                  </a:lnTo>
                  <a:lnTo>
                    <a:pt x="615327" y="362127"/>
                  </a:lnTo>
                  <a:lnTo>
                    <a:pt x="604113" y="378866"/>
                  </a:lnTo>
                  <a:lnTo>
                    <a:pt x="589102" y="392684"/>
                  </a:lnTo>
                  <a:lnTo>
                    <a:pt x="576364" y="401866"/>
                  </a:lnTo>
                  <a:lnTo>
                    <a:pt x="581266" y="416775"/>
                  </a:lnTo>
                  <a:lnTo>
                    <a:pt x="585292" y="436765"/>
                  </a:lnTo>
                  <a:lnTo>
                    <a:pt x="584530" y="456907"/>
                  </a:lnTo>
                  <a:lnTo>
                    <a:pt x="579132" y="476300"/>
                  </a:lnTo>
                  <a:lnTo>
                    <a:pt x="555434" y="508939"/>
                  </a:lnTo>
                  <a:lnTo>
                    <a:pt x="519912" y="526999"/>
                  </a:lnTo>
                  <a:lnTo>
                    <a:pt x="499732" y="529412"/>
                  </a:lnTo>
                  <a:lnTo>
                    <a:pt x="483717" y="529412"/>
                  </a:lnTo>
                  <a:lnTo>
                    <a:pt x="478929" y="544309"/>
                  </a:lnTo>
                  <a:lnTo>
                    <a:pt x="457987" y="578688"/>
                  </a:lnTo>
                  <a:lnTo>
                    <a:pt x="423748" y="599770"/>
                  </a:lnTo>
                  <a:lnTo>
                    <a:pt x="403783" y="603694"/>
                  </a:lnTo>
                  <a:lnTo>
                    <a:pt x="383781" y="602830"/>
                  </a:lnTo>
                  <a:lnTo>
                    <a:pt x="364286" y="597331"/>
                  </a:lnTo>
                  <a:lnTo>
                    <a:pt x="346506" y="587336"/>
                  </a:lnTo>
                  <a:lnTo>
                    <a:pt x="333844" y="578065"/>
                  </a:lnTo>
                  <a:lnTo>
                    <a:pt x="321183" y="587336"/>
                  </a:lnTo>
                  <a:lnTo>
                    <a:pt x="303403" y="597331"/>
                  </a:lnTo>
                  <a:lnTo>
                    <a:pt x="284022" y="602830"/>
                  </a:lnTo>
                  <a:lnTo>
                    <a:pt x="263906" y="603694"/>
                  </a:lnTo>
                  <a:lnTo>
                    <a:pt x="243941" y="599770"/>
                  </a:lnTo>
                  <a:lnTo>
                    <a:pt x="209702" y="578688"/>
                  </a:lnTo>
                  <a:lnTo>
                    <a:pt x="188760" y="544309"/>
                  </a:lnTo>
                  <a:lnTo>
                    <a:pt x="183972" y="529412"/>
                  </a:lnTo>
                  <a:lnTo>
                    <a:pt x="167957" y="529412"/>
                  </a:lnTo>
                  <a:lnTo>
                    <a:pt x="128968" y="520052"/>
                  </a:lnTo>
                  <a:lnTo>
                    <a:pt x="98463" y="494080"/>
                  </a:lnTo>
                  <a:lnTo>
                    <a:pt x="83159" y="456907"/>
                  </a:lnTo>
                  <a:lnTo>
                    <a:pt x="82397" y="436765"/>
                  </a:lnTo>
                  <a:lnTo>
                    <a:pt x="86423" y="416775"/>
                  </a:lnTo>
                  <a:lnTo>
                    <a:pt x="91325" y="401866"/>
                  </a:lnTo>
                  <a:lnTo>
                    <a:pt x="78587" y="392684"/>
                  </a:lnTo>
                  <a:lnTo>
                    <a:pt x="63576" y="378866"/>
                  </a:lnTo>
                  <a:lnTo>
                    <a:pt x="52362" y="362127"/>
                  </a:lnTo>
                  <a:lnTo>
                    <a:pt x="45339" y="343255"/>
                  </a:lnTo>
                  <a:lnTo>
                    <a:pt x="42900" y="323062"/>
                  </a:lnTo>
                  <a:lnTo>
                    <a:pt x="45339" y="302856"/>
                  </a:lnTo>
                  <a:lnTo>
                    <a:pt x="52362" y="283984"/>
                  </a:lnTo>
                  <a:lnTo>
                    <a:pt x="63576" y="267246"/>
                  </a:lnTo>
                  <a:lnTo>
                    <a:pt x="78587" y="253441"/>
                  </a:lnTo>
                  <a:lnTo>
                    <a:pt x="91325" y="244259"/>
                  </a:lnTo>
                  <a:lnTo>
                    <a:pt x="86423" y="229349"/>
                  </a:lnTo>
                  <a:lnTo>
                    <a:pt x="82397" y="209346"/>
                  </a:lnTo>
                  <a:lnTo>
                    <a:pt x="83159" y="189204"/>
                  </a:lnTo>
                  <a:lnTo>
                    <a:pt x="88557" y="169811"/>
                  </a:lnTo>
                  <a:lnTo>
                    <a:pt x="112255" y="137185"/>
                  </a:lnTo>
                  <a:lnTo>
                    <a:pt x="147789" y="119113"/>
                  </a:lnTo>
                  <a:lnTo>
                    <a:pt x="167627" y="116763"/>
                  </a:lnTo>
                  <a:lnTo>
                    <a:pt x="183959" y="116763"/>
                  </a:lnTo>
                  <a:lnTo>
                    <a:pt x="188760" y="101815"/>
                  </a:lnTo>
                  <a:lnTo>
                    <a:pt x="209702" y="67424"/>
                  </a:lnTo>
                  <a:lnTo>
                    <a:pt x="243941" y="46355"/>
                  </a:lnTo>
                  <a:lnTo>
                    <a:pt x="263906" y="42418"/>
                  </a:lnTo>
                  <a:lnTo>
                    <a:pt x="284022" y="43281"/>
                  </a:lnTo>
                  <a:lnTo>
                    <a:pt x="303403" y="48780"/>
                  </a:lnTo>
                  <a:lnTo>
                    <a:pt x="321183" y="58788"/>
                  </a:lnTo>
                  <a:lnTo>
                    <a:pt x="333844" y="68059"/>
                  </a:lnTo>
                  <a:lnTo>
                    <a:pt x="346506" y="58788"/>
                  </a:lnTo>
                  <a:lnTo>
                    <a:pt x="364274" y="48780"/>
                  </a:lnTo>
                  <a:lnTo>
                    <a:pt x="383654" y="43281"/>
                  </a:lnTo>
                  <a:lnTo>
                    <a:pt x="403745" y="42418"/>
                  </a:lnTo>
                  <a:lnTo>
                    <a:pt x="442214" y="54902"/>
                  </a:lnTo>
                  <a:lnTo>
                    <a:pt x="470433" y="83273"/>
                  </a:lnTo>
                  <a:lnTo>
                    <a:pt x="483730" y="116763"/>
                  </a:lnTo>
                  <a:lnTo>
                    <a:pt x="500164" y="116763"/>
                  </a:lnTo>
                  <a:lnTo>
                    <a:pt x="538734" y="126072"/>
                  </a:lnTo>
                  <a:lnTo>
                    <a:pt x="569226" y="152044"/>
                  </a:lnTo>
                  <a:lnTo>
                    <a:pt x="584530" y="189204"/>
                  </a:lnTo>
                  <a:lnTo>
                    <a:pt x="585292" y="209346"/>
                  </a:lnTo>
                  <a:lnTo>
                    <a:pt x="581266" y="229349"/>
                  </a:lnTo>
                  <a:lnTo>
                    <a:pt x="576364" y="244259"/>
                  </a:lnTo>
                  <a:lnTo>
                    <a:pt x="589102" y="253441"/>
                  </a:lnTo>
                  <a:lnTo>
                    <a:pt x="604113" y="267246"/>
                  </a:lnTo>
                  <a:lnTo>
                    <a:pt x="615327" y="283984"/>
                  </a:lnTo>
                  <a:lnTo>
                    <a:pt x="622350" y="302856"/>
                  </a:lnTo>
                  <a:lnTo>
                    <a:pt x="624789" y="323062"/>
                  </a:lnTo>
                  <a:lnTo>
                    <a:pt x="624789" y="172999"/>
                  </a:lnTo>
                  <a:lnTo>
                    <a:pt x="603923" y="126834"/>
                  </a:lnTo>
                  <a:lnTo>
                    <a:pt x="564502" y="91287"/>
                  </a:lnTo>
                  <a:lnTo>
                    <a:pt x="514324" y="74650"/>
                  </a:lnTo>
                  <a:lnTo>
                    <a:pt x="500811" y="51663"/>
                  </a:lnTo>
                  <a:lnTo>
                    <a:pt x="492404" y="42418"/>
                  </a:lnTo>
                  <a:lnTo>
                    <a:pt x="482993" y="32067"/>
                  </a:lnTo>
                  <a:lnTo>
                    <a:pt x="461505" y="16484"/>
                  </a:lnTo>
                  <a:lnTo>
                    <a:pt x="460425" y="16002"/>
                  </a:lnTo>
                  <a:lnTo>
                    <a:pt x="437007" y="5562"/>
                  </a:lnTo>
                  <a:lnTo>
                    <a:pt x="410756" y="0"/>
                  </a:lnTo>
                  <a:lnTo>
                    <a:pt x="384136" y="0"/>
                  </a:lnTo>
                  <a:lnTo>
                    <a:pt x="358292" y="5359"/>
                  </a:lnTo>
                  <a:lnTo>
                    <a:pt x="333844" y="16002"/>
                  </a:lnTo>
                  <a:lnTo>
                    <a:pt x="309397" y="5359"/>
                  </a:lnTo>
                  <a:lnTo>
                    <a:pt x="283552" y="0"/>
                  </a:lnTo>
                  <a:lnTo>
                    <a:pt x="256933" y="0"/>
                  </a:lnTo>
                  <a:lnTo>
                    <a:pt x="206184" y="16484"/>
                  </a:lnTo>
                  <a:lnTo>
                    <a:pt x="166878" y="51663"/>
                  </a:lnTo>
                  <a:lnTo>
                    <a:pt x="153365" y="74650"/>
                  </a:lnTo>
                  <a:lnTo>
                    <a:pt x="127330" y="80403"/>
                  </a:lnTo>
                  <a:lnTo>
                    <a:pt x="81724" y="106908"/>
                  </a:lnTo>
                  <a:lnTo>
                    <a:pt x="50368" y="150075"/>
                  </a:lnTo>
                  <a:lnTo>
                    <a:pt x="39255" y="201637"/>
                  </a:lnTo>
                  <a:lnTo>
                    <a:pt x="41821" y="228180"/>
                  </a:lnTo>
                  <a:lnTo>
                    <a:pt x="24142" y="248132"/>
                  </a:lnTo>
                  <a:lnTo>
                    <a:pt x="11010" y="271132"/>
                  </a:lnTo>
                  <a:lnTo>
                    <a:pt x="2819" y="296379"/>
                  </a:lnTo>
                  <a:lnTo>
                    <a:pt x="0" y="323062"/>
                  </a:lnTo>
                  <a:lnTo>
                    <a:pt x="2819" y="349732"/>
                  </a:lnTo>
                  <a:lnTo>
                    <a:pt x="11010" y="374980"/>
                  </a:lnTo>
                  <a:lnTo>
                    <a:pt x="24142" y="397979"/>
                  </a:lnTo>
                  <a:lnTo>
                    <a:pt x="41821" y="417944"/>
                  </a:lnTo>
                  <a:lnTo>
                    <a:pt x="39255" y="444474"/>
                  </a:lnTo>
                  <a:lnTo>
                    <a:pt x="50368" y="496049"/>
                  </a:lnTo>
                  <a:lnTo>
                    <a:pt x="81724" y="539203"/>
                  </a:lnTo>
                  <a:lnTo>
                    <a:pt x="127330" y="565708"/>
                  </a:lnTo>
                  <a:lnTo>
                    <a:pt x="153365" y="571474"/>
                  </a:lnTo>
                  <a:lnTo>
                    <a:pt x="166890" y="594448"/>
                  </a:lnTo>
                  <a:lnTo>
                    <a:pt x="206184" y="629627"/>
                  </a:lnTo>
                  <a:lnTo>
                    <a:pt x="250329" y="645261"/>
                  </a:lnTo>
                  <a:lnTo>
                    <a:pt x="270268" y="646823"/>
                  </a:lnTo>
                  <a:lnTo>
                    <a:pt x="286791" y="645756"/>
                  </a:lnTo>
                  <a:lnTo>
                    <a:pt x="303047" y="642594"/>
                  </a:lnTo>
                  <a:lnTo>
                    <a:pt x="318808" y="637362"/>
                  </a:lnTo>
                  <a:lnTo>
                    <a:pt x="333844" y="630123"/>
                  </a:lnTo>
                  <a:lnTo>
                    <a:pt x="358292" y="640753"/>
                  </a:lnTo>
                  <a:lnTo>
                    <a:pt x="384225" y="646137"/>
                  </a:lnTo>
                  <a:lnTo>
                    <a:pt x="410667" y="646137"/>
                  </a:lnTo>
                  <a:lnTo>
                    <a:pt x="460413" y="630123"/>
                  </a:lnTo>
                  <a:lnTo>
                    <a:pt x="492391" y="603694"/>
                  </a:lnTo>
                  <a:lnTo>
                    <a:pt x="500799" y="594448"/>
                  </a:lnTo>
                  <a:lnTo>
                    <a:pt x="514324" y="571474"/>
                  </a:lnTo>
                  <a:lnTo>
                    <a:pt x="540359" y="565708"/>
                  </a:lnTo>
                  <a:lnTo>
                    <a:pt x="564502" y="554824"/>
                  </a:lnTo>
                  <a:lnTo>
                    <a:pt x="603923" y="519290"/>
                  </a:lnTo>
                  <a:lnTo>
                    <a:pt x="625538" y="470814"/>
                  </a:lnTo>
                  <a:lnTo>
                    <a:pt x="628434" y="444474"/>
                  </a:lnTo>
                  <a:lnTo>
                    <a:pt x="625868" y="417944"/>
                  </a:lnTo>
                  <a:lnTo>
                    <a:pt x="643547" y="397979"/>
                  </a:lnTo>
                  <a:lnTo>
                    <a:pt x="656691" y="374980"/>
                  </a:lnTo>
                  <a:lnTo>
                    <a:pt x="664870" y="349732"/>
                  </a:lnTo>
                  <a:lnTo>
                    <a:pt x="667689" y="32306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2319" name="object 49">
              <a:extLst>
                <a:ext uri="{FF2B5EF4-FFF2-40B4-BE49-F238E27FC236}">
                  <a16:creationId xmlns="" xmlns:a16="http://schemas.microsoft.com/office/drawing/2014/main" id="{EFA752F2-99CB-48C9-A9CD-413B0F0F5E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03292" y="2553119"/>
              <a:ext cx="212293" cy="1668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20" name="object 50">
              <a:extLst>
                <a:ext uri="{FF2B5EF4-FFF2-40B4-BE49-F238E27FC236}">
                  <a16:creationId xmlns="" xmlns:a16="http://schemas.microsoft.com/office/drawing/2014/main" id="{39D4DD9A-55D6-4707-BC27-AF60121788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50736" y="2844247"/>
              <a:ext cx="238480" cy="1897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321" name="object 51">
              <a:extLst>
                <a:ext uri="{FF2B5EF4-FFF2-40B4-BE49-F238E27FC236}">
                  <a16:creationId xmlns="" xmlns:a16="http://schemas.microsoft.com/office/drawing/2014/main" id="{9755AD7E-5289-4448-A9B2-6BBC8DC238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35982" y="2844247"/>
              <a:ext cx="238467" cy="1897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2311" name="object 52">
            <a:extLst>
              <a:ext uri="{FF2B5EF4-FFF2-40B4-BE49-F238E27FC236}">
                <a16:creationId xmlns="" xmlns:a16="http://schemas.microsoft.com/office/drawing/2014/main" id="{E9BA4DEB-2FA3-434A-A236-AD99E83C47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663" y="5013325"/>
            <a:ext cx="2532062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75537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2188"/>
              </a:lnSpc>
              <a:spcBef>
                <a:spcPts val="600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Высокий уровень автоматизации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sp>
        <p:nvSpPr>
          <p:cNvPr id="12312" name="object 53">
            <a:extLst>
              <a:ext uri="{FF2B5EF4-FFF2-40B4-BE49-F238E27FC236}">
                <a16:creationId xmlns="" xmlns:a16="http://schemas.microsoft.com/office/drawing/2014/main" id="{F7FBBB5A-723D-4399-9B86-7E40BA7CF5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91075" y="5038725"/>
            <a:ext cx="2571750" cy="63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75537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2188"/>
              </a:lnSpc>
              <a:spcBef>
                <a:spcPts val="600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Быстрое и гибкое производство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sp>
        <p:nvSpPr>
          <p:cNvPr id="12313" name="object 54">
            <a:extLst>
              <a:ext uri="{FF2B5EF4-FFF2-40B4-BE49-F238E27FC236}">
                <a16:creationId xmlns="" xmlns:a16="http://schemas.microsoft.com/office/drawing/2014/main" id="{63A6F718-F4CA-4440-8516-81B191491B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61363" y="5053013"/>
            <a:ext cx="2335212" cy="922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75537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2188"/>
              </a:lnSpc>
              <a:spcBef>
                <a:spcPts val="600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Низкое влияние человеческого фактора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sp>
        <p:nvSpPr>
          <p:cNvPr id="12314" name="object 55">
            <a:extLst>
              <a:ext uri="{FF2B5EF4-FFF2-40B4-BE49-F238E27FC236}">
                <a16:creationId xmlns="" xmlns:a16="http://schemas.microsoft.com/office/drawing/2014/main" id="{A3AF6DA1-2ABB-405C-9FE0-E29C726937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07850" y="5051425"/>
            <a:ext cx="20351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75537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2188"/>
              </a:lnSpc>
              <a:spcBef>
                <a:spcPts val="600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Постоянная модернизация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sp>
        <p:nvSpPr>
          <p:cNvPr id="12315" name="object 56">
            <a:extLst>
              <a:ext uri="{FF2B5EF4-FFF2-40B4-BE49-F238E27FC236}">
                <a16:creationId xmlns="" xmlns:a16="http://schemas.microsoft.com/office/drawing/2014/main" id="{E9680118-9EB4-45BA-9800-8D551A914B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38438" y="5051425"/>
            <a:ext cx="2398712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75537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2188"/>
              </a:lnSpc>
              <a:spcBef>
                <a:spcPts val="600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Стабильное качество каждой партии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pic>
        <p:nvPicPr>
          <p:cNvPr id="12316" name="object 57">
            <a:extLst>
              <a:ext uri="{FF2B5EF4-FFF2-40B4-BE49-F238E27FC236}">
                <a16:creationId xmlns="" xmlns:a16="http://schemas.microsoft.com/office/drawing/2014/main" id="{E7C2956E-90FE-486F-B302-85615338A5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2538" y="7034213"/>
            <a:ext cx="2773362" cy="1831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38" name="Объект 90">
            <a:extLst>
              <a:ext uri="{FF2B5EF4-FFF2-40B4-BE49-F238E27FC236}">
                <a16:creationId xmlns="" xmlns:a16="http://schemas.microsoft.com/office/drawing/2014/main" id="{56088166-3D22-42AF-AC04-FC5210B9990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298738" y="211138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02" name="CorelDRAW" r:id="rId4" imgW="3876120" imgH="797040" progId="CorelDraw.Graphic.23">
                  <p:embed/>
                </p:oleObj>
              </mc:Choice>
              <mc:Fallback>
                <p:oleObj name="CorelDRAW" r:id="rId4" imgW="3876120" imgH="797040" progId="CorelDraw.Graphic.23">
                  <p:embed/>
                  <p:pic>
                    <p:nvPicPr>
                      <p:cNvPr id="0" name="Объект 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98738" y="211138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9" name="object 25">
            <a:extLst>
              <a:ext uri="{FF2B5EF4-FFF2-40B4-BE49-F238E27FC236}">
                <a16:creationId xmlns="" xmlns:a16="http://schemas.microsoft.com/office/drawing/2014/main" id="{0D5D215E-B257-4D9F-8BA8-9DEB1D0E7FA7}"/>
              </a:ext>
            </a:extLst>
          </p:cNvPr>
          <p:cNvSpPr>
            <a:spLocks/>
          </p:cNvSpPr>
          <p:nvPr/>
        </p:nvSpPr>
        <p:spPr bwMode="auto">
          <a:xfrm>
            <a:off x="1514794" y="7647823"/>
            <a:ext cx="45719" cy="1588"/>
          </a:xfrm>
          <a:custGeom>
            <a:avLst/>
            <a:gdLst>
              <a:gd name="T0" fmla="*/ 303654 w 1269"/>
              <a:gd name="T1" fmla="*/ 0 h 1270"/>
              <a:gd name="T2" fmla="*/ 124608 w 1269"/>
              <a:gd name="T3" fmla="*/ 789 h 1270"/>
              <a:gd name="T4" fmla="*/ 62066 w 1269"/>
              <a:gd name="T5" fmla="*/ 2304 h 1270"/>
              <a:gd name="T6" fmla="*/ 0 w 1269"/>
              <a:gd name="T7" fmla="*/ 3641 h 1270"/>
              <a:gd name="T8" fmla="*/ 85390 w 1269"/>
              <a:gd name="T9" fmla="*/ 5095 h 1270"/>
              <a:gd name="T10" fmla="*/ 257060 w 1269"/>
              <a:gd name="T11" fmla="*/ 5519 h 1270"/>
              <a:gd name="T12" fmla="*/ 413050 w 1269"/>
              <a:gd name="T13" fmla="*/ 5881 h 1270"/>
              <a:gd name="T14" fmla="*/ 607576 w 1269"/>
              <a:gd name="T15" fmla="*/ 5155 h 1270"/>
              <a:gd name="T16" fmla="*/ 662279 w 1269"/>
              <a:gd name="T17" fmla="*/ 3820 h 1270"/>
              <a:gd name="T18" fmla="*/ 732184 w 1269"/>
              <a:gd name="T19" fmla="*/ 2304 h 1270"/>
              <a:gd name="T20" fmla="*/ 630894 w 1269"/>
              <a:gd name="T21" fmla="*/ 843 h 1270"/>
              <a:gd name="T22" fmla="*/ 475124 w 1269"/>
              <a:gd name="T23" fmla="*/ 423 h 1270"/>
              <a:gd name="T24" fmla="*/ 303654 w 1269"/>
              <a:gd name="T25" fmla="*/ 0 h 1270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0" t="0" r="r" b="b"/>
            <a:pathLst>
              <a:path w="1269" h="1270">
                <a:moveTo>
                  <a:pt x="495" y="0"/>
                </a:moveTo>
                <a:lnTo>
                  <a:pt x="203" y="165"/>
                </a:lnTo>
                <a:lnTo>
                  <a:pt x="101" y="482"/>
                </a:lnTo>
                <a:lnTo>
                  <a:pt x="0" y="762"/>
                </a:lnTo>
                <a:lnTo>
                  <a:pt x="139" y="1066"/>
                </a:lnTo>
                <a:lnTo>
                  <a:pt x="419" y="1155"/>
                </a:lnTo>
                <a:lnTo>
                  <a:pt x="673" y="1231"/>
                </a:lnTo>
                <a:lnTo>
                  <a:pt x="990" y="1079"/>
                </a:lnTo>
                <a:lnTo>
                  <a:pt x="1079" y="800"/>
                </a:lnTo>
                <a:lnTo>
                  <a:pt x="1193" y="482"/>
                </a:lnTo>
                <a:lnTo>
                  <a:pt x="1028" y="177"/>
                </a:lnTo>
                <a:lnTo>
                  <a:pt x="774" y="88"/>
                </a:lnTo>
                <a:lnTo>
                  <a:pt x="495" y="0"/>
                </a:lnTo>
                <a:close/>
              </a:path>
            </a:pathLst>
          </a:custGeom>
          <a:solidFill>
            <a:srgbClr val="F2F2F2">
              <a:alpha val="4392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grpSp>
        <p:nvGrpSpPr>
          <p:cNvPr id="14340" name="object 38">
            <a:extLst>
              <a:ext uri="{FF2B5EF4-FFF2-40B4-BE49-F238E27FC236}">
                <a16:creationId xmlns="" xmlns:a16="http://schemas.microsoft.com/office/drawing/2014/main" id="{DFF507BB-8538-4E21-906E-3CCF5FE74A8F}"/>
              </a:ext>
            </a:extLst>
          </p:cNvPr>
          <p:cNvGrpSpPr>
            <a:grpSpLocks/>
          </p:cNvGrpSpPr>
          <p:nvPr/>
        </p:nvGrpSpPr>
        <p:grpSpPr bwMode="auto">
          <a:xfrm>
            <a:off x="1490663" y="3084513"/>
            <a:ext cx="7104062" cy="5648325"/>
            <a:chOff x="871169" y="2268220"/>
            <a:chExt cx="4154804" cy="4151629"/>
          </a:xfrm>
        </p:grpSpPr>
        <p:sp>
          <p:nvSpPr>
            <p:cNvPr id="14376" name="object 39">
              <a:extLst>
                <a:ext uri="{FF2B5EF4-FFF2-40B4-BE49-F238E27FC236}">
                  <a16:creationId xmlns="" xmlns:a16="http://schemas.microsoft.com/office/drawing/2014/main" id="{C6CBC8E0-93E8-4C81-B5B9-CBA0DEC6814F}"/>
                </a:ext>
              </a:extLst>
            </p:cNvPr>
            <p:cNvSpPr>
              <a:spLocks/>
            </p:cNvSpPr>
            <p:nvPr/>
          </p:nvSpPr>
          <p:spPr bwMode="auto">
            <a:xfrm>
              <a:off x="918184" y="2291194"/>
              <a:ext cx="3423920" cy="3536950"/>
            </a:xfrm>
            <a:custGeom>
              <a:avLst/>
              <a:gdLst>
                <a:gd name="T0" fmla="*/ 1168 w 3423920"/>
                <a:gd name="T1" fmla="*/ 2798076 h 3536950"/>
                <a:gd name="T2" fmla="*/ 87833 w 3423920"/>
                <a:gd name="T3" fmla="*/ 2909722 h 3536950"/>
                <a:gd name="T4" fmla="*/ 182549 w 3423920"/>
                <a:gd name="T5" fmla="*/ 3013710 h 3536950"/>
                <a:gd name="T6" fmla="*/ 394081 w 3423920"/>
                <a:gd name="T7" fmla="*/ 3196475 h 3536950"/>
                <a:gd name="T8" fmla="*/ 507771 w 3423920"/>
                <a:gd name="T9" fmla="*/ 3072282 h 3536950"/>
                <a:gd name="T10" fmla="*/ 510463 w 3423920"/>
                <a:gd name="T11" fmla="*/ 2863456 h 3536950"/>
                <a:gd name="T12" fmla="*/ 624725 w 3423920"/>
                <a:gd name="T13" fmla="*/ 3147860 h 3536950"/>
                <a:gd name="T14" fmla="*/ 747750 w 3423920"/>
                <a:gd name="T15" fmla="*/ 3212744 h 3536950"/>
                <a:gd name="T16" fmla="*/ 891057 w 3423920"/>
                <a:gd name="T17" fmla="*/ 3447224 h 3536950"/>
                <a:gd name="T18" fmla="*/ 1007605 w 3423920"/>
                <a:gd name="T19" fmla="*/ 3306534 h 3536950"/>
                <a:gd name="T20" fmla="*/ 1017778 w 3423920"/>
                <a:gd name="T21" fmla="*/ 3488994 h 3536950"/>
                <a:gd name="T22" fmla="*/ 1147000 w 3423920"/>
                <a:gd name="T23" fmla="*/ 3340519 h 3536950"/>
                <a:gd name="T24" fmla="*/ 1267739 w 3423920"/>
                <a:gd name="T25" fmla="*/ 3188792 h 3536950"/>
                <a:gd name="T26" fmla="*/ 1285862 w 3423920"/>
                <a:gd name="T27" fmla="*/ 3355048 h 3536950"/>
                <a:gd name="T28" fmla="*/ 1292301 w 3423920"/>
                <a:gd name="T29" fmla="*/ 3527564 h 3536950"/>
                <a:gd name="T30" fmla="*/ 1406740 w 3423920"/>
                <a:gd name="T31" fmla="*/ 3200412 h 3536950"/>
                <a:gd name="T32" fmla="*/ 1426438 w 3423920"/>
                <a:gd name="T33" fmla="*/ 3365792 h 3536950"/>
                <a:gd name="T34" fmla="*/ 1550962 w 3423920"/>
                <a:gd name="T35" fmla="*/ 3192399 h 3536950"/>
                <a:gd name="T36" fmla="*/ 1558747 w 3423920"/>
                <a:gd name="T37" fmla="*/ 3360356 h 3536950"/>
                <a:gd name="T38" fmla="*/ 1583359 w 3423920"/>
                <a:gd name="T39" fmla="*/ 3527158 h 3536950"/>
                <a:gd name="T40" fmla="*/ 1690306 w 3423920"/>
                <a:gd name="T41" fmla="*/ 3179318 h 3536950"/>
                <a:gd name="T42" fmla="*/ 1726526 w 3423920"/>
                <a:gd name="T43" fmla="*/ 3503587 h 3536950"/>
                <a:gd name="T44" fmla="*/ 1825955 w 3423920"/>
                <a:gd name="T45" fmla="*/ 3144583 h 3536950"/>
                <a:gd name="T46" fmla="*/ 1845640 w 3423920"/>
                <a:gd name="T47" fmla="*/ 3319195 h 3536950"/>
                <a:gd name="T48" fmla="*/ 1866265 w 3423920"/>
                <a:gd name="T49" fmla="*/ 3474440 h 3536950"/>
                <a:gd name="T50" fmla="*/ 2129625 w 3423920"/>
                <a:gd name="T51" fmla="*/ 3380816 h 3536950"/>
                <a:gd name="T52" fmla="*/ 2248624 w 3423920"/>
                <a:gd name="T53" fmla="*/ 3161436 h 3536950"/>
                <a:gd name="T54" fmla="*/ 2274925 w 3423920"/>
                <a:gd name="T55" fmla="*/ 3322269 h 3536950"/>
                <a:gd name="T56" fmla="*/ 2612542 w 3423920"/>
                <a:gd name="T57" fmla="*/ 55206 h 3536950"/>
                <a:gd name="T58" fmla="*/ 2718981 w 3423920"/>
                <a:gd name="T59" fmla="*/ 145859 h 3536950"/>
                <a:gd name="T60" fmla="*/ 2881744 w 3423920"/>
                <a:gd name="T61" fmla="*/ 72110 h 3536950"/>
                <a:gd name="T62" fmla="*/ 2907436 w 3423920"/>
                <a:gd name="T63" fmla="*/ 354063 h 3536950"/>
                <a:gd name="T64" fmla="*/ 2970669 w 3423920"/>
                <a:gd name="T65" fmla="*/ 786333 h 3536950"/>
                <a:gd name="T66" fmla="*/ 2975813 w 3423920"/>
                <a:gd name="T67" fmla="*/ 175628 h 3536950"/>
                <a:gd name="T68" fmla="*/ 2987446 w 3423920"/>
                <a:gd name="T69" fmla="*/ 470522 h 3536950"/>
                <a:gd name="T70" fmla="*/ 3021076 w 3423920"/>
                <a:gd name="T71" fmla="*/ 921550 h 3536950"/>
                <a:gd name="T72" fmla="*/ 3041675 w 3423920"/>
                <a:gd name="T73" fmla="*/ 152 h 3536950"/>
                <a:gd name="T74" fmla="*/ 3059938 w 3423920"/>
                <a:gd name="T75" fmla="*/ 1061935 h 3536950"/>
                <a:gd name="T76" fmla="*/ 3061119 w 3423920"/>
                <a:gd name="T77" fmla="*/ 287401 h 3536950"/>
                <a:gd name="T78" fmla="*/ 3066072 w 3423920"/>
                <a:gd name="T79" fmla="*/ 1797710 h 3536950"/>
                <a:gd name="T80" fmla="*/ 3086468 w 3423920"/>
                <a:gd name="T81" fmla="*/ 1206246 h 3536950"/>
                <a:gd name="T82" fmla="*/ 3089795 w 3423920"/>
                <a:gd name="T83" fmla="*/ 1649996 h 3536950"/>
                <a:gd name="T84" fmla="*/ 3102787 w 3423920"/>
                <a:gd name="T85" fmla="*/ 1354556 h 3536950"/>
                <a:gd name="T86" fmla="*/ 3104223 w 3423920"/>
                <a:gd name="T87" fmla="*/ 1501495 h 3536950"/>
                <a:gd name="T88" fmla="*/ 3120491 w 3423920"/>
                <a:gd name="T89" fmla="*/ 724649 h 3536950"/>
                <a:gd name="T90" fmla="*/ 3134804 w 3423920"/>
                <a:gd name="T91" fmla="*/ 106591 h 3536950"/>
                <a:gd name="T92" fmla="*/ 3142424 w 3423920"/>
                <a:gd name="T93" fmla="*/ 404774 h 3536950"/>
                <a:gd name="T94" fmla="*/ 3168866 w 3423920"/>
                <a:gd name="T95" fmla="*/ 858100 h 3536950"/>
                <a:gd name="T96" fmla="*/ 3210534 w 3423920"/>
                <a:gd name="T97" fmla="*/ 1003503 h 3536950"/>
                <a:gd name="T98" fmla="*/ 3213874 w 3423920"/>
                <a:gd name="T99" fmla="*/ 530618 h 3536950"/>
                <a:gd name="T100" fmla="*/ 3216618 w 3423920"/>
                <a:gd name="T101" fmla="*/ 218363 h 3536950"/>
                <a:gd name="T102" fmla="*/ 3235591 w 3423920"/>
                <a:gd name="T103" fmla="*/ 1146009 h 3536950"/>
                <a:gd name="T104" fmla="*/ 3243326 w 3423920"/>
                <a:gd name="T105" fmla="*/ 1736166 h 3536950"/>
                <a:gd name="T106" fmla="*/ 3259378 w 3423920"/>
                <a:gd name="T107" fmla="*/ 1581569 h 3536950"/>
                <a:gd name="T108" fmla="*/ 3254946 w 3423920"/>
                <a:gd name="T109" fmla="*/ 1438770 h 3536950"/>
                <a:gd name="T110" fmla="*/ 3319983 w 3423920"/>
                <a:gd name="T111" fmla="*/ 801458 h 3536950"/>
                <a:gd name="T112" fmla="*/ 3354971 w 3423920"/>
                <a:gd name="T113" fmla="*/ 1963407 h 3536950"/>
                <a:gd name="T114" fmla="*/ 3402050 w 3423920"/>
                <a:gd name="T115" fmla="*/ 1661083 h 3536950"/>
                <a:gd name="T116" fmla="*/ 3401822 w 3423920"/>
                <a:gd name="T117" fmla="*/ 1232992 h 3536950"/>
                <a:gd name="T118" fmla="*/ 3421875 w 3423920"/>
                <a:gd name="T119" fmla="*/ 1375321 h 3536950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3423920" h="3536950">
                  <a:moveTo>
                    <a:pt x="1168" y="2798076"/>
                  </a:moveTo>
                  <a:lnTo>
                    <a:pt x="1028" y="2797772"/>
                  </a:lnTo>
                  <a:lnTo>
                    <a:pt x="749" y="2797683"/>
                  </a:lnTo>
                  <a:lnTo>
                    <a:pt x="495" y="2797606"/>
                  </a:lnTo>
                  <a:lnTo>
                    <a:pt x="203" y="2797772"/>
                  </a:lnTo>
                  <a:lnTo>
                    <a:pt x="88" y="2798089"/>
                  </a:lnTo>
                  <a:lnTo>
                    <a:pt x="0" y="2798368"/>
                  </a:lnTo>
                  <a:lnTo>
                    <a:pt x="139" y="2798661"/>
                  </a:lnTo>
                  <a:lnTo>
                    <a:pt x="393" y="2798737"/>
                  </a:lnTo>
                  <a:lnTo>
                    <a:pt x="673" y="2798826"/>
                  </a:lnTo>
                  <a:lnTo>
                    <a:pt x="965" y="2798673"/>
                  </a:lnTo>
                  <a:lnTo>
                    <a:pt x="1054" y="2798394"/>
                  </a:lnTo>
                  <a:lnTo>
                    <a:pt x="1168" y="2798076"/>
                  </a:lnTo>
                  <a:close/>
                </a:path>
                <a:path w="3423920" h="3536950">
                  <a:moveTo>
                    <a:pt x="39052" y="2554033"/>
                  </a:moveTo>
                  <a:lnTo>
                    <a:pt x="38925" y="2553741"/>
                  </a:lnTo>
                  <a:lnTo>
                    <a:pt x="38366" y="2553563"/>
                  </a:lnTo>
                  <a:lnTo>
                    <a:pt x="38074" y="2553728"/>
                  </a:lnTo>
                  <a:lnTo>
                    <a:pt x="37985" y="2553995"/>
                  </a:lnTo>
                  <a:lnTo>
                    <a:pt x="37871" y="2554325"/>
                  </a:lnTo>
                  <a:lnTo>
                    <a:pt x="38023" y="2554579"/>
                  </a:lnTo>
                  <a:lnTo>
                    <a:pt x="38303" y="2554655"/>
                  </a:lnTo>
                  <a:lnTo>
                    <a:pt x="38582" y="2554744"/>
                  </a:lnTo>
                  <a:lnTo>
                    <a:pt x="38849" y="2554630"/>
                  </a:lnTo>
                  <a:lnTo>
                    <a:pt x="38963" y="2554313"/>
                  </a:lnTo>
                  <a:lnTo>
                    <a:pt x="39052" y="2554033"/>
                  </a:lnTo>
                  <a:close/>
                </a:path>
                <a:path w="3423920" h="3536950">
                  <a:moveTo>
                    <a:pt x="87833" y="2909722"/>
                  </a:moveTo>
                  <a:lnTo>
                    <a:pt x="87693" y="2909417"/>
                  </a:lnTo>
                  <a:lnTo>
                    <a:pt x="87388" y="2909328"/>
                  </a:lnTo>
                  <a:lnTo>
                    <a:pt x="87109" y="2909239"/>
                  </a:lnTo>
                  <a:lnTo>
                    <a:pt x="86817" y="2909405"/>
                  </a:lnTo>
                  <a:lnTo>
                    <a:pt x="86715" y="2909722"/>
                  </a:lnTo>
                  <a:lnTo>
                    <a:pt x="86614" y="2910001"/>
                  </a:lnTo>
                  <a:lnTo>
                    <a:pt x="86753" y="2910294"/>
                  </a:lnTo>
                  <a:lnTo>
                    <a:pt x="87033" y="2910382"/>
                  </a:lnTo>
                  <a:lnTo>
                    <a:pt x="87337" y="2910471"/>
                  </a:lnTo>
                  <a:lnTo>
                    <a:pt x="87630" y="2910319"/>
                  </a:lnTo>
                  <a:lnTo>
                    <a:pt x="87718" y="2910040"/>
                  </a:lnTo>
                  <a:lnTo>
                    <a:pt x="87833" y="2909722"/>
                  </a:lnTo>
                  <a:close/>
                </a:path>
                <a:path w="3423920" h="3536950">
                  <a:moveTo>
                    <a:pt x="182549" y="3013710"/>
                  </a:moveTo>
                  <a:lnTo>
                    <a:pt x="182384" y="3013405"/>
                  </a:lnTo>
                  <a:lnTo>
                    <a:pt x="182130" y="3013316"/>
                  </a:lnTo>
                  <a:lnTo>
                    <a:pt x="181876" y="3013240"/>
                  </a:lnTo>
                  <a:lnTo>
                    <a:pt x="181559" y="3013392"/>
                  </a:lnTo>
                  <a:lnTo>
                    <a:pt x="181444" y="3013710"/>
                  </a:lnTo>
                  <a:lnTo>
                    <a:pt x="181356" y="3013989"/>
                  </a:lnTo>
                  <a:lnTo>
                    <a:pt x="181521" y="3014294"/>
                  </a:lnTo>
                  <a:lnTo>
                    <a:pt x="181775" y="3014370"/>
                  </a:lnTo>
                  <a:lnTo>
                    <a:pt x="182029" y="3014459"/>
                  </a:lnTo>
                  <a:lnTo>
                    <a:pt x="182346" y="3014307"/>
                  </a:lnTo>
                  <a:lnTo>
                    <a:pt x="182435" y="3014027"/>
                  </a:lnTo>
                  <a:lnTo>
                    <a:pt x="182549" y="3013710"/>
                  </a:lnTo>
                  <a:close/>
                </a:path>
                <a:path w="3423920" h="3536950">
                  <a:moveTo>
                    <a:pt x="394081" y="3196475"/>
                  </a:moveTo>
                  <a:lnTo>
                    <a:pt x="393915" y="3196171"/>
                  </a:lnTo>
                  <a:lnTo>
                    <a:pt x="393661" y="3196082"/>
                  </a:lnTo>
                  <a:lnTo>
                    <a:pt x="393407" y="3196005"/>
                  </a:lnTo>
                  <a:lnTo>
                    <a:pt x="393090" y="3196158"/>
                  </a:lnTo>
                  <a:lnTo>
                    <a:pt x="392988" y="3196475"/>
                  </a:lnTo>
                  <a:lnTo>
                    <a:pt x="392887" y="3196755"/>
                  </a:lnTo>
                  <a:lnTo>
                    <a:pt x="393052" y="3197060"/>
                  </a:lnTo>
                  <a:lnTo>
                    <a:pt x="393306" y="3197136"/>
                  </a:lnTo>
                  <a:lnTo>
                    <a:pt x="393560" y="3197225"/>
                  </a:lnTo>
                  <a:lnTo>
                    <a:pt x="393877" y="3197072"/>
                  </a:lnTo>
                  <a:lnTo>
                    <a:pt x="393966" y="3196793"/>
                  </a:lnTo>
                  <a:lnTo>
                    <a:pt x="394081" y="3196475"/>
                  </a:lnTo>
                  <a:close/>
                </a:path>
                <a:path w="3423920" h="3536950">
                  <a:moveTo>
                    <a:pt x="507771" y="3072282"/>
                  </a:moveTo>
                  <a:lnTo>
                    <a:pt x="507593" y="3071977"/>
                  </a:lnTo>
                  <a:lnTo>
                    <a:pt x="507339" y="3071888"/>
                  </a:lnTo>
                  <a:lnTo>
                    <a:pt x="507085" y="3071812"/>
                  </a:lnTo>
                  <a:lnTo>
                    <a:pt x="506768" y="3071965"/>
                  </a:lnTo>
                  <a:lnTo>
                    <a:pt x="506679" y="3072244"/>
                  </a:lnTo>
                  <a:lnTo>
                    <a:pt x="506564" y="3072561"/>
                  </a:lnTo>
                  <a:lnTo>
                    <a:pt x="506730" y="3072866"/>
                  </a:lnTo>
                  <a:lnTo>
                    <a:pt x="506984" y="3072955"/>
                  </a:lnTo>
                  <a:lnTo>
                    <a:pt x="507238" y="3073031"/>
                  </a:lnTo>
                  <a:lnTo>
                    <a:pt x="507568" y="3072879"/>
                  </a:lnTo>
                  <a:lnTo>
                    <a:pt x="507682" y="3072561"/>
                  </a:lnTo>
                  <a:lnTo>
                    <a:pt x="507771" y="3072282"/>
                  </a:lnTo>
                  <a:close/>
                </a:path>
                <a:path w="3423920" h="3536950">
                  <a:moveTo>
                    <a:pt x="510463" y="2863456"/>
                  </a:moveTo>
                  <a:lnTo>
                    <a:pt x="510311" y="2863151"/>
                  </a:lnTo>
                  <a:lnTo>
                    <a:pt x="510057" y="2863075"/>
                  </a:lnTo>
                  <a:lnTo>
                    <a:pt x="509778" y="2862986"/>
                  </a:lnTo>
                  <a:lnTo>
                    <a:pt x="509460" y="2863138"/>
                  </a:lnTo>
                  <a:lnTo>
                    <a:pt x="509371" y="2863418"/>
                  </a:lnTo>
                  <a:lnTo>
                    <a:pt x="509257" y="2863735"/>
                  </a:lnTo>
                  <a:lnTo>
                    <a:pt x="509422" y="2864040"/>
                  </a:lnTo>
                  <a:lnTo>
                    <a:pt x="509701" y="2864129"/>
                  </a:lnTo>
                  <a:lnTo>
                    <a:pt x="509955" y="2864218"/>
                  </a:lnTo>
                  <a:lnTo>
                    <a:pt x="510260" y="2864053"/>
                  </a:lnTo>
                  <a:lnTo>
                    <a:pt x="510374" y="2863735"/>
                  </a:lnTo>
                  <a:lnTo>
                    <a:pt x="510463" y="2863456"/>
                  </a:lnTo>
                  <a:close/>
                </a:path>
                <a:path w="3423920" h="3536950">
                  <a:moveTo>
                    <a:pt x="624725" y="3147860"/>
                  </a:moveTo>
                  <a:lnTo>
                    <a:pt x="624598" y="3147568"/>
                  </a:lnTo>
                  <a:lnTo>
                    <a:pt x="624319" y="3147479"/>
                  </a:lnTo>
                  <a:lnTo>
                    <a:pt x="624052" y="3147390"/>
                  </a:lnTo>
                  <a:lnTo>
                    <a:pt x="623747" y="3147555"/>
                  </a:lnTo>
                  <a:lnTo>
                    <a:pt x="623658" y="3147822"/>
                  </a:lnTo>
                  <a:lnTo>
                    <a:pt x="623544" y="3148152"/>
                  </a:lnTo>
                  <a:lnTo>
                    <a:pt x="623697" y="3148457"/>
                  </a:lnTo>
                  <a:lnTo>
                    <a:pt x="623951" y="3148533"/>
                  </a:lnTo>
                  <a:lnTo>
                    <a:pt x="624230" y="3148622"/>
                  </a:lnTo>
                  <a:lnTo>
                    <a:pt x="624522" y="3148457"/>
                  </a:lnTo>
                  <a:lnTo>
                    <a:pt x="624636" y="3148139"/>
                  </a:lnTo>
                  <a:lnTo>
                    <a:pt x="624725" y="3147860"/>
                  </a:lnTo>
                  <a:close/>
                </a:path>
                <a:path w="3423920" h="3536950">
                  <a:moveTo>
                    <a:pt x="747750" y="3212744"/>
                  </a:moveTo>
                  <a:lnTo>
                    <a:pt x="747572" y="3212477"/>
                  </a:lnTo>
                  <a:lnTo>
                    <a:pt x="747318" y="3212401"/>
                  </a:lnTo>
                  <a:lnTo>
                    <a:pt x="747052" y="3212312"/>
                  </a:lnTo>
                  <a:lnTo>
                    <a:pt x="746785" y="3212427"/>
                  </a:lnTo>
                  <a:lnTo>
                    <a:pt x="746671" y="3212757"/>
                  </a:lnTo>
                  <a:lnTo>
                    <a:pt x="746582" y="3213023"/>
                  </a:lnTo>
                  <a:lnTo>
                    <a:pt x="746721" y="3213328"/>
                  </a:lnTo>
                  <a:lnTo>
                    <a:pt x="746975" y="3213404"/>
                  </a:lnTo>
                  <a:lnTo>
                    <a:pt x="747229" y="3213493"/>
                  </a:lnTo>
                  <a:lnTo>
                    <a:pt x="747547" y="3213341"/>
                  </a:lnTo>
                  <a:lnTo>
                    <a:pt x="747636" y="3213062"/>
                  </a:lnTo>
                  <a:lnTo>
                    <a:pt x="747750" y="3212744"/>
                  </a:lnTo>
                  <a:close/>
                </a:path>
                <a:path w="3423920" h="3536950">
                  <a:moveTo>
                    <a:pt x="891057" y="3447224"/>
                  </a:moveTo>
                  <a:lnTo>
                    <a:pt x="890206" y="3445370"/>
                  </a:lnTo>
                  <a:lnTo>
                    <a:pt x="886955" y="3444341"/>
                  </a:lnTo>
                  <a:lnTo>
                    <a:pt x="885151" y="3445332"/>
                  </a:lnTo>
                  <a:lnTo>
                    <a:pt x="883945" y="3448875"/>
                  </a:lnTo>
                  <a:lnTo>
                    <a:pt x="884809" y="3450679"/>
                  </a:lnTo>
                  <a:lnTo>
                    <a:pt x="888060" y="3451720"/>
                  </a:lnTo>
                  <a:lnTo>
                    <a:pt x="889863" y="3450767"/>
                  </a:lnTo>
                  <a:lnTo>
                    <a:pt x="890447" y="3449015"/>
                  </a:lnTo>
                  <a:lnTo>
                    <a:pt x="891057" y="3447224"/>
                  </a:lnTo>
                  <a:close/>
                </a:path>
                <a:path w="3423920" h="3536950">
                  <a:moveTo>
                    <a:pt x="1010335" y="3308477"/>
                  </a:moveTo>
                  <a:lnTo>
                    <a:pt x="1009764" y="3307219"/>
                  </a:lnTo>
                  <a:lnTo>
                    <a:pt x="1008672" y="3306864"/>
                  </a:lnTo>
                  <a:lnTo>
                    <a:pt x="1007605" y="3306534"/>
                  </a:lnTo>
                  <a:lnTo>
                    <a:pt x="1006398" y="3307219"/>
                  </a:lnTo>
                  <a:lnTo>
                    <a:pt x="1005598" y="3309556"/>
                  </a:lnTo>
                  <a:lnTo>
                    <a:pt x="1006157" y="3310801"/>
                  </a:lnTo>
                  <a:lnTo>
                    <a:pt x="1008316" y="3311499"/>
                  </a:lnTo>
                  <a:lnTo>
                    <a:pt x="1009535" y="3310813"/>
                  </a:lnTo>
                  <a:lnTo>
                    <a:pt x="1009942" y="3309620"/>
                  </a:lnTo>
                  <a:lnTo>
                    <a:pt x="1010335" y="3308477"/>
                  </a:lnTo>
                  <a:close/>
                </a:path>
                <a:path w="3423920" h="3536950">
                  <a:moveTo>
                    <a:pt x="1027125" y="3483775"/>
                  </a:moveTo>
                  <a:lnTo>
                    <a:pt x="1025867" y="3481032"/>
                  </a:lnTo>
                  <a:lnTo>
                    <a:pt x="1020991" y="3479482"/>
                  </a:lnTo>
                  <a:lnTo>
                    <a:pt x="1018273" y="3480943"/>
                  </a:lnTo>
                  <a:lnTo>
                    <a:pt x="1016482" y="3486239"/>
                  </a:lnTo>
                  <a:lnTo>
                    <a:pt x="1017778" y="3488994"/>
                  </a:lnTo>
                  <a:lnTo>
                    <a:pt x="1022654" y="3490544"/>
                  </a:lnTo>
                  <a:lnTo>
                    <a:pt x="1025334" y="3489058"/>
                  </a:lnTo>
                  <a:lnTo>
                    <a:pt x="1026223" y="3486442"/>
                  </a:lnTo>
                  <a:lnTo>
                    <a:pt x="1027125" y="3483775"/>
                  </a:lnTo>
                  <a:close/>
                </a:path>
                <a:path w="3423920" h="3536950">
                  <a:moveTo>
                    <a:pt x="1147584" y="3338766"/>
                  </a:moveTo>
                  <a:lnTo>
                    <a:pt x="1146746" y="3336925"/>
                  </a:lnTo>
                  <a:lnTo>
                    <a:pt x="1143495" y="3335883"/>
                  </a:lnTo>
                  <a:lnTo>
                    <a:pt x="1141691" y="3336887"/>
                  </a:lnTo>
                  <a:lnTo>
                    <a:pt x="1140510" y="3340379"/>
                  </a:lnTo>
                  <a:lnTo>
                    <a:pt x="1141349" y="3342233"/>
                  </a:lnTo>
                  <a:lnTo>
                    <a:pt x="1144600" y="3343275"/>
                  </a:lnTo>
                  <a:lnTo>
                    <a:pt x="1146416" y="3342271"/>
                  </a:lnTo>
                  <a:lnTo>
                    <a:pt x="1147000" y="3340519"/>
                  </a:lnTo>
                  <a:lnTo>
                    <a:pt x="1147584" y="3338766"/>
                  </a:lnTo>
                  <a:close/>
                </a:path>
                <a:path w="3423920" h="3536950">
                  <a:moveTo>
                    <a:pt x="1164297" y="3509937"/>
                  </a:moveTo>
                  <a:lnTo>
                    <a:pt x="1163040" y="3507143"/>
                  </a:lnTo>
                  <a:lnTo>
                    <a:pt x="1158138" y="3505581"/>
                  </a:lnTo>
                  <a:lnTo>
                    <a:pt x="1155433" y="3507105"/>
                  </a:lnTo>
                  <a:lnTo>
                    <a:pt x="1153668" y="3512350"/>
                  </a:lnTo>
                  <a:lnTo>
                    <a:pt x="1154925" y="3515093"/>
                  </a:lnTo>
                  <a:lnTo>
                    <a:pt x="1159814" y="3516655"/>
                  </a:lnTo>
                  <a:lnTo>
                    <a:pt x="1162519" y="3515169"/>
                  </a:lnTo>
                  <a:lnTo>
                    <a:pt x="1163408" y="3512553"/>
                  </a:lnTo>
                  <a:lnTo>
                    <a:pt x="1164297" y="3509937"/>
                  </a:lnTo>
                  <a:close/>
                </a:path>
                <a:path w="3423920" h="3536950">
                  <a:moveTo>
                    <a:pt x="1267917" y="3189097"/>
                  </a:moveTo>
                  <a:lnTo>
                    <a:pt x="1267739" y="3188792"/>
                  </a:lnTo>
                  <a:lnTo>
                    <a:pt x="1267485" y="3188703"/>
                  </a:lnTo>
                  <a:lnTo>
                    <a:pt x="1267231" y="3188627"/>
                  </a:lnTo>
                  <a:lnTo>
                    <a:pt x="1266939" y="3188792"/>
                  </a:lnTo>
                  <a:lnTo>
                    <a:pt x="1266850" y="3189059"/>
                  </a:lnTo>
                  <a:lnTo>
                    <a:pt x="1266736" y="3189389"/>
                  </a:lnTo>
                  <a:lnTo>
                    <a:pt x="1266875" y="3189681"/>
                  </a:lnTo>
                  <a:lnTo>
                    <a:pt x="1267129" y="3189770"/>
                  </a:lnTo>
                  <a:lnTo>
                    <a:pt x="1267383" y="3189846"/>
                  </a:lnTo>
                  <a:lnTo>
                    <a:pt x="1267714" y="3189694"/>
                  </a:lnTo>
                  <a:lnTo>
                    <a:pt x="1267828" y="3189376"/>
                  </a:lnTo>
                  <a:lnTo>
                    <a:pt x="1267917" y="3189097"/>
                  </a:lnTo>
                  <a:close/>
                </a:path>
                <a:path w="3423920" h="3536950">
                  <a:moveTo>
                    <a:pt x="1286827" y="3357245"/>
                  </a:moveTo>
                  <a:lnTo>
                    <a:pt x="1285862" y="3355048"/>
                  </a:lnTo>
                  <a:lnTo>
                    <a:pt x="1282052" y="3353828"/>
                  </a:lnTo>
                  <a:lnTo>
                    <a:pt x="1279931" y="3355048"/>
                  </a:lnTo>
                  <a:lnTo>
                    <a:pt x="1278547" y="3359137"/>
                  </a:lnTo>
                  <a:lnTo>
                    <a:pt x="1279537" y="3361283"/>
                  </a:lnTo>
                  <a:lnTo>
                    <a:pt x="1283347" y="3362490"/>
                  </a:lnTo>
                  <a:lnTo>
                    <a:pt x="1285443" y="3361334"/>
                  </a:lnTo>
                  <a:lnTo>
                    <a:pt x="1286141" y="3359264"/>
                  </a:lnTo>
                  <a:lnTo>
                    <a:pt x="1286827" y="3357245"/>
                  </a:lnTo>
                  <a:close/>
                </a:path>
                <a:path w="3423920" h="3536950">
                  <a:moveTo>
                    <a:pt x="1304112" y="3524872"/>
                  </a:moveTo>
                  <a:lnTo>
                    <a:pt x="1302740" y="3521786"/>
                  </a:lnTo>
                  <a:lnTo>
                    <a:pt x="1297305" y="3520046"/>
                  </a:lnTo>
                  <a:lnTo>
                    <a:pt x="1294269" y="3521735"/>
                  </a:lnTo>
                  <a:lnTo>
                    <a:pt x="1292301" y="3527564"/>
                  </a:lnTo>
                  <a:lnTo>
                    <a:pt x="1293723" y="3530625"/>
                  </a:lnTo>
                  <a:lnTo>
                    <a:pt x="1299159" y="3532352"/>
                  </a:lnTo>
                  <a:lnTo>
                    <a:pt x="1302143" y="3530714"/>
                  </a:lnTo>
                  <a:lnTo>
                    <a:pt x="1303134" y="3527768"/>
                  </a:lnTo>
                  <a:lnTo>
                    <a:pt x="1304112" y="3524872"/>
                  </a:lnTo>
                  <a:close/>
                </a:path>
                <a:path w="3423920" h="3536950">
                  <a:moveTo>
                    <a:pt x="1409052" y="3198393"/>
                  </a:moveTo>
                  <a:lnTo>
                    <a:pt x="1408645" y="3197504"/>
                  </a:lnTo>
                  <a:lnTo>
                    <a:pt x="1407807" y="3197237"/>
                  </a:lnTo>
                  <a:lnTo>
                    <a:pt x="1406994" y="3196971"/>
                  </a:lnTo>
                  <a:lnTo>
                    <a:pt x="1406118" y="3197466"/>
                  </a:lnTo>
                  <a:lnTo>
                    <a:pt x="1405534" y="3199206"/>
                  </a:lnTo>
                  <a:lnTo>
                    <a:pt x="1405928" y="3200146"/>
                  </a:lnTo>
                  <a:lnTo>
                    <a:pt x="1406740" y="3200412"/>
                  </a:lnTo>
                  <a:lnTo>
                    <a:pt x="1407579" y="3200679"/>
                  </a:lnTo>
                  <a:lnTo>
                    <a:pt x="1408468" y="3200146"/>
                  </a:lnTo>
                  <a:lnTo>
                    <a:pt x="1408760" y="3199269"/>
                  </a:lnTo>
                  <a:lnTo>
                    <a:pt x="1409052" y="3198393"/>
                  </a:lnTo>
                  <a:close/>
                </a:path>
                <a:path w="3423920" h="3536950">
                  <a:moveTo>
                    <a:pt x="1427124" y="3363772"/>
                  </a:moveTo>
                  <a:lnTo>
                    <a:pt x="1426159" y="3361626"/>
                  </a:lnTo>
                  <a:lnTo>
                    <a:pt x="1422349" y="3360420"/>
                  </a:lnTo>
                  <a:lnTo>
                    <a:pt x="1420279" y="3361588"/>
                  </a:lnTo>
                  <a:lnTo>
                    <a:pt x="1418894" y="3365677"/>
                  </a:lnTo>
                  <a:lnTo>
                    <a:pt x="1419847" y="3367811"/>
                  </a:lnTo>
                  <a:lnTo>
                    <a:pt x="1423657" y="3369030"/>
                  </a:lnTo>
                  <a:lnTo>
                    <a:pt x="1425740" y="3367862"/>
                  </a:lnTo>
                  <a:lnTo>
                    <a:pt x="1426438" y="3365792"/>
                  </a:lnTo>
                  <a:lnTo>
                    <a:pt x="1427124" y="3363772"/>
                  </a:lnTo>
                  <a:close/>
                </a:path>
                <a:path w="3423920" h="3536950">
                  <a:moveTo>
                    <a:pt x="1444663" y="3528885"/>
                  </a:moveTo>
                  <a:lnTo>
                    <a:pt x="1443253" y="3525837"/>
                  </a:lnTo>
                  <a:lnTo>
                    <a:pt x="1437817" y="3524110"/>
                  </a:lnTo>
                  <a:lnTo>
                    <a:pt x="1434846" y="3525748"/>
                  </a:lnTo>
                  <a:lnTo>
                    <a:pt x="1432877" y="3531590"/>
                  </a:lnTo>
                  <a:lnTo>
                    <a:pt x="1434261" y="3534626"/>
                  </a:lnTo>
                  <a:lnTo>
                    <a:pt x="1439697" y="3536365"/>
                  </a:lnTo>
                  <a:lnTo>
                    <a:pt x="1442694" y="3534727"/>
                  </a:lnTo>
                  <a:lnTo>
                    <a:pt x="1443685" y="3531781"/>
                  </a:lnTo>
                  <a:lnTo>
                    <a:pt x="1444663" y="3528885"/>
                  </a:lnTo>
                  <a:close/>
                </a:path>
                <a:path w="3423920" h="3536950">
                  <a:moveTo>
                    <a:pt x="1551813" y="3194189"/>
                  </a:moveTo>
                  <a:lnTo>
                    <a:pt x="1550962" y="3192399"/>
                  </a:lnTo>
                  <a:lnTo>
                    <a:pt x="1547710" y="3191357"/>
                  </a:lnTo>
                  <a:lnTo>
                    <a:pt x="1545907" y="3192310"/>
                  </a:lnTo>
                  <a:lnTo>
                    <a:pt x="1544713" y="3195853"/>
                  </a:lnTo>
                  <a:lnTo>
                    <a:pt x="1545564" y="3197695"/>
                  </a:lnTo>
                  <a:lnTo>
                    <a:pt x="1548815" y="3198736"/>
                  </a:lnTo>
                  <a:lnTo>
                    <a:pt x="1550619" y="3197733"/>
                  </a:lnTo>
                  <a:lnTo>
                    <a:pt x="1551228" y="3195942"/>
                  </a:lnTo>
                  <a:lnTo>
                    <a:pt x="1551813" y="3194189"/>
                  </a:lnTo>
                  <a:close/>
                </a:path>
                <a:path w="3423920" h="3536950">
                  <a:moveTo>
                    <a:pt x="1569351" y="3357943"/>
                  </a:moveTo>
                  <a:lnTo>
                    <a:pt x="1568094" y="3355149"/>
                  </a:lnTo>
                  <a:lnTo>
                    <a:pt x="1563230" y="3353600"/>
                  </a:lnTo>
                  <a:lnTo>
                    <a:pt x="1560512" y="3355124"/>
                  </a:lnTo>
                  <a:lnTo>
                    <a:pt x="1558747" y="3360356"/>
                  </a:lnTo>
                  <a:lnTo>
                    <a:pt x="1560017" y="3363112"/>
                  </a:lnTo>
                  <a:lnTo>
                    <a:pt x="1564868" y="3364661"/>
                  </a:lnTo>
                  <a:lnTo>
                    <a:pt x="1567573" y="3363176"/>
                  </a:lnTo>
                  <a:lnTo>
                    <a:pt x="1568462" y="3360559"/>
                  </a:lnTo>
                  <a:lnTo>
                    <a:pt x="1569351" y="3357943"/>
                  </a:lnTo>
                  <a:close/>
                </a:path>
                <a:path w="3423920" h="3536950">
                  <a:moveTo>
                    <a:pt x="1585137" y="3521926"/>
                  </a:moveTo>
                  <a:lnTo>
                    <a:pt x="1583893" y="3519132"/>
                  </a:lnTo>
                  <a:lnTo>
                    <a:pt x="1579016" y="3517582"/>
                  </a:lnTo>
                  <a:lnTo>
                    <a:pt x="1576273" y="3519093"/>
                  </a:lnTo>
                  <a:lnTo>
                    <a:pt x="1574507" y="3524339"/>
                  </a:lnTo>
                  <a:lnTo>
                    <a:pt x="1575803" y="3527094"/>
                  </a:lnTo>
                  <a:lnTo>
                    <a:pt x="1580680" y="3528644"/>
                  </a:lnTo>
                  <a:lnTo>
                    <a:pt x="1583359" y="3527158"/>
                  </a:lnTo>
                  <a:lnTo>
                    <a:pt x="1584248" y="3524542"/>
                  </a:lnTo>
                  <a:lnTo>
                    <a:pt x="1585137" y="3521926"/>
                  </a:lnTo>
                  <a:close/>
                </a:path>
                <a:path w="3423920" h="3536950">
                  <a:moveTo>
                    <a:pt x="1690890" y="3177565"/>
                  </a:moveTo>
                  <a:lnTo>
                    <a:pt x="1690458" y="3176613"/>
                  </a:lnTo>
                  <a:lnTo>
                    <a:pt x="1689646" y="3176359"/>
                  </a:lnTo>
                  <a:lnTo>
                    <a:pt x="1688833" y="3176092"/>
                  </a:lnTo>
                  <a:lnTo>
                    <a:pt x="1687944" y="3176625"/>
                  </a:lnTo>
                  <a:lnTo>
                    <a:pt x="1687652" y="3177502"/>
                  </a:lnTo>
                  <a:lnTo>
                    <a:pt x="1687347" y="3178378"/>
                  </a:lnTo>
                  <a:lnTo>
                    <a:pt x="1687766" y="3179267"/>
                  </a:lnTo>
                  <a:lnTo>
                    <a:pt x="1688579" y="3179521"/>
                  </a:lnTo>
                  <a:lnTo>
                    <a:pt x="1689392" y="3179788"/>
                  </a:lnTo>
                  <a:lnTo>
                    <a:pt x="1690306" y="3179318"/>
                  </a:lnTo>
                  <a:lnTo>
                    <a:pt x="1690598" y="3178441"/>
                  </a:lnTo>
                  <a:lnTo>
                    <a:pt x="1690890" y="3177565"/>
                  </a:lnTo>
                  <a:close/>
                </a:path>
                <a:path w="3423920" h="3536950">
                  <a:moveTo>
                    <a:pt x="1710766" y="3340112"/>
                  </a:moveTo>
                  <a:lnTo>
                    <a:pt x="1709369" y="3337014"/>
                  </a:lnTo>
                  <a:lnTo>
                    <a:pt x="1703933" y="3335286"/>
                  </a:lnTo>
                  <a:lnTo>
                    <a:pt x="1700949" y="3336975"/>
                  </a:lnTo>
                  <a:lnTo>
                    <a:pt x="1698993" y="3342767"/>
                  </a:lnTo>
                  <a:lnTo>
                    <a:pt x="1700364" y="3345853"/>
                  </a:lnTo>
                  <a:lnTo>
                    <a:pt x="1705800" y="3347593"/>
                  </a:lnTo>
                  <a:lnTo>
                    <a:pt x="1708810" y="3345904"/>
                  </a:lnTo>
                  <a:lnTo>
                    <a:pt x="1709788" y="3343008"/>
                  </a:lnTo>
                  <a:lnTo>
                    <a:pt x="1710766" y="3340112"/>
                  </a:lnTo>
                  <a:close/>
                </a:path>
                <a:path w="3423920" h="3536950">
                  <a:moveTo>
                    <a:pt x="1726526" y="3503587"/>
                  </a:moveTo>
                  <a:lnTo>
                    <a:pt x="1725155" y="3500501"/>
                  </a:lnTo>
                  <a:lnTo>
                    <a:pt x="1719719" y="3498773"/>
                  </a:lnTo>
                  <a:lnTo>
                    <a:pt x="1716684" y="3500450"/>
                  </a:lnTo>
                  <a:lnTo>
                    <a:pt x="1714715" y="3506292"/>
                  </a:lnTo>
                  <a:lnTo>
                    <a:pt x="1716125" y="3509391"/>
                  </a:lnTo>
                  <a:lnTo>
                    <a:pt x="1721561" y="3511118"/>
                  </a:lnTo>
                  <a:lnTo>
                    <a:pt x="1724558" y="3509429"/>
                  </a:lnTo>
                  <a:lnTo>
                    <a:pt x="1725536" y="3506533"/>
                  </a:lnTo>
                  <a:lnTo>
                    <a:pt x="1726526" y="3503587"/>
                  </a:lnTo>
                  <a:close/>
                </a:path>
                <a:path w="3423920" h="3536950">
                  <a:moveTo>
                    <a:pt x="1832825" y="3146780"/>
                  </a:moveTo>
                  <a:lnTo>
                    <a:pt x="1831848" y="3144634"/>
                  </a:lnTo>
                  <a:lnTo>
                    <a:pt x="1828038" y="3143415"/>
                  </a:lnTo>
                  <a:lnTo>
                    <a:pt x="1825955" y="3144583"/>
                  </a:lnTo>
                  <a:lnTo>
                    <a:pt x="1824570" y="3148673"/>
                  </a:lnTo>
                  <a:lnTo>
                    <a:pt x="1825536" y="3150819"/>
                  </a:lnTo>
                  <a:lnTo>
                    <a:pt x="1829346" y="3152025"/>
                  </a:lnTo>
                  <a:lnTo>
                    <a:pt x="1831441" y="3150870"/>
                  </a:lnTo>
                  <a:lnTo>
                    <a:pt x="1832140" y="3148800"/>
                  </a:lnTo>
                  <a:lnTo>
                    <a:pt x="1832825" y="3146780"/>
                  </a:lnTo>
                  <a:close/>
                </a:path>
                <a:path w="3423920" h="3536950">
                  <a:moveTo>
                    <a:pt x="1851621" y="3310204"/>
                  </a:moveTo>
                  <a:lnTo>
                    <a:pt x="1849932" y="3306508"/>
                  </a:lnTo>
                  <a:lnTo>
                    <a:pt x="1843405" y="3304425"/>
                  </a:lnTo>
                  <a:lnTo>
                    <a:pt x="1839836" y="3306445"/>
                  </a:lnTo>
                  <a:lnTo>
                    <a:pt x="1837474" y="3313430"/>
                  </a:lnTo>
                  <a:lnTo>
                    <a:pt x="1839112" y="3317113"/>
                  </a:lnTo>
                  <a:lnTo>
                    <a:pt x="1845640" y="3319195"/>
                  </a:lnTo>
                  <a:lnTo>
                    <a:pt x="1849259" y="3317189"/>
                  </a:lnTo>
                  <a:lnTo>
                    <a:pt x="1850440" y="3313696"/>
                  </a:lnTo>
                  <a:lnTo>
                    <a:pt x="1851621" y="3310204"/>
                  </a:lnTo>
                  <a:close/>
                </a:path>
                <a:path w="3423920" h="3536950">
                  <a:moveTo>
                    <a:pt x="1866265" y="3474440"/>
                  </a:moveTo>
                  <a:lnTo>
                    <a:pt x="1864855" y="3471392"/>
                  </a:lnTo>
                  <a:lnTo>
                    <a:pt x="1859419" y="3469665"/>
                  </a:lnTo>
                  <a:lnTo>
                    <a:pt x="1856422" y="3471303"/>
                  </a:lnTo>
                  <a:lnTo>
                    <a:pt x="1854454" y="3477145"/>
                  </a:lnTo>
                  <a:lnTo>
                    <a:pt x="1855863" y="3480193"/>
                  </a:lnTo>
                  <a:lnTo>
                    <a:pt x="1861299" y="3481921"/>
                  </a:lnTo>
                  <a:lnTo>
                    <a:pt x="1864296" y="3480282"/>
                  </a:lnTo>
                  <a:lnTo>
                    <a:pt x="1865274" y="3477387"/>
                  </a:lnTo>
                  <a:lnTo>
                    <a:pt x="1866265" y="3474440"/>
                  </a:lnTo>
                  <a:close/>
                </a:path>
                <a:path w="3423920" h="3536950">
                  <a:moveTo>
                    <a:pt x="2122017" y="3216275"/>
                  </a:moveTo>
                  <a:lnTo>
                    <a:pt x="2120735" y="3213519"/>
                  </a:lnTo>
                  <a:lnTo>
                    <a:pt x="2115858" y="3211969"/>
                  </a:lnTo>
                  <a:lnTo>
                    <a:pt x="2113178" y="3213455"/>
                  </a:lnTo>
                  <a:lnTo>
                    <a:pt x="2112988" y="3214014"/>
                  </a:lnTo>
                  <a:lnTo>
                    <a:pt x="2112988" y="3221583"/>
                  </a:lnTo>
                  <a:lnTo>
                    <a:pt x="2117521" y="3223031"/>
                  </a:lnTo>
                  <a:lnTo>
                    <a:pt x="2120239" y="3221507"/>
                  </a:lnTo>
                  <a:lnTo>
                    <a:pt x="2122017" y="3216275"/>
                  </a:lnTo>
                  <a:close/>
                </a:path>
                <a:path w="3423920" h="3536950">
                  <a:moveTo>
                    <a:pt x="2139467" y="3383953"/>
                  </a:moveTo>
                  <a:lnTo>
                    <a:pt x="2138057" y="3380905"/>
                  </a:lnTo>
                  <a:lnTo>
                    <a:pt x="2132622" y="3379165"/>
                  </a:lnTo>
                  <a:lnTo>
                    <a:pt x="2129625" y="3380816"/>
                  </a:lnTo>
                  <a:lnTo>
                    <a:pt x="2127656" y="3386645"/>
                  </a:lnTo>
                  <a:lnTo>
                    <a:pt x="2129066" y="3389693"/>
                  </a:lnTo>
                  <a:lnTo>
                    <a:pt x="2134501" y="3391433"/>
                  </a:lnTo>
                  <a:lnTo>
                    <a:pt x="2137499" y="3389795"/>
                  </a:lnTo>
                  <a:lnTo>
                    <a:pt x="2138489" y="3386848"/>
                  </a:lnTo>
                  <a:lnTo>
                    <a:pt x="2139467" y="3383953"/>
                  </a:lnTo>
                  <a:close/>
                </a:path>
                <a:path w="3423920" h="3536950">
                  <a:moveTo>
                    <a:pt x="2255075" y="3151682"/>
                  </a:moveTo>
                  <a:lnTo>
                    <a:pt x="2253259" y="3147695"/>
                  </a:lnTo>
                  <a:lnTo>
                    <a:pt x="2246211" y="3145434"/>
                  </a:lnTo>
                  <a:lnTo>
                    <a:pt x="2242299" y="3147606"/>
                  </a:lnTo>
                  <a:lnTo>
                    <a:pt x="2239734" y="3155188"/>
                  </a:lnTo>
                  <a:lnTo>
                    <a:pt x="2241562" y="3159175"/>
                  </a:lnTo>
                  <a:lnTo>
                    <a:pt x="2248624" y="3161436"/>
                  </a:lnTo>
                  <a:lnTo>
                    <a:pt x="2252510" y="3159264"/>
                  </a:lnTo>
                  <a:lnTo>
                    <a:pt x="2253780" y="3155492"/>
                  </a:lnTo>
                  <a:lnTo>
                    <a:pt x="2255075" y="3151682"/>
                  </a:lnTo>
                  <a:close/>
                </a:path>
                <a:path w="3423920" h="3536950">
                  <a:moveTo>
                    <a:pt x="2274925" y="3322269"/>
                  </a:moveTo>
                  <a:lnTo>
                    <a:pt x="2272690" y="3317379"/>
                  </a:lnTo>
                  <a:lnTo>
                    <a:pt x="2264003" y="3314598"/>
                  </a:lnTo>
                  <a:lnTo>
                    <a:pt x="2259203" y="3317240"/>
                  </a:lnTo>
                  <a:lnTo>
                    <a:pt x="2256040" y="3326574"/>
                  </a:lnTo>
                  <a:lnTo>
                    <a:pt x="2258288" y="3331514"/>
                  </a:lnTo>
                  <a:lnTo>
                    <a:pt x="2266975" y="3334296"/>
                  </a:lnTo>
                  <a:lnTo>
                    <a:pt x="2271763" y="3331591"/>
                  </a:lnTo>
                  <a:lnTo>
                    <a:pt x="2273338" y="3326955"/>
                  </a:lnTo>
                  <a:lnTo>
                    <a:pt x="2274925" y="3322269"/>
                  </a:lnTo>
                  <a:close/>
                </a:path>
                <a:path w="3423920" h="3536950">
                  <a:moveTo>
                    <a:pt x="2612542" y="55206"/>
                  </a:moveTo>
                  <a:lnTo>
                    <a:pt x="2612377" y="54902"/>
                  </a:lnTo>
                  <a:lnTo>
                    <a:pt x="2612098" y="54813"/>
                  </a:lnTo>
                  <a:lnTo>
                    <a:pt x="2611844" y="54724"/>
                  </a:lnTo>
                  <a:lnTo>
                    <a:pt x="2611526" y="54876"/>
                  </a:lnTo>
                  <a:lnTo>
                    <a:pt x="2611424" y="55206"/>
                  </a:lnTo>
                  <a:lnTo>
                    <a:pt x="2611323" y="55473"/>
                  </a:lnTo>
                  <a:lnTo>
                    <a:pt x="2611488" y="55791"/>
                  </a:lnTo>
                  <a:lnTo>
                    <a:pt x="2611742" y="55867"/>
                  </a:lnTo>
                  <a:lnTo>
                    <a:pt x="2612021" y="55956"/>
                  </a:lnTo>
                  <a:lnTo>
                    <a:pt x="2612339" y="55803"/>
                  </a:lnTo>
                  <a:lnTo>
                    <a:pt x="2612428" y="55524"/>
                  </a:lnTo>
                  <a:lnTo>
                    <a:pt x="2612542" y="55206"/>
                  </a:lnTo>
                  <a:close/>
                </a:path>
                <a:path w="3423920" h="3536950">
                  <a:moveTo>
                    <a:pt x="2718981" y="145859"/>
                  </a:moveTo>
                  <a:lnTo>
                    <a:pt x="2718841" y="145516"/>
                  </a:lnTo>
                  <a:lnTo>
                    <a:pt x="2718587" y="145427"/>
                  </a:lnTo>
                  <a:lnTo>
                    <a:pt x="2718333" y="145351"/>
                  </a:lnTo>
                  <a:lnTo>
                    <a:pt x="2718003" y="145554"/>
                  </a:lnTo>
                  <a:lnTo>
                    <a:pt x="2717901" y="145821"/>
                  </a:lnTo>
                  <a:lnTo>
                    <a:pt x="2717812" y="146100"/>
                  </a:lnTo>
                  <a:lnTo>
                    <a:pt x="2717952" y="146456"/>
                  </a:lnTo>
                  <a:lnTo>
                    <a:pt x="2718219" y="146532"/>
                  </a:lnTo>
                  <a:lnTo>
                    <a:pt x="2718473" y="146608"/>
                  </a:lnTo>
                  <a:lnTo>
                    <a:pt x="2718803" y="146418"/>
                  </a:lnTo>
                  <a:lnTo>
                    <a:pt x="2718892" y="146138"/>
                  </a:lnTo>
                  <a:lnTo>
                    <a:pt x="2718981" y="145859"/>
                  </a:lnTo>
                  <a:close/>
                </a:path>
                <a:path w="3423920" h="3536950">
                  <a:moveTo>
                    <a:pt x="2817558" y="245770"/>
                  </a:moveTo>
                  <a:lnTo>
                    <a:pt x="2817431" y="245478"/>
                  </a:lnTo>
                  <a:lnTo>
                    <a:pt x="2817152" y="245389"/>
                  </a:lnTo>
                  <a:lnTo>
                    <a:pt x="2816885" y="245300"/>
                  </a:lnTo>
                  <a:lnTo>
                    <a:pt x="2816593" y="245465"/>
                  </a:lnTo>
                  <a:lnTo>
                    <a:pt x="2816402" y="246062"/>
                  </a:lnTo>
                  <a:lnTo>
                    <a:pt x="2816529" y="246367"/>
                  </a:lnTo>
                  <a:lnTo>
                    <a:pt x="2816796" y="246443"/>
                  </a:lnTo>
                  <a:lnTo>
                    <a:pt x="2817063" y="246532"/>
                  </a:lnTo>
                  <a:lnTo>
                    <a:pt x="2817355" y="246367"/>
                  </a:lnTo>
                  <a:lnTo>
                    <a:pt x="2817469" y="246049"/>
                  </a:lnTo>
                  <a:lnTo>
                    <a:pt x="2817558" y="245770"/>
                  </a:lnTo>
                  <a:close/>
                </a:path>
                <a:path w="3423920" h="3536950">
                  <a:moveTo>
                    <a:pt x="2881744" y="72110"/>
                  </a:moveTo>
                  <a:lnTo>
                    <a:pt x="2881617" y="71818"/>
                  </a:lnTo>
                  <a:lnTo>
                    <a:pt x="2881350" y="71729"/>
                  </a:lnTo>
                  <a:lnTo>
                    <a:pt x="2881096" y="71653"/>
                  </a:lnTo>
                  <a:lnTo>
                    <a:pt x="2880779" y="71805"/>
                  </a:lnTo>
                  <a:lnTo>
                    <a:pt x="2880588" y="72402"/>
                  </a:lnTo>
                  <a:lnTo>
                    <a:pt x="2880741" y="72707"/>
                  </a:lnTo>
                  <a:lnTo>
                    <a:pt x="2880995" y="72796"/>
                  </a:lnTo>
                  <a:lnTo>
                    <a:pt x="2881249" y="72872"/>
                  </a:lnTo>
                  <a:lnTo>
                    <a:pt x="2881541" y="72707"/>
                  </a:lnTo>
                  <a:lnTo>
                    <a:pt x="2881655" y="72390"/>
                  </a:lnTo>
                  <a:lnTo>
                    <a:pt x="2881744" y="72110"/>
                  </a:lnTo>
                  <a:close/>
                </a:path>
                <a:path w="3423920" h="3536950">
                  <a:moveTo>
                    <a:pt x="2907563" y="354355"/>
                  </a:moveTo>
                  <a:lnTo>
                    <a:pt x="2907436" y="354063"/>
                  </a:lnTo>
                  <a:lnTo>
                    <a:pt x="2907157" y="353974"/>
                  </a:lnTo>
                  <a:lnTo>
                    <a:pt x="2906890" y="353885"/>
                  </a:lnTo>
                  <a:lnTo>
                    <a:pt x="2906598" y="354050"/>
                  </a:lnTo>
                  <a:lnTo>
                    <a:pt x="2906407" y="354647"/>
                  </a:lnTo>
                  <a:lnTo>
                    <a:pt x="2906560" y="354901"/>
                  </a:lnTo>
                  <a:lnTo>
                    <a:pt x="2906814" y="354977"/>
                  </a:lnTo>
                  <a:lnTo>
                    <a:pt x="2907093" y="355066"/>
                  </a:lnTo>
                  <a:lnTo>
                    <a:pt x="2907360" y="354952"/>
                  </a:lnTo>
                  <a:lnTo>
                    <a:pt x="2907474" y="354634"/>
                  </a:lnTo>
                  <a:lnTo>
                    <a:pt x="2907563" y="354355"/>
                  </a:lnTo>
                  <a:close/>
                </a:path>
                <a:path w="3423920" h="3536950">
                  <a:moveTo>
                    <a:pt x="2971063" y="786765"/>
                  </a:moveTo>
                  <a:lnTo>
                    <a:pt x="2970923" y="786422"/>
                  </a:lnTo>
                  <a:lnTo>
                    <a:pt x="2970669" y="786333"/>
                  </a:lnTo>
                  <a:lnTo>
                    <a:pt x="2970390" y="786244"/>
                  </a:lnTo>
                  <a:lnTo>
                    <a:pt x="2970085" y="786447"/>
                  </a:lnTo>
                  <a:lnTo>
                    <a:pt x="2969996" y="786726"/>
                  </a:lnTo>
                  <a:lnTo>
                    <a:pt x="2969895" y="787006"/>
                  </a:lnTo>
                  <a:lnTo>
                    <a:pt x="2970022" y="787349"/>
                  </a:lnTo>
                  <a:lnTo>
                    <a:pt x="2970301" y="787438"/>
                  </a:lnTo>
                  <a:lnTo>
                    <a:pt x="2970555" y="787514"/>
                  </a:lnTo>
                  <a:lnTo>
                    <a:pt x="2970885" y="787323"/>
                  </a:lnTo>
                  <a:lnTo>
                    <a:pt x="2970974" y="787044"/>
                  </a:lnTo>
                  <a:lnTo>
                    <a:pt x="2971063" y="786765"/>
                  </a:lnTo>
                  <a:close/>
                </a:path>
                <a:path w="3423920" h="3536950">
                  <a:moveTo>
                    <a:pt x="2976499" y="176098"/>
                  </a:moveTo>
                  <a:lnTo>
                    <a:pt x="2976372" y="175806"/>
                  </a:lnTo>
                  <a:lnTo>
                    <a:pt x="2975813" y="175628"/>
                  </a:lnTo>
                  <a:lnTo>
                    <a:pt x="2975521" y="175793"/>
                  </a:lnTo>
                  <a:lnTo>
                    <a:pt x="2975432" y="176060"/>
                  </a:lnTo>
                  <a:lnTo>
                    <a:pt x="2975318" y="176390"/>
                  </a:lnTo>
                  <a:lnTo>
                    <a:pt x="2975457" y="176682"/>
                  </a:lnTo>
                  <a:lnTo>
                    <a:pt x="2975737" y="176771"/>
                  </a:lnTo>
                  <a:lnTo>
                    <a:pt x="2976003" y="176860"/>
                  </a:lnTo>
                  <a:lnTo>
                    <a:pt x="2976295" y="176695"/>
                  </a:lnTo>
                  <a:lnTo>
                    <a:pt x="2976410" y="176377"/>
                  </a:lnTo>
                  <a:lnTo>
                    <a:pt x="2976499" y="176098"/>
                  </a:lnTo>
                  <a:close/>
                </a:path>
                <a:path w="3423920" h="3536950">
                  <a:moveTo>
                    <a:pt x="2988424" y="470827"/>
                  </a:moveTo>
                  <a:lnTo>
                    <a:pt x="2988297" y="470535"/>
                  </a:lnTo>
                  <a:lnTo>
                    <a:pt x="2987738" y="470357"/>
                  </a:lnTo>
                  <a:lnTo>
                    <a:pt x="2987446" y="470522"/>
                  </a:lnTo>
                  <a:lnTo>
                    <a:pt x="2987357" y="470789"/>
                  </a:lnTo>
                  <a:lnTo>
                    <a:pt x="2987243" y="471119"/>
                  </a:lnTo>
                  <a:lnTo>
                    <a:pt x="2987383" y="471411"/>
                  </a:lnTo>
                  <a:lnTo>
                    <a:pt x="2987649" y="471500"/>
                  </a:lnTo>
                  <a:lnTo>
                    <a:pt x="2987929" y="471589"/>
                  </a:lnTo>
                  <a:lnTo>
                    <a:pt x="2988221" y="471424"/>
                  </a:lnTo>
                  <a:lnTo>
                    <a:pt x="2988335" y="471106"/>
                  </a:lnTo>
                  <a:lnTo>
                    <a:pt x="2988424" y="470827"/>
                  </a:lnTo>
                  <a:close/>
                </a:path>
                <a:path w="3423920" h="3536950">
                  <a:moveTo>
                    <a:pt x="3022054" y="921854"/>
                  </a:moveTo>
                  <a:lnTo>
                    <a:pt x="3021901" y="921550"/>
                  </a:lnTo>
                  <a:lnTo>
                    <a:pt x="3021622" y="921461"/>
                  </a:lnTo>
                  <a:lnTo>
                    <a:pt x="3021368" y="921385"/>
                  </a:lnTo>
                  <a:lnTo>
                    <a:pt x="3021076" y="921550"/>
                  </a:lnTo>
                  <a:lnTo>
                    <a:pt x="3020987" y="921816"/>
                  </a:lnTo>
                  <a:lnTo>
                    <a:pt x="3020872" y="922147"/>
                  </a:lnTo>
                  <a:lnTo>
                    <a:pt x="3021012" y="922439"/>
                  </a:lnTo>
                  <a:lnTo>
                    <a:pt x="3021266" y="922515"/>
                  </a:lnTo>
                  <a:lnTo>
                    <a:pt x="3021546" y="922604"/>
                  </a:lnTo>
                  <a:lnTo>
                    <a:pt x="3021850" y="922451"/>
                  </a:lnTo>
                  <a:lnTo>
                    <a:pt x="3021965" y="922134"/>
                  </a:lnTo>
                  <a:lnTo>
                    <a:pt x="3022054" y="921854"/>
                  </a:lnTo>
                  <a:close/>
                </a:path>
                <a:path w="3423920" h="3536950">
                  <a:moveTo>
                    <a:pt x="3042640" y="469"/>
                  </a:moveTo>
                  <a:lnTo>
                    <a:pt x="3042501" y="165"/>
                  </a:lnTo>
                  <a:lnTo>
                    <a:pt x="3042247" y="88"/>
                  </a:lnTo>
                  <a:lnTo>
                    <a:pt x="3041967" y="0"/>
                  </a:lnTo>
                  <a:lnTo>
                    <a:pt x="3041675" y="152"/>
                  </a:lnTo>
                  <a:lnTo>
                    <a:pt x="3041561" y="482"/>
                  </a:lnTo>
                  <a:lnTo>
                    <a:pt x="3041472" y="749"/>
                  </a:lnTo>
                  <a:lnTo>
                    <a:pt x="3041612" y="1054"/>
                  </a:lnTo>
                  <a:lnTo>
                    <a:pt x="3042145" y="1231"/>
                  </a:lnTo>
                  <a:lnTo>
                    <a:pt x="3042437" y="1066"/>
                  </a:lnTo>
                  <a:lnTo>
                    <a:pt x="3042526" y="787"/>
                  </a:lnTo>
                  <a:lnTo>
                    <a:pt x="3042640" y="469"/>
                  </a:lnTo>
                  <a:close/>
                </a:path>
                <a:path w="3423920" h="3536950">
                  <a:moveTo>
                    <a:pt x="3061004" y="1061974"/>
                  </a:moveTo>
                  <a:lnTo>
                    <a:pt x="3060877" y="1061681"/>
                  </a:lnTo>
                  <a:lnTo>
                    <a:pt x="3060611" y="1061593"/>
                  </a:lnTo>
                  <a:lnTo>
                    <a:pt x="3060319" y="1061504"/>
                  </a:lnTo>
                  <a:lnTo>
                    <a:pt x="3060027" y="1061669"/>
                  </a:lnTo>
                  <a:lnTo>
                    <a:pt x="3059938" y="1061935"/>
                  </a:lnTo>
                  <a:lnTo>
                    <a:pt x="3059823" y="1062266"/>
                  </a:lnTo>
                  <a:lnTo>
                    <a:pt x="3059963" y="1062558"/>
                  </a:lnTo>
                  <a:lnTo>
                    <a:pt x="3060255" y="1062659"/>
                  </a:lnTo>
                  <a:lnTo>
                    <a:pt x="3060509" y="1062736"/>
                  </a:lnTo>
                  <a:lnTo>
                    <a:pt x="3060801" y="1062570"/>
                  </a:lnTo>
                  <a:lnTo>
                    <a:pt x="3060916" y="1062253"/>
                  </a:lnTo>
                  <a:lnTo>
                    <a:pt x="3061004" y="1061974"/>
                  </a:lnTo>
                  <a:close/>
                </a:path>
                <a:path w="3423920" h="3536950">
                  <a:moveTo>
                    <a:pt x="3064319" y="287451"/>
                  </a:moveTo>
                  <a:lnTo>
                    <a:pt x="3063913" y="286562"/>
                  </a:lnTo>
                  <a:lnTo>
                    <a:pt x="3063100" y="286296"/>
                  </a:lnTo>
                  <a:lnTo>
                    <a:pt x="3062287" y="286042"/>
                  </a:lnTo>
                  <a:lnTo>
                    <a:pt x="3061411" y="286524"/>
                  </a:lnTo>
                  <a:lnTo>
                    <a:pt x="3061119" y="287401"/>
                  </a:lnTo>
                  <a:lnTo>
                    <a:pt x="3060801" y="288315"/>
                  </a:lnTo>
                  <a:lnTo>
                    <a:pt x="3061220" y="289217"/>
                  </a:lnTo>
                  <a:lnTo>
                    <a:pt x="3062846" y="289725"/>
                  </a:lnTo>
                  <a:lnTo>
                    <a:pt x="3063722" y="289242"/>
                  </a:lnTo>
                  <a:lnTo>
                    <a:pt x="3064027" y="288328"/>
                  </a:lnTo>
                  <a:lnTo>
                    <a:pt x="3064319" y="287451"/>
                  </a:lnTo>
                  <a:close/>
                </a:path>
                <a:path w="3423920" h="3536950">
                  <a:moveTo>
                    <a:pt x="3069615" y="1796897"/>
                  </a:moveTo>
                  <a:lnTo>
                    <a:pt x="3069209" y="1795957"/>
                  </a:lnTo>
                  <a:lnTo>
                    <a:pt x="3068396" y="1795691"/>
                  </a:lnTo>
                  <a:lnTo>
                    <a:pt x="3067583" y="1795437"/>
                  </a:lnTo>
                  <a:lnTo>
                    <a:pt x="3066669" y="1795957"/>
                  </a:lnTo>
                  <a:lnTo>
                    <a:pt x="3066364" y="1796834"/>
                  </a:lnTo>
                  <a:lnTo>
                    <a:pt x="3066072" y="1797710"/>
                  </a:lnTo>
                  <a:lnTo>
                    <a:pt x="3066491" y="1798650"/>
                  </a:lnTo>
                  <a:lnTo>
                    <a:pt x="3067304" y="1798916"/>
                  </a:lnTo>
                  <a:lnTo>
                    <a:pt x="3068116" y="1799170"/>
                  </a:lnTo>
                  <a:lnTo>
                    <a:pt x="3069031" y="1798650"/>
                  </a:lnTo>
                  <a:lnTo>
                    <a:pt x="3069323" y="1797773"/>
                  </a:lnTo>
                  <a:lnTo>
                    <a:pt x="3069615" y="1796897"/>
                  </a:lnTo>
                  <a:close/>
                </a:path>
                <a:path w="3423920" h="3536950">
                  <a:moveTo>
                    <a:pt x="3087687" y="1205966"/>
                  </a:moveTo>
                  <a:lnTo>
                    <a:pt x="3087522" y="1205661"/>
                  </a:lnTo>
                  <a:lnTo>
                    <a:pt x="3087268" y="1205572"/>
                  </a:lnTo>
                  <a:lnTo>
                    <a:pt x="3086963" y="1205484"/>
                  </a:lnTo>
                  <a:lnTo>
                    <a:pt x="3086671" y="1205649"/>
                  </a:lnTo>
                  <a:lnTo>
                    <a:pt x="3086570" y="1205966"/>
                  </a:lnTo>
                  <a:lnTo>
                    <a:pt x="3086468" y="1206246"/>
                  </a:lnTo>
                  <a:lnTo>
                    <a:pt x="3086608" y="1206538"/>
                  </a:lnTo>
                  <a:lnTo>
                    <a:pt x="3086912" y="1206627"/>
                  </a:lnTo>
                  <a:lnTo>
                    <a:pt x="3087166" y="1206715"/>
                  </a:lnTo>
                  <a:lnTo>
                    <a:pt x="3087484" y="1206563"/>
                  </a:lnTo>
                  <a:lnTo>
                    <a:pt x="3087573" y="1206284"/>
                  </a:lnTo>
                  <a:lnTo>
                    <a:pt x="3087687" y="1205966"/>
                  </a:lnTo>
                  <a:close/>
                </a:path>
                <a:path w="3423920" h="3536950">
                  <a:moveTo>
                    <a:pt x="3093339" y="1649183"/>
                  </a:moveTo>
                  <a:lnTo>
                    <a:pt x="3092907" y="1648282"/>
                  </a:lnTo>
                  <a:lnTo>
                    <a:pt x="3092081" y="1648015"/>
                  </a:lnTo>
                  <a:lnTo>
                    <a:pt x="3091269" y="1647761"/>
                  </a:lnTo>
                  <a:lnTo>
                    <a:pt x="3090392" y="1648244"/>
                  </a:lnTo>
                  <a:lnTo>
                    <a:pt x="3090087" y="1649120"/>
                  </a:lnTo>
                  <a:lnTo>
                    <a:pt x="3089795" y="1649996"/>
                  </a:lnTo>
                  <a:lnTo>
                    <a:pt x="3090189" y="1650936"/>
                  </a:lnTo>
                  <a:lnTo>
                    <a:pt x="3091840" y="1651457"/>
                  </a:lnTo>
                  <a:lnTo>
                    <a:pt x="3092754" y="1650936"/>
                  </a:lnTo>
                  <a:lnTo>
                    <a:pt x="3093047" y="1650060"/>
                  </a:lnTo>
                  <a:lnTo>
                    <a:pt x="3093339" y="1649183"/>
                  </a:lnTo>
                  <a:close/>
                </a:path>
                <a:path w="3423920" h="3536950">
                  <a:moveTo>
                    <a:pt x="3103588" y="1352219"/>
                  </a:moveTo>
                  <a:lnTo>
                    <a:pt x="3103016" y="1351013"/>
                  </a:lnTo>
                  <a:lnTo>
                    <a:pt x="3100857" y="1350327"/>
                  </a:lnTo>
                  <a:lnTo>
                    <a:pt x="3099651" y="1350962"/>
                  </a:lnTo>
                  <a:lnTo>
                    <a:pt x="3098850" y="1353299"/>
                  </a:lnTo>
                  <a:lnTo>
                    <a:pt x="3099422" y="1354556"/>
                  </a:lnTo>
                  <a:lnTo>
                    <a:pt x="3101594" y="1355255"/>
                  </a:lnTo>
                  <a:lnTo>
                    <a:pt x="3102787" y="1354556"/>
                  </a:lnTo>
                  <a:lnTo>
                    <a:pt x="3103181" y="1353413"/>
                  </a:lnTo>
                  <a:lnTo>
                    <a:pt x="3103588" y="1352219"/>
                  </a:lnTo>
                  <a:close/>
                </a:path>
                <a:path w="3423920" h="3536950">
                  <a:moveTo>
                    <a:pt x="3104515" y="1500619"/>
                  </a:moveTo>
                  <a:lnTo>
                    <a:pt x="3104083" y="1499666"/>
                  </a:lnTo>
                  <a:lnTo>
                    <a:pt x="3103270" y="1499412"/>
                  </a:lnTo>
                  <a:lnTo>
                    <a:pt x="3102457" y="1499146"/>
                  </a:lnTo>
                  <a:lnTo>
                    <a:pt x="3101543" y="1499679"/>
                  </a:lnTo>
                  <a:lnTo>
                    <a:pt x="3100959" y="1501419"/>
                  </a:lnTo>
                  <a:lnTo>
                    <a:pt x="3101365" y="1502371"/>
                  </a:lnTo>
                  <a:lnTo>
                    <a:pt x="3102178" y="1502625"/>
                  </a:lnTo>
                  <a:lnTo>
                    <a:pt x="3102991" y="1502892"/>
                  </a:lnTo>
                  <a:lnTo>
                    <a:pt x="3103930" y="1502371"/>
                  </a:lnTo>
                  <a:lnTo>
                    <a:pt x="3104223" y="1501495"/>
                  </a:lnTo>
                  <a:lnTo>
                    <a:pt x="3104515" y="1500619"/>
                  </a:lnTo>
                  <a:close/>
                </a:path>
                <a:path w="3423920" h="3536950">
                  <a:moveTo>
                    <a:pt x="3120580" y="724369"/>
                  </a:moveTo>
                  <a:lnTo>
                    <a:pt x="3120453" y="724077"/>
                  </a:lnTo>
                  <a:lnTo>
                    <a:pt x="3120174" y="723988"/>
                  </a:lnTo>
                  <a:lnTo>
                    <a:pt x="3119920" y="723900"/>
                  </a:lnTo>
                  <a:lnTo>
                    <a:pt x="3119628" y="724065"/>
                  </a:lnTo>
                  <a:lnTo>
                    <a:pt x="3119526" y="724344"/>
                  </a:lnTo>
                  <a:lnTo>
                    <a:pt x="3119424" y="724662"/>
                  </a:lnTo>
                  <a:lnTo>
                    <a:pt x="3119564" y="724966"/>
                  </a:lnTo>
                  <a:lnTo>
                    <a:pt x="3119818" y="725043"/>
                  </a:lnTo>
                  <a:lnTo>
                    <a:pt x="3120098" y="725131"/>
                  </a:lnTo>
                  <a:lnTo>
                    <a:pt x="3120377" y="724966"/>
                  </a:lnTo>
                  <a:lnTo>
                    <a:pt x="3120491" y="724649"/>
                  </a:lnTo>
                  <a:lnTo>
                    <a:pt x="3120580" y="724369"/>
                  </a:lnTo>
                  <a:close/>
                </a:path>
                <a:path w="3423920" h="3536950">
                  <a:moveTo>
                    <a:pt x="3123107" y="2166467"/>
                  </a:moveTo>
                  <a:lnTo>
                    <a:pt x="3121825" y="2163711"/>
                  </a:lnTo>
                  <a:lnTo>
                    <a:pt x="3116935" y="2162149"/>
                  </a:lnTo>
                  <a:lnTo>
                    <a:pt x="3114243" y="2163635"/>
                  </a:lnTo>
                  <a:lnTo>
                    <a:pt x="3112478" y="2168880"/>
                  </a:lnTo>
                  <a:lnTo>
                    <a:pt x="3113735" y="2171623"/>
                  </a:lnTo>
                  <a:lnTo>
                    <a:pt x="3118624" y="2173186"/>
                  </a:lnTo>
                  <a:lnTo>
                    <a:pt x="3121329" y="2171700"/>
                  </a:lnTo>
                  <a:lnTo>
                    <a:pt x="3122218" y="2169083"/>
                  </a:lnTo>
                  <a:lnTo>
                    <a:pt x="3123107" y="2166467"/>
                  </a:lnTo>
                  <a:close/>
                </a:path>
                <a:path w="3423920" h="3536950">
                  <a:moveTo>
                    <a:pt x="3135211" y="107492"/>
                  </a:moveTo>
                  <a:lnTo>
                    <a:pt x="3134804" y="106591"/>
                  </a:lnTo>
                  <a:lnTo>
                    <a:pt x="3133991" y="106337"/>
                  </a:lnTo>
                  <a:lnTo>
                    <a:pt x="3133179" y="106070"/>
                  </a:lnTo>
                  <a:lnTo>
                    <a:pt x="3132264" y="106540"/>
                  </a:lnTo>
                  <a:lnTo>
                    <a:pt x="3131947" y="107467"/>
                  </a:lnTo>
                  <a:lnTo>
                    <a:pt x="3131655" y="108343"/>
                  </a:lnTo>
                  <a:lnTo>
                    <a:pt x="3132112" y="109245"/>
                  </a:lnTo>
                  <a:lnTo>
                    <a:pt x="3132925" y="109499"/>
                  </a:lnTo>
                  <a:lnTo>
                    <a:pt x="3133737" y="109766"/>
                  </a:lnTo>
                  <a:lnTo>
                    <a:pt x="3134614" y="109283"/>
                  </a:lnTo>
                  <a:lnTo>
                    <a:pt x="3134906" y="108407"/>
                  </a:lnTo>
                  <a:lnTo>
                    <a:pt x="3135211" y="107492"/>
                  </a:lnTo>
                  <a:close/>
                </a:path>
                <a:path w="3423920" h="3536950">
                  <a:moveTo>
                    <a:pt x="3142996" y="405980"/>
                  </a:moveTo>
                  <a:lnTo>
                    <a:pt x="3142424" y="404774"/>
                  </a:lnTo>
                  <a:lnTo>
                    <a:pt x="3140265" y="404088"/>
                  </a:lnTo>
                  <a:lnTo>
                    <a:pt x="3139059" y="404723"/>
                  </a:lnTo>
                  <a:lnTo>
                    <a:pt x="3138259" y="407060"/>
                  </a:lnTo>
                  <a:lnTo>
                    <a:pt x="3138855" y="408279"/>
                  </a:lnTo>
                  <a:lnTo>
                    <a:pt x="3139922" y="408609"/>
                  </a:lnTo>
                  <a:lnTo>
                    <a:pt x="3141014" y="408965"/>
                  </a:lnTo>
                  <a:lnTo>
                    <a:pt x="3142196" y="408317"/>
                  </a:lnTo>
                  <a:lnTo>
                    <a:pt x="3142589" y="407174"/>
                  </a:lnTo>
                  <a:lnTo>
                    <a:pt x="3142996" y="405980"/>
                  </a:lnTo>
                  <a:close/>
                </a:path>
                <a:path w="3423920" h="3536950">
                  <a:moveTo>
                    <a:pt x="3172803" y="859358"/>
                  </a:moveTo>
                  <a:lnTo>
                    <a:pt x="3172244" y="858113"/>
                  </a:lnTo>
                  <a:lnTo>
                    <a:pt x="3170085" y="857415"/>
                  </a:lnTo>
                  <a:lnTo>
                    <a:pt x="3168866" y="858100"/>
                  </a:lnTo>
                  <a:lnTo>
                    <a:pt x="3168065" y="860437"/>
                  </a:lnTo>
                  <a:lnTo>
                    <a:pt x="3168650" y="861644"/>
                  </a:lnTo>
                  <a:lnTo>
                    <a:pt x="3170821" y="862342"/>
                  </a:lnTo>
                  <a:lnTo>
                    <a:pt x="3172002" y="861695"/>
                  </a:lnTo>
                  <a:lnTo>
                    <a:pt x="3172409" y="860501"/>
                  </a:lnTo>
                  <a:lnTo>
                    <a:pt x="3172803" y="859358"/>
                  </a:lnTo>
                  <a:close/>
                </a:path>
                <a:path w="3423920" h="3536950">
                  <a:moveTo>
                    <a:pt x="3213506" y="998994"/>
                  </a:moveTo>
                  <a:lnTo>
                    <a:pt x="3212681" y="997165"/>
                  </a:lnTo>
                  <a:lnTo>
                    <a:pt x="3209429" y="996124"/>
                  </a:lnTo>
                  <a:lnTo>
                    <a:pt x="3207613" y="997127"/>
                  </a:lnTo>
                  <a:lnTo>
                    <a:pt x="3206432" y="1000620"/>
                  </a:lnTo>
                  <a:lnTo>
                    <a:pt x="3207283" y="1002461"/>
                  </a:lnTo>
                  <a:lnTo>
                    <a:pt x="3210534" y="1003503"/>
                  </a:lnTo>
                  <a:lnTo>
                    <a:pt x="3212312" y="1002499"/>
                  </a:lnTo>
                  <a:lnTo>
                    <a:pt x="3212909" y="1000747"/>
                  </a:lnTo>
                  <a:lnTo>
                    <a:pt x="3213506" y="998994"/>
                  </a:lnTo>
                  <a:close/>
                </a:path>
                <a:path w="3423920" h="3536950">
                  <a:moveTo>
                    <a:pt x="3213874" y="530618"/>
                  </a:moveTo>
                  <a:lnTo>
                    <a:pt x="3212884" y="528421"/>
                  </a:lnTo>
                  <a:lnTo>
                    <a:pt x="3209074" y="527202"/>
                  </a:lnTo>
                  <a:lnTo>
                    <a:pt x="3206978" y="528408"/>
                  </a:lnTo>
                  <a:lnTo>
                    <a:pt x="3205619" y="532460"/>
                  </a:lnTo>
                  <a:lnTo>
                    <a:pt x="3206572" y="534606"/>
                  </a:lnTo>
                  <a:lnTo>
                    <a:pt x="3210382" y="535813"/>
                  </a:lnTo>
                  <a:lnTo>
                    <a:pt x="3212503" y="534657"/>
                  </a:lnTo>
                  <a:lnTo>
                    <a:pt x="3213189" y="532638"/>
                  </a:lnTo>
                  <a:lnTo>
                    <a:pt x="3213874" y="530618"/>
                  </a:lnTo>
                  <a:close/>
                </a:path>
                <a:path w="3423920" h="3536950">
                  <a:moveTo>
                    <a:pt x="3213912" y="1880082"/>
                  </a:moveTo>
                  <a:lnTo>
                    <a:pt x="3212655" y="1877339"/>
                  </a:lnTo>
                  <a:lnTo>
                    <a:pt x="3207778" y="1875777"/>
                  </a:lnTo>
                  <a:lnTo>
                    <a:pt x="3205099" y="1877263"/>
                  </a:lnTo>
                  <a:lnTo>
                    <a:pt x="3203308" y="1882546"/>
                  </a:lnTo>
                  <a:lnTo>
                    <a:pt x="3204565" y="1885302"/>
                  </a:lnTo>
                  <a:lnTo>
                    <a:pt x="3209442" y="1886851"/>
                  </a:lnTo>
                  <a:lnTo>
                    <a:pt x="3212122" y="1885365"/>
                  </a:lnTo>
                  <a:lnTo>
                    <a:pt x="3213023" y="1882698"/>
                  </a:lnTo>
                  <a:lnTo>
                    <a:pt x="3213912" y="1880082"/>
                  </a:lnTo>
                  <a:close/>
                </a:path>
                <a:path w="3423920" h="3536950">
                  <a:moveTo>
                    <a:pt x="3220707" y="221246"/>
                  </a:moveTo>
                  <a:lnTo>
                    <a:pt x="3219869" y="219405"/>
                  </a:lnTo>
                  <a:lnTo>
                    <a:pt x="3216618" y="218363"/>
                  </a:lnTo>
                  <a:lnTo>
                    <a:pt x="3214814" y="219367"/>
                  </a:lnTo>
                  <a:lnTo>
                    <a:pt x="3213633" y="222859"/>
                  </a:lnTo>
                  <a:lnTo>
                    <a:pt x="3214471" y="224713"/>
                  </a:lnTo>
                  <a:lnTo>
                    <a:pt x="3217722" y="225742"/>
                  </a:lnTo>
                  <a:lnTo>
                    <a:pt x="3219526" y="224751"/>
                  </a:lnTo>
                  <a:lnTo>
                    <a:pt x="3220123" y="222999"/>
                  </a:lnTo>
                  <a:lnTo>
                    <a:pt x="3220707" y="221246"/>
                  </a:lnTo>
                  <a:close/>
                </a:path>
                <a:path w="3423920" h="3536950">
                  <a:moveTo>
                    <a:pt x="3241878" y="1142517"/>
                  </a:moveTo>
                  <a:lnTo>
                    <a:pt x="3241052" y="1140675"/>
                  </a:lnTo>
                  <a:lnTo>
                    <a:pt x="3237763" y="1139621"/>
                  </a:lnTo>
                  <a:lnTo>
                    <a:pt x="3235998" y="1140637"/>
                  </a:lnTo>
                  <a:lnTo>
                    <a:pt x="3234817" y="1144130"/>
                  </a:lnTo>
                  <a:lnTo>
                    <a:pt x="3235591" y="1146009"/>
                  </a:lnTo>
                  <a:lnTo>
                    <a:pt x="3238893" y="1147064"/>
                  </a:lnTo>
                  <a:lnTo>
                    <a:pt x="3240697" y="1146009"/>
                  </a:lnTo>
                  <a:lnTo>
                    <a:pt x="3241268" y="1144308"/>
                  </a:lnTo>
                  <a:lnTo>
                    <a:pt x="3241878" y="1142517"/>
                  </a:lnTo>
                  <a:close/>
                </a:path>
                <a:path w="3423920" h="3536950">
                  <a:moveTo>
                    <a:pt x="3244507" y="1732673"/>
                  </a:moveTo>
                  <a:lnTo>
                    <a:pt x="3242818" y="1728978"/>
                  </a:lnTo>
                  <a:lnTo>
                    <a:pt x="3236315" y="1726895"/>
                  </a:lnTo>
                  <a:lnTo>
                    <a:pt x="3232696" y="1728901"/>
                  </a:lnTo>
                  <a:lnTo>
                    <a:pt x="3230321" y="1735937"/>
                  </a:lnTo>
                  <a:lnTo>
                    <a:pt x="3232023" y="1739582"/>
                  </a:lnTo>
                  <a:lnTo>
                    <a:pt x="3238525" y="1741665"/>
                  </a:lnTo>
                  <a:lnTo>
                    <a:pt x="3242132" y="1739709"/>
                  </a:lnTo>
                  <a:lnTo>
                    <a:pt x="3243326" y="1736166"/>
                  </a:lnTo>
                  <a:lnTo>
                    <a:pt x="3244507" y="1732673"/>
                  </a:lnTo>
                  <a:close/>
                </a:path>
                <a:path w="3423920" h="3536950">
                  <a:moveTo>
                    <a:pt x="3257702" y="1289011"/>
                  </a:moveTo>
                  <a:lnTo>
                    <a:pt x="3257131" y="1287754"/>
                  </a:lnTo>
                  <a:lnTo>
                    <a:pt x="3254959" y="1287068"/>
                  </a:lnTo>
                  <a:lnTo>
                    <a:pt x="3253765" y="1287754"/>
                  </a:lnTo>
                  <a:lnTo>
                    <a:pt x="3252965" y="1290091"/>
                  </a:lnTo>
                  <a:lnTo>
                    <a:pt x="3253536" y="1291297"/>
                  </a:lnTo>
                  <a:lnTo>
                    <a:pt x="3255695" y="1291983"/>
                  </a:lnTo>
                  <a:lnTo>
                    <a:pt x="3256902" y="1291348"/>
                  </a:lnTo>
                  <a:lnTo>
                    <a:pt x="3257308" y="1290154"/>
                  </a:lnTo>
                  <a:lnTo>
                    <a:pt x="3257702" y="1289011"/>
                  </a:lnTo>
                  <a:close/>
                </a:path>
                <a:path w="3423920" h="3536950">
                  <a:moveTo>
                    <a:pt x="3260763" y="1584604"/>
                  </a:moveTo>
                  <a:lnTo>
                    <a:pt x="3259378" y="1581569"/>
                  </a:lnTo>
                  <a:lnTo>
                    <a:pt x="3253943" y="1579829"/>
                  </a:lnTo>
                  <a:lnTo>
                    <a:pt x="3250946" y="1581480"/>
                  </a:lnTo>
                  <a:lnTo>
                    <a:pt x="3248977" y="1587309"/>
                  </a:lnTo>
                  <a:lnTo>
                    <a:pt x="3250361" y="1590408"/>
                  </a:lnTo>
                  <a:lnTo>
                    <a:pt x="3255797" y="1592135"/>
                  </a:lnTo>
                  <a:lnTo>
                    <a:pt x="3258794" y="1590446"/>
                  </a:lnTo>
                  <a:lnTo>
                    <a:pt x="3259772" y="1587550"/>
                  </a:lnTo>
                  <a:lnTo>
                    <a:pt x="3260763" y="1584604"/>
                  </a:lnTo>
                  <a:close/>
                </a:path>
                <a:path w="3423920" h="3536950">
                  <a:moveTo>
                    <a:pt x="3266732" y="1436065"/>
                  </a:moveTo>
                  <a:lnTo>
                    <a:pt x="3265360" y="1432979"/>
                  </a:lnTo>
                  <a:lnTo>
                    <a:pt x="3259925" y="1431239"/>
                  </a:lnTo>
                  <a:lnTo>
                    <a:pt x="3256915" y="1432928"/>
                  </a:lnTo>
                  <a:lnTo>
                    <a:pt x="3254946" y="1438770"/>
                  </a:lnTo>
                  <a:lnTo>
                    <a:pt x="3256356" y="1441818"/>
                  </a:lnTo>
                  <a:lnTo>
                    <a:pt x="3261779" y="1443545"/>
                  </a:lnTo>
                  <a:lnTo>
                    <a:pt x="3264763" y="1441907"/>
                  </a:lnTo>
                  <a:lnTo>
                    <a:pt x="3265754" y="1438960"/>
                  </a:lnTo>
                  <a:lnTo>
                    <a:pt x="3266732" y="1436065"/>
                  </a:lnTo>
                  <a:close/>
                </a:path>
                <a:path w="3423920" h="3536950">
                  <a:moveTo>
                    <a:pt x="3322980" y="796963"/>
                  </a:moveTo>
                  <a:lnTo>
                    <a:pt x="3322129" y="795121"/>
                  </a:lnTo>
                  <a:lnTo>
                    <a:pt x="3318878" y="794080"/>
                  </a:lnTo>
                  <a:lnTo>
                    <a:pt x="3317062" y="795083"/>
                  </a:lnTo>
                  <a:lnTo>
                    <a:pt x="3316478" y="796836"/>
                  </a:lnTo>
                  <a:lnTo>
                    <a:pt x="3315881" y="798576"/>
                  </a:lnTo>
                  <a:lnTo>
                    <a:pt x="3316732" y="800430"/>
                  </a:lnTo>
                  <a:lnTo>
                    <a:pt x="3319983" y="801458"/>
                  </a:lnTo>
                  <a:lnTo>
                    <a:pt x="3321786" y="800468"/>
                  </a:lnTo>
                  <a:lnTo>
                    <a:pt x="3322383" y="798715"/>
                  </a:lnTo>
                  <a:lnTo>
                    <a:pt x="3322980" y="796963"/>
                  </a:lnTo>
                  <a:close/>
                </a:path>
                <a:path w="3423920" h="3536950">
                  <a:moveTo>
                    <a:pt x="3354971" y="1963407"/>
                  </a:moveTo>
                  <a:lnTo>
                    <a:pt x="3353270" y="1959762"/>
                  </a:lnTo>
                  <a:lnTo>
                    <a:pt x="3346767" y="1957679"/>
                  </a:lnTo>
                  <a:lnTo>
                    <a:pt x="3343160" y="1959635"/>
                  </a:lnTo>
                  <a:lnTo>
                    <a:pt x="3340785" y="1966671"/>
                  </a:lnTo>
                  <a:lnTo>
                    <a:pt x="3342487" y="1970328"/>
                  </a:lnTo>
                  <a:lnTo>
                    <a:pt x="3346805" y="1971687"/>
                  </a:lnTo>
                  <a:lnTo>
                    <a:pt x="3350298" y="1971687"/>
                  </a:lnTo>
                  <a:lnTo>
                    <a:pt x="3352596" y="1970443"/>
                  </a:lnTo>
                  <a:lnTo>
                    <a:pt x="3354971" y="1963407"/>
                  </a:lnTo>
                  <a:close/>
                </a:path>
                <a:path w="3423920" h="3536950">
                  <a:moveTo>
                    <a:pt x="3390354" y="1816608"/>
                  </a:moveTo>
                  <a:lnTo>
                    <a:pt x="3388131" y="1811667"/>
                  </a:lnTo>
                  <a:lnTo>
                    <a:pt x="3379406" y="1808886"/>
                  </a:lnTo>
                  <a:lnTo>
                    <a:pt x="3374606" y="1811578"/>
                  </a:lnTo>
                  <a:lnTo>
                    <a:pt x="3371456" y="1820862"/>
                  </a:lnTo>
                  <a:lnTo>
                    <a:pt x="3373678" y="1825802"/>
                  </a:lnTo>
                  <a:lnTo>
                    <a:pt x="3382403" y="1828584"/>
                  </a:lnTo>
                  <a:lnTo>
                    <a:pt x="3387204" y="1825891"/>
                  </a:lnTo>
                  <a:lnTo>
                    <a:pt x="3388779" y="1821243"/>
                  </a:lnTo>
                  <a:lnTo>
                    <a:pt x="3390354" y="1816608"/>
                  </a:lnTo>
                  <a:close/>
                </a:path>
                <a:path w="3423920" h="3536950">
                  <a:moveTo>
                    <a:pt x="3413036" y="1668716"/>
                  </a:moveTo>
                  <a:lnTo>
                    <a:pt x="3410762" y="1663865"/>
                  </a:lnTo>
                  <a:lnTo>
                    <a:pt x="3402050" y="1661083"/>
                  </a:lnTo>
                  <a:lnTo>
                    <a:pt x="3397288" y="1663687"/>
                  </a:lnTo>
                  <a:lnTo>
                    <a:pt x="3394113" y="1673059"/>
                  </a:lnTo>
                  <a:lnTo>
                    <a:pt x="3396348" y="1677949"/>
                  </a:lnTo>
                  <a:lnTo>
                    <a:pt x="3405060" y="1680730"/>
                  </a:lnTo>
                  <a:lnTo>
                    <a:pt x="3409861" y="1678089"/>
                  </a:lnTo>
                  <a:lnTo>
                    <a:pt x="3411448" y="1673402"/>
                  </a:lnTo>
                  <a:lnTo>
                    <a:pt x="3413036" y="1668716"/>
                  </a:lnTo>
                  <a:close/>
                </a:path>
                <a:path w="3423920" h="3536950">
                  <a:moveTo>
                    <a:pt x="3417417" y="1224368"/>
                  </a:moveTo>
                  <a:lnTo>
                    <a:pt x="3415296" y="1219771"/>
                  </a:lnTo>
                  <a:lnTo>
                    <a:pt x="3407168" y="1217180"/>
                  </a:lnTo>
                  <a:lnTo>
                    <a:pt x="3402673" y="1219669"/>
                  </a:lnTo>
                  <a:lnTo>
                    <a:pt x="3399713" y="1228445"/>
                  </a:lnTo>
                  <a:lnTo>
                    <a:pt x="3401822" y="1232992"/>
                  </a:lnTo>
                  <a:lnTo>
                    <a:pt x="3409950" y="1235583"/>
                  </a:lnTo>
                  <a:lnTo>
                    <a:pt x="3414458" y="1233157"/>
                  </a:lnTo>
                  <a:lnTo>
                    <a:pt x="3415944" y="1228737"/>
                  </a:lnTo>
                  <a:lnTo>
                    <a:pt x="3417417" y="1224368"/>
                  </a:lnTo>
                  <a:close/>
                </a:path>
                <a:path w="3423920" h="3536950">
                  <a:moveTo>
                    <a:pt x="3422764" y="1372704"/>
                  </a:moveTo>
                  <a:lnTo>
                    <a:pt x="3421481" y="1369898"/>
                  </a:lnTo>
                  <a:lnTo>
                    <a:pt x="3416604" y="1368336"/>
                  </a:lnTo>
                  <a:lnTo>
                    <a:pt x="3413899" y="1369872"/>
                  </a:lnTo>
                  <a:lnTo>
                    <a:pt x="3412134" y="1375117"/>
                  </a:lnTo>
                  <a:lnTo>
                    <a:pt x="3413391" y="1377861"/>
                  </a:lnTo>
                  <a:lnTo>
                    <a:pt x="3418268" y="1379410"/>
                  </a:lnTo>
                  <a:lnTo>
                    <a:pt x="3420986" y="1377937"/>
                  </a:lnTo>
                  <a:lnTo>
                    <a:pt x="3421875" y="1375321"/>
                  </a:lnTo>
                  <a:lnTo>
                    <a:pt x="3422764" y="1372704"/>
                  </a:lnTo>
                  <a:close/>
                </a:path>
                <a:path w="3423920" h="3536950">
                  <a:moveTo>
                    <a:pt x="3423450" y="1520571"/>
                  </a:moveTo>
                  <a:lnTo>
                    <a:pt x="3421646" y="1516570"/>
                  </a:lnTo>
                  <a:lnTo>
                    <a:pt x="3414560" y="1514322"/>
                  </a:lnTo>
                  <a:lnTo>
                    <a:pt x="3410674" y="1516494"/>
                  </a:lnTo>
                  <a:lnTo>
                    <a:pt x="3408108" y="1524076"/>
                  </a:lnTo>
                  <a:lnTo>
                    <a:pt x="3409912" y="1528064"/>
                  </a:lnTo>
                  <a:lnTo>
                    <a:pt x="3416998" y="1530324"/>
                  </a:lnTo>
                  <a:lnTo>
                    <a:pt x="3420884" y="1528152"/>
                  </a:lnTo>
                  <a:lnTo>
                    <a:pt x="3422154" y="1524381"/>
                  </a:lnTo>
                  <a:lnTo>
                    <a:pt x="3423450" y="1520571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4377" name="object 40">
              <a:extLst>
                <a:ext uri="{FF2B5EF4-FFF2-40B4-BE49-F238E27FC236}">
                  <a16:creationId xmlns="" xmlns:a16="http://schemas.microsoft.com/office/drawing/2014/main" id="{A9FFC7B2-B225-44C6-B7D3-08F5BCC83C5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1639" y="2268232"/>
              <a:ext cx="3957954" cy="3899535"/>
            </a:xfrm>
            <a:custGeom>
              <a:avLst/>
              <a:gdLst>
                <a:gd name="T0" fmla="*/ 22771 w 3957954"/>
                <a:gd name="T1" fmla="*/ 3055251 h 3899535"/>
                <a:gd name="T2" fmla="*/ 107683 w 3957954"/>
                <a:gd name="T3" fmla="*/ 3377755 h 3899535"/>
                <a:gd name="T4" fmla="*/ 116179 w 3957954"/>
                <a:gd name="T5" fmla="*/ 3158820 h 3899535"/>
                <a:gd name="T6" fmla="*/ 218173 w 3957954"/>
                <a:gd name="T7" fmla="*/ 3254933 h 3899535"/>
                <a:gd name="T8" fmla="*/ 212204 w 3957954"/>
                <a:gd name="T9" fmla="*/ 3461067 h 3899535"/>
                <a:gd name="T10" fmla="*/ 324713 w 3957954"/>
                <a:gd name="T11" fmla="*/ 3345269 h 3899535"/>
                <a:gd name="T12" fmla="*/ 329514 w 3957954"/>
                <a:gd name="T13" fmla="*/ 3549294 h 3899535"/>
                <a:gd name="T14" fmla="*/ 563181 w 3957954"/>
                <a:gd name="T15" fmla="*/ 3493236 h 3899535"/>
                <a:gd name="T16" fmla="*/ 684669 w 3957954"/>
                <a:gd name="T17" fmla="*/ 3549789 h 3899535"/>
                <a:gd name="T18" fmla="*/ 689864 w 3957954"/>
                <a:gd name="T19" fmla="*/ 3747376 h 3899535"/>
                <a:gd name="T20" fmla="*/ 818921 w 3957954"/>
                <a:gd name="T21" fmla="*/ 3608781 h 3899535"/>
                <a:gd name="T22" fmla="*/ 967981 w 3957954"/>
                <a:gd name="T23" fmla="*/ 3819182 h 3899535"/>
                <a:gd name="T24" fmla="*/ 1076807 w 3957954"/>
                <a:gd name="T25" fmla="*/ 3683457 h 3899535"/>
                <a:gd name="T26" fmla="*/ 1105674 w 3957954"/>
                <a:gd name="T27" fmla="*/ 3864102 h 3899535"/>
                <a:gd name="T28" fmla="*/ 1246657 w 3957954"/>
                <a:gd name="T29" fmla="*/ 3871303 h 3899535"/>
                <a:gd name="T30" fmla="*/ 1355648 w 3957954"/>
                <a:gd name="T31" fmla="*/ 3711130 h 3899535"/>
                <a:gd name="T32" fmla="*/ 1377784 w 3957954"/>
                <a:gd name="T33" fmla="*/ 3894975 h 3899535"/>
                <a:gd name="T34" fmla="*/ 1508150 w 3957954"/>
                <a:gd name="T35" fmla="*/ 3716769 h 3899535"/>
                <a:gd name="T36" fmla="*/ 1641221 w 3957954"/>
                <a:gd name="T37" fmla="*/ 3703840 h 3899535"/>
                <a:gd name="T38" fmla="*/ 1646656 w 3957954"/>
                <a:gd name="T39" fmla="*/ 3884904 h 3899535"/>
                <a:gd name="T40" fmla="*/ 1790306 w 3957954"/>
                <a:gd name="T41" fmla="*/ 3693757 h 3899535"/>
                <a:gd name="T42" fmla="*/ 1932622 w 3957954"/>
                <a:gd name="T43" fmla="*/ 3652964 h 3899535"/>
                <a:gd name="T44" fmla="*/ 1925548 w 3957954"/>
                <a:gd name="T45" fmla="*/ 3829469 h 3899535"/>
                <a:gd name="T46" fmla="*/ 2204212 w 3957954"/>
                <a:gd name="T47" fmla="*/ 3583952 h 3899535"/>
                <a:gd name="T48" fmla="*/ 2201837 w 3957954"/>
                <a:gd name="T49" fmla="*/ 3755656 h 3899535"/>
                <a:gd name="T50" fmla="*/ 2331593 w 3957954"/>
                <a:gd name="T51" fmla="*/ 3530231 h 3899535"/>
                <a:gd name="T52" fmla="*/ 2331770 w 3957954"/>
                <a:gd name="T53" fmla="*/ 3694722 h 3899535"/>
                <a:gd name="T54" fmla="*/ 3261017 w 3957954"/>
                <a:gd name="T55" fmla="*/ 247675 h 3899535"/>
                <a:gd name="T56" fmla="*/ 3338766 w 3957954"/>
                <a:gd name="T57" fmla="*/ 66268 h 3899535"/>
                <a:gd name="T58" fmla="*/ 3410877 w 3957954"/>
                <a:gd name="T59" fmla="*/ 490664 h 3899535"/>
                <a:gd name="T60" fmla="*/ 3417201 w 3957954"/>
                <a:gd name="T61" fmla="*/ 177330 h 3899535"/>
                <a:gd name="T62" fmla="*/ 3488880 w 3957954"/>
                <a:gd name="T63" fmla="*/ 299008 h 3899535"/>
                <a:gd name="T64" fmla="*/ 3496145 w 3957954"/>
                <a:gd name="T65" fmla="*/ 2212492 h 3899535"/>
                <a:gd name="T66" fmla="*/ 3509848 w 3957954"/>
                <a:gd name="T67" fmla="*/ 752817 h 3899535"/>
                <a:gd name="T68" fmla="*/ 3557117 w 3957954"/>
                <a:gd name="T69" fmla="*/ 909942 h 3899535"/>
                <a:gd name="T70" fmla="*/ 3580269 w 3957954"/>
                <a:gd name="T71" fmla="*/ 112890 h 3899535"/>
                <a:gd name="T72" fmla="*/ 3598037 w 3957954"/>
                <a:gd name="T73" fmla="*/ 1027010 h 3899535"/>
                <a:gd name="T74" fmla="*/ 3602520 w 3957954"/>
                <a:gd name="T75" fmla="*/ 1046226 h 3899535"/>
                <a:gd name="T76" fmla="*/ 3622179 w 3957954"/>
                <a:gd name="T77" fmla="*/ 1621904 h 3899535"/>
                <a:gd name="T78" fmla="*/ 3606812 w 3957954"/>
                <a:gd name="T79" fmla="*/ 1168234 h 3899535"/>
                <a:gd name="T80" fmla="*/ 3632377 w 3957954"/>
                <a:gd name="T81" fmla="*/ 1330464 h 3899535"/>
                <a:gd name="T82" fmla="*/ 3612337 w 3957954"/>
                <a:gd name="T83" fmla="*/ 1471371 h 3899535"/>
                <a:gd name="T84" fmla="*/ 3644036 w 3957954"/>
                <a:gd name="T85" fmla="*/ 247434 h 3899535"/>
                <a:gd name="T86" fmla="*/ 3705720 w 3957954"/>
                <a:gd name="T87" fmla="*/ 356920 h 3899535"/>
                <a:gd name="T88" fmla="*/ 3695192 w 3957954"/>
                <a:gd name="T89" fmla="*/ 845286 h 3899535"/>
                <a:gd name="T90" fmla="*/ 3737584 w 3957954"/>
                <a:gd name="T91" fmla="*/ 1845856 h 3899535"/>
                <a:gd name="T92" fmla="*/ 3750399 w 3957954"/>
                <a:gd name="T93" fmla="*/ 1726641 h 3899535"/>
                <a:gd name="T94" fmla="*/ 3776230 w 3957954"/>
                <a:gd name="T95" fmla="*/ 502310 h 3899535"/>
                <a:gd name="T96" fmla="*/ 3795445 w 3957954"/>
                <a:gd name="T97" fmla="*/ 1555356 h 3899535"/>
                <a:gd name="T98" fmla="*/ 3791559 w 3957954"/>
                <a:gd name="T99" fmla="*/ 1581683 h 3899535"/>
                <a:gd name="T100" fmla="*/ 3763708 w 3957954"/>
                <a:gd name="T101" fmla="*/ 1436370 h 3899535"/>
                <a:gd name="T102" fmla="*/ 3839362 w 3957954"/>
                <a:gd name="T103" fmla="*/ 760501 h 3899535"/>
                <a:gd name="T104" fmla="*/ 3894302 w 3957954"/>
                <a:gd name="T105" fmla="*/ 1933333 h 3899535"/>
                <a:gd name="T106" fmla="*/ 3898773 w 3957954"/>
                <a:gd name="T107" fmla="*/ 1952561 h 3899535"/>
                <a:gd name="T108" fmla="*/ 3880002 w 3957954"/>
                <a:gd name="T109" fmla="*/ 936104 h 3899535"/>
                <a:gd name="T110" fmla="*/ 3891127 w 3957954"/>
                <a:gd name="T111" fmla="*/ 1794421 h 3899535"/>
                <a:gd name="T112" fmla="*/ 3921569 w 3957954"/>
                <a:gd name="T113" fmla="*/ 1030452 h 3899535"/>
                <a:gd name="T114" fmla="*/ 3941165 w 3957954"/>
                <a:gd name="T115" fmla="*/ 1057097 h 3899535"/>
                <a:gd name="T116" fmla="*/ 3926954 w 3957954"/>
                <a:gd name="T117" fmla="*/ 1675130 h 3899535"/>
                <a:gd name="T118" fmla="*/ 3900982 w 3957954"/>
                <a:gd name="T119" fmla="*/ 1210030 h 3899535"/>
                <a:gd name="T120" fmla="*/ 3933698 w 3957954"/>
                <a:gd name="T121" fmla="*/ 1479397 h 3899535"/>
                <a:gd name="T122" fmla="*/ 3957917 w 3957954"/>
                <a:gd name="T123" fmla="*/ 1351953 h 3899535"/>
                <a:gd name="T124" fmla="*/ 3944975 w 3957954"/>
                <a:gd name="T125" fmla="*/ 1375384 h 3899535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3957954" h="3899535">
                  <a:moveTo>
                    <a:pt x="7086" y="3281108"/>
                  </a:moveTo>
                  <a:lnTo>
                    <a:pt x="6273" y="3279267"/>
                  </a:lnTo>
                  <a:lnTo>
                    <a:pt x="4648" y="3278759"/>
                  </a:lnTo>
                  <a:lnTo>
                    <a:pt x="2997" y="3278225"/>
                  </a:lnTo>
                  <a:lnTo>
                    <a:pt x="1181" y="3279229"/>
                  </a:lnTo>
                  <a:lnTo>
                    <a:pt x="596" y="3280981"/>
                  </a:lnTo>
                  <a:lnTo>
                    <a:pt x="0" y="3282721"/>
                  </a:lnTo>
                  <a:lnTo>
                    <a:pt x="850" y="3284575"/>
                  </a:lnTo>
                  <a:lnTo>
                    <a:pt x="4127" y="3285617"/>
                  </a:lnTo>
                  <a:lnTo>
                    <a:pt x="5918" y="3284613"/>
                  </a:lnTo>
                  <a:lnTo>
                    <a:pt x="6502" y="3282861"/>
                  </a:lnTo>
                  <a:lnTo>
                    <a:pt x="7086" y="3281108"/>
                  </a:lnTo>
                  <a:close/>
                </a:path>
                <a:path w="3957954" h="3899535">
                  <a:moveTo>
                    <a:pt x="22771" y="3055251"/>
                  </a:moveTo>
                  <a:lnTo>
                    <a:pt x="22339" y="3054350"/>
                  </a:lnTo>
                  <a:lnTo>
                    <a:pt x="21513" y="3054083"/>
                  </a:lnTo>
                  <a:lnTo>
                    <a:pt x="20701" y="3053829"/>
                  </a:lnTo>
                  <a:lnTo>
                    <a:pt x="19824" y="3054312"/>
                  </a:lnTo>
                  <a:lnTo>
                    <a:pt x="19519" y="3055188"/>
                  </a:lnTo>
                  <a:lnTo>
                    <a:pt x="19227" y="3056064"/>
                  </a:lnTo>
                  <a:lnTo>
                    <a:pt x="19621" y="3056991"/>
                  </a:lnTo>
                  <a:lnTo>
                    <a:pt x="20434" y="3057258"/>
                  </a:lnTo>
                  <a:lnTo>
                    <a:pt x="21272" y="3057525"/>
                  </a:lnTo>
                  <a:lnTo>
                    <a:pt x="22186" y="3057004"/>
                  </a:lnTo>
                  <a:lnTo>
                    <a:pt x="22479" y="3056128"/>
                  </a:lnTo>
                  <a:lnTo>
                    <a:pt x="22771" y="3055251"/>
                  </a:lnTo>
                  <a:close/>
                </a:path>
                <a:path w="3957954" h="3899535">
                  <a:moveTo>
                    <a:pt x="107683" y="3377755"/>
                  </a:moveTo>
                  <a:lnTo>
                    <a:pt x="107111" y="3376549"/>
                  </a:lnTo>
                  <a:lnTo>
                    <a:pt x="104952" y="3375863"/>
                  </a:lnTo>
                  <a:lnTo>
                    <a:pt x="103771" y="3376498"/>
                  </a:lnTo>
                  <a:lnTo>
                    <a:pt x="102971" y="3378847"/>
                  </a:lnTo>
                  <a:lnTo>
                    <a:pt x="103543" y="3380054"/>
                  </a:lnTo>
                  <a:lnTo>
                    <a:pt x="104609" y="3380384"/>
                  </a:lnTo>
                  <a:lnTo>
                    <a:pt x="105702" y="3380740"/>
                  </a:lnTo>
                  <a:lnTo>
                    <a:pt x="106883" y="3380092"/>
                  </a:lnTo>
                  <a:lnTo>
                    <a:pt x="107276" y="3378949"/>
                  </a:lnTo>
                  <a:lnTo>
                    <a:pt x="107683" y="3377755"/>
                  </a:lnTo>
                  <a:close/>
                </a:path>
                <a:path w="3957954" h="3899535">
                  <a:moveTo>
                    <a:pt x="116624" y="3159214"/>
                  </a:moveTo>
                  <a:lnTo>
                    <a:pt x="116484" y="3158909"/>
                  </a:lnTo>
                  <a:lnTo>
                    <a:pt x="116179" y="3158820"/>
                  </a:lnTo>
                  <a:lnTo>
                    <a:pt x="115925" y="3158731"/>
                  </a:lnTo>
                  <a:lnTo>
                    <a:pt x="115633" y="3158896"/>
                  </a:lnTo>
                  <a:lnTo>
                    <a:pt x="115531" y="3159214"/>
                  </a:lnTo>
                  <a:lnTo>
                    <a:pt x="115430" y="3159493"/>
                  </a:lnTo>
                  <a:lnTo>
                    <a:pt x="115570" y="3159785"/>
                  </a:lnTo>
                  <a:lnTo>
                    <a:pt x="115824" y="3159874"/>
                  </a:lnTo>
                  <a:lnTo>
                    <a:pt x="116128" y="3159963"/>
                  </a:lnTo>
                  <a:lnTo>
                    <a:pt x="116420" y="3159810"/>
                  </a:lnTo>
                  <a:lnTo>
                    <a:pt x="116509" y="3159531"/>
                  </a:lnTo>
                  <a:lnTo>
                    <a:pt x="116624" y="3159214"/>
                  </a:lnTo>
                  <a:close/>
                </a:path>
                <a:path w="3957954" h="3899535">
                  <a:moveTo>
                    <a:pt x="218605" y="3255327"/>
                  </a:moveTo>
                  <a:lnTo>
                    <a:pt x="218478" y="3255035"/>
                  </a:lnTo>
                  <a:lnTo>
                    <a:pt x="218173" y="3254933"/>
                  </a:lnTo>
                  <a:lnTo>
                    <a:pt x="217919" y="3254857"/>
                  </a:lnTo>
                  <a:lnTo>
                    <a:pt x="217627" y="3255022"/>
                  </a:lnTo>
                  <a:lnTo>
                    <a:pt x="217538" y="3255289"/>
                  </a:lnTo>
                  <a:lnTo>
                    <a:pt x="217424" y="3255619"/>
                  </a:lnTo>
                  <a:lnTo>
                    <a:pt x="217563" y="3255911"/>
                  </a:lnTo>
                  <a:lnTo>
                    <a:pt x="217817" y="3255988"/>
                  </a:lnTo>
                  <a:lnTo>
                    <a:pt x="218122" y="3256089"/>
                  </a:lnTo>
                  <a:lnTo>
                    <a:pt x="218401" y="3255924"/>
                  </a:lnTo>
                  <a:lnTo>
                    <a:pt x="218516" y="3255607"/>
                  </a:lnTo>
                  <a:lnTo>
                    <a:pt x="218605" y="3255327"/>
                  </a:lnTo>
                  <a:close/>
                </a:path>
                <a:path w="3957954" h="3899535">
                  <a:moveTo>
                    <a:pt x="219049" y="3465906"/>
                  </a:moveTo>
                  <a:lnTo>
                    <a:pt x="217627" y="3462807"/>
                  </a:lnTo>
                  <a:lnTo>
                    <a:pt x="212204" y="3461067"/>
                  </a:lnTo>
                  <a:lnTo>
                    <a:pt x="209207" y="3462769"/>
                  </a:lnTo>
                  <a:lnTo>
                    <a:pt x="207238" y="3468598"/>
                  </a:lnTo>
                  <a:lnTo>
                    <a:pt x="208622" y="3471646"/>
                  </a:lnTo>
                  <a:lnTo>
                    <a:pt x="214058" y="3473373"/>
                  </a:lnTo>
                  <a:lnTo>
                    <a:pt x="217081" y="3471748"/>
                  </a:lnTo>
                  <a:lnTo>
                    <a:pt x="218071" y="3468801"/>
                  </a:lnTo>
                  <a:lnTo>
                    <a:pt x="219049" y="3465906"/>
                  </a:lnTo>
                  <a:close/>
                </a:path>
                <a:path w="3957954" h="3899535">
                  <a:moveTo>
                    <a:pt x="328879" y="3342983"/>
                  </a:moveTo>
                  <a:lnTo>
                    <a:pt x="328307" y="3341725"/>
                  </a:lnTo>
                  <a:lnTo>
                    <a:pt x="326136" y="3341039"/>
                  </a:lnTo>
                  <a:lnTo>
                    <a:pt x="324942" y="3341725"/>
                  </a:lnTo>
                  <a:lnTo>
                    <a:pt x="324154" y="3344024"/>
                  </a:lnTo>
                  <a:lnTo>
                    <a:pt x="324713" y="3345269"/>
                  </a:lnTo>
                  <a:lnTo>
                    <a:pt x="326872" y="3345954"/>
                  </a:lnTo>
                  <a:lnTo>
                    <a:pt x="328091" y="3345269"/>
                  </a:lnTo>
                  <a:lnTo>
                    <a:pt x="328485" y="3344126"/>
                  </a:lnTo>
                  <a:lnTo>
                    <a:pt x="328879" y="3342983"/>
                  </a:lnTo>
                  <a:close/>
                </a:path>
                <a:path w="3957954" h="3899535">
                  <a:moveTo>
                    <a:pt x="330098" y="3547541"/>
                  </a:moveTo>
                  <a:lnTo>
                    <a:pt x="329260" y="3545700"/>
                  </a:lnTo>
                  <a:lnTo>
                    <a:pt x="326009" y="3544659"/>
                  </a:lnTo>
                  <a:lnTo>
                    <a:pt x="324205" y="3545662"/>
                  </a:lnTo>
                  <a:lnTo>
                    <a:pt x="323024" y="3549154"/>
                  </a:lnTo>
                  <a:lnTo>
                    <a:pt x="323862" y="3551009"/>
                  </a:lnTo>
                  <a:lnTo>
                    <a:pt x="327113" y="3552037"/>
                  </a:lnTo>
                  <a:lnTo>
                    <a:pt x="328930" y="3551047"/>
                  </a:lnTo>
                  <a:lnTo>
                    <a:pt x="329514" y="3549294"/>
                  </a:lnTo>
                  <a:lnTo>
                    <a:pt x="330098" y="3547541"/>
                  </a:lnTo>
                  <a:close/>
                </a:path>
                <a:path w="3957954" h="3899535">
                  <a:moveTo>
                    <a:pt x="563181" y="3493236"/>
                  </a:moveTo>
                  <a:lnTo>
                    <a:pt x="562648" y="3491992"/>
                  </a:lnTo>
                  <a:lnTo>
                    <a:pt x="561555" y="3491649"/>
                  </a:lnTo>
                  <a:lnTo>
                    <a:pt x="560463" y="3491293"/>
                  </a:lnTo>
                  <a:lnTo>
                    <a:pt x="559244" y="3491979"/>
                  </a:lnTo>
                  <a:lnTo>
                    <a:pt x="558444" y="3494316"/>
                  </a:lnTo>
                  <a:lnTo>
                    <a:pt x="559028" y="3495522"/>
                  </a:lnTo>
                  <a:lnTo>
                    <a:pt x="560120" y="3495878"/>
                  </a:lnTo>
                  <a:lnTo>
                    <a:pt x="561213" y="3496221"/>
                  </a:lnTo>
                  <a:lnTo>
                    <a:pt x="562381" y="3495573"/>
                  </a:lnTo>
                  <a:lnTo>
                    <a:pt x="562787" y="3494379"/>
                  </a:lnTo>
                  <a:lnTo>
                    <a:pt x="563181" y="3493236"/>
                  </a:lnTo>
                  <a:close/>
                </a:path>
                <a:path w="3957954" h="3899535">
                  <a:moveTo>
                    <a:pt x="576021" y="3684105"/>
                  </a:moveTo>
                  <a:lnTo>
                    <a:pt x="574192" y="3680104"/>
                  </a:lnTo>
                  <a:lnTo>
                    <a:pt x="567131" y="3677856"/>
                  </a:lnTo>
                  <a:lnTo>
                    <a:pt x="563219" y="3680015"/>
                  </a:lnTo>
                  <a:lnTo>
                    <a:pt x="560654" y="3687597"/>
                  </a:lnTo>
                  <a:lnTo>
                    <a:pt x="562495" y="3691547"/>
                  </a:lnTo>
                  <a:lnTo>
                    <a:pt x="569556" y="3693807"/>
                  </a:lnTo>
                  <a:lnTo>
                    <a:pt x="573455" y="3691686"/>
                  </a:lnTo>
                  <a:lnTo>
                    <a:pt x="574725" y="3687915"/>
                  </a:lnTo>
                  <a:lnTo>
                    <a:pt x="576021" y="3684105"/>
                  </a:lnTo>
                  <a:close/>
                </a:path>
                <a:path w="3957954" h="3899535">
                  <a:moveTo>
                    <a:pt x="690841" y="3554107"/>
                  </a:moveTo>
                  <a:lnTo>
                    <a:pt x="689584" y="3551364"/>
                  </a:lnTo>
                  <a:lnTo>
                    <a:pt x="684669" y="3549789"/>
                  </a:lnTo>
                  <a:lnTo>
                    <a:pt x="681977" y="3551275"/>
                  </a:lnTo>
                  <a:lnTo>
                    <a:pt x="680212" y="3556520"/>
                  </a:lnTo>
                  <a:lnTo>
                    <a:pt x="681443" y="3559302"/>
                  </a:lnTo>
                  <a:lnTo>
                    <a:pt x="686371" y="3560876"/>
                  </a:lnTo>
                  <a:lnTo>
                    <a:pt x="689063" y="3559340"/>
                  </a:lnTo>
                  <a:lnTo>
                    <a:pt x="689952" y="3556724"/>
                  </a:lnTo>
                  <a:lnTo>
                    <a:pt x="690841" y="3554107"/>
                  </a:lnTo>
                  <a:close/>
                </a:path>
                <a:path w="3957954" h="3899535">
                  <a:moveTo>
                    <a:pt x="703389" y="3739883"/>
                  </a:moveTo>
                  <a:lnTo>
                    <a:pt x="701573" y="3735882"/>
                  </a:lnTo>
                  <a:lnTo>
                    <a:pt x="694512" y="3733635"/>
                  </a:lnTo>
                  <a:lnTo>
                    <a:pt x="690600" y="3735806"/>
                  </a:lnTo>
                  <a:lnTo>
                    <a:pt x="688035" y="3743388"/>
                  </a:lnTo>
                  <a:lnTo>
                    <a:pt x="689864" y="3747376"/>
                  </a:lnTo>
                  <a:lnTo>
                    <a:pt x="696925" y="3749637"/>
                  </a:lnTo>
                  <a:lnTo>
                    <a:pt x="700824" y="3747465"/>
                  </a:lnTo>
                  <a:lnTo>
                    <a:pt x="702119" y="3743655"/>
                  </a:lnTo>
                  <a:lnTo>
                    <a:pt x="703389" y="3739883"/>
                  </a:lnTo>
                  <a:close/>
                </a:path>
                <a:path w="3957954" h="3899535">
                  <a:moveTo>
                    <a:pt x="819823" y="3606114"/>
                  </a:moveTo>
                  <a:lnTo>
                    <a:pt x="818515" y="3603409"/>
                  </a:lnTo>
                  <a:lnTo>
                    <a:pt x="813650" y="3601859"/>
                  </a:lnTo>
                  <a:lnTo>
                    <a:pt x="810971" y="3603282"/>
                  </a:lnTo>
                  <a:lnTo>
                    <a:pt x="809180" y="3608578"/>
                  </a:lnTo>
                  <a:lnTo>
                    <a:pt x="810450" y="3611321"/>
                  </a:lnTo>
                  <a:lnTo>
                    <a:pt x="815314" y="3612870"/>
                  </a:lnTo>
                  <a:lnTo>
                    <a:pt x="818032" y="3611397"/>
                  </a:lnTo>
                  <a:lnTo>
                    <a:pt x="818921" y="3608781"/>
                  </a:lnTo>
                  <a:lnTo>
                    <a:pt x="819823" y="3606114"/>
                  </a:lnTo>
                  <a:close/>
                </a:path>
                <a:path w="3957954" h="3899535">
                  <a:moveTo>
                    <a:pt x="835545" y="3786492"/>
                  </a:moveTo>
                  <a:lnTo>
                    <a:pt x="833450" y="3781895"/>
                  </a:lnTo>
                  <a:lnTo>
                    <a:pt x="825322" y="3779304"/>
                  </a:lnTo>
                  <a:lnTo>
                    <a:pt x="820826" y="3781793"/>
                  </a:lnTo>
                  <a:lnTo>
                    <a:pt x="817880" y="3790531"/>
                  </a:lnTo>
                  <a:lnTo>
                    <a:pt x="819975" y="3795115"/>
                  </a:lnTo>
                  <a:lnTo>
                    <a:pt x="828103" y="3797719"/>
                  </a:lnTo>
                  <a:lnTo>
                    <a:pt x="832599" y="3795230"/>
                  </a:lnTo>
                  <a:lnTo>
                    <a:pt x="834072" y="3790861"/>
                  </a:lnTo>
                  <a:lnTo>
                    <a:pt x="835545" y="3786492"/>
                  </a:lnTo>
                  <a:close/>
                </a:path>
                <a:path w="3957954" h="3899535">
                  <a:moveTo>
                    <a:pt x="970267" y="3824084"/>
                  </a:moveTo>
                  <a:lnTo>
                    <a:pt x="967981" y="3819182"/>
                  </a:lnTo>
                  <a:lnTo>
                    <a:pt x="959307" y="3816413"/>
                  </a:lnTo>
                  <a:lnTo>
                    <a:pt x="954519" y="3819067"/>
                  </a:lnTo>
                  <a:lnTo>
                    <a:pt x="951357" y="3828389"/>
                  </a:lnTo>
                  <a:lnTo>
                    <a:pt x="953592" y="3833279"/>
                  </a:lnTo>
                  <a:lnTo>
                    <a:pt x="962279" y="3836060"/>
                  </a:lnTo>
                  <a:lnTo>
                    <a:pt x="967105" y="3833418"/>
                  </a:lnTo>
                  <a:lnTo>
                    <a:pt x="968692" y="3828732"/>
                  </a:lnTo>
                  <a:lnTo>
                    <a:pt x="970267" y="3824084"/>
                  </a:lnTo>
                  <a:close/>
                </a:path>
                <a:path w="3957954" h="3899535">
                  <a:moveTo>
                    <a:pt x="1088605" y="3680752"/>
                  </a:moveTo>
                  <a:lnTo>
                    <a:pt x="1087208" y="3677653"/>
                  </a:lnTo>
                  <a:lnTo>
                    <a:pt x="1081798" y="3675926"/>
                  </a:lnTo>
                  <a:lnTo>
                    <a:pt x="1078788" y="3677615"/>
                  </a:lnTo>
                  <a:lnTo>
                    <a:pt x="1076807" y="3683457"/>
                  </a:lnTo>
                  <a:lnTo>
                    <a:pt x="1078217" y="3686505"/>
                  </a:lnTo>
                  <a:lnTo>
                    <a:pt x="1083640" y="3688232"/>
                  </a:lnTo>
                  <a:lnTo>
                    <a:pt x="1086637" y="3686594"/>
                  </a:lnTo>
                  <a:lnTo>
                    <a:pt x="1087628" y="3683647"/>
                  </a:lnTo>
                  <a:lnTo>
                    <a:pt x="1088605" y="3680752"/>
                  </a:lnTo>
                  <a:close/>
                </a:path>
                <a:path w="3957954" h="3899535">
                  <a:moveTo>
                    <a:pt x="1109814" y="3851872"/>
                  </a:moveTo>
                  <a:lnTo>
                    <a:pt x="1106855" y="3845420"/>
                  </a:lnTo>
                  <a:lnTo>
                    <a:pt x="1095451" y="3841788"/>
                  </a:lnTo>
                  <a:lnTo>
                    <a:pt x="1089152" y="3845280"/>
                  </a:lnTo>
                  <a:lnTo>
                    <a:pt x="1085011" y="3857498"/>
                  </a:lnTo>
                  <a:lnTo>
                    <a:pt x="1087958" y="3863949"/>
                  </a:lnTo>
                  <a:lnTo>
                    <a:pt x="1099362" y="3867581"/>
                  </a:lnTo>
                  <a:lnTo>
                    <a:pt x="1105674" y="3864102"/>
                  </a:lnTo>
                  <a:lnTo>
                    <a:pt x="1107732" y="3858031"/>
                  </a:lnTo>
                  <a:lnTo>
                    <a:pt x="1109814" y="3851872"/>
                  </a:lnTo>
                  <a:close/>
                </a:path>
                <a:path w="3957954" h="3899535">
                  <a:moveTo>
                    <a:pt x="1227759" y="3702761"/>
                  </a:moveTo>
                  <a:lnTo>
                    <a:pt x="1226070" y="3699116"/>
                  </a:lnTo>
                  <a:lnTo>
                    <a:pt x="1219568" y="3697046"/>
                  </a:lnTo>
                  <a:lnTo>
                    <a:pt x="1215974" y="3699002"/>
                  </a:lnTo>
                  <a:lnTo>
                    <a:pt x="1213599" y="3706025"/>
                  </a:lnTo>
                  <a:lnTo>
                    <a:pt x="1215301" y="3709682"/>
                  </a:lnTo>
                  <a:lnTo>
                    <a:pt x="1221803" y="3711765"/>
                  </a:lnTo>
                  <a:lnTo>
                    <a:pt x="1225384" y="3709797"/>
                  </a:lnTo>
                  <a:lnTo>
                    <a:pt x="1226578" y="3706253"/>
                  </a:lnTo>
                  <a:lnTo>
                    <a:pt x="1227759" y="3702761"/>
                  </a:lnTo>
                  <a:close/>
                </a:path>
                <a:path w="3957954" h="3899535">
                  <a:moveTo>
                    <a:pt x="1246657" y="3871303"/>
                  </a:moveTo>
                  <a:lnTo>
                    <a:pt x="1244117" y="3865765"/>
                  </a:lnTo>
                  <a:lnTo>
                    <a:pt x="1234338" y="3862641"/>
                  </a:lnTo>
                  <a:lnTo>
                    <a:pt x="1228940" y="3865651"/>
                  </a:lnTo>
                  <a:lnTo>
                    <a:pt x="1225372" y="3876179"/>
                  </a:lnTo>
                  <a:lnTo>
                    <a:pt x="1227899" y="3881678"/>
                  </a:lnTo>
                  <a:lnTo>
                    <a:pt x="1237678" y="3884790"/>
                  </a:lnTo>
                  <a:lnTo>
                    <a:pt x="1243088" y="3881831"/>
                  </a:lnTo>
                  <a:lnTo>
                    <a:pt x="1244879" y="3876548"/>
                  </a:lnTo>
                  <a:lnTo>
                    <a:pt x="1246657" y="3871303"/>
                  </a:lnTo>
                  <a:close/>
                </a:path>
                <a:path w="3957954" h="3899535">
                  <a:moveTo>
                    <a:pt x="1367459" y="3714902"/>
                  </a:moveTo>
                  <a:lnTo>
                    <a:pt x="1365770" y="3711206"/>
                  </a:lnTo>
                  <a:lnTo>
                    <a:pt x="1359230" y="3709111"/>
                  </a:lnTo>
                  <a:lnTo>
                    <a:pt x="1355648" y="3711130"/>
                  </a:lnTo>
                  <a:lnTo>
                    <a:pt x="1353286" y="3718115"/>
                  </a:lnTo>
                  <a:lnTo>
                    <a:pt x="1354937" y="3721798"/>
                  </a:lnTo>
                  <a:lnTo>
                    <a:pt x="1361478" y="3723894"/>
                  </a:lnTo>
                  <a:lnTo>
                    <a:pt x="1365097" y="3721887"/>
                  </a:lnTo>
                  <a:lnTo>
                    <a:pt x="1366278" y="3718395"/>
                  </a:lnTo>
                  <a:lnTo>
                    <a:pt x="1367459" y="3714902"/>
                  </a:lnTo>
                  <a:close/>
                </a:path>
                <a:path w="3957954" h="3899535">
                  <a:moveTo>
                    <a:pt x="1387221" y="3880726"/>
                  </a:moveTo>
                  <a:lnTo>
                    <a:pt x="1384579" y="3874884"/>
                  </a:lnTo>
                  <a:lnTo>
                    <a:pt x="1374267" y="3871595"/>
                  </a:lnTo>
                  <a:lnTo>
                    <a:pt x="1368552" y="3874770"/>
                  </a:lnTo>
                  <a:lnTo>
                    <a:pt x="1364805" y="3885844"/>
                  </a:lnTo>
                  <a:lnTo>
                    <a:pt x="1367472" y="3891686"/>
                  </a:lnTo>
                  <a:lnTo>
                    <a:pt x="1377784" y="3894975"/>
                  </a:lnTo>
                  <a:lnTo>
                    <a:pt x="1383474" y="3891800"/>
                  </a:lnTo>
                  <a:lnTo>
                    <a:pt x="1385341" y="3886289"/>
                  </a:lnTo>
                  <a:lnTo>
                    <a:pt x="1387221" y="3880726"/>
                  </a:lnTo>
                  <a:close/>
                </a:path>
                <a:path w="3957954" h="3899535">
                  <a:moveTo>
                    <a:pt x="1508150" y="3716769"/>
                  </a:moveTo>
                  <a:lnTo>
                    <a:pt x="1506461" y="3713073"/>
                  </a:lnTo>
                  <a:lnTo>
                    <a:pt x="1499958" y="3710990"/>
                  </a:lnTo>
                  <a:lnTo>
                    <a:pt x="1496339" y="3712997"/>
                  </a:lnTo>
                  <a:lnTo>
                    <a:pt x="1493977" y="3719982"/>
                  </a:lnTo>
                  <a:lnTo>
                    <a:pt x="1495666" y="3723678"/>
                  </a:lnTo>
                  <a:lnTo>
                    <a:pt x="1502168" y="3725761"/>
                  </a:lnTo>
                  <a:lnTo>
                    <a:pt x="1505788" y="3723754"/>
                  </a:lnTo>
                  <a:lnTo>
                    <a:pt x="1506969" y="3720261"/>
                  </a:lnTo>
                  <a:lnTo>
                    <a:pt x="1508150" y="3716769"/>
                  </a:lnTo>
                  <a:close/>
                </a:path>
                <a:path w="3957954" h="3899535">
                  <a:moveTo>
                    <a:pt x="1532191" y="3879837"/>
                  </a:moveTo>
                  <a:lnTo>
                    <a:pt x="1528559" y="3871849"/>
                  </a:lnTo>
                  <a:lnTo>
                    <a:pt x="1514424" y="3867340"/>
                  </a:lnTo>
                  <a:lnTo>
                    <a:pt x="1506601" y="3871671"/>
                  </a:lnTo>
                  <a:lnTo>
                    <a:pt x="1501470" y="3886835"/>
                  </a:lnTo>
                  <a:lnTo>
                    <a:pt x="1505127" y="3894823"/>
                  </a:lnTo>
                  <a:lnTo>
                    <a:pt x="1519262" y="3899344"/>
                  </a:lnTo>
                  <a:lnTo>
                    <a:pt x="1527060" y="3895001"/>
                  </a:lnTo>
                  <a:lnTo>
                    <a:pt x="1529626" y="3887419"/>
                  </a:lnTo>
                  <a:lnTo>
                    <a:pt x="1532191" y="3879837"/>
                  </a:lnTo>
                  <a:close/>
                </a:path>
                <a:path w="3957954" h="3899535">
                  <a:moveTo>
                    <a:pt x="1648053" y="3708666"/>
                  </a:moveTo>
                  <a:lnTo>
                    <a:pt x="1646656" y="3705568"/>
                  </a:lnTo>
                  <a:lnTo>
                    <a:pt x="1641221" y="3703840"/>
                  </a:lnTo>
                  <a:lnTo>
                    <a:pt x="1638236" y="3705529"/>
                  </a:lnTo>
                  <a:lnTo>
                    <a:pt x="1636268" y="3711371"/>
                  </a:lnTo>
                  <a:lnTo>
                    <a:pt x="1637652" y="3714407"/>
                  </a:lnTo>
                  <a:lnTo>
                    <a:pt x="1643087" y="3716147"/>
                  </a:lnTo>
                  <a:lnTo>
                    <a:pt x="1646085" y="3714508"/>
                  </a:lnTo>
                  <a:lnTo>
                    <a:pt x="1647075" y="3711562"/>
                  </a:lnTo>
                  <a:lnTo>
                    <a:pt x="1648053" y="3708666"/>
                  </a:lnTo>
                  <a:close/>
                </a:path>
                <a:path w="3957954" h="3899535">
                  <a:moveTo>
                    <a:pt x="1672704" y="3870490"/>
                  </a:moveTo>
                  <a:lnTo>
                    <a:pt x="1669186" y="3862806"/>
                  </a:lnTo>
                  <a:lnTo>
                    <a:pt x="1655597" y="3858463"/>
                  </a:lnTo>
                  <a:lnTo>
                    <a:pt x="1648091" y="3862641"/>
                  </a:lnTo>
                  <a:lnTo>
                    <a:pt x="1643164" y="3877221"/>
                  </a:lnTo>
                  <a:lnTo>
                    <a:pt x="1646656" y="3884904"/>
                  </a:lnTo>
                  <a:lnTo>
                    <a:pt x="1660245" y="3889235"/>
                  </a:lnTo>
                  <a:lnTo>
                    <a:pt x="1667776" y="3885069"/>
                  </a:lnTo>
                  <a:lnTo>
                    <a:pt x="1670227" y="3877805"/>
                  </a:lnTo>
                  <a:lnTo>
                    <a:pt x="1672704" y="3870490"/>
                  </a:lnTo>
                  <a:close/>
                </a:path>
                <a:path w="3957954" h="3899535">
                  <a:moveTo>
                    <a:pt x="1791779" y="3689388"/>
                  </a:moveTo>
                  <a:lnTo>
                    <a:pt x="1789696" y="3684752"/>
                  </a:lnTo>
                  <a:lnTo>
                    <a:pt x="1781530" y="3682149"/>
                  </a:lnTo>
                  <a:lnTo>
                    <a:pt x="1777022" y="3684676"/>
                  </a:lnTo>
                  <a:lnTo>
                    <a:pt x="1774063" y="3693414"/>
                  </a:lnTo>
                  <a:lnTo>
                    <a:pt x="1776171" y="3698011"/>
                  </a:lnTo>
                  <a:lnTo>
                    <a:pt x="1784337" y="3700615"/>
                  </a:lnTo>
                  <a:lnTo>
                    <a:pt x="1788833" y="3698125"/>
                  </a:lnTo>
                  <a:lnTo>
                    <a:pt x="1790306" y="3693757"/>
                  </a:lnTo>
                  <a:lnTo>
                    <a:pt x="1791779" y="3689388"/>
                  </a:lnTo>
                  <a:close/>
                </a:path>
                <a:path w="3957954" h="3899535">
                  <a:moveTo>
                    <a:pt x="1813445" y="3851503"/>
                  </a:moveTo>
                  <a:lnTo>
                    <a:pt x="1809927" y="3843858"/>
                  </a:lnTo>
                  <a:lnTo>
                    <a:pt x="1796351" y="3839527"/>
                  </a:lnTo>
                  <a:lnTo>
                    <a:pt x="1788833" y="3843642"/>
                  </a:lnTo>
                  <a:lnTo>
                    <a:pt x="1783892" y="3858260"/>
                  </a:lnTo>
                  <a:lnTo>
                    <a:pt x="1787410" y="3865956"/>
                  </a:lnTo>
                  <a:lnTo>
                    <a:pt x="1800999" y="3870287"/>
                  </a:lnTo>
                  <a:lnTo>
                    <a:pt x="1808492" y="3866121"/>
                  </a:lnTo>
                  <a:lnTo>
                    <a:pt x="1810969" y="3858806"/>
                  </a:lnTo>
                  <a:lnTo>
                    <a:pt x="1813445" y="3851503"/>
                  </a:lnTo>
                  <a:close/>
                </a:path>
                <a:path w="3957954" h="3899535">
                  <a:moveTo>
                    <a:pt x="1935695" y="3659695"/>
                  </a:moveTo>
                  <a:lnTo>
                    <a:pt x="1932622" y="3652964"/>
                  </a:lnTo>
                  <a:lnTo>
                    <a:pt x="1920684" y="3649154"/>
                  </a:lnTo>
                  <a:lnTo>
                    <a:pt x="1914067" y="3652799"/>
                  </a:lnTo>
                  <a:lnTo>
                    <a:pt x="1909737" y="3665626"/>
                  </a:lnTo>
                  <a:lnTo>
                    <a:pt x="1912810" y="3672408"/>
                  </a:lnTo>
                  <a:lnTo>
                    <a:pt x="1924761" y="3676218"/>
                  </a:lnTo>
                  <a:lnTo>
                    <a:pt x="1931365" y="3672522"/>
                  </a:lnTo>
                  <a:lnTo>
                    <a:pt x="1933524" y="3666134"/>
                  </a:lnTo>
                  <a:lnTo>
                    <a:pt x="1935695" y="3659695"/>
                  </a:lnTo>
                  <a:close/>
                </a:path>
                <a:path w="3957954" h="3899535">
                  <a:moveTo>
                    <a:pt x="1951532" y="3823551"/>
                  </a:moveTo>
                  <a:lnTo>
                    <a:pt x="1948434" y="3816807"/>
                  </a:lnTo>
                  <a:lnTo>
                    <a:pt x="1936496" y="3812997"/>
                  </a:lnTo>
                  <a:lnTo>
                    <a:pt x="1929879" y="3816642"/>
                  </a:lnTo>
                  <a:lnTo>
                    <a:pt x="1925548" y="3829469"/>
                  </a:lnTo>
                  <a:lnTo>
                    <a:pt x="1928647" y="3836212"/>
                  </a:lnTo>
                  <a:lnTo>
                    <a:pt x="1940585" y="3840022"/>
                  </a:lnTo>
                  <a:lnTo>
                    <a:pt x="1947202" y="3836378"/>
                  </a:lnTo>
                  <a:lnTo>
                    <a:pt x="1949373" y="3829939"/>
                  </a:lnTo>
                  <a:lnTo>
                    <a:pt x="1951532" y="3823551"/>
                  </a:lnTo>
                  <a:close/>
                </a:path>
                <a:path w="3957954" h="3899535">
                  <a:moveTo>
                    <a:pt x="2207958" y="3572878"/>
                  </a:moveTo>
                  <a:lnTo>
                    <a:pt x="2205291" y="3567023"/>
                  </a:lnTo>
                  <a:lnTo>
                    <a:pt x="2194979" y="3563734"/>
                  </a:lnTo>
                  <a:lnTo>
                    <a:pt x="2189264" y="3566909"/>
                  </a:lnTo>
                  <a:lnTo>
                    <a:pt x="2185517" y="3577983"/>
                  </a:lnTo>
                  <a:lnTo>
                    <a:pt x="2188184" y="3583825"/>
                  </a:lnTo>
                  <a:lnTo>
                    <a:pt x="2198497" y="3587115"/>
                  </a:lnTo>
                  <a:lnTo>
                    <a:pt x="2204212" y="3583952"/>
                  </a:lnTo>
                  <a:lnTo>
                    <a:pt x="2206091" y="3578390"/>
                  </a:lnTo>
                  <a:lnTo>
                    <a:pt x="2207958" y="3572878"/>
                  </a:lnTo>
                  <a:close/>
                </a:path>
                <a:path w="3957954" h="3899535">
                  <a:moveTo>
                    <a:pt x="2229929" y="3740112"/>
                  </a:moveTo>
                  <a:lnTo>
                    <a:pt x="2228380" y="3733673"/>
                  </a:lnTo>
                  <a:lnTo>
                    <a:pt x="2224608" y="3728466"/>
                  </a:lnTo>
                  <a:lnTo>
                    <a:pt x="2218944" y="3725189"/>
                  </a:lnTo>
                  <a:lnTo>
                    <a:pt x="2212352" y="3724567"/>
                  </a:lnTo>
                  <a:lnTo>
                    <a:pt x="2206129" y="3726573"/>
                  </a:lnTo>
                  <a:lnTo>
                    <a:pt x="2200948" y="3730866"/>
                  </a:lnTo>
                  <a:lnTo>
                    <a:pt x="2197493" y="3737038"/>
                  </a:lnTo>
                  <a:lnTo>
                    <a:pt x="2196503" y="3744010"/>
                  </a:lnTo>
                  <a:lnTo>
                    <a:pt x="2198052" y="3750437"/>
                  </a:lnTo>
                  <a:lnTo>
                    <a:pt x="2201837" y="3755656"/>
                  </a:lnTo>
                  <a:lnTo>
                    <a:pt x="2207526" y="3758933"/>
                  </a:lnTo>
                  <a:lnTo>
                    <a:pt x="2214092" y="3759568"/>
                  </a:lnTo>
                  <a:lnTo>
                    <a:pt x="2220303" y="3757549"/>
                  </a:lnTo>
                  <a:lnTo>
                    <a:pt x="2225484" y="3753256"/>
                  </a:lnTo>
                  <a:lnTo>
                    <a:pt x="2228939" y="3747071"/>
                  </a:lnTo>
                  <a:lnTo>
                    <a:pt x="2229929" y="3740112"/>
                  </a:lnTo>
                  <a:close/>
                </a:path>
                <a:path w="3957954" h="3899535">
                  <a:moveTo>
                    <a:pt x="2342045" y="3514471"/>
                  </a:moveTo>
                  <a:lnTo>
                    <a:pt x="2339098" y="3508032"/>
                  </a:lnTo>
                  <a:lnTo>
                    <a:pt x="2327681" y="3504387"/>
                  </a:lnTo>
                  <a:lnTo>
                    <a:pt x="2321395" y="3507879"/>
                  </a:lnTo>
                  <a:lnTo>
                    <a:pt x="2317254" y="3520160"/>
                  </a:lnTo>
                  <a:lnTo>
                    <a:pt x="2320175" y="3526586"/>
                  </a:lnTo>
                  <a:lnTo>
                    <a:pt x="2331593" y="3530231"/>
                  </a:lnTo>
                  <a:lnTo>
                    <a:pt x="2337892" y="3526739"/>
                  </a:lnTo>
                  <a:lnTo>
                    <a:pt x="2339962" y="3520630"/>
                  </a:lnTo>
                  <a:lnTo>
                    <a:pt x="2342045" y="3514471"/>
                  </a:lnTo>
                  <a:close/>
                </a:path>
                <a:path w="3957954" h="3899535">
                  <a:moveTo>
                    <a:pt x="2363647" y="3684359"/>
                  </a:moveTo>
                  <a:lnTo>
                    <a:pt x="2362085" y="3677907"/>
                  </a:lnTo>
                  <a:lnTo>
                    <a:pt x="2358326" y="3672700"/>
                  </a:lnTo>
                  <a:lnTo>
                    <a:pt x="2352662" y="3669423"/>
                  </a:lnTo>
                  <a:lnTo>
                    <a:pt x="2346083" y="3668788"/>
                  </a:lnTo>
                  <a:lnTo>
                    <a:pt x="2339848" y="3670808"/>
                  </a:lnTo>
                  <a:lnTo>
                    <a:pt x="2334666" y="3675113"/>
                  </a:lnTo>
                  <a:lnTo>
                    <a:pt x="2331199" y="3681323"/>
                  </a:lnTo>
                  <a:lnTo>
                    <a:pt x="2330208" y="3688283"/>
                  </a:lnTo>
                  <a:lnTo>
                    <a:pt x="2331770" y="3694722"/>
                  </a:lnTo>
                  <a:lnTo>
                    <a:pt x="2335555" y="3699929"/>
                  </a:lnTo>
                  <a:lnTo>
                    <a:pt x="2341232" y="3703218"/>
                  </a:lnTo>
                  <a:lnTo>
                    <a:pt x="2347798" y="3703840"/>
                  </a:lnTo>
                  <a:lnTo>
                    <a:pt x="2354008" y="3701821"/>
                  </a:lnTo>
                  <a:lnTo>
                    <a:pt x="2359190" y="3697528"/>
                  </a:lnTo>
                  <a:lnTo>
                    <a:pt x="2362644" y="3691356"/>
                  </a:lnTo>
                  <a:lnTo>
                    <a:pt x="2363647" y="3684359"/>
                  </a:lnTo>
                  <a:close/>
                </a:path>
                <a:path w="3957954" h="3899535">
                  <a:moveTo>
                    <a:pt x="3267252" y="244208"/>
                  </a:moveTo>
                  <a:lnTo>
                    <a:pt x="3266414" y="242366"/>
                  </a:lnTo>
                  <a:lnTo>
                    <a:pt x="3263163" y="241325"/>
                  </a:lnTo>
                  <a:lnTo>
                    <a:pt x="3261360" y="242328"/>
                  </a:lnTo>
                  <a:lnTo>
                    <a:pt x="3260179" y="245821"/>
                  </a:lnTo>
                  <a:lnTo>
                    <a:pt x="3261017" y="247675"/>
                  </a:lnTo>
                  <a:lnTo>
                    <a:pt x="3264268" y="248704"/>
                  </a:lnTo>
                  <a:lnTo>
                    <a:pt x="3266071" y="247713"/>
                  </a:lnTo>
                  <a:lnTo>
                    <a:pt x="3266668" y="245960"/>
                  </a:lnTo>
                  <a:lnTo>
                    <a:pt x="3267252" y="244208"/>
                  </a:lnTo>
                  <a:close/>
                </a:path>
                <a:path w="3957954" h="3899535">
                  <a:moveTo>
                    <a:pt x="3339935" y="62763"/>
                  </a:moveTo>
                  <a:lnTo>
                    <a:pt x="3339096" y="60921"/>
                  </a:lnTo>
                  <a:lnTo>
                    <a:pt x="3335845" y="59880"/>
                  </a:lnTo>
                  <a:lnTo>
                    <a:pt x="3334016" y="60883"/>
                  </a:lnTo>
                  <a:lnTo>
                    <a:pt x="3333419" y="62623"/>
                  </a:lnTo>
                  <a:lnTo>
                    <a:pt x="3332835" y="64376"/>
                  </a:lnTo>
                  <a:lnTo>
                    <a:pt x="3333699" y="66230"/>
                  </a:lnTo>
                  <a:lnTo>
                    <a:pt x="3336950" y="67259"/>
                  </a:lnTo>
                  <a:lnTo>
                    <a:pt x="3338766" y="66268"/>
                  </a:lnTo>
                  <a:lnTo>
                    <a:pt x="3339350" y="64516"/>
                  </a:lnTo>
                  <a:lnTo>
                    <a:pt x="3339935" y="62763"/>
                  </a:lnTo>
                  <a:close/>
                </a:path>
                <a:path w="3957954" h="3899535">
                  <a:moveTo>
                    <a:pt x="3342983" y="364629"/>
                  </a:moveTo>
                  <a:lnTo>
                    <a:pt x="3342132" y="362788"/>
                  </a:lnTo>
                  <a:lnTo>
                    <a:pt x="3338880" y="361746"/>
                  </a:lnTo>
                  <a:lnTo>
                    <a:pt x="3337077" y="362750"/>
                  </a:lnTo>
                  <a:lnTo>
                    <a:pt x="3335896" y="366242"/>
                  </a:lnTo>
                  <a:lnTo>
                    <a:pt x="3336734" y="368096"/>
                  </a:lnTo>
                  <a:lnTo>
                    <a:pt x="3339985" y="369125"/>
                  </a:lnTo>
                  <a:lnTo>
                    <a:pt x="3341801" y="368134"/>
                  </a:lnTo>
                  <a:lnTo>
                    <a:pt x="3342386" y="366382"/>
                  </a:lnTo>
                  <a:lnTo>
                    <a:pt x="3342983" y="364629"/>
                  </a:lnTo>
                  <a:close/>
                </a:path>
                <a:path w="3957954" h="3899535">
                  <a:moveTo>
                    <a:pt x="3410877" y="490664"/>
                  </a:moveTo>
                  <a:lnTo>
                    <a:pt x="3409899" y="488518"/>
                  </a:lnTo>
                  <a:lnTo>
                    <a:pt x="3406102" y="487311"/>
                  </a:lnTo>
                  <a:lnTo>
                    <a:pt x="3403981" y="488467"/>
                  </a:lnTo>
                  <a:lnTo>
                    <a:pt x="3402609" y="492556"/>
                  </a:lnTo>
                  <a:lnTo>
                    <a:pt x="3403600" y="494715"/>
                  </a:lnTo>
                  <a:lnTo>
                    <a:pt x="3407397" y="495922"/>
                  </a:lnTo>
                  <a:lnTo>
                    <a:pt x="3409492" y="494753"/>
                  </a:lnTo>
                  <a:lnTo>
                    <a:pt x="3410191" y="492683"/>
                  </a:lnTo>
                  <a:lnTo>
                    <a:pt x="3410877" y="490664"/>
                  </a:lnTo>
                  <a:close/>
                </a:path>
                <a:path w="3957954" h="3899535">
                  <a:moveTo>
                    <a:pt x="3419932" y="179222"/>
                  </a:moveTo>
                  <a:lnTo>
                    <a:pt x="3419386" y="178028"/>
                  </a:lnTo>
                  <a:lnTo>
                    <a:pt x="3418294" y="177685"/>
                  </a:lnTo>
                  <a:lnTo>
                    <a:pt x="3417201" y="177330"/>
                  </a:lnTo>
                  <a:lnTo>
                    <a:pt x="3416033" y="177977"/>
                  </a:lnTo>
                  <a:lnTo>
                    <a:pt x="3415627" y="179171"/>
                  </a:lnTo>
                  <a:lnTo>
                    <a:pt x="3415246" y="180327"/>
                  </a:lnTo>
                  <a:lnTo>
                    <a:pt x="3415766" y="181559"/>
                  </a:lnTo>
                  <a:lnTo>
                    <a:pt x="3416858" y="181902"/>
                  </a:lnTo>
                  <a:lnTo>
                    <a:pt x="3417951" y="182257"/>
                  </a:lnTo>
                  <a:lnTo>
                    <a:pt x="3419132" y="181559"/>
                  </a:lnTo>
                  <a:lnTo>
                    <a:pt x="3419525" y="180416"/>
                  </a:lnTo>
                  <a:lnTo>
                    <a:pt x="3419932" y="179222"/>
                  </a:lnTo>
                  <a:close/>
                </a:path>
                <a:path w="3957954" h="3899535">
                  <a:moveTo>
                    <a:pt x="3494786" y="300888"/>
                  </a:moveTo>
                  <a:lnTo>
                    <a:pt x="3493922" y="299097"/>
                  </a:lnTo>
                  <a:lnTo>
                    <a:pt x="3490684" y="298056"/>
                  </a:lnTo>
                  <a:lnTo>
                    <a:pt x="3488880" y="299008"/>
                  </a:lnTo>
                  <a:lnTo>
                    <a:pt x="3487699" y="302501"/>
                  </a:lnTo>
                  <a:lnTo>
                    <a:pt x="3488563" y="304355"/>
                  </a:lnTo>
                  <a:lnTo>
                    <a:pt x="3491788" y="305396"/>
                  </a:lnTo>
                  <a:lnTo>
                    <a:pt x="3493592" y="304393"/>
                  </a:lnTo>
                  <a:lnTo>
                    <a:pt x="3494189" y="302641"/>
                  </a:lnTo>
                  <a:lnTo>
                    <a:pt x="3494786" y="300888"/>
                  </a:lnTo>
                  <a:close/>
                </a:path>
                <a:path w="3957954" h="3899535">
                  <a:moveTo>
                    <a:pt x="3495738" y="0"/>
                  </a:moveTo>
                  <a:lnTo>
                    <a:pt x="3487343" y="0"/>
                  </a:lnTo>
                  <a:lnTo>
                    <a:pt x="3487813" y="1028"/>
                  </a:lnTo>
                  <a:lnTo>
                    <a:pt x="3492690" y="2578"/>
                  </a:lnTo>
                  <a:lnTo>
                    <a:pt x="3495383" y="1054"/>
                  </a:lnTo>
                  <a:lnTo>
                    <a:pt x="3495738" y="0"/>
                  </a:lnTo>
                  <a:close/>
                </a:path>
                <a:path w="3957954" h="3899535">
                  <a:moveTo>
                    <a:pt x="3496145" y="2212492"/>
                  </a:moveTo>
                  <a:lnTo>
                    <a:pt x="3493897" y="2207552"/>
                  </a:lnTo>
                  <a:lnTo>
                    <a:pt x="3485210" y="2204783"/>
                  </a:lnTo>
                  <a:lnTo>
                    <a:pt x="3480397" y="2207476"/>
                  </a:lnTo>
                  <a:lnTo>
                    <a:pt x="3477234" y="2216797"/>
                  </a:lnTo>
                  <a:lnTo>
                    <a:pt x="3479495" y="2221700"/>
                  </a:lnTo>
                  <a:lnTo>
                    <a:pt x="3488182" y="2224468"/>
                  </a:lnTo>
                  <a:lnTo>
                    <a:pt x="3492982" y="2221827"/>
                  </a:lnTo>
                  <a:lnTo>
                    <a:pt x="3494570" y="2217140"/>
                  </a:lnTo>
                  <a:lnTo>
                    <a:pt x="3496145" y="2212492"/>
                  </a:lnTo>
                  <a:close/>
                </a:path>
                <a:path w="3957954" h="3899535">
                  <a:moveTo>
                    <a:pt x="3522611" y="756894"/>
                  </a:moveTo>
                  <a:lnTo>
                    <a:pt x="3520833" y="752919"/>
                  </a:lnTo>
                  <a:lnTo>
                    <a:pt x="3513759" y="750658"/>
                  </a:lnTo>
                  <a:lnTo>
                    <a:pt x="3509848" y="752817"/>
                  </a:lnTo>
                  <a:lnTo>
                    <a:pt x="3507295" y="760361"/>
                  </a:lnTo>
                  <a:lnTo>
                    <a:pt x="3509124" y="764349"/>
                  </a:lnTo>
                  <a:lnTo>
                    <a:pt x="3516198" y="766610"/>
                  </a:lnTo>
                  <a:lnTo>
                    <a:pt x="3520071" y="764438"/>
                  </a:lnTo>
                  <a:lnTo>
                    <a:pt x="3521341" y="760666"/>
                  </a:lnTo>
                  <a:lnTo>
                    <a:pt x="3522611" y="756894"/>
                  </a:lnTo>
                  <a:close/>
                </a:path>
                <a:path w="3957954" h="3899535">
                  <a:moveTo>
                    <a:pt x="3566553" y="895692"/>
                  </a:moveTo>
                  <a:lnTo>
                    <a:pt x="3563899" y="889850"/>
                  </a:lnTo>
                  <a:lnTo>
                    <a:pt x="3553574" y="886561"/>
                  </a:lnTo>
                  <a:lnTo>
                    <a:pt x="3547872" y="889723"/>
                  </a:lnTo>
                  <a:lnTo>
                    <a:pt x="3544125" y="900811"/>
                  </a:lnTo>
                  <a:lnTo>
                    <a:pt x="3546779" y="906640"/>
                  </a:lnTo>
                  <a:lnTo>
                    <a:pt x="3557117" y="909942"/>
                  </a:lnTo>
                  <a:lnTo>
                    <a:pt x="3562807" y="906767"/>
                  </a:lnTo>
                  <a:lnTo>
                    <a:pt x="3564686" y="901204"/>
                  </a:lnTo>
                  <a:lnTo>
                    <a:pt x="3566553" y="895692"/>
                  </a:lnTo>
                  <a:close/>
                </a:path>
                <a:path w="3957954" h="3899535">
                  <a:moveTo>
                    <a:pt x="3580269" y="112890"/>
                  </a:moveTo>
                  <a:lnTo>
                    <a:pt x="3578047" y="107950"/>
                  </a:lnTo>
                  <a:lnTo>
                    <a:pt x="3569335" y="105168"/>
                  </a:lnTo>
                  <a:lnTo>
                    <a:pt x="3564521" y="107861"/>
                  </a:lnTo>
                  <a:lnTo>
                    <a:pt x="3561359" y="117182"/>
                  </a:lnTo>
                  <a:lnTo>
                    <a:pt x="3563620" y="122085"/>
                  </a:lnTo>
                  <a:lnTo>
                    <a:pt x="3572332" y="124866"/>
                  </a:lnTo>
                  <a:lnTo>
                    <a:pt x="3577107" y="122212"/>
                  </a:lnTo>
                  <a:lnTo>
                    <a:pt x="3578695" y="117525"/>
                  </a:lnTo>
                  <a:lnTo>
                    <a:pt x="3580269" y="112890"/>
                  </a:lnTo>
                  <a:close/>
                </a:path>
                <a:path w="3957954" h="3899535">
                  <a:moveTo>
                    <a:pt x="3581501" y="1923059"/>
                  </a:moveTo>
                  <a:lnTo>
                    <a:pt x="3578555" y="1916620"/>
                  </a:lnTo>
                  <a:lnTo>
                    <a:pt x="3567150" y="1912975"/>
                  </a:lnTo>
                  <a:lnTo>
                    <a:pt x="3560876" y="1916468"/>
                  </a:lnTo>
                  <a:lnTo>
                    <a:pt x="3556724" y="1928749"/>
                  </a:lnTo>
                  <a:lnTo>
                    <a:pt x="3559645" y="1935175"/>
                  </a:lnTo>
                  <a:lnTo>
                    <a:pt x="3571049" y="1938820"/>
                  </a:lnTo>
                  <a:lnTo>
                    <a:pt x="3577348" y="1935327"/>
                  </a:lnTo>
                  <a:lnTo>
                    <a:pt x="3579431" y="1929168"/>
                  </a:lnTo>
                  <a:lnTo>
                    <a:pt x="3581501" y="1923059"/>
                  </a:lnTo>
                  <a:close/>
                </a:path>
                <a:path w="3957954" h="3899535">
                  <a:moveTo>
                    <a:pt x="3603536" y="1039037"/>
                  </a:moveTo>
                  <a:lnTo>
                    <a:pt x="3601936" y="1032383"/>
                  </a:lnTo>
                  <a:lnTo>
                    <a:pt x="3598037" y="1027010"/>
                  </a:lnTo>
                  <a:lnTo>
                    <a:pt x="3592195" y="1023632"/>
                  </a:lnTo>
                  <a:lnTo>
                    <a:pt x="3585426" y="1022972"/>
                  </a:lnTo>
                  <a:lnTo>
                    <a:pt x="3578999" y="1025067"/>
                  </a:lnTo>
                  <a:lnTo>
                    <a:pt x="3573653" y="1029500"/>
                  </a:lnTo>
                  <a:lnTo>
                    <a:pt x="3570084" y="1035875"/>
                  </a:lnTo>
                  <a:lnTo>
                    <a:pt x="3569068" y="1043051"/>
                  </a:lnTo>
                  <a:lnTo>
                    <a:pt x="3570668" y="1049693"/>
                  </a:lnTo>
                  <a:lnTo>
                    <a:pt x="3574567" y="1055077"/>
                  </a:lnTo>
                  <a:lnTo>
                    <a:pt x="3580409" y="1058468"/>
                  </a:lnTo>
                  <a:lnTo>
                    <a:pt x="3587191" y="1059103"/>
                  </a:lnTo>
                  <a:lnTo>
                    <a:pt x="3593604" y="1057021"/>
                  </a:lnTo>
                  <a:lnTo>
                    <a:pt x="3598964" y="1052588"/>
                  </a:lnTo>
                  <a:lnTo>
                    <a:pt x="3602520" y="1046226"/>
                  </a:lnTo>
                  <a:lnTo>
                    <a:pt x="3603536" y="1039037"/>
                  </a:lnTo>
                  <a:close/>
                </a:path>
                <a:path w="3957954" h="3899535">
                  <a:moveTo>
                    <a:pt x="3603866" y="1776844"/>
                  </a:moveTo>
                  <a:lnTo>
                    <a:pt x="3602050" y="1772856"/>
                  </a:lnTo>
                  <a:lnTo>
                    <a:pt x="3594989" y="1770595"/>
                  </a:lnTo>
                  <a:lnTo>
                    <a:pt x="3591077" y="1772767"/>
                  </a:lnTo>
                  <a:lnTo>
                    <a:pt x="3588512" y="1780349"/>
                  </a:lnTo>
                  <a:lnTo>
                    <a:pt x="3590340" y="1784350"/>
                  </a:lnTo>
                  <a:lnTo>
                    <a:pt x="3597402" y="1786597"/>
                  </a:lnTo>
                  <a:lnTo>
                    <a:pt x="3601301" y="1784426"/>
                  </a:lnTo>
                  <a:lnTo>
                    <a:pt x="3602596" y="1780616"/>
                  </a:lnTo>
                  <a:lnTo>
                    <a:pt x="3603866" y="1776844"/>
                  </a:lnTo>
                  <a:close/>
                </a:path>
                <a:path w="3957954" h="3899535">
                  <a:moveTo>
                    <a:pt x="3624834" y="1627746"/>
                  </a:moveTo>
                  <a:lnTo>
                    <a:pt x="3622179" y="1621904"/>
                  </a:lnTo>
                  <a:lnTo>
                    <a:pt x="3611854" y="1618602"/>
                  </a:lnTo>
                  <a:lnTo>
                    <a:pt x="3606152" y="1621777"/>
                  </a:lnTo>
                  <a:lnTo>
                    <a:pt x="3602405" y="1632864"/>
                  </a:lnTo>
                  <a:lnTo>
                    <a:pt x="3605060" y="1638693"/>
                  </a:lnTo>
                  <a:lnTo>
                    <a:pt x="3615398" y="1641995"/>
                  </a:lnTo>
                  <a:lnTo>
                    <a:pt x="3621087" y="1638820"/>
                  </a:lnTo>
                  <a:lnTo>
                    <a:pt x="3622967" y="1633258"/>
                  </a:lnTo>
                  <a:lnTo>
                    <a:pt x="3624834" y="1627746"/>
                  </a:lnTo>
                  <a:close/>
                </a:path>
                <a:path w="3957954" h="3899535">
                  <a:moveTo>
                    <a:pt x="3624923" y="1184313"/>
                  </a:moveTo>
                  <a:lnTo>
                    <a:pt x="3623322" y="1177645"/>
                  </a:lnTo>
                  <a:lnTo>
                    <a:pt x="3619436" y="1172260"/>
                  </a:lnTo>
                  <a:lnTo>
                    <a:pt x="3613581" y="1168882"/>
                  </a:lnTo>
                  <a:lnTo>
                    <a:pt x="3606812" y="1168234"/>
                  </a:lnTo>
                  <a:lnTo>
                    <a:pt x="3600386" y="1170330"/>
                  </a:lnTo>
                  <a:lnTo>
                    <a:pt x="3595039" y="1174775"/>
                  </a:lnTo>
                  <a:lnTo>
                    <a:pt x="3591458" y="1181176"/>
                  </a:lnTo>
                  <a:lnTo>
                    <a:pt x="3590442" y="1188351"/>
                  </a:lnTo>
                  <a:lnTo>
                    <a:pt x="3592042" y="1195006"/>
                  </a:lnTo>
                  <a:lnTo>
                    <a:pt x="3595941" y="1200378"/>
                  </a:lnTo>
                  <a:lnTo>
                    <a:pt x="3601783" y="1203769"/>
                  </a:lnTo>
                  <a:lnTo>
                    <a:pt x="3608565" y="1204417"/>
                  </a:lnTo>
                  <a:lnTo>
                    <a:pt x="3614978" y="1202321"/>
                  </a:lnTo>
                  <a:lnTo>
                    <a:pt x="3620325" y="1197889"/>
                  </a:lnTo>
                  <a:lnTo>
                    <a:pt x="3623894" y="1191526"/>
                  </a:lnTo>
                  <a:lnTo>
                    <a:pt x="3624923" y="1184313"/>
                  </a:lnTo>
                  <a:close/>
                </a:path>
                <a:path w="3957954" h="3899535">
                  <a:moveTo>
                    <a:pt x="3632377" y="1330464"/>
                  </a:moveTo>
                  <a:lnTo>
                    <a:pt x="3629304" y="1323733"/>
                  </a:lnTo>
                  <a:lnTo>
                    <a:pt x="3617366" y="1319923"/>
                  </a:lnTo>
                  <a:lnTo>
                    <a:pt x="3610724" y="1323555"/>
                  </a:lnTo>
                  <a:lnTo>
                    <a:pt x="3606393" y="1336382"/>
                  </a:lnTo>
                  <a:lnTo>
                    <a:pt x="3609505" y="1343177"/>
                  </a:lnTo>
                  <a:lnTo>
                    <a:pt x="3621443" y="1346987"/>
                  </a:lnTo>
                  <a:lnTo>
                    <a:pt x="3628047" y="1343291"/>
                  </a:lnTo>
                  <a:lnTo>
                    <a:pt x="3630206" y="1336903"/>
                  </a:lnTo>
                  <a:lnTo>
                    <a:pt x="3632377" y="1330464"/>
                  </a:lnTo>
                  <a:close/>
                </a:path>
                <a:path w="3957954" h="3899535">
                  <a:moveTo>
                    <a:pt x="3634981" y="1478597"/>
                  </a:moveTo>
                  <a:lnTo>
                    <a:pt x="3631755" y="1471498"/>
                  </a:lnTo>
                  <a:lnTo>
                    <a:pt x="3619233" y="1467510"/>
                  </a:lnTo>
                  <a:lnTo>
                    <a:pt x="3612337" y="1471371"/>
                  </a:lnTo>
                  <a:lnTo>
                    <a:pt x="3607816" y="1484744"/>
                  </a:lnTo>
                  <a:lnTo>
                    <a:pt x="3611016" y="1491830"/>
                  </a:lnTo>
                  <a:lnTo>
                    <a:pt x="3623538" y="1495818"/>
                  </a:lnTo>
                  <a:lnTo>
                    <a:pt x="3630460" y="1491970"/>
                  </a:lnTo>
                  <a:lnTo>
                    <a:pt x="3632708" y="1485303"/>
                  </a:lnTo>
                  <a:lnTo>
                    <a:pt x="3634981" y="1478597"/>
                  </a:lnTo>
                  <a:close/>
                </a:path>
                <a:path w="3957954" h="3899535">
                  <a:moveTo>
                    <a:pt x="3651516" y="236169"/>
                  </a:moveTo>
                  <a:lnTo>
                    <a:pt x="3649395" y="231571"/>
                  </a:lnTo>
                  <a:lnTo>
                    <a:pt x="3641267" y="228981"/>
                  </a:lnTo>
                  <a:lnTo>
                    <a:pt x="3636784" y="231470"/>
                  </a:lnTo>
                  <a:lnTo>
                    <a:pt x="3633813" y="240245"/>
                  </a:lnTo>
                  <a:lnTo>
                    <a:pt x="3635908" y="244843"/>
                  </a:lnTo>
                  <a:lnTo>
                    <a:pt x="3644036" y="247434"/>
                  </a:lnTo>
                  <a:lnTo>
                    <a:pt x="3648557" y="244957"/>
                  </a:lnTo>
                  <a:lnTo>
                    <a:pt x="3650043" y="240538"/>
                  </a:lnTo>
                  <a:lnTo>
                    <a:pt x="3651516" y="236169"/>
                  </a:lnTo>
                  <a:close/>
                </a:path>
                <a:path w="3957954" h="3899535">
                  <a:moveTo>
                    <a:pt x="3681565" y="2156968"/>
                  </a:moveTo>
                  <a:lnTo>
                    <a:pt x="3656520" y="2156968"/>
                  </a:lnTo>
                  <a:lnTo>
                    <a:pt x="3656228" y="2157806"/>
                  </a:lnTo>
                  <a:lnTo>
                    <a:pt x="3659467" y="2164854"/>
                  </a:lnTo>
                  <a:lnTo>
                    <a:pt x="3671938" y="2168829"/>
                  </a:lnTo>
                  <a:lnTo>
                    <a:pt x="3678834" y="2165032"/>
                  </a:lnTo>
                  <a:lnTo>
                    <a:pt x="3681565" y="2156968"/>
                  </a:lnTo>
                  <a:close/>
                </a:path>
                <a:path w="3957954" h="3899535">
                  <a:moveTo>
                    <a:pt x="3715969" y="364109"/>
                  </a:moveTo>
                  <a:lnTo>
                    <a:pt x="3713848" y="359511"/>
                  </a:lnTo>
                  <a:lnTo>
                    <a:pt x="3705720" y="356920"/>
                  </a:lnTo>
                  <a:lnTo>
                    <a:pt x="3701237" y="359410"/>
                  </a:lnTo>
                  <a:lnTo>
                    <a:pt x="3698265" y="368185"/>
                  </a:lnTo>
                  <a:lnTo>
                    <a:pt x="3700361" y="372783"/>
                  </a:lnTo>
                  <a:lnTo>
                    <a:pt x="3708489" y="375373"/>
                  </a:lnTo>
                  <a:lnTo>
                    <a:pt x="3713010" y="372884"/>
                  </a:lnTo>
                  <a:lnTo>
                    <a:pt x="3714496" y="368477"/>
                  </a:lnTo>
                  <a:lnTo>
                    <a:pt x="3715969" y="364109"/>
                  </a:lnTo>
                  <a:close/>
                </a:path>
                <a:path w="3957954" h="3899535">
                  <a:moveTo>
                    <a:pt x="3717074" y="833170"/>
                  </a:moveTo>
                  <a:lnTo>
                    <a:pt x="3714127" y="826731"/>
                  </a:lnTo>
                  <a:lnTo>
                    <a:pt x="3702710" y="823087"/>
                  </a:lnTo>
                  <a:lnTo>
                    <a:pt x="3696411" y="826579"/>
                  </a:lnTo>
                  <a:lnTo>
                    <a:pt x="3692258" y="838847"/>
                  </a:lnTo>
                  <a:lnTo>
                    <a:pt x="3695192" y="845286"/>
                  </a:lnTo>
                  <a:lnTo>
                    <a:pt x="3706622" y="848931"/>
                  </a:lnTo>
                  <a:lnTo>
                    <a:pt x="3712921" y="845439"/>
                  </a:lnTo>
                  <a:lnTo>
                    <a:pt x="3714991" y="839330"/>
                  </a:lnTo>
                  <a:lnTo>
                    <a:pt x="3717074" y="833170"/>
                  </a:lnTo>
                  <a:close/>
                </a:path>
                <a:path w="3957954" h="3899535">
                  <a:moveTo>
                    <a:pt x="3719182" y="1994662"/>
                  </a:moveTo>
                  <a:lnTo>
                    <a:pt x="3715258" y="1992388"/>
                  </a:lnTo>
                  <a:lnTo>
                    <a:pt x="3708489" y="1991741"/>
                  </a:lnTo>
                  <a:lnTo>
                    <a:pt x="3702075" y="1993836"/>
                  </a:lnTo>
                  <a:lnTo>
                    <a:pt x="3701084" y="1994662"/>
                  </a:lnTo>
                  <a:lnTo>
                    <a:pt x="3719182" y="1994662"/>
                  </a:lnTo>
                  <a:close/>
                </a:path>
                <a:path w="3957954" h="3899535">
                  <a:moveTo>
                    <a:pt x="3756710" y="1859343"/>
                  </a:moveTo>
                  <a:lnTo>
                    <a:pt x="3752799" y="1850720"/>
                  </a:lnTo>
                  <a:lnTo>
                    <a:pt x="3737584" y="1845856"/>
                  </a:lnTo>
                  <a:lnTo>
                    <a:pt x="3729177" y="1850555"/>
                  </a:lnTo>
                  <a:lnTo>
                    <a:pt x="3723652" y="1866874"/>
                  </a:lnTo>
                  <a:lnTo>
                    <a:pt x="3727577" y="1875459"/>
                  </a:lnTo>
                  <a:lnTo>
                    <a:pt x="3742791" y="1880323"/>
                  </a:lnTo>
                  <a:lnTo>
                    <a:pt x="3751186" y="1875663"/>
                  </a:lnTo>
                  <a:lnTo>
                    <a:pt x="3753955" y="1867484"/>
                  </a:lnTo>
                  <a:lnTo>
                    <a:pt x="3756710" y="1859343"/>
                  </a:lnTo>
                  <a:close/>
                </a:path>
                <a:path w="3957954" h="3899535">
                  <a:moveTo>
                    <a:pt x="3777462" y="1711655"/>
                  </a:moveTo>
                  <a:lnTo>
                    <a:pt x="3773805" y="1703666"/>
                  </a:lnTo>
                  <a:lnTo>
                    <a:pt x="3759695" y="1699158"/>
                  </a:lnTo>
                  <a:lnTo>
                    <a:pt x="3751872" y="1703489"/>
                  </a:lnTo>
                  <a:lnTo>
                    <a:pt x="3746741" y="1718652"/>
                  </a:lnTo>
                  <a:lnTo>
                    <a:pt x="3750399" y="1726641"/>
                  </a:lnTo>
                  <a:lnTo>
                    <a:pt x="3764508" y="1731149"/>
                  </a:lnTo>
                  <a:lnTo>
                    <a:pt x="3772331" y="1726819"/>
                  </a:lnTo>
                  <a:lnTo>
                    <a:pt x="3774897" y="1719237"/>
                  </a:lnTo>
                  <a:lnTo>
                    <a:pt x="3777462" y="1711655"/>
                  </a:lnTo>
                  <a:close/>
                </a:path>
                <a:path w="3957954" h="3899535">
                  <a:moveTo>
                    <a:pt x="3778707" y="495007"/>
                  </a:moveTo>
                  <a:lnTo>
                    <a:pt x="3775189" y="487311"/>
                  </a:lnTo>
                  <a:lnTo>
                    <a:pt x="3761625" y="482981"/>
                  </a:lnTo>
                  <a:lnTo>
                    <a:pt x="3754094" y="487146"/>
                  </a:lnTo>
                  <a:lnTo>
                    <a:pt x="3749167" y="501726"/>
                  </a:lnTo>
                  <a:lnTo>
                    <a:pt x="3752685" y="509409"/>
                  </a:lnTo>
                  <a:lnTo>
                    <a:pt x="3766248" y="513740"/>
                  </a:lnTo>
                  <a:lnTo>
                    <a:pt x="3773779" y="509574"/>
                  </a:lnTo>
                  <a:lnTo>
                    <a:pt x="3776230" y="502310"/>
                  </a:lnTo>
                  <a:lnTo>
                    <a:pt x="3778707" y="495007"/>
                  </a:lnTo>
                  <a:close/>
                </a:path>
                <a:path w="3957954" h="3899535">
                  <a:moveTo>
                    <a:pt x="3791000" y="1266253"/>
                  </a:moveTo>
                  <a:lnTo>
                    <a:pt x="3786962" y="1257325"/>
                  </a:lnTo>
                  <a:lnTo>
                    <a:pt x="3771188" y="1252296"/>
                  </a:lnTo>
                  <a:lnTo>
                    <a:pt x="3762476" y="1257147"/>
                  </a:lnTo>
                  <a:lnTo>
                    <a:pt x="3756761" y="1274064"/>
                  </a:lnTo>
                  <a:lnTo>
                    <a:pt x="3760825" y="1282954"/>
                  </a:lnTo>
                  <a:lnTo>
                    <a:pt x="3776586" y="1287983"/>
                  </a:lnTo>
                  <a:lnTo>
                    <a:pt x="3785285" y="1283169"/>
                  </a:lnTo>
                  <a:lnTo>
                    <a:pt x="3788143" y="1274711"/>
                  </a:lnTo>
                  <a:lnTo>
                    <a:pt x="3791000" y="1266253"/>
                  </a:lnTo>
                  <a:close/>
                </a:path>
                <a:path w="3957954" h="3899535">
                  <a:moveTo>
                    <a:pt x="3797541" y="1564017"/>
                  </a:moveTo>
                  <a:lnTo>
                    <a:pt x="3795445" y="1555356"/>
                  </a:lnTo>
                  <a:lnTo>
                    <a:pt x="3790365" y="1548345"/>
                  </a:lnTo>
                  <a:lnTo>
                    <a:pt x="3782733" y="1543926"/>
                  </a:lnTo>
                  <a:lnTo>
                    <a:pt x="3773906" y="1543088"/>
                  </a:lnTo>
                  <a:lnTo>
                    <a:pt x="3765537" y="1545805"/>
                  </a:lnTo>
                  <a:lnTo>
                    <a:pt x="3758565" y="1551584"/>
                  </a:lnTo>
                  <a:lnTo>
                    <a:pt x="3753916" y="1559890"/>
                  </a:lnTo>
                  <a:lnTo>
                    <a:pt x="3752596" y="1569250"/>
                  </a:lnTo>
                  <a:lnTo>
                    <a:pt x="3754678" y="1577911"/>
                  </a:lnTo>
                  <a:lnTo>
                    <a:pt x="3759746" y="1584934"/>
                  </a:lnTo>
                  <a:lnTo>
                    <a:pt x="3767366" y="1589341"/>
                  </a:lnTo>
                  <a:lnTo>
                    <a:pt x="3776218" y="1590179"/>
                  </a:lnTo>
                  <a:lnTo>
                    <a:pt x="3784587" y="1587461"/>
                  </a:lnTo>
                  <a:lnTo>
                    <a:pt x="3791559" y="1581683"/>
                  </a:lnTo>
                  <a:lnTo>
                    <a:pt x="3796207" y="1573390"/>
                  </a:lnTo>
                  <a:lnTo>
                    <a:pt x="3797541" y="1564017"/>
                  </a:lnTo>
                  <a:close/>
                </a:path>
                <a:path w="3957954" h="3899535">
                  <a:moveTo>
                    <a:pt x="3801478" y="1415440"/>
                  </a:moveTo>
                  <a:lnTo>
                    <a:pt x="3799382" y="1406779"/>
                  </a:lnTo>
                  <a:lnTo>
                    <a:pt x="3794302" y="1399768"/>
                  </a:lnTo>
                  <a:lnTo>
                    <a:pt x="3786695" y="1395361"/>
                  </a:lnTo>
                  <a:lnTo>
                    <a:pt x="3777856" y="1394510"/>
                  </a:lnTo>
                  <a:lnTo>
                    <a:pt x="3769499" y="1397228"/>
                  </a:lnTo>
                  <a:lnTo>
                    <a:pt x="3762527" y="1403007"/>
                  </a:lnTo>
                  <a:lnTo>
                    <a:pt x="3757879" y="1411325"/>
                  </a:lnTo>
                  <a:lnTo>
                    <a:pt x="3756545" y="1420698"/>
                  </a:lnTo>
                  <a:lnTo>
                    <a:pt x="3758641" y="1429359"/>
                  </a:lnTo>
                  <a:lnTo>
                    <a:pt x="3763708" y="1436370"/>
                  </a:lnTo>
                  <a:lnTo>
                    <a:pt x="3771341" y="1440776"/>
                  </a:lnTo>
                  <a:lnTo>
                    <a:pt x="3780155" y="1441615"/>
                  </a:lnTo>
                  <a:lnTo>
                    <a:pt x="3788524" y="1438897"/>
                  </a:lnTo>
                  <a:lnTo>
                    <a:pt x="3795496" y="1433118"/>
                  </a:lnTo>
                  <a:lnTo>
                    <a:pt x="3800157" y="1424813"/>
                  </a:lnTo>
                  <a:lnTo>
                    <a:pt x="3801478" y="1415440"/>
                  </a:lnTo>
                  <a:close/>
                </a:path>
                <a:path w="3957954" h="3899535">
                  <a:moveTo>
                    <a:pt x="3873804" y="771486"/>
                  </a:moveTo>
                  <a:lnTo>
                    <a:pt x="3871963" y="763828"/>
                  </a:lnTo>
                  <a:lnTo>
                    <a:pt x="3867480" y="757631"/>
                  </a:lnTo>
                  <a:lnTo>
                    <a:pt x="3860736" y="753732"/>
                  </a:lnTo>
                  <a:lnTo>
                    <a:pt x="3852926" y="752983"/>
                  </a:lnTo>
                  <a:lnTo>
                    <a:pt x="3845534" y="755383"/>
                  </a:lnTo>
                  <a:lnTo>
                    <a:pt x="3839362" y="760501"/>
                  </a:lnTo>
                  <a:lnTo>
                    <a:pt x="3835247" y="767854"/>
                  </a:lnTo>
                  <a:lnTo>
                    <a:pt x="3834079" y="776135"/>
                  </a:lnTo>
                  <a:lnTo>
                    <a:pt x="3835933" y="783780"/>
                  </a:lnTo>
                  <a:lnTo>
                    <a:pt x="3840429" y="789965"/>
                  </a:lnTo>
                  <a:lnTo>
                    <a:pt x="3847173" y="793864"/>
                  </a:lnTo>
                  <a:lnTo>
                    <a:pt x="3854983" y="794613"/>
                  </a:lnTo>
                  <a:lnTo>
                    <a:pt x="3862362" y="792213"/>
                  </a:lnTo>
                  <a:lnTo>
                    <a:pt x="3868521" y="787120"/>
                  </a:lnTo>
                  <a:lnTo>
                    <a:pt x="3872623" y="779780"/>
                  </a:lnTo>
                  <a:lnTo>
                    <a:pt x="3873804" y="771486"/>
                  </a:lnTo>
                  <a:close/>
                </a:path>
                <a:path w="3957954" h="3899535">
                  <a:moveTo>
                    <a:pt x="3899789" y="1945360"/>
                  </a:moveTo>
                  <a:lnTo>
                    <a:pt x="3898188" y="1938718"/>
                  </a:lnTo>
                  <a:lnTo>
                    <a:pt x="3894302" y="1933333"/>
                  </a:lnTo>
                  <a:lnTo>
                    <a:pt x="3888448" y="1929955"/>
                  </a:lnTo>
                  <a:lnTo>
                    <a:pt x="3881678" y="1929307"/>
                  </a:lnTo>
                  <a:lnTo>
                    <a:pt x="3875265" y="1931390"/>
                  </a:lnTo>
                  <a:lnTo>
                    <a:pt x="3869906" y="1935822"/>
                  </a:lnTo>
                  <a:lnTo>
                    <a:pt x="3866337" y="1942211"/>
                  </a:lnTo>
                  <a:lnTo>
                    <a:pt x="3865321" y="1949386"/>
                  </a:lnTo>
                  <a:lnTo>
                    <a:pt x="3866921" y="1956041"/>
                  </a:lnTo>
                  <a:lnTo>
                    <a:pt x="3870820" y="1961413"/>
                  </a:lnTo>
                  <a:lnTo>
                    <a:pt x="3876662" y="1964804"/>
                  </a:lnTo>
                  <a:lnTo>
                    <a:pt x="3883444" y="1965452"/>
                  </a:lnTo>
                  <a:lnTo>
                    <a:pt x="3889857" y="1963356"/>
                  </a:lnTo>
                  <a:lnTo>
                    <a:pt x="3895204" y="1958936"/>
                  </a:lnTo>
                  <a:lnTo>
                    <a:pt x="3898773" y="1952561"/>
                  </a:lnTo>
                  <a:lnTo>
                    <a:pt x="3899789" y="1945360"/>
                  </a:lnTo>
                  <a:close/>
                </a:path>
                <a:path w="3957954" h="3899535">
                  <a:moveTo>
                    <a:pt x="3906659" y="913714"/>
                  </a:moveTo>
                  <a:lnTo>
                    <a:pt x="3904805" y="906056"/>
                  </a:lnTo>
                  <a:lnTo>
                    <a:pt x="3900309" y="899871"/>
                  </a:lnTo>
                  <a:lnTo>
                    <a:pt x="3893566" y="895972"/>
                  </a:lnTo>
                  <a:lnTo>
                    <a:pt x="3885768" y="895223"/>
                  </a:lnTo>
                  <a:lnTo>
                    <a:pt x="3878376" y="897623"/>
                  </a:lnTo>
                  <a:lnTo>
                    <a:pt x="3872204" y="902716"/>
                  </a:lnTo>
                  <a:lnTo>
                    <a:pt x="3868089" y="910043"/>
                  </a:lnTo>
                  <a:lnTo>
                    <a:pt x="3866921" y="918324"/>
                  </a:lnTo>
                  <a:lnTo>
                    <a:pt x="3868775" y="925995"/>
                  </a:lnTo>
                  <a:lnTo>
                    <a:pt x="3873271" y="932205"/>
                  </a:lnTo>
                  <a:lnTo>
                    <a:pt x="3880002" y="936104"/>
                  </a:lnTo>
                  <a:lnTo>
                    <a:pt x="3887813" y="936840"/>
                  </a:lnTo>
                  <a:lnTo>
                    <a:pt x="3895217" y="934427"/>
                  </a:lnTo>
                  <a:lnTo>
                    <a:pt x="3901389" y="929322"/>
                  </a:lnTo>
                  <a:lnTo>
                    <a:pt x="3905491" y="921981"/>
                  </a:lnTo>
                  <a:lnTo>
                    <a:pt x="3906659" y="913714"/>
                  </a:lnTo>
                  <a:close/>
                </a:path>
                <a:path w="3957954" h="3899535">
                  <a:moveTo>
                    <a:pt x="3926649" y="1797773"/>
                  </a:moveTo>
                  <a:lnTo>
                    <a:pt x="3924935" y="1790725"/>
                  </a:lnTo>
                  <a:lnTo>
                    <a:pt x="3920782" y="1785023"/>
                  </a:lnTo>
                  <a:lnTo>
                    <a:pt x="3914571" y="1781429"/>
                  </a:lnTo>
                  <a:lnTo>
                    <a:pt x="3907396" y="1780743"/>
                  </a:lnTo>
                  <a:lnTo>
                    <a:pt x="3900589" y="1782953"/>
                  </a:lnTo>
                  <a:lnTo>
                    <a:pt x="3894925" y="1787639"/>
                  </a:lnTo>
                  <a:lnTo>
                    <a:pt x="3891127" y="1794421"/>
                  </a:lnTo>
                  <a:lnTo>
                    <a:pt x="3890048" y="1802053"/>
                  </a:lnTo>
                  <a:lnTo>
                    <a:pt x="3891750" y="1809102"/>
                  </a:lnTo>
                  <a:lnTo>
                    <a:pt x="3895877" y="1814804"/>
                  </a:lnTo>
                  <a:lnTo>
                    <a:pt x="3902075" y="1818398"/>
                  </a:lnTo>
                  <a:lnTo>
                    <a:pt x="3909276" y="1819084"/>
                  </a:lnTo>
                  <a:lnTo>
                    <a:pt x="3916095" y="1816862"/>
                  </a:lnTo>
                  <a:lnTo>
                    <a:pt x="3921785" y="1812175"/>
                  </a:lnTo>
                  <a:lnTo>
                    <a:pt x="3925570" y="1805419"/>
                  </a:lnTo>
                  <a:lnTo>
                    <a:pt x="3926649" y="1797773"/>
                  </a:lnTo>
                  <a:close/>
                </a:path>
                <a:path w="3957954" h="3899535">
                  <a:moveTo>
                    <a:pt x="3941165" y="1057097"/>
                  </a:moveTo>
                  <a:lnTo>
                    <a:pt x="3938397" y="1045603"/>
                  </a:lnTo>
                  <a:lnTo>
                    <a:pt x="3931678" y="1036307"/>
                  </a:lnTo>
                  <a:lnTo>
                    <a:pt x="3921569" y="1030452"/>
                  </a:lnTo>
                  <a:lnTo>
                    <a:pt x="3909860" y="1029347"/>
                  </a:lnTo>
                  <a:lnTo>
                    <a:pt x="3898773" y="1032954"/>
                  </a:lnTo>
                  <a:lnTo>
                    <a:pt x="3889540" y="1040612"/>
                  </a:lnTo>
                  <a:lnTo>
                    <a:pt x="3883380" y="1051623"/>
                  </a:lnTo>
                  <a:lnTo>
                    <a:pt x="3881615" y="1064044"/>
                  </a:lnTo>
                  <a:lnTo>
                    <a:pt x="3884384" y="1075537"/>
                  </a:lnTo>
                  <a:lnTo>
                    <a:pt x="3891102" y="1084834"/>
                  </a:lnTo>
                  <a:lnTo>
                    <a:pt x="3901211" y="1090676"/>
                  </a:lnTo>
                  <a:lnTo>
                    <a:pt x="3912920" y="1091793"/>
                  </a:lnTo>
                  <a:lnTo>
                    <a:pt x="3924008" y="1088186"/>
                  </a:lnTo>
                  <a:lnTo>
                    <a:pt x="3933240" y="1080528"/>
                  </a:lnTo>
                  <a:lnTo>
                    <a:pt x="3939413" y="1069505"/>
                  </a:lnTo>
                  <a:lnTo>
                    <a:pt x="3941165" y="1057097"/>
                  </a:lnTo>
                  <a:close/>
                </a:path>
                <a:path w="3957954" h="3899535">
                  <a:moveTo>
                    <a:pt x="3948265" y="1648955"/>
                  </a:moveTo>
                  <a:lnTo>
                    <a:pt x="3946169" y="1640281"/>
                  </a:lnTo>
                  <a:lnTo>
                    <a:pt x="3941102" y="1633283"/>
                  </a:lnTo>
                  <a:lnTo>
                    <a:pt x="3933469" y="1628876"/>
                  </a:lnTo>
                  <a:lnTo>
                    <a:pt x="3924643" y="1628025"/>
                  </a:lnTo>
                  <a:lnTo>
                    <a:pt x="3916286" y="1630743"/>
                  </a:lnTo>
                  <a:lnTo>
                    <a:pt x="3909301" y="1636522"/>
                  </a:lnTo>
                  <a:lnTo>
                    <a:pt x="3904653" y="1644840"/>
                  </a:lnTo>
                  <a:lnTo>
                    <a:pt x="3903332" y="1654213"/>
                  </a:lnTo>
                  <a:lnTo>
                    <a:pt x="3905427" y="1662874"/>
                  </a:lnTo>
                  <a:lnTo>
                    <a:pt x="3910495" y="1669884"/>
                  </a:lnTo>
                  <a:lnTo>
                    <a:pt x="3918115" y="1674291"/>
                  </a:lnTo>
                  <a:lnTo>
                    <a:pt x="3926954" y="1675130"/>
                  </a:lnTo>
                  <a:lnTo>
                    <a:pt x="3935311" y="1672412"/>
                  </a:lnTo>
                  <a:lnTo>
                    <a:pt x="3942283" y="1666633"/>
                  </a:lnTo>
                  <a:lnTo>
                    <a:pt x="3946931" y="1658327"/>
                  </a:lnTo>
                  <a:lnTo>
                    <a:pt x="3948265" y="1648955"/>
                  </a:lnTo>
                  <a:close/>
                </a:path>
                <a:path w="3957954" h="3899535">
                  <a:moveTo>
                    <a:pt x="3954272" y="1203833"/>
                  </a:moveTo>
                  <a:lnTo>
                    <a:pt x="3951795" y="1193546"/>
                  </a:lnTo>
                  <a:lnTo>
                    <a:pt x="3945775" y="1185227"/>
                  </a:lnTo>
                  <a:lnTo>
                    <a:pt x="3936733" y="1179995"/>
                  </a:lnTo>
                  <a:lnTo>
                    <a:pt x="3926268" y="1178991"/>
                  </a:lnTo>
                  <a:lnTo>
                    <a:pt x="3916337" y="1182230"/>
                  </a:lnTo>
                  <a:lnTo>
                    <a:pt x="3908069" y="1189075"/>
                  </a:lnTo>
                  <a:lnTo>
                    <a:pt x="3902545" y="1198930"/>
                  </a:lnTo>
                  <a:lnTo>
                    <a:pt x="3900982" y="1210030"/>
                  </a:lnTo>
                  <a:lnTo>
                    <a:pt x="3903459" y="1220304"/>
                  </a:lnTo>
                  <a:lnTo>
                    <a:pt x="3909479" y="1228623"/>
                  </a:lnTo>
                  <a:lnTo>
                    <a:pt x="3918521" y="1233868"/>
                  </a:lnTo>
                  <a:lnTo>
                    <a:pt x="3928999" y="1234859"/>
                  </a:lnTo>
                  <a:lnTo>
                    <a:pt x="3938917" y="1231620"/>
                  </a:lnTo>
                  <a:lnTo>
                    <a:pt x="3947185" y="1224775"/>
                  </a:lnTo>
                  <a:lnTo>
                    <a:pt x="3952697" y="1214932"/>
                  </a:lnTo>
                  <a:lnTo>
                    <a:pt x="3954272" y="1203833"/>
                  </a:lnTo>
                  <a:close/>
                </a:path>
                <a:path w="3957954" h="3899535">
                  <a:moveTo>
                    <a:pt x="3957332" y="1500327"/>
                  </a:moveTo>
                  <a:lnTo>
                    <a:pt x="3955237" y="1491665"/>
                  </a:lnTo>
                  <a:lnTo>
                    <a:pt x="3950157" y="1484655"/>
                  </a:lnTo>
                  <a:lnTo>
                    <a:pt x="3942550" y="1480248"/>
                  </a:lnTo>
                  <a:lnTo>
                    <a:pt x="3933698" y="1479397"/>
                  </a:lnTo>
                  <a:lnTo>
                    <a:pt x="3925328" y="1482115"/>
                  </a:lnTo>
                  <a:lnTo>
                    <a:pt x="3918369" y="1487893"/>
                  </a:lnTo>
                  <a:lnTo>
                    <a:pt x="3913733" y="1496212"/>
                  </a:lnTo>
                  <a:lnTo>
                    <a:pt x="3912387" y="1505597"/>
                  </a:lnTo>
                  <a:lnTo>
                    <a:pt x="3914470" y="1514259"/>
                  </a:lnTo>
                  <a:lnTo>
                    <a:pt x="3919537" y="1521256"/>
                  </a:lnTo>
                  <a:lnTo>
                    <a:pt x="3927195" y="1525663"/>
                  </a:lnTo>
                  <a:lnTo>
                    <a:pt x="3936009" y="1526514"/>
                  </a:lnTo>
                  <a:lnTo>
                    <a:pt x="3944378" y="1523796"/>
                  </a:lnTo>
                  <a:lnTo>
                    <a:pt x="3951351" y="1518031"/>
                  </a:lnTo>
                  <a:lnTo>
                    <a:pt x="3956012" y="1509699"/>
                  </a:lnTo>
                  <a:lnTo>
                    <a:pt x="3957332" y="1500327"/>
                  </a:lnTo>
                  <a:close/>
                </a:path>
                <a:path w="3957954" h="3899535">
                  <a:moveTo>
                    <a:pt x="3957917" y="1351953"/>
                  </a:moveTo>
                  <a:lnTo>
                    <a:pt x="3955834" y="1343279"/>
                  </a:lnTo>
                  <a:lnTo>
                    <a:pt x="3950754" y="1336281"/>
                  </a:lnTo>
                  <a:lnTo>
                    <a:pt x="3943121" y="1331874"/>
                  </a:lnTo>
                  <a:lnTo>
                    <a:pt x="3934295" y="1331023"/>
                  </a:lnTo>
                  <a:lnTo>
                    <a:pt x="3925925" y="1333741"/>
                  </a:lnTo>
                  <a:lnTo>
                    <a:pt x="3918953" y="1339519"/>
                  </a:lnTo>
                  <a:lnTo>
                    <a:pt x="3914305" y="1347838"/>
                  </a:lnTo>
                  <a:lnTo>
                    <a:pt x="3912984" y="1357185"/>
                  </a:lnTo>
                  <a:lnTo>
                    <a:pt x="3915067" y="1365846"/>
                  </a:lnTo>
                  <a:lnTo>
                    <a:pt x="3920147" y="1372870"/>
                  </a:lnTo>
                  <a:lnTo>
                    <a:pt x="3927767" y="1377289"/>
                  </a:lnTo>
                  <a:lnTo>
                    <a:pt x="3936606" y="1378115"/>
                  </a:lnTo>
                  <a:lnTo>
                    <a:pt x="3944975" y="1375384"/>
                  </a:lnTo>
                  <a:lnTo>
                    <a:pt x="3951948" y="1369606"/>
                  </a:lnTo>
                  <a:lnTo>
                    <a:pt x="3956583" y="1361325"/>
                  </a:lnTo>
                  <a:lnTo>
                    <a:pt x="3957917" y="1351953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4378" name="object 41">
              <a:extLst>
                <a:ext uri="{FF2B5EF4-FFF2-40B4-BE49-F238E27FC236}">
                  <a16:creationId xmlns="" xmlns:a16="http://schemas.microsoft.com/office/drawing/2014/main" id="{4C965A25-205C-43E0-8859-8E74E520D09F}"/>
                </a:ext>
              </a:extLst>
            </p:cNvPr>
            <p:cNvSpPr>
              <a:spLocks/>
            </p:cNvSpPr>
            <p:nvPr/>
          </p:nvSpPr>
          <p:spPr bwMode="auto">
            <a:xfrm>
              <a:off x="871156" y="2309037"/>
              <a:ext cx="4093210" cy="4026535"/>
            </a:xfrm>
            <a:custGeom>
              <a:avLst/>
              <a:gdLst>
                <a:gd name="T0" fmla="*/ 104838 w 4093210"/>
                <a:gd name="T1" fmla="*/ 3545573 h 4026535"/>
                <a:gd name="T2" fmla="*/ 104305 w 4093210"/>
                <a:gd name="T3" fmla="*/ 3554463 h 4026535"/>
                <a:gd name="T4" fmla="*/ 206984 w 4093210"/>
                <a:gd name="T5" fmla="*/ 3625697 h 4026535"/>
                <a:gd name="T6" fmla="*/ 221729 w 4093210"/>
                <a:gd name="T7" fmla="*/ 3630396 h 4026535"/>
                <a:gd name="T8" fmla="*/ 323532 w 4093210"/>
                <a:gd name="T9" fmla="*/ 3713975 h 4026535"/>
                <a:gd name="T10" fmla="*/ 584822 w 4093210"/>
                <a:gd name="T11" fmla="*/ 3826853 h 4026535"/>
                <a:gd name="T12" fmla="*/ 583971 w 4093210"/>
                <a:gd name="T13" fmla="*/ 3840188 h 4026535"/>
                <a:gd name="T14" fmla="*/ 700112 w 4093210"/>
                <a:gd name="T15" fmla="*/ 3875671 h 4026535"/>
                <a:gd name="T16" fmla="*/ 718807 w 4093210"/>
                <a:gd name="T17" fmla="*/ 3881640 h 4026535"/>
                <a:gd name="T18" fmla="*/ 830732 w 4093210"/>
                <a:gd name="T19" fmla="*/ 3935793 h 4026535"/>
                <a:gd name="T20" fmla="*/ 985342 w 4093210"/>
                <a:gd name="T21" fmla="*/ 3950576 h 4026535"/>
                <a:gd name="T22" fmla="*/ 984084 w 4093210"/>
                <a:gd name="T23" fmla="*/ 3970134 h 4026535"/>
                <a:gd name="T24" fmla="*/ 1104607 w 4093210"/>
                <a:gd name="T25" fmla="*/ 3975849 h 4026535"/>
                <a:gd name="T26" fmla="*/ 1125270 w 4093210"/>
                <a:gd name="T27" fmla="*/ 3982440 h 4026535"/>
                <a:gd name="T28" fmla="*/ 1242491 w 4093210"/>
                <a:gd name="T29" fmla="*/ 4010749 h 4026535"/>
                <a:gd name="T30" fmla="*/ 1407350 w 4093210"/>
                <a:gd name="T31" fmla="*/ 4000436 h 4026535"/>
                <a:gd name="T32" fmla="*/ 1376451 w 4093210"/>
                <a:gd name="T33" fmla="*/ 4003840 h 4026535"/>
                <a:gd name="T34" fmla="*/ 1399260 w 4093210"/>
                <a:gd name="T35" fmla="*/ 4024350 h 4026535"/>
                <a:gd name="T36" fmla="*/ 1530680 w 4093210"/>
                <a:gd name="T37" fmla="*/ 3991292 h 4026535"/>
                <a:gd name="T38" fmla="*/ 1545882 w 4093210"/>
                <a:gd name="T39" fmla="*/ 4011371 h 4026535"/>
                <a:gd name="T40" fmla="*/ 1673313 w 4093210"/>
                <a:gd name="T41" fmla="*/ 3979354 h 4026535"/>
                <a:gd name="T42" fmla="*/ 1662798 w 4093210"/>
                <a:gd name="T43" fmla="*/ 4010444 h 4026535"/>
                <a:gd name="T44" fmla="*/ 1690903 w 4093210"/>
                <a:gd name="T45" fmla="*/ 3994912 h 4026535"/>
                <a:gd name="T46" fmla="*/ 1806295 w 4093210"/>
                <a:gd name="T47" fmla="*/ 3958666 h 4026535"/>
                <a:gd name="T48" fmla="*/ 1807946 w 4093210"/>
                <a:gd name="T49" fmla="*/ 3998188 h 4026535"/>
                <a:gd name="T50" fmla="*/ 1978863 w 4093210"/>
                <a:gd name="T51" fmla="*/ 3946728 h 4026535"/>
                <a:gd name="T52" fmla="*/ 1937156 w 4093210"/>
                <a:gd name="T53" fmla="*/ 3933406 h 4026535"/>
                <a:gd name="T54" fmla="*/ 1956041 w 4093210"/>
                <a:gd name="T55" fmla="*/ 3974744 h 4026535"/>
                <a:gd name="T56" fmla="*/ 2250427 w 4093210"/>
                <a:gd name="T57" fmla="*/ 3856202 h 4026535"/>
                <a:gd name="T58" fmla="*/ 2208898 w 4093210"/>
                <a:gd name="T59" fmla="*/ 3860774 h 4026535"/>
                <a:gd name="T60" fmla="*/ 2239568 w 4093210"/>
                <a:gd name="T61" fmla="*/ 3888321 h 4026535"/>
                <a:gd name="T62" fmla="*/ 2383307 w 4093210"/>
                <a:gd name="T63" fmla="*/ 3791229 h 4026535"/>
                <a:gd name="T64" fmla="*/ 2336723 w 4093210"/>
                <a:gd name="T65" fmla="*/ 3817061 h 4026535"/>
                <a:gd name="T66" fmla="*/ 2384755 w 4093210"/>
                <a:gd name="T67" fmla="*/ 3832390 h 4026535"/>
                <a:gd name="T68" fmla="*/ 3717760 w 4093210"/>
                <a:gd name="T69" fmla="*/ 2641 h 4026535"/>
                <a:gd name="T70" fmla="*/ 3733508 w 4093210"/>
                <a:gd name="T71" fmla="*/ 7670 h 4026535"/>
                <a:gd name="T72" fmla="*/ 3782593 w 4093210"/>
                <a:gd name="T73" fmla="*/ 145580 h 4026535"/>
                <a:gd name="T74" fmla="*/ 3825786 w 4093210"/>
                <a:gd name="T75" fmla="*/ 2186432 h 4026535"/>
                <a:gd name="T76" fmla="*/ 3787165 w 4093210"/>
                <a:gd name="T77" fmla="*/ 2190623 h 4026535"/>
                <a:gd name="T78" fmla="*/ 3815689 w 4093210"/>
                <a:gd name="T79" fmla="*/ 2216315 h 4026535"/>
                <a:gd name="T80" fmla="*/ 3869296 w 4093210"/>
                <a:gd name="T81" fmla="*/ 248716 h 4026535"/>
                <a:gd name="T82" fmla="*/ 3840302 w 4093210"/>
                <a:gd name="T83" fmla="*/ 264756 h 4026535"/>
                <a:gd name="T84" fmla="*/ 3870223 w 4093210"/>
                <a:gd name="T85" fmla="*/ 274307 h 4026535"/>
                <a:gd name="T86" fmla="*/ 3888930 w 4093210"/>
                <a:gd name="T87" fmla="*/ 1889150 h 4026535"/>
                <a:gd name="T88" fmla="*/ 3867404 w 4093210"/>
                <a:gd name="T89" fmla="*/ 1915236 h 4026535"/>
                <a:gd name="T90" fmla="*/ 3899255 w 4093210"/>
                <a:gd name="T91" fmla="*/ 1911756 h 4026535"/>
                <a:gd name="T92" fmla="*/ 3898887 w 4093210"/>
                <a:gd name="T93" fmla="*/ 398741 h 4026535"/>
                <a:gd name="T94" fmla="*/ 3988536 w 4093210"/>
                <a:gd name="T95" fmla="*/ 528447 h 4026535"/>
                <a:gd name="T96" fmla="*/ 3943235 w 4093210"/>
                <a:gd name="T97" fmla="*/ 513981 h 4026535"/>
                <a:gd name="T98" fmla="*/ 3963771 w 4093210"/>
                <a:gd name="T99" fmla="*/ 558888 h 4026535"/>
                <a:gd name="T100" fmla="*/ 4027373 w 4093210"/>
                <a:gd name="T101" fmla="*/ 657656 h 4026535"/>
                <a:gd name="T102" fmla="*/ 3979100 w 4093210"/>
                <a:gd name="T103" fmla="*/ 662952 h 4026535"/>
                <a:gd name="T104" fmla="*/ 4014749 w 4093210"/>
                <a:gd name="T105" fmla="*/ 695020 h 4026535"/>
                <a:gd name="T106" fmla="*/ 4055453 w 4093210"/>
                <a:gd name="T107" fmla="*/ 791070 h 4026535"/>
                <a:gd name="T108" fmla="*/ 4010634 w 4093210"/>
                <a:gd name="T109" fmla="*/ 815886 h 4026535"/>
                <a:gd name="T110" fmla="*/ 4056850 w 4093210"/>
                <a:gd name="T111" fmla="*/ 830643 h 4026535"/>
                <a:gd name="T112" fmla="*/ 4073372 w 4093210"/>
                <a:gd name="T113" fmla="*/ 926858 h 4026535"/>
                <a:gd name="T114" fmla="*/ 4036174 w 4093210"/>
                <a:gd name="T115" fmla="*/ 971969 h 4026535"/>
                <a:gd name="T116" fmla="*/ 4091203 w 4093210"/>
                <a:gd name="T117" fmla="*/ 965962 h 4026535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093210" h="4026535">
                  <a:moveTo>
                    <a:pt x="203" y="3458692"/>
                  </a:moveTo>
                  <a:lnTo>
                    <a:pt x="0" y="3458260"/>
                  </a:lnTo>
                  <a:lnTo>
                    <a:pt x="0" y="3459289"/>
                  </a:lnTo>
                  <a:lnTo>
                    <a:pt x="203" y="3458692"/>
                  </a:lnTo>
                  <a:close/>
                </a:path>
                <a:path w="4093210" h="4026535">
                  <a:moveTo>
                    <a:pt x="106273" y="3548621"/>
                  </a:moveTo>
                  <a:lnTo>
                    <a:pt x="104838" y="3545573"/>
                  </a:lnTo>
                  <a:lnTo>
                    <a:pt x="99415" y="3543833"/>
                  </a:lnTo>
                  <a:lnTo>
                    <a:pt x="96431" y="3545484"/>
                  </a:lnTo>
                  <a:lnTo>
                    <a:pt x="94462" y="3551326"/>
                  </a:lnTo>
                  <a:lnTo>
                    <a:pt x="95834" y="3554412"/>
                  </a:lnTo>
                  <a:lnTo>
                    <a:pt x="101269" y="3556139"/>
                  </a:lnTo>
                  <a:lnTo>
                    <a:pt x="104305" y="3554463"/>
                  </a:lnTo>
                  <a:lnTo>
                    <a:pt x="105283" y="3551567"/>
                  </a:lnTo>
                  <a:lnTo>
                    <a:pt x="106273" y="3548621"/>
                  </a:lnTo>
                  <a:close/>
                </a:path>
                <a:path w="4093210" h="4026535">
                  <a:moveTo>
                    <a:pt x="221729" y="3630396"/>
                  </a:moveTo>
                  <a:lnTo>
                    <a:pt x="219633" y="3625812"/>
                  </a:lnTo>
                  <a:lnTo>
                    <a:pt x="211480" y="3623208"/>
                  </a:lnTo>
                  <a:lnTo>
                    <a:pt x="206984" y="3625697"/>
                  </a:lnTo>
                  <a:lnTo>
                    <a:pt x="204025" y="3634473"/>
                  </a:lnTo>
                  <a:lnTo>
                    <a:pt x="206121" y="3639070"/>
                  </a:lnTo>
                  <a:lnTo>
                    <a:pt x="214274" y="3641661"/>
                  </a:lnTo>
                  <a:lnTo>
                    <a:pt x="218770" y="3639172"/>
                  </a:lnTo>
                  <a:lnTo>
                    <a:pt x="220256" y="3634765"/>
                  </a:lnTo>
                  <a:lnTo>
                    <a:pt x="221729" y="3630396"/>
                  </a:lnTo>
                  <a:close/>
                </a:path>
                <a:path w="4093210" h="4026535">
                  <a:moveTo>
                    <a:pt x="339140" y="3705301"/>
                  </a:moveTo>
                  <a:lnTo>
                    <a:pt x="337032" y="3700703"/>
                  </a:lnTo>
                  <a:lnTo>
                    <a:pt x="328891" y="3698113"/>
                  </a:lnTo>
                  <a:lnTo>
                    <a:pt x="324408" y="3700602"/>
                  </a:lnTo>
                  <a:lnTo>
                    <a:pt x="321449" y="3709327"/>
                  </a:lnTo>
                  <a:lnTo>
                    <a:pt x="323532" y="3713975"/>
                  </a:lnTo>
                  <a:lnTo>
                    <a:pt x="331660" y="3716566"/>
                  </a:lnTo>
                  <a:lnTo>
                    <a:pt x="336194" y="3714038"/>
                  </a:lnTo>
                  <a:lnTo>
                    <a:pt x="337667" y="3709670"/>
                  </a:lnTo>
                  <a:lnTo>
                    <a:pt x="339140" y="3705301"/>
                  </a:lnTo>
                  <a:close/>
                </a:path>
                <a:path w="4093210" h="4026535">
                  <a:moveTo>
                    <a:pt x="586930" y="3831412"/>
                  </a:moveTo>
                  <a:lnTo>
                    <a:pt x="584822" y="3826853"/>
                  </a:lnTo>
                  <a:lnTo>
                    <a:pt x="576668" y="3824262"/>
                  </a:lnTo>
                  <a:lnTo>
                    <a:pt x="572173" y="3826687"/>
                  </a:lnTo>
                  <a:lnTo>
                    <a:pt x="569201" y="3835476"/>
                  </a:lnTo>
                  <a:lnTo>
                    <a:pt x="571322" y="3840073"/>
                  </a:lnTo>
                  <a:lnTo>
                    <a:pt x="579475" y="3842677"/>
                  </a:lnTo>
                  <a:lnTo>
                    <a:pt x="583971" y="3840188"/>
                  </a:lnTo>
                  <a:lnTo>
                    <a:pt x="585444" y="3835819"/>
                  </a:lnTo>
                  <a:lnTo>
                    <a:pt x="586930" y="3831412"/>
                  </a:lnTo>
                  <a:close/>
                </a:path>
                <a:path w="4093210" h="4026535">
                  <a:moveTo>
                    <a:pt x="718807" y="3881640"/>
                  </a:moveTo>
                  <a:lnTo>
                    <a:pt x="716127" y="3875836"/>
                  </a:lnTo>
                  <a:lnTo>
                    <a:pt x="705815" y="3872547"/>
                  </a:lnTo>
                  <a:lnTo>
                    <a:pt x="700112" y="3875671"/>
                  </a:lnTo>
                  <a:lnTo>
                    <a:pt x="696353" y="3886797"/>
                  </a:lnTo>
                  <a:lnTo>
                    <a:pt x="699033" y="3892600"/>
                  </a:lnTo>
                  <a:lnTo>
                    <a:pt x="709345" y="3895890"/>
                  </a:lnTo>
                  <a:lnTo>
                    <a:pt x="715048" y="3892766"/>
                  </a:lnTo>
                  <a:lnTo>
                    <a:pt x="716927" y="3887203"/>
                  </a:lnTo>
                  <a:lnTo>
                    <a:pt x="718807" y="3881640"/>
                  </a:lnTo>
                  <a:close/>
                </a:path>
                <a:path w="4093210" h="4026535">
                  <a:moveTo>
                    <a:pt x="852589" y="3923728"/>
                  </a:moveTo>
                  <a:lnTo>
                    <a:pt x="849642" y="3917289"/>
                  </a:lnTo>
                  <a:lnTo>
                    <a:pt x="838225" y="3913632"/>
                  </a:lnTo>
                  <a:lnTo>
                    <a:pt x="831926" y="3917124"/>
                  </a:lnTo>
                  <a:lnTo>
                    <a:pt x="827786" y="3929354"/>
                  </a:lnTo>
                  <a:lnTo>
                    <a:pt x="830732" y="3935793"/>
                  </a:lnTo>
                  <a:lnTo>
                    <a:pt x="842149" y="3939438"/>
                  </a:lnTo>
                  <a:lnTo>
                    <a:pt x="848448" y="3935946"/>
                  </a:lnTo>
                  <a:lnTo>
                    <a:pt x="850519" y="3929837"/>
                  </a:lnTo>
                  <a:lnTo>
                    <a:pt x="852589" y="3923728"/>
                  </a:lnTo>
                  <a:close/>
                </a:path>
                <a:path w="4093210" h="4026535">
                  <a:moveTo>
                    <a:pt x="988415" y="3957307"/>
                  </a:moveTo>
                  <a:lnTo>
                    <a:pt x="985342" y="3950576"/>
                  </a:lnTo>
                  <a:lnTo>
                    <a:pt x="973378" y="3946753"/>
                  </a:lnTo>
                  <a:lnTo>
                    <a:pt x="966812" y="3950411"/>
                  </a:lnTo>
                  <a:lnTo>
                    <a:pt x="962482" y="3963238"/>
                  </a:lnTo>
                  <a:lnTo>
                    <a:pt x="965517" y="3970020"/>
                  </a:lnTo>
                  <a:lnTo>
                    <a:pt x="977480" y="3973830"/>
                  </a:lnTo>
                  <a:lnTo>
                    <a:pt x="984084" y="3970134"/>
                  </a:lnTo>
                  <a:lnTo>
                    <a:pt x="986243" y="3963746"/>
                  </a:lnTo>
                  <a:lnTo>
                    <a:pt x="988415" y="3957307"/>
                  </a:lnTo>
                  <a:close/>
                </a:path>
                <a:path w="4093210" h="4026535">
                  <a:moveTo>
                    <a:pt x="1125270" y="3982440"/>
                  </a:moveTo>
                  <a:lnTo>
                    <a:pt x="1122286" y="3975989"/>
                  </a:lnTo>
                  <a:lnTo>
                    <a:pt x="1110907" y="3972356"/>
                  </a:lnTo>
                  <a:lnTo>
                    <a:pt x="1104607" y="3975849"/>
                  </a:lnTo>
                  <a:lnTo>
                    <a:pt x="1100455" y="3988117"/>
                  </a:lnTo>
                  <a:lnTo>
                    <a:pt x="1103388" y="3994556"/>
                  </a:lnTo>
                  <a:lnTo>
                    <a:pt x="1114780" y="3998188"/>
                  </a:lnTo>
                  <a:lnTo>
                    <a:pt x="1121117" y="3994708"/>
                  </a:lnTo>
                  <a:lnTo>
                    <a:pt x="1123188" y="3988600"/>
                  </a:lnTo>
                  <a:lnTo>
                    <a:pt x="1125270" y="3982440"/>
                  </a:lnTo>
                  <a:close/>
                </a:path>
                <a:path w="4093210" h="4026535">
                  <a:moveTo>
                    <a:pt x="1264335" y="3998671"/>
                  </a:moveTo>
                  <a:lnTo>
                    <a:pt x="1261389" y="3992232"/>
                  </a:lnTo>
                  <a:lnTo>
                    <a:pt x="1249984" y="3988587"/>
                  </a:lnTo>
                  <a:lnTo>
                    <a:pt x="1243685" y="3992080"/>
                  </a:lnTo>
                  <a:lnTo>
                    <a:pt x="1239545" y="4004348"/>
                  </a:lnTo>
                  <a:lnTo>
                    <a:pt x="1242491" y="4010749"/>
                  </a:lnTo>
                  <a:lnTo>
                    <a:pt x="1253896" y="4014381"/>
                  </a:lnTo>
                  <a:lnTo>
                    <a:pt x="1260182" y="4010939"/>
                  </a:lnTo>
                  <a:lnTo>
                    <a:pt x="1262265" y="4004780"/>
                  </a:lnTo>
                  <a:lnTo>
                    <a:pt x="1264335" y="3998671"/>
                  </a:lnTo>
                  <a:close/>
                </a:path>
                <a:path w="4093210" h="4026535">
                  <a:moveTo>
                    <a:pt x="1408899" y="4006875"/>
                  </a:moveTo>
                  <a:lnTo>
                    <a:pt x="1407350" y="4000436"/>
                  </a:lnTo>
                  <a:lnTo>
                    <a:pt x="1403578" y="3995229"/>
                  </a:lnTo>
                  <a:lnTo>
                    <a:pt x="1397889" y="3991940"/>
                  </a:lnTo>
                  <a:lnTo>
                    <a:pt x="1391323" y="3991305"/>
                  </a:lnTo>
                  <a:lnTo>
                    <a:pt x="1385100" y="3993337"/>
                  </a:lnTo>
                  <a:lnTo>
                    <a:pt x="1379918" y="3997629"/>
                  </a:lnTo>
                  <a:lnTo>
                    <a:pt x="1376451" y="4003840"/>
                  </a:lnTo>
                  <a:lnTo>
                    <a:pt x="1375460" y="4010812"/>
                  </a:lnTo>
                  <a:lnTo>
                    <a:pt x="1377022" y="4017238"/>
                  </a:lnTo>
                  <a:lnTo>
                    <a:pt x="1380794" y="4022445"/>
                  </a:lnTo>
                  <a:lnTo>
                    <a:pt x="1386471" y="4025722"/>
                  </a:lnTo>
                  <a:lnTo>
                    <a:pt x="1393050" y="4026357"/>
                  </a:lnTo>
                  <a:lnTo>
                    <a:pt x="1399260" y="4024350"/>
                  </a:lnTo>
                  <a:lnTo>
                    <a:pt x="1404442" y="4020058"/>
                  </a:lnTo>
                  <a:lnTo>
                    <a:pt x="1407896" y="4013873"/>
                  </a:lnTo>
                  <a:lnTo>
                    <a:pt x="1408899" y="4006875"/>
                  </a:lnTo>
                  <a:close/>
                </a:path>
                <a:path w="4093210" h="4026535">
                  <a:moveTo>
                    <a:pt x="1548447" y="4003789"/>
                  </a:moveTo>
                  <a:lnTo>
                    <a:pt x="1544789" y="3995801"/>
                  </a:lnTo>
                  <a:lnTo>
                    <a:pt x="1530680" y="3991292"/>
                  </a:lnTo>
                  <a:lnTo>
                    <a:pt x="1522882" y="3995623"/>
                  </a:lnTo>
                  <a:lnTo>
                    <a:pt x="1517751" y="4010799"/>
                  </a:lnTo>
                  <a:lnTo>
                    <a:pt x="1521383" y="4018775"/>
                  </a:lnTo>
                  <a:lnTo>
                    <a:pt x="1535506" y="4023283"/>
                  </a:lnTo>
                  <a:lnTo>
                    <a:pt x="1543316" y="4018953"/>
                  </a:lnTo>
                  <a:lnTo>
                    <a:pt x="1545882" y="4011371"/>
                  </a:lnTo>
                  <a:lnTo>
                    <a:pt x="1548447" y="4003789"/>
                  </a:lnTo>
                  <a:close/>
                </a:path>
                <a:path w="4093210" h="4026535">
                  <a:moveTo>
                    <a:pt x="1690903" y="3994912"/>
                  </a:moveTo>
                  <a:lnTo>
                    <a:pt x="1689341" y="3988473"/>
                  </a:lnTo>
                  <a:lnTo>
                    <a:pt x="1685569" y="3983266"/>
                  </a:lnTo>
                  <a:lnTo>
                    <a:pt x="1679892" y="3979976"/>
                  </a:lnTo>
                  <a:lnTo>
                    <a:pt x="1673313" y="3979354"/>
                  </a:lnTo>
                  <a:lnTo>
                    <a:pt x="1667090" y="3981373"/>
                  </a:lnTo>
                  <a:lnTo>
                    <a:pt x="1661896" y="3985653"/>
                  </a:lnTo>
                  <a:lnTo>
                    <a:pt x="1658442" y="3991826"/>
                  </a:lnTo>
                  <a:lnTo>
                    <a:pt x="1657451" y="3998798"/>
                  </a:lnTo>
                  <a:lnTo>
                    <a:pt x="1659013" y="4005237"/>
                  </a:lnTo>
                  <a:lnTo>
                    <a:pt x="1662798" y="4010444"/>
                  </a:lnTo>
                  <a:lnTo>
                    <a:pt x="1668487" y="4013720"/>
                  </a:lnTo>
                  <a:lnTo>
                    <a:pt x="1675066" y="4014355"/>
                  </a:lnTo>
                  <a:lnTo>
                    <a:pt x="1681276" y="4012349"/>
                  </a:lnTo>
                  <a:lnTo>
                    <a:pt x="1686458" y="4008056"/>
                  </a:lnTo>
                  <a:lnTo>
                    <a:pt x="1689912" y="4001871"/>
                  </a:lnTo>
                  <a:lnTo>
                    <a:pt x="1690903" y="3994912"/>
                  </a:lnTo>
                  <a:close/>
                </a:path>
                <a:path w="4093210" h="4026535">
                  <a:moveTo>
                    <a:pt x="1835289" y="3975176"/>
                  </a:moveTo>
                  <a:lnTo>
                    <a:pt x="1833397" y="3967327"/>
                  </a:lnTo>
                  <a:lnTo>
                    <a:pt x="1828800" y="3960965"/>
                  </a:lnTo>
                  <a:lnTo>
                    <a:pt x="1821891" y="3956964"/>
                  </a:lnTo>
                  <a:lnTo>
                    <a:pt x="1813890" y="3956202"/>
                  </a:lnTo>
                  <a:lnTo>
                    <a:pt x="1806295" y="3958666"/>
                  </a:lnTo>
                  <a:lnTo>
                    <a:pt x="1799971" y="3963898"/>
                  </a:lnTo>
                  <a:lnTo>
                    <a:pt x="1795754" y="3971429"/>
                  </a:lnTo>
                  <a:lnTo>
                    <a:pt x="1794548" y="3979951"/>
                  </a:lnTo>
                  <a:lnTo>
                    <a:pt x="1796440" y="3987825"/>
                  </a:lnTo>
                  <a:lnTo>
                    <a:pt x="1801037" y="3994188"/>
                  </a:lnTo>
                  <a:lnTo>
                    <a:pt x="1807946" y="3998188"/>
                  </a:lnTo>
                  <a:lnTo>
                    <a:pt x="1815960" y="3998950"/>
                  </a:lnTo>
                  <a:lnTo>
                    <a:pt x="1823542" y="3996474"/>
                  </a:lnTo>
                  <a:lnTo>
                    <a:pt x="1829866" y="3991229"/>
                  </a:lnTo>
                  <a:lnTo>
                    <a:pt x="1834095" y="3983672"/>
                  </a:lnTo>
                  <a:lnTo>
                    <a:pt x="1835289" y="3975176"/>
                  </a:lnTo>
                  <a:close/>
                </a:path>
                <a:path w="4093210" h="4026535">
                  <a:moveTo>
                    <a:pt x="1978863" y="3946728"/>
                  </a:moveTo>
                  <a:lnTo>
                    <a:pt x="1976615" y="3937457"/>
                  </a:lnTo>
                  <a:lnTo>
                    <a:pt x="1971179" y="3929964"/>
                  </a:lnTo>
                  <a:lnTo>
                    <a:pt x="1963013" y="3925252"/>
                  </a:lnTo>
                  <a:lnTo>
                    <a:pt x="1953564" y="3924338"/>
                  </a:lnTo>
                  <a:lnTo>
                    <a:pt x="1944611" y="3927246"/>
                  </a:lnTo>
                  <a:lnTo>
                    <a:pt x="1937156" y="3933406"/>
                  </a:lnTo>
                  <a:lnTo>
                    <a:pt x="1932165" y="3942296"/>
                  </a:lnTo>
                  <a:lnTo>
                    <a:pt x="1930755" y="3952329"/>
                  </a:lnTo>
                  <a:lnTo>
                    <a:pt x="1932990" y="3961600"/>
                  </a:lnTo>
                  <a:lnTo>
                    <a:pt x="1938426" y="3969118"/>
                  </a:lnTo>
                  <a:lnTo>
                    <a:pt x="1946579" y="3973842"/>
                  </a:lnTo>
                  <a:lnTo>
                    <a:pt x="1956041" y="3974744"/>
                  </a:lnTo>
                  <a:lnTo>
                    <a:pt x="1965007" y="3971823"/>
                  </a:lnTo>
                  <a:lnTo>
                    <a:pt x="1972475" y="3965638"/>
                  </a:lnTo>
                  <a:lnTo>
                    <a:pt x="1977440" y="3956748"/>
                  </a:lnTo>
                  <a:lnTo>
                    <a:pt x="1978863" y="3946728"/>
                  </a:lnTo>
                  <a:close/>
                </a:path>
                <a:path w="4093210" h="4026535">
                  <a:moveTo>
                    <a:pt x="2252510" y="3864876"/>
                  </a:moveTo>
                  <a:lnTo>
                    <a:pt x="2250427" y="3856202"/>
                  </a:lnTo>
                  <a:lnTo>
                    <a:pt x="2245360" y="3849179"/>
                  </a:lnTo>
                  <a:lnTo>
                    <a:pt x="2237727" y="3844760"/>
                  </a:lnTo>
                  <a:lnTo>
                    <a:pt x="2228900" y="3843921"/>
                  </a:lnTo>
                  <a:lnTo>
                    <a:pt x="2220531" y="3846652"/>
                  </a:lnTo>
                  <a:lnTo>
                    <a:pt x="2213559" y="3852443"/>
                  </a:lnTo>
                  <a:lnTo>
                    <a:pt x="2208898" y="3860774"/>
                  </a:lnTo>
                  <a:lnTo>
                    <a:pt x="2207577" y="3870121"/>
                  </a:lnTo>
                  <a:lnTo>
                    <a:pt x="2209660" y="3878783"/>
                  </a:lnTo>
                  <a:lnTo>
                    <a:pt x="2214740" y="3885806"/>
                  </a:lnTo>
                  <a:lnTo>
                    <a:pt x="2222360" y="3890226"/>
                  </a:lnTo>
                  <a:lnTo>
                    <a:pt x="2231199" y="3891051"/>
                  </a:lnTo>
                  <a:lnTo>
                    <a:pt x="2239568" y="3888321"/>
                  </a:lnTo>
                  <a:lnTo>
                    <a:pt x="2246541" y="3882555"/>
                  </a:lnTo>
                  <a:lnTo>
                    <a:pt x="2251176" y="3874262"/>
                  </a:lnTo>
                  <a:lnTo>
                    <a:pt x="2252510" y="3864876"/>
                  </a:lnTo>
                  <a:close/>
                </a:path>
                <a:path w="4093210" h="4026535">
                  <a:moveTo>
                    <a:pt x="2392121" y="3810584"/>
                  </a:moveTo>
                  <a:lnTo>
                    <a:pt x="2389555" y="3799890"/>
                  </a:lnTo>
                  <a:lnTo>
                    <a:pt x="2383307" y="3791229"/>
                  </a:lnTo>
                  <a:lnTo>
                    <a:pt x="2373909" y="3785793"/>
                  </a:lnTo>
                  <a:lnTo>
                    <a:pt x="2363012" y="3784765"/>
                  </a:lnTo>
                  <a:lnTo>
                    <a:pt x="2352700" y="3788130"/>
                  </a:lnTo>
                  <a:lnTo>
                    <a:pt x="2344102" y="3795255"/>
                  </a:lnTo>
                  <a:lnTo>
                    <a:pt x="2338362" y="3805517"/>
                  </a:lnTo>
                  <a:lnTo>
                    <a:pt x="2336723" y="3817061"/>
                  </a:lnTo>
                  <a:lnTo>
                    <a:pt x="2339302" y="3827742"/>
                  </a:lnTo>
                  <a:lnTo>
                    <a:pt x="2345550" y="3836390"/>
                  </a:lnTo>
                  <a:lnTo>
                    <a:pt x="2354961" y="3841826"/>
                  </a:lnTo>
                  <a:lnTo>
                    <a:pt x="2365845" y="3842867"/>
                  </a:lnTo>
                  <a:lnTo>
                    <a:pt x="2376157" y="3839514"/>
                  </a:lnTo>
                  <a:lnTo>
                    <a:pt x="2384755" y="3832390"/>
                  </a:lnTo>
                  <a:lnTo>
                    <a:pt x="2390483" y="3822154"/>
                  </a:lnTo>
                  <a:lnTo>
                    <a:pt x="2392121" y="3810584"/>
                  </a:lnTo>
                  <a:close/>
                </a:path>
                <a:path w="4093210" h="4026535">
                  <a:moveTo>
                    <a:pt x="3733508" y="7670"/>
                  </a:moveTo>
                  <a:lnTo>
                    <a:pt x="3731247" y="2768"/>
                  </a:lnTo>
                  <a:lnTo>
                    <a:pt x="3722560" y="0"/>
                  </a:lnTo>
                  <a:lnTo>
                    <a:pt x="3717760" y="2641"/>
                  </a:lnTo>
                  <a:lnTo>
                    <a:pt x="3714610" y="11976"/>
                  </a:lnTo>
                  <a:lnTo>
                    <a:pt x="3716845" y="16916"/>
                  </a:lnTo>
                  <a:lnTo>
                    <a:pt x="3725532" y="19685"/>
                  </a:lnTo>
                  <a:lnTo>
                    <a:pt x="3730345" y="17005"/>
                  </a:lnTo>
                  <a:lnTo>
                    <a:pt x="3731920" y="12357"/>
                  </a:lnTo>
                  <a:lnTo>
                    <a:pt x="3733508" y="7670"/>
                  </a:lnTo>
                  <a:close/>
                </a:path>
                <a:path w="4093210" h="4026535">
                  <a:moveTo>
                    <a:pt x="3809644" y="130581"/>
                  </a:moveTo>
                  <a:lnTo>
                    <a:pt x="3805999" y="122643"/>
                  </a:lnTo>
                  <a:lnTo>
                    <a:pt x="3791877" y="118135"/>
                  </a:lnTo>
                  <a:lnTo>
                    <a:pt x="3784079" y="122415"/>
                  </a:lnTo>
                  <a:lnTo>
                    <a:pt x="3778948" y="137591"/>
                  </a:lnTo>
                  <a:lnTo>
                    <a:pt x="3782593" y="145580"/>
                  </a:lnTo>
                  <a:lnTo>
                    <a:pt x="3796715" y="150088"/>
                  </a:lnTo>
                  <a:lnTo>
                    <a:pt x="3804513" y="145745"/>
                  </a:lnTo>
                  <a:lnTo>
                    <a:pt x="3807079" y="138163"/>
                  </a:lnTo>
                  <a:lnTo>
                    <a:pt x="3809644" y="130581"/>
                  </a:lnTo>
                  <a:close/>
                </a:path>
                <a:path w="4093210" h="4026535">
                  <a:moveTo>
                    <a:pt x="3827742" y="2194483"/>
                  </a:moveTo>
                  <a:lnTo>
                    <a:pt x="3825786" y="2186432"/>
                  </a:lnTo>
                  <a:lnTo>
                    <a:pt x="3821061" y="2179917"/>
                  </a:lnTo>
                  <a:lnTo>
                    <a:pt x="3813962" y="2175802"/>
                  </a:lnTo>
                  <a:lnTo>
                    <a:pt x="3805745" y="2175027"/>
                  </a:lnTo>
                  <a:lnTo>
                    <a:pt x="3797960" y="2177554"/>
                  </a:lnTo>
                  <a:lnTo>
                    <a:pt x="3791483" y="2182914"/>
                  </a:lnTo>
                  <a:lnTo>
                    <a:pt x="3787165" y="2190623"/>
                  </a:lnTo>
                  <a:lnTo>
                    <a:pt x="3785920" y="2199373"/>
                  </a:lnTo>
                  <a:lnTo>
                    <a:pt x="3787864" y="2207437"/>
                  </a:lnTo>
                  <a:lnTo>
                    <a:pt x="3792588" y="2213953"/>
                  </a:lnTo>
                  <a:lnTo>
                    <a:pt x="3799675" y="2218042"/>
                  </a:lnTo>
                  <a:lnTo>
                    <a:pt x="3807904" y="2218829"/>
                  </a:lnTo>
                  <a:lnTo>
                    <a:pt x="3815689" y="2216315"/>
                  </a:lnTo>
                  <a:lnTo>
                    <a:pt x="3822179" y="2210943"/>
                  </a:lnTo>
                  <a:lnTo>
                    <a:pt x="3826510" y="2203183"/>
                  </a:lnTo>
                  <a:lnTo>
                    <a:pt x="3827742" y="2194483"/>
                  </a:lnTo>
                  <a:close/>
                </a:path>
                <a:path w="4093210" h="4026535">
                  <a:moveTo>
                    <a:pt x="3874808" y="260731"/>
                  </a:moveTo>
                  <a:lnTo>
                    <a:pt x="3873208" y="254088"/>
                  </a:lnTo>
                  <a:lnTo>
                    <a:pt x="3869296" y="248716"/>
                  </a:lnTo>
                  <a:lnTo>
                    <a:pt x="3863441" y="245325"/>
                  </a:lnTo>
                  <a:lnTo>
                    <a:pt x="3856659" y="244678"/>
                  </a:lnTo>
                  <a:lnTo>
                    <a:pt x="3850233" y="246761"/>
                  </a:lnTo>
                  <a:lnTo>
                    <a:pt x="3844887" y="251180"/>
                  </a:lnTo>
                  <a:lnTo>
                    <a:pt x="3841318" y="257568"/>
                  </a:lnTo>
                  <a:lnTo>
                    <a:pt x="3840302" y="264756"/>
                  </a:lnTo>
                  <a:lnTo>
                    <a:pt x="3841902" y="271399"/>
                  </a:lnTo>
                  <a:lnTo>
                    <a:pt x="3845801" y="276783"/>
                  </a:lnTo>
                  <a:lnTo>
                    <a:pt x="3851668" y="280174"/>
                  </a:lnTo>
                  <a:lnTo>
                    <a:pt x="3858450" y="280822"/>
                  </a:lnTo>
                  <a:lnTo>
                    <a:pt x="3864876" y="278739"/>
                  </a:lnTo>
                  <a:lnTo>
                    <a:pt x="3870223" y="274307"/>
                  </a:lnTo>
                  <a:lnTo>
                    <a:pt x="3873792" y="267931"/>
                  </a:lnTo>
                  <a:lnTo>
                    <a:pt x="3874808" y="260731"/>
                  </a:lnTo>
                  <a:close/>
                </a:path>
                <a:path w="4093210" h="4026535">
                  <a:moveTo>
                    <a:pt x="3900271" y="1904555"/>
                  </a:moveTo>
                  <a:lnTo>
                    <a:pt x="3898671" y="1897913"/>
                  </a:lnTo>
                  <a:lnTo>
                    <a:pt x="3894785" y="1892528"/>
                  </a:lnTo>
                  <a:lnTo>
                    <a:pt x="3888930" y="1889150"/>
                  </a:lnTo>
                  <a:lnTo>
                    <a:pt x="3882161" y="1888502"/>
                  </a:lnTo>
                  <a:lnTo>
                    <a:pt x="3875748" y="1890585"/>
                  </a:lnTo>
                  <a:lnTo>
                    <a:pt x="3870388" y="1895017"/>
                  </a:lnTo>
                  <a:lnTo>
                    <a:pt x="3866819" y="1901405"/>
                  </a:lnTo>
                  <a:lnTo>
                    <a:pt x="3865803" y="1908581"/>
                  </a:lnTo>
                  <a:lnTo>
                    <a:pt x="3867404" y="1915236"/>
                  </a:lnTo>
                  <a:lnTo>
                    <a:pt x="3871303" y="1920608"/>
                  </a:lnTo>
                  <a:lnTo>
                    <a:pt x="3877145" y="1923999"/>
                  </a:lnTo>
                  <a:lnTo>
                    <a:pt x="3883926" y="1924646"/>
                  </a:lnTo>
                  <a:lnTo>
                    <a:pt x="3890340" y="1922551"/>
                  </a:lnTo>
                  <a:lnTo>
                    <a:pt x="3895687" y="1918131"/>
                  </a:lnTo>
                  <a:lnTo>
                    <a:pt x="3899255" y="1911756"/>
                  </a:lnTo>
                  <a:lnTo>
                    <a:pt x="3900271" y="1904555"/>
                  </a:lnTo>
                  <a:close/>
                </a:path>
                <a:path w="4093210" h="4026535">
                  <a:moveTo>
                    <a:pt x="3928402" y="391972"/>
                  </a:moveTo>
                  <a:lnTo>
                    <a:pt x="3924922" y="384289"/>
                  </a:lnTo>
                  <a:lnTo>
                    <a:pt x="3911346" y="379945"/>
                  </a:lnTo>
                  <a:lnTo>
                    <a:pt x="3903840" y="384124"/>
                  </a:lnTo>
                  <a:lnTo>
                    <a:pt x="3898887" y="398741"/>
                  </a:lnTo>
                  <a:lnTo>
                    <a:pt x="3902405" y="406387"/>
                  </a:lnTo>
                  <a:lnTo>
                    <a:pt x="3915981" y="410718"/>
                  </a:lnTo>
                  <a:lnTo>
                    <a:pt x="3923449" y="406590"/>
                  </a:lnTo>
                  <a:lnTo>
                    <a:pt x="3925925" y="399275"/>
                  </a:lnTo>
                  <a:lnTo>
                    <a:pt x="3928402" y="391972"/>
                  </a:lnTo>
                  <a:close/>
                </a:path>
                <a:path w="4093210" h="4026535">
                  <a:moveTo>
                    <a:pt x="3988536" y="528447"/>
                  </a:moveTo>
                  <a:lnTo>
                    <a:pt x="3986111" y="518363"/>
                  </a:lnTo>
                  <a:lnTo>
                    <a:pt x="3980218" y="510222"/>
                  </a:lnTo>
                  <a:lnTo>
                    <a:pt x="3971366" y="505104"/>
                  </a:lnTo>
                  <a:lnTo>
                    <a:pt x="3961079" y="504113"/>
                  </a:lnTo>
                  <a:lnTo>
                    <a:pt x="3951338" y="507276"/>
                  </a:lnTo>
                  <a:lnTo>
                    <a:pt x="3943235" y="513981"/>
                  </a:lnTo>
                  <a:lnTo>
                    <a:pt x="3937825" y="523671"/>
                  </a:lnTo>
                  <a:lnTo>
                    <a:pt x="3936276" y="534555"/>
                  </a:lnTo>
                  <a:lnTo>
                    <a:pt x="3938714" y="544626"/>
                  </a:lnTo>
                  <a:lnTo>
                    <a:pt x="3944620" y="552767"/>
                  </a:lnTo>
                  <a:lnTo>
                    <a:pt x="3953510" y="557911"/>
                  </a:lnTo>
                  <a:lnTo>
                    <a:pt x="3963771" y="558888"/>
                  </a:lnTo>
                  <a:lnTo>
                    <a:pt x="3973487" y="555726"/>
                  </a:lnTo>
                  <a:lnTo>
                    <a:pt x="3981577" y="549021"/>
                  </a:lnTo>
                  <a:lnTo>
                    <a:pt x="3986987" y="539369"/>
                  </a:lnTo>
                  <a:lnTo>
                    <a:pt x="3988536" y="528447"/>
                  </a:lnTo>
                  <a:close/>
                </a:path>
                <a:path w="4093210" h="4026535">
                  <a:moveTo>
                    <a:pt x="4029811" y="667740"/>
                  </a:moveTo>
                  <a:lnTo>
                    <a:pt x="4027373" y="657656"/>
                  </a:lnTo>
                  <a:lnTo>
                    <a:pt x="4021480" y="649490"/>
                  </a:lnTo>
                  <a:lnTo>
                    <a:pt x="4012590" y="644359"/>
                  </a:lnTo>
                  <a:lnTo>
                    <a:pt x="4002328" y="643382"/>
                  </a:lnTo>
                  <a:lnTo>
                    <a:pt x="3992600" y="646569"/>
                  </a:lnTo>
                  <a:lnTo>
                    <a:pt x="3984498" y="653288"/>
                  </a:lnTo>
                  <a:lnTo>
                    <a:pt x="3979100" y="662952"/>
                  </a:lnTo>
                  <a:lnTo>
                    <a:pt x="3977551" y="673849"/>
                  </a:lnTo>
                  <a:lnTo>
                    <a:pt x="3979976" y="683933"/>
                  </a:lnTo>
                  <a:lnTo>
                    <a:pt x="3985869" y="692086"/>
                  </a:lnTo>
                  <a:lnTo>
                    <a:pt x="3994721" y="697230"/>
                  </a:lnTo>
                  <a:lnTo>
                    <a:pt x="4005008" y="698195"/>
                  </a:lnTo>
                  <a:lnTo>
                    <a:pt x="4014749" y="695020"/>
                  </a:lnTo>
                  <a:lnTo>
                    <a:pt x="4022852" y="688301"/>
                  </a:lnTo>
                  <a:lnTo>
                    <a:pt x="4028262" y="678649"/>
                  </a:lnTo>
                  <a:lnTo>
                    <a:pt x="4029811" y="667740"/>
                  </a:lnTo>
                  <a:close/>
                </a:path>
                <a:path w="4093210" h="4026535">
                  <a:moveTo>
                    <a:pt x="4063949" y="809650"/>
                  </a:moveTo>
                  <a:lnTo>
                    <a:pt x="4061472" y="799376"/>
                  </a:lnTo>
                  <a:lnTo>
                    <a:pt x="4055453" y="791070"/>
                  </a:lnTo>
                  <a:lnTo>
                    <a:pt x="4046397" y="785837"/>
                  </a:lnTo>
                  <a:lnTo>
                    <a:pt x="4035920" y="784834"/>
                  </a:lnTo>
                  <a:lnTo>
                    <a:pt x="4026001" y="788060"/>
                  </a:lnTo>
                  <a:lnTo>
                    <a:pt x="4017734" y="794905"/>
                  </a:lnTo>
                  <a:lnTo>
                    <a:pt x="4012209" y="804773"/>
                  </a:lnTo>
                  <a:lnTo>
                    <a:pt x="4010634" y="815886"/>
                  </a:lnTo>
                  <a:lnTo>
                    <a:pt x="4013123" y="826173"/>
                  </a:lnTo>
                  <a:lnTo>
                    <a:pt x="4019143" y="834478"/>
                  </a:lnTo>
                  <a:lnTo>
                    <a:pt x="4028186" y="839711"/>
                  </a:lnTo>
                  <a:lnTo>
                    <a:pt x="4038663" y="840714"/>
                  </a:lnTo>
                  <a:lnTo>
                    <a:pt x="4048582" y="837488"/>
                  </a:lnTo>
                  <a:lnTo>
                    <a:pt x="4056850" y="830643"/>
                  </a:lnTo>
                  <a:lnTo>
                    <a:pt x="4062361" y="820775"/>
                  </a:lnTo>
                  <a:lnTo>
                    <a:pt x="4063949" y="809650"/>
                  </a:lnTo>
                  <a:close/>
                </a:path>
                <a:path w="4093210" h="4026535">
                  <a:moveTo>
                    <a:pt x="4092968" y="953528"/>
                  </a:moveTo>
                  <a:lnTo>
                    <a:pt x="4090200" y="942035"/>
                  </a:lnTo>
                  <a:lnTo>
                    <a:pt x="4083481" y="932713"/>
                  </a:lnTo>
                  <a:lnTo>
                    <a:pt x="4073372" y="926858"/>
                  </a:lnTo>
                  <a:lnTo>
                    <a:pt x="4061663" y="925753"/>
                  </a:lnTo>
                  <a:lnTo>
                    <a:pt x="4050563" y="929373"/>
                  </a:lnTo>
                  <a:lnTo>
                    <a:pt x="4041317" y="937044"/>
                  </a:lnTo>
                  <a:lnTo>
                    <a:pt x="4035145" y="948067"/>
                  </a:lnTo>
                  <a:lnTo>
                    <a:pt x="4033393" y="960488"/>
                  </a:lnTo>
                  <a:lnTo>
                    <a:pt x="4036174" y="971969"/>
                  </a:lnTo>
                  <a:lnTo>
                    <a:pt x="4042892" y="981278"/>
                  </a:lnTo>
                  <a:lnTo>
                    <a:pt x="4053001" y="987132"/>
                  </a:lnTo>
                  <a:lnTo>
                    <a:pt x="4064711" y="988237"/>
                  </a:lnTo>
                  <a:lnTo>
                    <a:pt x="4075798" y="984631"/>
                  </a:lnTo>
                  <a:lnTo>
                    <a:pt x="4085044" y="976972"/>
                  </a:lnTo>
                  <a:lnTo>
                    <a:pt x="4091203" y="965962"/>
                  </a:lnTo>
                  <a:lnTo>
                    <a:pt x="4092968" y="953528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4379" name="object 42">
              <a:extLst>
                <a:ext uri="{FF2B5EF4-FFF2-40B4-BE49-F238E27FC236}">
                  <a16:creationId xmlns="" xmlns:a16="http://schemas.microsoft.com/office/drawing/2014/main" id="{69942770-15E4-478A-AC4C-26FB25A45D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5842" y="3373659"/>
              <a:ext cx="73164" cy="767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80" name="object 43">
              <a:extLst>
                <a:ext uri="{FF2B5EF4-FFF2-40B4-BE49-F238E27FC236}">
                  <a16:creationId xmlns="" xmlns:a16="http://schemas.microsoft.com/office/drawing/2014/main" id="{DFDD95D6-CAA5-40F2-8A9D-F4785C829E9C}"/>
                </a:ext>
              </a:extLst>
            </p:cNvPr>
            <p:cNvSpPr>
              <a:spLocks/>
            </p:cNvSpPr>
            <p:nvPr/>
          </p:nvSpPr>
          <p:spPr bwMode="auto">
            <a:xfrm>
              <a:off x="4929480" y="3527590"/>
              <a:ext cx="63500" cy="360045"/>
            </a:xfrm>
            <a:custGeom>
              <a:avLst/>
              <a:gdLst>
                <a:gd name="T0" fmla="*/ 59601 w 63500"/>
                <a:gd name="T1" fmla="*/ 325107 h 360045"/>
                <a:gd name="T2" fmla="*/ 56832 w 63500"/>
                <a:gd name="T3" fmla="*/ 313613 h 360045"/>
                <a:gd name="T4" fmla="*/ 50101 w 63500"/>
                <a:gd name="T5" fmla="*/ 304304 h 360045"/>
                <a:gd name="T6" fmla="*/ 39992 w 63500"/>
                <a:gd name="T7" fmla="*/ 298462 h 360045"/>
                <a:gd name="T8" fmla="*/ 28282 w 63500"/>
                <a:gd name="T9" fmla="*/ 297345 h 360045"/>
                <a:gd name="T10" fmla="*/ 17183 w 63500"/>
                <a:gd name="T11" fmla="*/ 300951 h 360045"/>
                <a:gd name="T12" fmla="*/ 7937 w 63500"/>
                <a:gd name="T13" fmla="*/ 308622 h 360045"/>
                <a:gd name="T14" fmla="*/ 1752 w 63500"/>
                <a:gd name="T15" fmla="*/ 319671 h 360045"/>
                <a:gd name="T16" fmla="*/ 0 w 63500"/>
                <a:gd name="T17" fmla="*/ 332079 h 360045"/>
                <a:gd name="T18" fmla="*/ 2781 w 63500"/>
                <a:gd name="T19" fmla="*/ 343547 h 360045"/>
                <a:gd name="T20" fmla="*/ 9512 w 63500"/>
                <a:gd name="T21" fmla="*/ 352844 h 360045"/>
                <a:gd name="T22" fmla="*/ 19634 w 63500"/>
                <a:gd name="T23" fmla="*/ 358686 h 360045"/>
                <a:gd name="T24" fmla="*/ 31343 w 63500"/>
                <a:gd name="T25" fmla="*/ 359803 h 360045"/>
                <a:gd name="T26" fmla="*/ 42430 w 63500"/>
                <a:gd name="T27" fmla="*/ 356196 h 360045"/>
                <a:gd name="T28" fmla="*/ 51663 w 63500"/>
                <a:gd name="T29" fmla="*/ 348564 h 360045"/>
                <a:gd name="T30" fmla="*/ 57823 w 63500"/>
                <a:gd name="T31" fmla="*/ 337566 h 360045"/>
                <a:gd name="T32" fmla="*/ 59601 w 63500"/>
                <a:gd name="T33" fmla="*/ 325107 h 360045"/>
                <a:gd name="T34" fmla="*/ 63119 w 63500"/>
                <a:gd name="T35" fmla="*/ 176745 h 360045"/>
                <a:gd name="T36" fmla="*/ 60540 w 63500"/>
                <a:gd name="T37" fmla="*/ 166065 h 360045"/>
                <a:gd name="T38" fmla="*/ 54292 w 63500"/>
                <a:gd name="T39" fmla="*/ 157416 h 360045"/>
                <a:gd name="T40" fmla="*/ 44881 w 63500"/>
                <a:gd name="T41" fmla="*/ 151968 h 360045"/>
                <a:gd name="T42" fmla="*/ 33997 w 63500"/>
                <a:gd name="T43" fmla="*/ 150939 h 360045"/>
                <a:gd name="T44" fmla="*/ 23685 w 63500"/>
                <a:gd name="T45" fmla="*/ 154292 h 360045"/>
                <a:gd name="T46" fmla="*/ 15100 w 63500"/>
                <a:gd name="T47" fmla="*/ 161417 h 360045"/>
                <a:gd name="T48" fmla="*/ 9359 w 63500"/>
                <a:gd name="T49" fmla="*/ 171640 h 360045"/>
                <a:gd name="T50" fmla="*/ 7721 w 63500"/>
                <a:gd name="T51" fmla="*/ 183222 h 360045"/>
                <a:gd name="T52" fmla="*/ 10299 w 63500"/>
                <a:gd name="T53" fmla="*/ 193916 h 360045"/>
                <a:gd name="T54" fmla="*/ 16548 w 63500"/>
                <a:gd name="T55" fmla="*/ 202565 h 360045"/>
                <a:gd name="T56" fmla="*/ 25946 w 63500"/>
                <a:gd name="T57" fmla="*/ 208000 h 360045"/>
                <a:gd name="T58" fmla="*/ 36842 w 63500"/>
                <a:gd name="T59" fmla="*/ 209042 h 360045"/>
                <a:gd name="T60" fmla="*/ 47155 w 63500"/>
                <a:gd name="T61" fmla="*/ 205676 h 360045"/>
                <a:gd name="T62" fmla="*/ 55753 w 63500"/>
                <a:gd name="T63" fmla="*/ 198551 h 360045"/>
                <a:gd name="T64" fmla="*/ 61480 w 63500"/>
                <a:gd name="T65" fmla="*/ 188277 h 360045"/>
                <a:gd name="T66" fmla="*/ 63119 w 63500"/>
                <a:gd name="T67" fmla="*/ 176745 h 360045"/>
                <a:gd name="T68" fmla="*/ 63423 w 63500"/>
                <a:gd name="T69" fmla="*/ 28244 h 360045"/>
                <a:gd name="T70" fmla="*/ 60617 w 63500"/>
                <a:gd name="T71" fmla="*/ 16548 h 360045"/>
                <a:gd name="T72" fmla="*/ 53771 w 63500"/>
                <a:gd name="T73" fmla="*/ 7073 h 360045"/>
                <a:gd name="T74" fmla="*/ 43484 w 63500"/>
                <a:gd name="T75" fmla="*/ 1130 h 360045"/>
                <a:gd name="T76" fmla="*/ 31584 w 63500"/>
                <a:gd name="T77" fmla="*/ 0 h 360045"/>
                <a:gd name="T78" fmla="*/ 20307 w 63500"/>
                <a:gd name="T79" fmla="*/ 3683 h 360045"/>
                <a:gd name="T80" fmla="*/ 10896 w 63500"/>
                <a:gd name="T81" fmla="*/ 11480 h 360045"/>
                <a:gd name="T82" fmla="*/ 4622 w 63500"/>
                <a:gd name="T83" fmla="*/ 22694 h 360045"/>
                <a:gd name="T84" fmla="*/ 2832 w 63500"/>
                <a:gd name="T85" fmla="*/ 35331 h 360045"/>
                <a:gd name="T86" fmla="*/ 5638 w 63500"/>
                <a:gd name="T87" fmla="*/ 47028 h 360045"/>
                <a:gd name="T88" fmla="*/ 12484 w 63500"/>
                <a:gd name="T89" fmla="*/ 56502 h 360045"/>
                <a:gd name="T90" fmla="*/ 22745 w 63500"/>
                <a:gd name="T91" fmla="*/ 62458 h 360045"/>
                <a:gd name="T92" fmla="*/ 34671 w 63500"/>
                <a:gd name="T93" fmla="*/ 63588 h 360045"/>
                <a:gd name="T94" fmla="*/ 45961 w 63500"/>
                <a:gd name="T95" fmla="*/ 59905 h 360045"/>
                <a:gd name="T96" fmla="*/ 55372 w 63500"/>
                <a:gd name="T97" fmla="*/ 52095 h 360045"/>
                <a:gd name="T98" fmla="*/ 61633 w 63500"/>
                <a:gd name="T99" fmla="*/ 40894 h 360045"/>
                <a:gd name="T100" fmla="*/ 63423 w 63500"/>
                <a:gd name="T101" fmla="*/ 28244 h 360045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</a:gdLst>
              <a:ahLst/>
              <a:cxnLst>
                <a:cxn ang="T102">
                  <a:pos x="T0" y="T1"/>
                </a:cxn>
                <a:cxn ang="T103">
                  <a:pos x="T2" y="T3"/>
                </a:cxn>
                <a:cxn ang="T104">
                  <a:pos x="T4" y="T5"/>
                </a:cxn>
                <a:cxn ang="T105">
                  <a:pos x="T6" y="T7"/>
                </a:cxn>
                <a:cxn ang="T106">
                  <a:pos x="T8" y="T9"/>
                </a:cxn>
                <a:cxn ang="T107">
                  <a:pos x="T10" y="T11"/>
                </a:cxn>
                <a:cxn ang="T108">
                  <a:pos x="T12" y="T13"/>
                </a:cxn>
                <a:cxn ang="T109">
                  <a:pos x="T14" y="T15"/>
                </a:cxn>
                <a:cxn ang="T110">
                  <a:pos x="T16" y="T17"/>
                </a:cxn>
                <a:cxn ang="T111">
                  <a:pos x="T18" y="T19"/>
                </a:cxn>
                <a:cxn ang="T112">
                  <a:pos x="T20" y="T21"/>
                </a:cxn>
                <a:cxn ang="T113">
                  <a:pos x="T22" y="T23"/>
                </a:cxn>
                <a:cxn ang="T114">
                  <a:pos x="T24" y="T25"/>
                </a:cxn>
                <a:cxn ang="T115">
                  <a:pos x="T26" y="T27"/>
                </a:cxn>
                <a:cxn ang="T116">
                  <a:pos x="T28" y="T29"/>
                </a:cxn>
                <a:cxn ang="T117">
                  <a:pos x="T30" y="T31"/>
                </a:cxn>
                <a:cxn ang="T118">
                  <a:pos x="T32" y="T33"/>
                </a:cxn>
                <a:cxn ang="T119">
                  <a:pos x="T34" y="T35"/>
                </a:cxn>
                <a:cxn ang="T120">
                  <a:pos x="T36" y="T37"/>
                </a:cxn>
                <a:cxn ang="T121">
                  <a:pos x="T38" y="T39"/>
                </a:cxn>
                <a:cxn ang="T122">
                  <a:pos x="T40" y="T41"/>
                </a:cxn>
                <a:cxn ang="T123">
                  <a:pos x="T42" y="T43"/>
                </a:cxn>
                <a:cxn ang="T124">
                  <a:pos x="T44" y="T45"/>
                </a:cxn>
                <a:cxn ang="T125">
                  <a:pos x="T46" y="T47"/>
                </a:cxn>
                <a:cxn ang="T126">
                  <a:pos x="T48" y="T49"/>
                </a:cxn>
                <a:cxn ang="T127">
                  <a:pos x="T50" y="T51"/>
                </a:cxn>
                <a:cxn ang="T128">
                  <a:pos x="T52" y="T53"/>
                </a:cxn>
                <a:cxn ang="T129">
                  <a:pos x="T54" y="T55"/>
                </a:cxn>
                <a:cxn ang="T130">
                  <a:pos x="T56" y="T57"/>
                </a:cxn>
                <a:cxn ang="T131">
                  <a:pos x="T58" y="T59"/>
                </a:cxn>
                <a:cxn ang="T132">
                  <a:pos x="T60" y="T61"/>
                </a:cxn>
                <a:cxn ang="T133">
                  <a:pos x="T62" y="T63"/>
                </a:cxn>
                <a:cxn ang="T134">
                  <a:pos x="T64" y="T65"/>
                </a:cxn>
                <a:cxn ang="T135">
                  <a:pos x="T66" y="T67"/>
                </a:cxn>
                <a:cxn ang="T136">
                  <a:pos x="T68" y="T69"/>
                </a:cxn>
                <a:cxn ang="T137">
                  <a:pos x="T70" y="T71"/>
                </a:cxn>
                <a:cxn ang="T138">
                  <a:pos x="T72" y="T73"/>
                </a:cxn>
                <a:cxn ang="T139">
                  <a:pos x="T74" y="T75"/>
                </a:cxn>
                <a:cxn ang="T140">
                  <a:pos x="T76" y="T77"/>
                </a:cxn>
                <a:cxn ang="T141">
                  <a:pos x="T78" y="T79"/>
                </a:cxn>
                <a:cxn ang="T142">
                  <a:pos x="T80" y="T81"/>
                </a:cxn>
                <a:cxn ang="T143">
                  <a:pos x="T82" y="T83"/>
                </a:cxn>
                <a:cxn ang="T144">
                  <a:pos x="T84" y="T85"/>
                </a:cxn>
                <a:cxn ang="T145">
                  <a:pos x="T86" y="T87"/>
                </a:cxn>
                <a:cxn ang="T146">
                  <a:pos x="T88" y="T89"/>
                </a:cxn>
                <a:cxn ang="T147">
                  <a:pos x="T90" y="T91"/>
                </a:cxn>
                <a:cxn ang="T148">
                  <a:pos x="T92" y="T93"/>
                </a:cxn>
                <a:cxn ang="T149">
                  <a:pos x="T94" y="T95"/>
                </a:cxn>
                <a:cxn ang="T150">
                  <a:pos x="T96" y="T97"/>
                </a:cxn>
                <a:cxn ang="T151">
                  <a:pos x="T98" y="T99"/>
                </a:cxn>
                <a:cxn ang="T152">
                  <a:pos x="T100" y="T101"/>
                </a:cxn>
              </a:cxnLst>
              <a:rect l="0" t="0" r="r" b="b"/>
              <a:pathLst>
                <a:path w="63500" h="360045">
                  <a:moveTo>
                    <a:pt x="59601" y="325107"/>
                  </a:moveTo>
                  <a:lnTo>
                    <a:pt x="56832" y="313613"/>
                  </a:lnTo>
                  <a:lnTo>
                    <a:pt x="50101" y="304304"/>
                  </a:lnTo>
                  <a:lnTo>
                    <a:pt x="39992" y="298462"/>
                  </a:lnTo>
                  <a:lnTo>
                    <a:pt x="28282" y="297345"/>
                  </a:lnTo>
                  <a:lnTo>
                    <a:pt x="17183" y="300951"/>
                  </a:lnTo>
                  <a:lnTo>
                    <a:pt x="7937" y="308622"/>
                  </a:lnTo>
                  <a:lnTo>
                    <a:pt x="1752" y="319671"/>
                  </a:lnTo>
                  <a:lnTo>
                    <a:pt x="0" y="332079"/>
                  </a:lnTo>
                  <a:lnTo>
                    <a:pt x="2781" y="343547"/>
                  </a:lnTo>
                  <a:lnTo>
                    <a:pt x="9512" y="352844"/>
                  </a:lnTo>
                  <a:lnTo>
                    <a:pt x="19634" y="358686"/>
                  </a:lnTo>
                  <a:lnTo>
                    <a:pt x="31343" y="359803"/>
                  </a:lnTo>
                  <a:lnTo>
                    <a:pt x="42430" y="356196"/>
                  </a:lnTo>
                  <a:lnTo>
                    <a:pt x="51663" y="348564"/>
                  </a:lnTo>
                  <a:lnTo>
                    <a:pt x="57823" y="337566"/>
                  </a:lnTo>
                  <a:lnTo>
                    <a:pt x="59601" y="325107"/>
                  </a:lnTo>
                  <a:close/>
                </a:path>
                <a:path w="63500" h="360045">
                  <a:moveTo>
                    <a:pt x="63119" y="176745"/>
                  </a:moveTo>
                  <a:lnTo>
                    <a:pt x="60540" y="166065"/>
                  </a:lnTo>
                  <a:lnTo>
                    <a:pt x="54292" y="157416"/>
                  </a:lnTo>
                  <a:lnTo>
                    <a:pt x="44881" y="151968"/>
                  </a:lnTo>
                  <a:lnTo>
                    <a:pt x="33997" y="150939"/>
                  </a:lnTo>
                  <a:lnTo>
                    <a:pt x="23685" y="154292"/>
                  </a:lnTo>
                  <a:lnTo>
                    <a:pt x="15100" y="161417"/>
                  </a:lnTo>
                  <a:lnTo>
                    <a:pt x="9359" y="171640"/>
                  </a:lnTo>
                  <a:lnTo>
                    <a:pt x="7721" y="183222"/>
                  </a:lnTo>
                  <a:lnTo>
                    <a:pt x="10299" y="193916"/>
                  </a:lnTo>
                  <a:lnTo>
                    <a:pt x="16548" y="202565"/>
                  </a:lnTo>
                  <a:lnTo>
                    <a:pt x="25946" y="208000"/>
                  </a:lnTo>
                  <a:lnTo>
                    <a:pt x="36842" y="209042"/>
                  </a:lnTo>
                  <a:lnTo>
                    <a:pt x="47155" y="205676"/>
                  </a:lnTo>
                  <a:lnTo>
                    <a:pt x="55753" y="198551"/>
                  </a:lnTo>
                  <a:lnTo>
                    <a:pt x="61480" y="188277"/>
                  </a:lnTo>
                  <a:lnTo>
                    <a:pt x="63119" y="176745"/>
                  </a:lnTo>
                  <a:close/>
                </a:path>
                <a:path w="63500" h="360045">
                  <a:moveTo>
                    <a:pt x="63423" y="28244"/>
                  </a:moveTo>
                  <a:lnTo>
                    <a:pt x="60617" y="16548"/>
                  </a:lnTo>
                  <a:lnTo>
                    <a:pt x="53771" y="7073"/>
                  </a:lnTo>
                  <a:lnTo>
                    <a:pt x="43484" y="1130"/>
                  </a:lnTo>
                  <a:lnTo>
                    <a:pt x="31584" y="0"/>
                  </a:lnTo>
                  <a:lnTo>
                    <a:pt x="20307" y="3683"/>
                  </a:lnTo>
                  <a:lnTo>
                    <a:pt x="10896" y="11480"/>
                  </a:lnTo>
                  <a:lnTo>
                    <a:pt x="4622" y="22694"/>
                  </a:lnTo>
                  <a:lnTo>
                    <a:pt x="2832" y="35331"/>
                  </a:lnTo>
                  <a:lnTo>
                    <a:pt x="5638" y="47028"/>
                  </a:lnTo>
                  <a:lnTo>
                    <a:pt x="12484" y="56502"/>
                  </a:lnTo>
                  <a:lnTo>
                    <a:pt x="22745" y="62458"/>
                  </a:lnTo>
                  <a:lnTo>
                    <a:pt x="34671" y="63588"/>
                  </a:lnTo>
                  <a:lnTo>
                    <a:pt x="45961" y="59905"/>
                  </a:lnTo>
                  <a:lnTo>
                    <a:pt x="55372" y="52095"/>
                  </a:lnTo>
                  <a:lnTo>
                    <a:pt x="61633" y="40894"/>
                  </a:lnTo>
                  <a:lnTo>
                    <a:pt x="63423" y="28244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4381" name="object 44">
              <a:extLst>
                <a:ext uri="{FF2B5EF4-FFF2-40B4-BE49-F238E27FC236}">
                  <a16:creationId xmlns="" xmlns:a16="http://schemas.microsoft.com/office/drawing/2014/main" id="{EA0F2957-6A66-4E53-A0E8-D4A3C72871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3357" y="3970738"/>
              <a:ext cx="64798" cy="679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82" name="object 45">
              <a:extLst>
                <a:ext uri="{FF2B5EF4-FFF2-40B4-BE49-F238E27FC236}">
                  <a16:creationId xmlns="" xmlns:a16="http://schemas.microsoft.com/office/drawing/2014/main" id="{F5C9CDAC-69F2-470B-965D-9DD0553AE0F0}"/>
                </a:ext>
              </a:extLst>
            </p:cNvPr>
            <p:cNvSpPr>
              <a:spLocks/>
            </p:cNvSpPr>
            <p:nvPr/>
          </p:nvSpPr>
          <p:spPr bwMode="auto">
            <a:xfrm>
              <a:off x="4823345" y="4120895"/>
              <a:ext cx="131445" cy="361315"/>
            </a:xfrm>
            <a:custGeom>
              <a:avLst/>
              <a:gdLst>
                <a:gd name="T0" fmla="*/ 70027 w 131445"/>
                <a:gd name="T1" fmla="*/ 320250 h 361314"/>
                <a:gd name="T2" fmla="*/ 66789 w 131445"/>
                <a:gd name="T3" fmla="*/ 306737 h 361314"/>
                <a:gd name="T4" fmla="*/ 65024 w 131445"/>
                <a:gd name="T5" fmla="*/ 304311 h 361314"/>
                <a:gd name="T6" fmla="*/ 7404 w 131445"/>
                <a:gd name="T7" fmla="*/ 304311 h 361314"/>
                <a:gd name="T8" fmla="*/ 2070 w 131445"/>
                <a:gd name="T9" fmla="*/ 313849 h 361314"/>
                <a:gd name="T10" fmla="*/ 0 w 131445"/>
                <a:gd name="T11" fmla="*/ 328441 h 361314"/>
                <a:gd name="T12" fmla="*/ 3263 w 131445"/>
                <a:gd name="T13" fmla="*/ 341929 h 361314"/>
                <a:gd name="T14" fmla="*/ 11176 w 131445"/>
                <a:gd name="T15" fmla="*/ 352851 h 361314"/>
                <a:gd name="T16" fmla="*/ 23063 w 131445"/>
                <a:gd name="T17" fmla="*/ 359721 h 361314"/>
                <a:gd name="T18" fmla="*/ 36830 w 131445"/>
                <a:gd name="T19" fmla="*/ 361029 h 361314"/>
                <a:gd name="T20" fmla="*/ 49860 w 131445"/>
                <a:gd name="T21" fmla="*/ 356800 h 361314"/>
                <a:gd name="T22" fmla="*/ 60718 w 131445"/>
                <a:gd name="T23" fmla="*/ 347809 h 361314"/>
                <a:gd name="T24" fmla="*/ 67957 w 131445"/>
                <a:gd name="T25" fmla="*/ 334880 h 361314"/>
                <a:gd name="T26" fmla="*/ 70027 w 131445"/>
                <a:gd name="T27" fmla="*/ 320250 h 361314"/>
                <a:gd name="T28" fmla="*/ 131356 w 131445"/>
                <a:gd name="T29" fmla="*/ 28257 h 361314"/>
                <a:gd name="T30" fmla="*/ 128536 w 131445"/>
                <a:gd name="T31" fmla="*/ 16560 h 361314"/>
                <a:gd name="T32" fmla="*/ 121704 w 131445"/>
                <a:gd name="T33" fmla="*/ 7099 h 361314"/>
                <a:gd name="T34" fmla="*/ 111417 w 131445"/>
                <a:gd name="T35" fmla="*/ 1143 h 361314"/>
                <a:gd name="T36" fmla="*/ 99491 w 131445"/>
                <a:gd name="T37" fmla="*/ 0 h 361314"/>
                <a:gd name="T38" fmla="*/ 88201 w 131445"/>
                <a:gd name="T39" fmla="*/ 3683 h 361314"/>
                <a:gd name="T40" fmla="*/ 78803 w 131445"/>
                <a:gd name="T41" fmla="*/ 11480 h 361314"/>
                <a:gd name="T42" fmla="*/ 72529 w 131445"/>
                <a:gd name="T43" fmla="*/ 22707 h 361314"/>
                <a:gd name="T44" fmla="*/ 70739 w 131445"/>
                <a:gd name="T45" fmla="*/ 35344 h 361314"/>
                <a:gd name="T46" fmla="*/ 73545 w 131445"/>
                <a:gd name="T47" fmla="*/ 47040 h 361314"/>
                <a:gd name="T48" fmla="*/ 80391 w 131445"/>
                <a:gd name="T49" fmla="*/ 56515 h 361314"/>
                <a:gd name="T50" fmla="*/ 90678 w 131445"/>
                <a:gd name="T51" fmla="*/ 62471 h 361314"/>
                <a:gd name="T52" fmla="*/ 102603 w 131445"/>
                <a:gd name="T53" fmla="*/ 63601 h 361314"/>
                <a:gd name="T54" fmla="*/ 113893 w 131445"/>
                <a:gd name="T55" fmla="*/ 59918 h 361314"/>
                <a:gd name="T56" fmla="*/ 123291 w 131445"/>
                <a:gd name="T57" fmla="*/ 52120 h 361314"/>
                <a:gd name="T58" fmla="*/ 129565 w 131445"/>
                <a:gd name="T59" fmla="*/ 40906 h 361314"/>
                <a:gd name="T60" fmla="*/ 131356 w 131445"/>
                <a:gd name="T61" fmla="*/ 28257 h 36131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131445" h="361314">
                  <a:moveTo>
                    <a:pt x="70027" y="320243"/>
                  </a:moveTo>
                  <a:lnTo>
                    <a:pt x="66789" y="306730"/>
                  </a:lnTo>
                  <a:lnTo>
                    <a:pt x="65024" y="304304"/>
                  </a:lnTo>
                  <a:lnTo>
                    <a:pt x="7404" y="304304"/>
                  </a:lnTo>
                  <a:lnTo>
                    <a:pt x="2070" y="313842"/>
                  </a:lnTo>
                  <a:lnTo>
                    <a:pt x="0" y="328434"/>
                  </a:lnTo>
                  <a:lnTo>
                    <a:pt x="3263" y="341922"/>
                  </a:lnTo>
                  <a:lnTo>
                    <a:pt x="11176" y="352844"/>
                  </a:lnTo>
                  <a:lnTo>
                    <a:pt x="23063" y="359714"/>
                  </a:lnTo>
                  <a:lnTo>
                    <a:pt x="36830" y="361022"/>
                  </a:lnTo>
                  <a:lnTo>
                    <a:pt x="49860" y="356793"/>
                  </a:lnTo>
                  <a:lnTo>
                    <a:pt x="60718" y="347802"/>
                  </a:lnTo>
                  <a:lnTo>
                    <a:pt x="67957" y="334873"/>
                  </a:lnTo>
                  <a:lnTo>
                    <a:pt x="70027" y="320243"/>
                  </a:lnTo>
                  <a:close/>
                </a:path>
                <a:path w="131445" h="361314">
                  <a:moveTo>
                    <a:pt x="131356" y="28257"/>
                  </a:moveTo>
                  <a:lnTo>
                    <a:pt x="128536" y="16560"/>
                  </a:lnTo>
                  <a:lnTo>
                    <a:pt x="121704" y="7099"/>
                  </a:lnTo>
                  <a:lnTo>
                    <a:pt x="111417" y="1143"/>
                  </a:lnTo>
                  <a:lnTo>
                    <a:pt x="99491" y="0"/>
                  </a:lnTo>
                  <a:lnTo>
                    <a:pt x="88201" y="3683"/>
                  </a:lnTo>
                  <a:lnTo>
                    <a:pt x="78803" y="11480"/>
                  </a:lnTo>
                  <a:lnTo>
                    <a:pt x="72529" y="22707"/>
                  </a:lnTo>
                  <a:lnTo>
                    <a:pt x="70739" y="35344"/>
                  </a:lnTo>
                  <a:lnTo>
                    <a:pt x="73545" y="47040"/>
                  </a:lnTo>
                  <a:lnTo>
                    <a:pt x="80391" y="56515"/>
                  </a:lnTo>
                  <a:lnTo>
                    <a:pt x="90678" y="62471"/>
                  </a:lnTo>
                  <a:lnTo>
                    <a:pt x="102603" y="63601"/>
                  </a:lnTo>
                  <a:lnTo>
                    <a:pt x="113893" y="59918"/>
                  </a:lnTo>
                  <a:lnTo>
                    <a:pt x="123291" y="52120"/>
                  </a:lnTo>
                  <a:lnTo>
                    <a:pt x="129565" y="40906"/>
                  </a:lnTo>
                  <a:lnTo>
                    <a:pt x="131356" y="28257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4383" name="object 46">
              <a:extLst>
                <a:ext uri="{FF2B5EF4-FFF2-40B4-BE49-F238E27FC236}">
                  <a16:creationId xmlns="" xmlns:a16="http://schemas.microsoft.com/office/drawing/2014/main" id="{075E48D7-039A-47B8-9E0A-DB0F78D67F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78946" y="4552098"/>
              <a:ext cx="70020" cy="734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384" name="object 47">
              <a:extLst>
                <a:ext uri="{FF2B5EF4-FFF2-40B4-BE49-F238E27FC236}">
                  <a16:creationId xmlns="" xmlns:a16="http://schemas.microsoft.com/office/drawing/2014/main" id="{1DA7B2C2-89B5-4F4C-A097-9BAD2B6C80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5308" y="6251658"/>
              <a:ext cx="74201" cy="7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385" name="object 48">
              <a:extLst>
                <a:ext uri="{FF2B5EF4-FFF2-40B4-BE49-F238E27FC236}">
                  <a16:creationId xmlns="" xmlns:a16="http://schemas.microsoft.com/office/drawing/2014/main" id="{B89B7062-3EB8-4C22-9988-31A8DCC837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80388" y="6303516"/>
              <a:ext cx="74209" cy="778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86" name="object 49">
              <a:extLst>
                <a:ext uri="{FF2B5EF4-FFF2-40B4-BE49-F238E27FC236}">
                  <a16:creationId xmlns="" xmlns:a16="http://schemas.microsoft.com/office/drawing/2014/main" id="{89E01BFB-2CE1-48AA-9FFB-0B8E32F1CA0F}"/>
                </a:ext>
              </a:extLst>
            </p:cNvPr>
            <p:cNvSpPr>
              <a:spLocks/>
            </p:cNvSpPr>
            <p:nvPr/>
          </p:nvSpPr>
          <p:spPr bwMode="auto">
            <a:xfrm>
              <a:off x="957072" y="2268232"/>
              <a:ext cx="4003675" cy="4151629"/>
            </a:xfrm>
            <a:custGeom>
              <a:avLst/>
              <a:gdLst>
                <a:gd name="T0" fmla="*/ 10947 w 4003675"/>
                <a:gd name="T1" fmla="*/ 3784295 h 4151629"/>
                <a:gd name="T2" fmla="*/ 3073 w 4003675"/>
                <a:gd name="T3" fmla="*/ 3807549 h 4151629"/>
                <a:gd name="T4" fmla="*/ 23825 w 4003675"/>
                <a:gd name="T5" fmla="*/ 3801287 h 4151629"/>
                <a:gd name="T6" fmla="*/ 137477 w 4003675"/>
                <a:gd name="T7" fmla="*/ 3866438 h 4151629"/>
                <a:gd name="T8" fmla="*/ 118732 w 4003675"/>
                <a:gd name="T9" fmla="*/ 3876852 h 4151629"/>
                <a:gd name="T10" fmla="*/ 136448 w 4003675"/>
                <a:gd name="T11" fmla="*/ 3882504 h 4151629"/>
                <a:gd name="T12" fmla="*/ 264820 w 4003675"/>
                <a:gd name="T13" fmla="*/ 3940340 h 4151629"/>
                <a:gd name="T14" fmla="*/ 240258 w 4003675"/>
                <a:gd name="T15" fmla="*/ 3932491 h 4151629"/>
                <a:gd name="T16" fmla="*/ 252387 w 4003675"/>
                <a:gd name="T17" fmla="*/ 3959085 h 4151629"/>
                <a:gd name="T18" fmla="*/ 264820 w 4003675"/>
                <a:gd name="T19" fmla="*/ 3940340 h 4151629"/>
                <a:gd name="T20" fmla="*/ 372313 w 4003675"/>
                <a:gd name="T21" fmla="*/ 3990187 h 4151629"/>
                <a:gd name="T22" fmla="*/ 363385 w 4003675"/>
                <a:gd name="T23" fmla="*/ 4016565 h 4151629"/>
                <a:gd name="T24" fmla="*/ 386930 w 4003675"/>
                <a:gd name="T25" fmla="*/ 4009466 h 4151629"/>
                <a:gd name="T26" fmla="*/ 513994 w 4003675"/>
                <a:gd name="T27" fmla="*/ 4048658 h 4151629"/>
                <a:gd name="T28" fmla="*/ 487934 w 4003675"/>
                <a:gd name="T29" fmla="*/ 4063047 h 4151629"/>
                <a:gd name="T30" fmla="*/ 512533 w 4003675"/>
                <a:gd name="T31" fmla="*/ 4070908 h 4151629"/>
                <a:gd name="T32" fmla="*/ 651167 w 4003675"/>
                <a:gd name="T33" fmla="*/ 4103992 h 4151629"/>
                <a:gd name="T34" fmla="*/ 639826 w 4003675"/>
                <a:gd name="T35" fmla="*/ 4088561 h 4151629"/>
                <a:gd name="T36" fmla="*/ 621284 w 4003675"/>
                <a:gd name="T37" fmla="*/ 4094454 h 4151629"/>
                <a:gd name="T38" fmla="*/ 618286 w 4003675"/>
                <a:gd name="T39" fmla="*/ 4114673 h 4151629"/>
                <a:gd name="T40" fmla="*/ 634809 w 4003675"/>
                <a:gd name="T41" fmla="*/ 4124096 h 4151629"/>
                <a:gd name="T42" fmla="*/ 650138 w 4003675"/>
                <a:gd name="T43" fmla="*/ 4111206 h 4151629"/>
                <a:gd name="T44" fmla="*/ 783018 w 4003675"/>
                <a:gd name="T45" fmla="*/ 4135907 h 4151629"/>
                <a:gd name="T46" fmla="*/ 766978 w 4003675"/>
                <a:gd name="T47" fmla="*/ 4126788 h 4151629"/>
                <a:gd name="T48" fmla="*/ 752106 w 4003675"/>
                <a:gd name="T49" fmla="*/ 4139273 h 4151629"/>
                <a:gd name="T50" fmla="*/ 782370 w 4003675"/>
                <a:gd name="T51" fmla="*/ 4151503 h 4151629"/>
                <a:gd name="T52" fmla="*/ 3806075 w 4003675"/>
                <a:gd name="T53" fmla="*/ 0 h 4151629"/>
                <a:gd name="T54" fmla="*/ 3783279 w 4003675"/>
                <a:gd name="T55" fmla="*/ 7696 h 4151629"/>
                <a:gd name="T56" fmla="*/ 3805758 w 4003675"/>
                <a:gd name="T57" fmla="*/ 558 h 4151629"/>
                <a:gd name="T58" fmla="*/ 3878211 w 4003675"/>
                <a:gd name="T59" fmla="*/ 101244 h 4151629"/>
                <a:gd name="T60" fmla="*/ 3858183 w 4003675"/>
                <a:gd name="T61" fmla="*/ 89827 h 4151629"/>
                <a:gd name="T62" fmla="*/ 3839603 w 4003675"/>
                <a:gd name="T63" fmla="*/ 105486 h 4151629"/>
                <a:gd name="T64" fmla="*/ 3845001 w 4003675"/>
                <a:gd name="T65" fmla="*/ 128790 h 4151629"/>
                <a:gd name="T66" fmla="*/ 3868102 w 4003675"/>
                <a:gd name="T67" fmla="*/ 131152 h 4151629"/>
                <a:gd name="T68" fmla="*/ 3880154 w 4003675"/>
                <a:gd name="T69" fmla="*/ 109308 h 4151629"/>
                <a:gd name="T70" fmla="*/ 3935742 w 4003675"/>
                <a:gd name="T71" fmla="*/ 223977 h 4151629"/>
                <a:gd name="T72" fmla="*/ 3912641 w 4003675"/>
                <a:gd name="T73" fmla="*/ 221602 h 4151629"/>
                <a:gd name="T74" fmla="*/ 3900576 w 4003675"/>
                <a:gd name="T75" fmla="*/ 243433 h 4151629"/>
                <a:gd name="T76" fmla="*/ 3914356 w 4003675"/>
                <a:gd name="T77" fmla="*/ 262115 h 4151629"/>
                <a:gd name="T78" fmla="*/ 3936835 w 4003675"/>
                <a:gd name="T79" fmla="*/ 255003 h 4151629"/>
                <a:gd name="T80" fmla="*/ 4003090 w 4003675"/>
                <a:gd name="T81" fmla="*/ 370916 h 4151629"/>
                <a:gd name="T82" fmla="*/ 3985882 w 4003675"/>
                <a:gd name="T83" fmla="*/ 347535 h 4151629"/>
                <a:gd name="T84" fmla="*/ 3957751 w 4003675"/>
                <a:gd name="T85" fmla="*/ 356438 h 4151629"/>
                <a:gd name="T86" fmla="*/ 3953243 w 4003675"/>
                <a:gd name="T87" fmla="*/ 387083 h 4151629"/>
                <a:gd name="T88" fmla="*/ 3978287 w 4003675"/>
                <a:gd name="T89" fmla="*/ 401332 h 4151629"/>
                <a:gd name="T90" fmla="*/ 4001554 w 4003675"/>
                <a:gd name="T91" fmla="*/ 381825 h 4151629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0" t="0" r="r" b="b"/>
              <a:pathLst>
                <a:path w="4003675" h="4151629">
                  <a:moveTo>
                    <a:pt x="25984" y="3794899"/>
                  </a:moveTo>
                  <a:lnTo>
                    <a:pt x="22923" y="3788118"/>
                  </a:lnTo>
                  <a:lnTo>
                    <a:pt x="10947" y="3784295"/>
                  </a:lnTo>
                  <a:lnTo>
                    <a:pt x="4330" y="3787991"/>
                  </a:lnTo>
                  <a:lnTo>
                    <a:pt x="0" y="3800818"/>
                  </a:lnTo>
                  <a:lnTo>
                    <a:pt x="3073" y="3807549"/>
                  </a:lnTo>
                  <a:lnTo>
                    <a:pt x="15062" y="3811371"/>
                  </a:lnTo>
                  <a:lnTo>
                    <a:pt x="21653" y="3807726"/>
                  </a:lnTo>
                  <a:lnTo>
                    <a:pt x="23825" y="3801287"/>
                  </a:lnTo>
                  <a:lnTo>
                    <a:pt x="25984" y="3794899"/>
                  </a:lnTo>
                  <a:close/>
                </a:path>
                <a:path w="4003675" h="4151629">
                  <a:moveTo>
                    <a:pt x="140017" y="3871976"/>
                  </a:moveTo>
                  <a:lnTo>
                    <a:pt x="137477" y="3866438"/>
                  </a:lnTo>
                  <a:lnTo>
                    <a:pt x="127723" y="3863327"/>
                  </a:lnTo>
                  <a:lnTo>
                    <a:pt x="122301" y="3866324"/>
                  </a:lnTo>
                  <a:lnTo>
                    <a:pt x="118732" y="3876852"/>
                  </a:lnTo>
                  <a:lnTo>
                    <a:pt x="121285" y="3882352"/>
                  </a:lnTo>
                  <a:lnTo>
                    <a:pt x="131038" y="3885463"/>
                  </a:lnTo>
                  <a:lnTo>
                    <a:pt x="136448" y="3882504"/>
                  </a:lnTo>
                  <a:lnTo>
                    <a:pt x="138239" y="3877221"/>
                  </a:lnTo>
                  <a:lnTo>
                    <a:pt x="140017" y="3871976"/>
                  </a:lnTo>
                  <a:close/>
                </a:path>
                <a:path w="4003675" h="4151629">
                  <a:moveTo>
                    <a:pt x="264820" y="3940340"/>
                  </a:moveTo>
                  <a:lnTo>
                    <a:pt x="261302" y="3932694"/>
                  </a:lnTo>
                  <a:lnTo>
                    <a:pt x="247726" y="3928364"/>
                  </a:lnTo>
                  <a:lnTo>
                    <a:pt x="240258" y="3932491"/>
                  </a:lnTo>
                  <a:lnTo>
                    <a:pt x="235331" y="3947071"/>
                  </a:lnTo>
                  <a:lnTo>
                    <a:pt x="238798" y="3954742"/>
                  </a:lnTo>
                  <a:lnTo>
                    <a:pt x="252387" y="3959085"/>
                  </a:lnTo>
                  <a:lnTo>
                    <a:pt x="259892" y="3954907"/>
                  </a:lnTo>
                  <a:lnTo>
                    <a:pt x="262343" y="3947642"/>
                  </a:lnTo>
                  <a:lnTo>
                    <a:pt x="264820" y="3940340"/>
                  </a:lnTo>
                  <a:close/>
                </a:path>
                <a:path w="4003675" h="4151629">
                  <a:moveTo>
                    <a:pt x="389407" y="4002163"/>
                  </a:moveTo>
                  <a:lnTo>
                    <a:pt x="385876" y="3994518"/>
                  </a:lnTo>
                  <a:lnTo>
                    <a:pt x="372313" y="3990187"/>
                  </a:lnTo>
                  <a:lnTo>
                    <a:pt x="364820" y="3994315"/>
                  </a:lnTo>
                  <a:lnTo>
                    <a:pt x="359879" y="4008932"/>
                  </a:lnTo>
                  <a:lnTo>
                    <a:pt x="363385" y="4016565"/>
                  </a:lnTo>
                  <a:lnTo>
                    <a:pt x="376948" y="4020896"/>
                  </a:lnTo>
                  <a:lnTo>
                    <a:pt x="384454" y="4016781"/>
                  </a:lnTo>
                  <a:lnTo>
                    <a:pt x="386930" y="4009466"/>
                  </a:lnTo>
                  <a:lnTo>
                    <a:pt x="389407" y="4002163"/>
                  </a:lnTo>
                  <a:close/>
                </a:path>
                <a:path w="4003675" h="4151629">
                  <a:moveTo>
                    <a:pt x="517461" y="4056329"/>
                  </a:moveTo>
                  <a:lnTo>
                    <a:pt x="513994" y="4048658"/>
                  </a:lnTo>
                  <a:lnTo>
                    <a:pt x="500392" y="4044315"/>
                  </a:lnTo>
                  <a:lnTo>
                    <a:pt x="492861" y="4048480"/>
                  </a:lnTo>
                  <a:lnTo>
                    <a:pt x="487934" y="4063047"/>
                  </a:lnTo>
                  <a:lnTo>
                    <a:pt x="491451" y="4070743"/>
                  </a:lnTo>
                  <a:lnTo>
                    <a:pt x="505053" y="4075087"/>
                  </a:lnTo>
                  <a:lnTo>
                    <a:pt x="512533" y="4070908"/>
                  </a:lnTo>
                  <a:lnTo>
                    <a:pt x="515010" y="4063593"/>
                  </a:lnTo>
                  <a:lnTo>
                    <a:pt x="517461" y="4056329"/>
                  </a:lnTo>
                  <a:close/>
                </a:path>
                <a:path w="4003675" h="4151629">
                  <a:moveTo>
                    <a:pt x="651167" y="4103992"/>
                  </a:moveTo>
                  <a:lnTo>
                    <a:pt x="649566" y="4097324"/>
                  </a:lnTo>
                  <a:lnTo>
                    <a:pt x="645680" y="4091940"/>
                  </a:lnTo>
                  <a:lnTo>
                    <a:pt x="639826" y="4088561"/>
                  </a:lnTo>
                  <a:lnTo>
                    <a:pt x="633044" y="4087914"/>
                  </a:lnTo>
                  <a:lnTo>
                    <a:pt x="626630" y="4090009"/>
                  </a:lnTo>
                  <a:lnTo>
                    <a:pt x="621284" y="4094454"/>
                  </a:lnTo>
                  <a:lnTo>
                    <a:pt x="617702" y="4100855"/>
                  </a:lnTo>
                  <a:lnTo>
                    <a:pt x="616686" y="4108031"/>
                  </a:lnTo>
                  <a:lnTo>
                    <a:pt x="618286" y="4114673"/>
                  </a:lnTo>
                  <a:lnTo>
                    <a:pt x="622185" y="4120057"/>
                  </a:lnTo>
                  <a:lnTo>
                    <a:pt x="628027" y="4123448"/>
                  </a:lnTo>
                  <a:lnTo>
                    <a:pt x="634809" y="4124096"/>
                  </a:lnTo>
                  <a:lnTo>
                    <a:pt x="641235" y="4122001"/>
                  </a:lnTo>
                  <a:lnTo>
                    <a:pt x="646582" y="4117568"/>
                  </a:lnTo>
                  <a:lnTo>
                    <a:pt x="650138" y="4111206"/>
                  </a:lnTo>
                  <a:lnTo>
                    <a:pt x="651167" y="4103992"/>
                  </a:lnTo>
                  <a:close/>
                </a:path>
                <a:path w="4003675" h="4151629">
                  <a:moveTo>
                    <a:pt x="784580" y="4142346"/>
                  </a:moveTo>
                  <a:lnTo>
                    <a:pt x="783018" y="4135907"/>
                  </a:lnTo>
                  <a:lnTo>
                    <a:pt x="779233" y="4130700"/>
                  </a:lnTo>
                  <a:lnTo>
                    <a:pt x="773557" y="4127423"/>
                  </a:lnTo>
                  <a:lnTo>
                    <a:pt x="766978" y="4126788"/>
                  </a:lnTo>
                  <a:lnTo>
                    <a:pt x="760755" y="4128808"/>
                  </a:lnTo>
                  <a:lnTo>
                    <a:pt x="755561" y="4133088"/>
                  </a:lnTo>
                  <a:lnTo>
                    <a:pt x="752106" y="4139273"/>
                  </a:lnTo>
                  <a:lnTo>
                    <a:pt x="751116" y="4146258"/>
                  </a:lnTo>
                  <a:lnTo>
                    <a:pt x="752386" y="4151503"/>
                  </a:lnTo>
                  <a:lnTo>
                    <a:pt x="782370" y="4151503"/>
                  </a:lnTo>
                  <a:lnTo>
                    <a:pt x="783602" y="4149318"/>
                  </a:lnTo>
                  <a:lnTo>
                    <a:pt x="784580" y="4142346"/>
                  </a:lnTo>
                  <a:close/>
                </a:path>
                <a:path w="4003675" h="4151629">
                  <a:moveTo>
                    <a:pt x="3806075" y="0"/>
                  </a:moveTo>
                  <a:lnTo>
                    <a:pt x="3773576" y="0"/>
                  </a:lnTo>
                  <a:lnTo>
                    <a:pt x="3776180" y="3594"/>
                  </a:lnTo>
                  <a:lnTo>
                    <a:pt x="3783279" y="7696"/>
                  </a:lnTo>
                  <a:lnTo>
                    <a:pt x="3791496" y="8483"/>
                  </a:lnTo>
                  <a:lnTo>
                    <a:pt x="3799281" y="5943"/>
                  </a:lnTo>
                  <a:lnTo>
                    <a:pt x="3805758" y="558"/>
                  </a:lnTo>
                  <a:lnTo>
                    <a:pt x="3806075" y="0"/>
                  </a:lnTo>
                  <a:close/>
                </a:path>
                <a:path w="4003675" h="4151629">
                  <a:moveTo>
                    <a:pt x="3880154" y="109308"/>
                  </a:moveTo>
                  <a:lnTo>
                    <a:pt x="3878211" y="101244"/>
                  </a:lnTo>
                  <a:lnTo>
                    <a:pt x="3873487" y="94716"/>
                  </a:lnTo>
                  <a:lnTo>
                    <a:pt x="3866388" y="90601"/>
                  </a:lnTo>
                  <a:lnTo>
                    <a:pt x="3858183" y="89827"/>
                  </a:lnTo>
                  <a:lnTo>
                    <a:pt x="3850411" y="92367"/>
                  </a:lnTo>
                  <a:lnTo>
                    <a:pt x="3843934" y="97751"/>
                  </a:lnTo>
                  <a:lnTo>
                    <a:pt x="3839603" y="105486"/>
                  </a:lnTo>
                  <a:lnTo>
                    <a:pt x="3838359" y="114211"/>
                  </a:lnTo>
                  <a:lnTo>
                    <a:pt x="3840302" y="122275"/>
                  </a:lnTo>
                  <a:lnTo>
                    <a:pt x="3845001" y="128790"/>
                  </a:lnTo>
                  <a:lnTo>
                    <a:pt x="3852087" y="132892"/>
                  </a:lnTo>
                  <a:lnTo>
                    <a:pt x="3860317" y="133680"/>
                  </a:lnTo>
                  <a:lnTo>
                    <a:pt x="3868102" y="131152"/>
                  </a:lnTo>
                  <a:lnTo>
                    <a:pt x="3874592" y="125768"/>
                  </a:lnTo>
                  <a:lnTo>
                    <a:pt x="3878923" y="118033"/>
                  </a:lnTo>
                  <a:lnTo>
                    <a:pt x="3880154" y="109308"/>
                  </a:lnTo>
                  <a:close/>
                </a:path>
                <a:path w="4003675" h="4151629">
                  <a:moveTo>
                    <a:pt x="3942397" y="238531"/>
                  </a:moveTo>
                  <a:lnTo>
                    <a:pt x="3940454" y="230492"/>
                  </a:lnTo>
                  <a:lnTo>
                    <a:pt x="3935742" y="223977"/>
                  </a:lnTo>
                  <a:lnTo>
                    <a:pt x="3928643" y="219862"/>
                  </a:lnTo>
                  <a:lnTo>
                    <a:pt x="3920426" y="219075"/>
                  </a:lnTo>
                  <a:lnTo>
                    <a:pt x="3912641" y="221602"/>
                  </a:lnTo>
                  <a:lnTo>
                    <a:pt x="3906151" y="226961"/>
                  </a:lnTo>
                  <a:lnTo>
                    <a:pt x="3901821" y="234683"/>
                  </a:lnTo>
                  <a:lnTo>
                    <a:pt x="3900576" y="243433"/>
                  </a:lnTo>
                  <a:lnTo>
                    <a:pt x="3902532" y="251498"/>
                  </a:lnTo>
                  <a:lnTo>
                    <a:pt x="3907256" y="258025"/>
                  </a:lnTo>
                  <a:lnTo>
                    <a:pt x="3914356" y="262115"/>
                  </a:lnTo>
                  <a:lnTo>
                    <a:pt x="3922572" y="262902"/>
                  </a:lnTo>
                  <a:lnTo>
                    <a:pt x="3930358" y="260375"/>
                  </a:lnTo>
                  <a:lnTo>
                    <a:pt x="3936835" y="255003"/>
                  </a:lnTo>
                  <a:lnTo>
                    <a:pt x="3941165" y="247243"/>
                  </a:lnTo>
                  <a:lnTo>
                    <a:pt x="3942397" y="238531"/>
                  </a:lnTo>
                  <a:close/>
                </a:path>
                <a:path w="4003675" h="4151629">
                  <a:moveTo>
                    <a:pt x="4003090" y="370916"/>
                  </a:moveTo>
                  <a:lnTo>
                    <a:pt x="4000652" y="360832"/>
                  </a:lnTo>
                  <a:lnTo>
                    <a:pt x="3994747" y="352666"/>
                  </a:lnTo>
                  <a:lnTo>
                    <a:pt x="3985882" y="347535"/>
                  </a:lnTo>
                  <a:lnTo>
                    <a:pt x="3975608" y="346557"/>
                  </a:lnTo>
                  <a:lnTo>
                    <a:pt x="3965867" y="349719"/>
                  </a:lnTo>
                  <a:lnTo>
                    <a:pt x="3957751" y="356438"/>
                  </a:lnTo>
                  <a:lnTo>
                    <a:pt x="3952341" y="366115"/>
                  </a:lnTo>
                  <a:lnTo>
                    <a:pt x="3950805" y="377012"/>
                  </a:lnTo>
                  <a:lnTo>
                    <a:pt x="3953243" y="387083"/>
                  </a:lnTo>
                  <a:lnTo>
                    <a:pt x="3959148" y="395236"/>
                  </a:lnTo>
                  <a:lnTo>
                    <a:pt x="3968026" y="400354"/>
                  </a:lnTo>
                  <a:lnTo>
                    <a:pt x="3978287" y="401332"/>
                  </a:lnTo>
                  <a:lnTo>
                    <a:pt x="3988028" y="398183"/>
                  </a:lnTo>
                  <a:lnTo>
                    <a:pt x="3996144" y="391477"/>
                  </a:lnTo>
                  <a:lnTo>
                    <a:pt x="4001554" y="381825"/>
                  </a:lnTo>
                  <a:lnTo>
                    <a:pt x="4003090" y="370916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4387" name="object 50">
              <a:extLst>
                <a:ext uri="{FF2B5EF4-FFF2-40B4-BE49-F238E27FC236}">
                  <a16:creationId xmlns="" xmlns:a16="http://schemas.microsoft.com/office/drawing/2014/main" id="{6DC49191-729F-4B85-9435-DFB0EB7A46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8586" y="2742834"/>
              <a:ext cx="67940" cy="71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88" name="object 51">
              <a:extLst>
                <a:ext uri="{FF2B5EF4-FFF2-40B4-BE49-F238E27FC236}">
                  <a16:creationId xmlns="" xmlns:a16="http://schemas.microsoft.com/office/drawing/2014/main" id="{EB224B4C-A7A4-4545-A7D9-C17D20DEBCA1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0058" y="2882023"/>
              <a:ext cx="36195" cy="199390"/>
            </a:xfrm>
            <a:custGeom>
              <a:avLst/>
              <a:gdLst>
                <a:gd name="T0" fmla="*/ 35648 w 36195"/>
                <a:gd name="T1" fmla="*/ 160090 h 199389"/>
                <a:gd name="T2" fmla="*/ 32397 w 36195"/>
                <a:gd name="T3" fmla="*/ 165919 h 199389"/>
                <a:gd name="T4" fmla="*/ 30137 w 36195"/>
                <a:gd name="T5" fmla="*/ 181845 h 199389"/>
                <a:gd name="T6" fmla="*/ 33680 w 36195"/>
                <a:gd name="T7" fmla="*/ 196552 h 199389"/>
                <a:gd name="T8" fmla="*/ 35648 w 36195"/>
                <a:gd name="T9" fmla="*/ 199282 h 199389"/>
                <a:gd name="T10" fmla="*/ 35648 w 36195"/>
                <a:gd name="T11" fmla="*/ 160090 h 199389"/>
                <a:gd name="T12" fmla="*/ 35661 w 36195"/>
                <a:gd name="T13" fmla="*/ 330 h 199389"/>
                <a:gd name="T14" fmla="*/ 2006 w 36195"/>
                <a:gd name="T15" fmla="*/ 25412 h 199389"/>
                <a:gd name="T16" fmla="*/ 0 w 36195"/>
                <a:gd name="T17" fmla="*/ 39573 h 199389"/>
                <a:gd name="T18" fmla="*/ 3149 w 36195"/>
                <a:gd name="T19" fmla="*/ 52679 h 199389"/>
                <a:gd name="T20" fmla="*/ 10820 w 36195"/>
                <a:gd name="T21" fmla="*/ 63284 h 199389"/>
                <a:gd name="T22" fmla="*/ 22352 w 36195"/>
                <a:gd name="T23" fmla="*/ 69964 h 199389"/>
                <a:gd name="T24" fmla="*/ 35661 w 36195"/>
                <a:gd name="T25" fmla="*/ 71234 h 199389"/>
                <a:gd name="T26" fmla="*/ 35661 w 36195"/>
                <a:gd name="T27" fmla="*/ 330 h 199389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0" t="0" r="r" b="b"/>
              <a:pathLst>
                <a:path w="36195" h="199389">
                  <a:moveTo>
                    <a:pt x="35648" y="160083"/>
                  </a:moveTo>
                  <a:lnTo>
                    <a:pt x="32397" y="165912"/>
                  </a:lnTo>
                  <a:lnTo>
                    <a:pt x="30137" y="181838"/>
                  </a:lnTo>
                  <a:lnTo>
                    <a:pt x="33680" y="196545"/>
                  </a:lnTo>
                  <a:lnTo>
                    <a:pt x="35648" y="199275"/>
                  </a:lnTo>
                  <a:lnTo>
                    <a:pt x="35648" y="160083"/>
                  </a:lnTo>
                  <a:close/>
                </a:path>
                <a:path w="36195" h="199389">
                  <a:moveTo>
                    <a:pt x="35661" y="330"/>
                  </a:moveTo>
                  <a:lnTo>
                    <a:pt x="2006" y="25412"/>
                  </a:lnTo>
                  <a:lnTo>
                    <a:pt x="0" y="39573"/>
                  </a:lnTo>
                  <a:lnTo>
                    <a:pt x="3149" y="52679"/>
                  </a:lnTo>
                  <a:lnTo>
                    <a:pt x="10820" y="63284"/>
                  </a:lnTo>
                  <a:lnTo>
                    <a:pt x="22352" y="69964"/>
                  </a:lnTo>
                  <a:lnTo>
                    <a:pt x="35661" y="71234"/>
                  </a:lnTo>
                  <a:lnTo>
                    <a:pt x="35661" y="330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4389" name="object 52">
              <a:extLst>
                <a:ext uri="{FF2B5EF4-FFF2-40B4-BE49-F238E27FC236}">
                  <a16:creationId xmlns="" xmlns:a16="http://schemas.microsoft.com/office/drawing/2014/main" id="{6526CB4D-AE22-4EBC-8A80-5C2F841E61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1" y="4483590"/>
              <a:ext cx="72288" cy="898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390" name="object 53">
              <a:extLst>
                <a:ext uri="{FF2B5EF4-FFF2-40B4-BE49-F238E27FC236}">
                  <a16:creationId xmlns="" xmlns:a16="http://schemas.microsoft.com/office/drawing/2014/main" id="{BECED571-22FD-4356-AE31-53CF7D2CC6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594" y="4626617"/>
              <a:ext cx="85718" cy="898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91" name="object 54">
              <a:extLst>
                <a:ext uri="{FF2B5EF4-FFF2-40B4-BE49-F238E27FC236}">
                  <a16:creationId xmlns="" xmlns:a16="http://schemas.microsoft.com/office/drawing/2014/main" id="{40953291-360C-4936-8BD5-38C26D536111}"/>
                </a:ext>
              </a:extLst>
            </p:cNvPr>
            <p:cNvSpPr>
              <a:spLocks/>
            </p:cNvSpPr>
            <p:nvPr/>
          </p:nvSpPr>
          <p:spPr bwMode="auto">
            <a:xfrm>
              <a:off x="962875" y="2288997"/>
              <a:ext cx="4063365" cy="4131310"/>
            </a:xfrm>
            <a:custGeom>
              <a:avLst/>
              <a:gdLst>
                <a:gd name="T0" fmla="*/ 15595 w 4063365"/>
                <a:gd name="T1" fmla="*/ 3972877 h 4131310"/>
                <a:gd name="T2" fmla="*/ 2946 w 4063365"/>
                <a:gd name="T3" fmla="*/ 3972763 h 4131310"/>
                <a:gd name="T4" fmla="*/ 2095 w 4063365"/>
                <a:gd name="T5" fmla="*/ 3986098 h 4131310"/>
                <a:gd name="T6" fmla="*/ 14744 w 4063365"/>
                <a:gd name="T7" fmla="*/ 3986199 h 4131310"/>
                <a:gd name="T8" fmla="*/ 17691 w 4063365"/>
                <a:gd name="T9" fmla="*/ 3977475 h 4131310"/>
                <a:gd name="T10" fmla="*/ 138798 w 4063365"/>
                <a:gd name="T11" fmla="*/ 4040568 h 4131310"/>
                <a:gd name="T12" fmla="*/ 119392 w 4063365"/>
                <a:gd name="T13" fmla="*/ 4040390 h 4131310"/>
                <a:gd name="T14" fmla="*/ 118059 w 4063365"/>
                <a:gd name="T15" fmla="*/ 4060888 h 4131310"/>
                <a:gd name="T16" fmla="*/ 137477 w 4063365"/>
                <a:gd name="T17" fmla="*/ 4061028 h 4131310"/>
                <a:gd name="T18" fmla="*/ 142011 w 4063365"/>
                <a:gd name="T19" fmla="*/ 4047604 h 4131310"/>
                <a:gd name="T20" fmla="*/ 264833 w 4063365"/>
                <a:gd name="T21" fmla="*/ 4102176 h 4131310"/>
                <a:gd name="T22" fmla="*/ 240385 w 4063365"/>
                <a:gd name="T23" fmla="*/ 4101973 h 4131310"/>
                <a:gd name="T24" fmla="*/ 238734 w 4063365"/>
                <a:gd name="T25" fmla="*/ 4127766 h 4131310"/>
                <a:gd name="T26" fmla="*/ 258191 w 4063365"/>
                <a:gd name="T27" fmla="*/ 4130738 h 4131310"/>
                <a:gd name="T28" fmla="*/ 268884 w 4063365"/>
                <a:gd name="T29" fmla="*/ 4111066 h 4131310"/>
                <a:gd name="T30" fmla="*/ 2321382 w 4063365"/>
                <a:gd name="T31" fmla="*/ 4123893 h 4131310"/>
                <a:gd name="T32" fmla="*/ 2287371 w 4063365"/>
                <a:gd name="T33" fmla="*/ 4127614 h 4131310"/>
                <a:gd name="T34" fmla="*/ 2333206 w 4063365"/>
                <a:gd name="T35" fmla="*/ 4130738 h 4131310"/>
                <a:gd name="T36" fmla="*/ 2475801 w 4063365"/>
                <a:gd name="T37" fmla="*/ 4091025 h 4131310"/>
                <a:gd name="T38" fmla="*/ 2453068 w 4063365"/>
                <a:gd name="T39" fmla="*/ 4070566 h 4131310"/>
                <a:gd name="T40" fmla="*/ 2422271 w 4063365"/>
                <a:gd name="T41" fmla="*/ 4073944 h 4131310"/>
                <a:gd name="T42" fmla="*/ 2401468 w 4063365"/>
                <a:gd name="T43" fmla="*/ 4099179 h 4131310"/>
                <a:gd name="T44" fmla="*/ 2402624 w 4063365"/>
                <a:gd name="T45" fmla="*/ 4130725 h 4131310"/>
                <a:gd name="T46" fmla="*/ 2477160 w 4063365"/>
                <a:gd name="T47" fmla="*/ 4123334 h 4131310"/>
                <a:gd name="T48" fmla="*/ 4031996 w 4063365"/>
                <a:gd name="T49" fmla="*/ 30822 h 4131310"/>
                <a:gd name="T50" fmla="*/ 3995966 w 4063365"/>
                <a:gd name="T51" fmla="*/ 0 h 4131310"/>
                <a:gd name="T52" fmla="*/ 3983050 w 4063365"/>
                <a:gd name="T53" fmla="*/ 8699 h 4131310"/>
                <a:gd name="T54" fmla="*/ 3975468 w 4063365"/>
                <a:gd name="T55" fmla="*/ 30822 h 4131310"/>
                <a:gd name="T56" fmla="*/ 3978059 w 4063365"/>
                <a:gd name="T57" fmla="*/ 42392 h 4131310"/>
                <a:gd name="T58" fmla="*/ 3994302 w 4063365"/>
                <a:gd name="T59" fmla="*/ 57010 h 4131310"/>
                <a:gd name="T60" fmla="*/ 4016311 w 4063365"/>
                <a:gd name="T61" fmla="*/ 54597 h 4131310"/>
                <a:gd name="T62" fmla="*/ 4031183 w 4063365"/>
                <a:gd name="T63" fmla="*/ 36588 h 4131310"/>
                <a:gd name="T64" fmla="*/ 4031996 w 4063365"/>
                <a:gd name="T65" fmla="*/ 30822 h 4131310"/>
                <a:gd name="T66" fmla="*/ 4053052 w 4063365"/>
                <a:gd name="T67" fmla="*/ 130606 h 4131310"/>
                <a:gd name="T68" fmla="*/ 4037927 w 4063365"/>
                <a:gd name="T69" fmla="*/ 148958 h 4131310"/>
                <a:gd name="T70" fmla="*/ 4038892 w 4063365"/>
                <a:gd name="T71" fmla="*/ 172466 h 4131310"/>
                <a:gd name="T72" fmla="*/ 4055427 w 4063365"/>
                <a:gd name="T73" fmla="*/ 187337 h 4131310"/>
                <a:gd name="T74" fmla="*/ 4062831 w 4063365"/>
                <a:gd name="T75" fmla="*/ 127393 h 4131310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</a:gdLst>
              <a:ahLst/>
              <a:cxnLst>
                <a:cxn ang="T76">
                  <a:pos x="T0" y="T1"/>
                </a:cxn>
                <a:cxn ang="T77">
                  <a:pos x="T2" y="T3"/>
                </a:cxn>
                <a:cxn ang="T78">
                  <a:pos x="T4" y="T5"/>
                </a:cxn>
                <a:cxn ang="T79">
                  <a:pos x="T6" y="T7"/>
                </a:cxn>
                <a:cxn ang="T80">
                  <a:pos x="T8" y="T9"/>
                </a:cxn>
                <a:cxn ang="T81">
                  <a:pos x="T10" y="T11"/>
                </a:cxn>
                <a:cxn ang="T82">
                  <a:pos x="T12" y="T13"/>
                </a:cxn>
                <a:cxn ang="T83">
                  <a:pos x="T14" y="T15"/>
                </a:cxn>
                <a:cxn ang="T84">
                  <a:pos x="T16" y="T17"/>
                </a:cxn>
                <a:cxn ang="T85">
                  <a:pos x="T18" y="T19"/>
                </a:cxn>
                <a:cxn ang="T86">
                  <a:pos x="T20" y="T21"/>
                </a:cxn>
                <a:cxn ang="T87">
                  <a:pos x="T22" y="T23"/>
                </a:cxn>
                <a:cxn ang="T88">
                  <a:pos x="T24" y="T25"/>
                </a:cxn>
                <a:cxn ang="T89">
                  <a:pos x="T26" y="T27"/>
                </a:cxn>
                <a:cxn ang="T90">
                  <a:pos x="T28" y="T29"/>
                </a:cxn>
                <a:cxn ang="T91">
                  <a:pos x="T30" y="T31"/>
                </a:cxn>
                <a:cxn ang="T92">
                  <a:pos x="T32" y="T33"/>
                </a:cxn>
                <a:cxn ang="T93">
                  <a:pos x="T34" y="T35"/>
                </a:cxn>
                <a:cxn ang="T94">
                  <a:pos x="T36" y="T37"/>
                </a:cxn>
                <a:cxn ang="T95">
                  <a:pos x="T38" y="T39"/>
                </a:cxn>
                <a:cxn ang="T96">
                  <a:pos x="T40" y="T41"/>
                </a:cxn>
                <a:cxn ang="T97">
                  <a:pos x="T42" y="T43"/>
                </a:cxn>
                <a:cxn ang="T98">
                  <a:pos x="T44" y="T45"/>
                </a:cxn>
                <a:cxn ang="T99">
                  <a:pos x="T46" y="T47"/>
                </a:cxn>
                <a:cxn ang="T100">
                  <a:pos x="T48" y="T49"/>
                </a:cxn>
                <a:cxn ang="T101">
                  <a:pos x="T50" y="T51"/>
                </a:cxn>
                <a:cxn ang="T102">
                  <a:pos x="T52" y="T53"/>
                </a:cxn>
                <a:cxn ang="T103">
                  <a:pos x="T54" y="T55"/>
                </a:cxn>
                <a:cxn ang="T104">
                  <a:pos x="T56" y="T57"/>
                </a:cxn>
                <a:cxn ang="T105">
                  <a:pos x="T58" y="T59"/>
                </a:cxn>
                <a:cxn ang="T106">
                  <a:pos x="T60" y="T61"/>
                </a:cxn>
                <a:cxn ang="T107">
                  <a:pos x="T62" y="T63"/>
                </a:cxn>
                <a:cxn ang="T108">
                  <a:pos x="T64" y="T65"/>
                </a:cxn>
                <a:cxn ang="T109">
                  <a:pos x="T66" y="T67"/>
                </a:cxn>
                <a:cxn ang="T110">
                  <a:pos x="T68" y="T69"/>
                </a:cxn>
                <a:cxn ang="T111">
                  <a:pos x="T70" y="T71"/>
                </a:cxn>
                <a:cxn ang="T112">
                  <a:pos x="T72" y="T73"/>
                </a:cxn>
                <a:cxn ang="T113">
                  <a:pos x="T74" y="T75"/>
                </a:cxn>
              </a:cxnLst>
              <a:rect l="0" t="0" r="r" b="b"/>
              <a:pathLst>
                <a:path w="4063365" h="4131310">
                  <a:moveTo>
                    <a:pt x="17691" y="3977475"/>
                  </a:moveTo>
                  <a:lnTo>
                    <a:pt x="15595" y="3972877"/>
                  </a:lnTo>
                  <a:lnTo>
                    <a:pt x="7442" y="3970274"/>
                  </a:lnTo>
                  <a:lnTo>
                    <a:pt x="2946" y="3972763"/>
                  </a:lnTo>
                  <a:lnTo>
                    <a:pt x="0" y="3981500"/>
                  </a:lnTo>
                  <a:lnTo>
                    <a:pt x="2095" y="3986098"/>
                  </a:lnTo>
                  <a:lnTo>
                    <a:pt x="10248" y="3988689"/>
                  </a:lnTo>
                  <a:lnTo>
                    <a:pt x="14744" y="3986199"/>
                  </a:lnTo>
                  <a:lnTo>
                    <a:pt x="16230" y="3981793"/>
                  </a:lnTo>
                  <a:lnTo>
                    <a:pt x="17691" y="3977475"/>
                  </a:lnTo>
                  <a:close/>
                </a:path>
                <a:path w="4063365" h="4131310">
                  <a:moveTo>
                    <a:pt x="142011" y="4047604"/>
                  </a:moveTo>
                  <a:lnTo>
                    <a:pt x="138798" y="4040568"/>
                  </a:lnTo>
                  <a:lnTo>
                    <a:pt x="126276" y="4036568"/>
                  </a:lnTo>
                  <a:lnTo>
                    <a:pt x="119392" y="4040390"/>
                  </a:lnTo>
                  <a:lnTo>
                    <a:pt x="114858" y="4053802"/>
                  </a:lnTo>
                  <a:lnTo>
                    <a:pt x="118059" y="4060888"/>
                  </a:lnTo>
                  <a:lnTo>
                    <a:pt x="130568" y="4064889"/>
                  </a:lnTo>
                  <a:lnTo>
                    <a:pt x="137477" y="4061028"/>
                  </a:lnTo>
                  <a:lnTo>
                    <a:pt x="139725" y="4054360"/>
                  </a:lnTo>
                  <a:lnTo>
                    <a:pt x="142011" y="4047604"/>
                  </a:lnTo>
                  <a:close/>
                </a:path>
                <a:path w="4063365" h="4131310">
                  <a:moveTo>
                    <a:pt x="268884" y="4111066"/>
                  </a:moveTo>
                  <a:lnTo>
                    <a:pt x="264833" y="4102176"/>
                  </a:lnTo>
                  <a:lnTo>
                    <a:pt x="249085" y="4097159"/>
                  </a:lnTo>
                  <a:lnTo>
                    <a:pt x="240385" y="4101973"/>
                  </a:lnTo>
                  <a:lnTo>
                    <a:pt x="234670" y="4118889"/>
                  </a:lnTo>
                  <a:lnTo>
                    <a:pt x="238734" y="4127766"/>
                  </a:lnTo>
                  <a:lnTo>
                    <a:pt x="248005" y="4130738"/>
                  </a:lnTo>
                  <a:lnTo>
                    <a:pt x="258191" y="4130738"/>
                  </a:lnTo>
                  <a:lnTo>
                    <a:pt x="263169" y="4127982"/>
                  </a:lnTo>
                  <a:lnTo>
                    <a:pt x="268884" y="4111066"/>
                  </a:lnTo>
                  <a:close/>
                </a:path>
                <a:path w="4063365" h="4131310">
                  <a:moveTo>
                    <a:pt x="2333206" y="4130738"/>
                  </a:moveTo>
                  <a:lnTo>
                    <a:pt x="2321382" y="4123893"/>
                  </a:lnTo>
                  <a:lnTo>
                    <a:pt x="2303919" y="4122229"/>
                  </a:lnTo>
                  <a:lnTo>
                    <a:pt x="2287371" y="4127614"/>
                  </a:lnTo>
                  <a:lnTo>
                    <a:pt x="2283599" y="4130738"/>
                  </a:lnTo>
                  <a:lnTo>
                    <a:pt x="2333206" y="4130738"/>
                  </a:lnTo>
                  <a:close/>
                </a:path>
                <a:path w="4063365" h="4131310">
                  <a:moveTo>
                    <a:pt x="2479535" y="4106545"/>
                  </a:moveTo>
                  <a:lnTo>
                    <a:pt x="2475801" y="4091025"/>
                  </a:lnTo>
                  <a:lnTo>
                    <a:pt x="2466708" y="4078465"/>
                  </a:lnTo>
                  <a:lnTo>
                    <a:pt x="2453068" y="4070566"/>
                  </a:lnTo>
                  <a:lnTo>
                    <a:pt x="2437244" y="4069054"/>
                  </a:lnTo>
                  <a:lnTo>
                    <a:pt x="2422271" y="4073944"/>
                  </a:lnTo>
                  <a:lnTo>
                    <a:pt x="2409787" y="4084282"/>
                  </a:lnTo>
                  <a:lnTo>
                    <a:pt x="2401468" y="4099179"/>
                  </a:lnTo>
                  <a:lnTo>
                    <a:pt x="2399068" y="4115968"/>
                  </a:lnTo>
                  <a:lnTo>
                    <a:pt x="2402624" y="4130725"/>
                  </a:lnTo>
                  <a:lnTo>
                    <a:pt x="2473020" y="4130725"/>
                  </a:lnTo>
                  <a:lnTo>
                    <a:pt x="2477160" y="4123334"/>
                  </a:lnTo>
                  <a:lnTo>
                    <a:pt x="2479535" y="4106545"/>
                  </a:lnTo>
                  <a:close/>
                </a:path>
                <a:path w="4063365" h="4131310">
                  <a:moveTo>
                    <a:pt x="4031996" y="30822"/>
                  </a:moveTo>
                  <a:lnTo>
                    <a:pt x="4006875" y="5664"/>
                  </a:lnTo>
                  <a:lnTo>
                    <a:pt x="3995966" y="0"/>
                  </a:lnTo>
                  <a:lnTo>
                    <a:pt x="3991953" y="1308"/>
                  </a:lnTo>
                  <a:lnTo>
                    <a:pt x="3983050" y="8699"/>
                  </a:lnTo>
                  <a:lnTo>
                    <a:pt x="3977094" y="19329"/>
                  </a:lnTo>
                  <a:lnTo>
                    <a:pt x="3975468" y="30822"/>
                  </a:lnTo>
                  <a:lnTo>
                    <a:pt x="3975392" y="31318"/>
                  </a:lnTo>
                  <a:lnTo>
                    <a:pt x="3978059" y="42392"/>
                  </a:lnTo>
                  <a:lnTo>
                    <a:pt x="3984548" y="51358"/>
                  </a:lnTo>
                  <a:lnTo>
                    <a:pt x="3994302" y="57010"/>
                  </a:lnTo>
                  <a:lnTo>
                    <a:pt x="4005605" y="58089"/>
                  </a:lnTo>
                  <a:lnTo>
                    <a:pt x="4016311" y="54597"/>
                  </a:lnTo>
                  <a:lnTo>
                    <a:pt x="4025239" y="47218"/>
                  </a:lnTo>
                  <a:lnTo>
                    <a:pt x="4031183" y="36588"/>
                  </a:lnTo>
                  <a:lnTo>
                    <a:pt x="4031932" y="31318"/>
                  </a:lnTo>
                  <a:lnTo>
                    <a:pt x="4031996" y="30822"/>
                  </a:lnTo>
                  <a:close/>
                </a:path>
                <a:path w="4063365" h="4131310">
                  <a:moveTo>
                    <a:pt x="4062831" y="127393"/>
                  </a:moveTo>
                  <a:lnTo>
                    <a:pt x="4053052" y="130606"/>
                  </a:lnTo>
                  <a:lnTo>
                    <a:pt x="4043972" y="138137"/>
                  </a:lnTo>
                  <a:lnTo>
                    <a:pt x="4037927" y="148958"/>
                  </a:lnTo>
                  <a:lnTo>
                    <a:pt x="4036187" y="161175"/>
                  </a:lnTo>
                  <a:lnTo>
                    <a:pt x="4038892" y="172466"/>
                  </a:lnTo>
                  <a:lnTo>
                    <a:pt x="4045496" y="181597"/>
                  </a:lnTo>
                  <a:lnTo>
                    <a:pt x="4055427" y="187337"/>
                  </a:lnTo>
                  <a:lnTo>
                    <a:pt x="4062831" y="188048"/>
                  </a:lnTo>
                  <a:lnTo>
                    <a:pt x="4062831" y="127393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4341" name="object 2">
            <a:extLst>
              <a:ext uri="{FF2B5EF4-FFF2-40B4-BE49-F238E27FC236}">
                <a16:creationId xmlns="" xmlns:a16="http://schemas.microsoft.com/office/drawing/2014/main" id="{0735B4FD-8B6B-4856-A194-8697D7559D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13" y="3257550"/>
            <a:ext cx="402272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163"/>
              </a:spcBef>
            </a:pPr>
            <a:r>
              <a:rPr lang="ru-RU" altLang="ru-RU" sz="2800">
                <a:solidFill>
                  <a:srgbClr val="F47629"/>
                </a:solidFill>
                <a:latin typeface="Inter Bold" panose="02000803000000020004" pitchFamily="2" charset="0"/>
              </a:rPr>
              <a:t>тонн продукции в год</a:t>
            </a:r>
          </a:p>
        </p:txBody>
      </p:sp>
      <p:sp>
        <p:nvSpPr>
          <p:cNvPr id="14342" name="object 3">
            <a:extLst>
              <a:ext uri="{FF2B5EF4-FFF2-40B4-BE49-F238E27FC236}">
                <a16:creationId xmlns="" xmlns:a16="http://schemas.microsoft.com/office/drawing/2014/main" id="{7BE84223-3A5B-40EB-93D1-00599EBDA7DA}"/>
              </a:ext>
            </a:extLst>
          </p:cNvPr>
          <p:cNvSpPr txBox="1">
            <a:spLocks/>
          </p:cNvSpPr>
          <p:nvPr/>
        </p:nvSpPr>
        <p:spPr bwMode="auto">
          <a:xfrm>
            <a:off x="1287463" y="695325"/>
            <a:ext cx="4106862" cy="1328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5138"/>
              </a:lnSpc>
              <a:spcBef>
                <a:spcPts val="163"/>
              </a:spcBef>
            </a:pPr>
            <a:r>
              <a:rPr lang="ru-RU" altLang="ru-RU"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ЦЕХ ЛАКОВ</a:t>
            </a:r>
          </a:p>
        </p:txBody>
      </p:sp>
      <p:sp>
        <p:nvSpPr>
          <p:cNvPr id="14343" name="object 4">
            <a:extLst>
              <a:ext uri="{FF2B5EF4-FFF2-40B4-BE49-F238E27FC236}">
                <a16:creationId xmlns="" xmlns:a16="http://schemas.microsoft.com/office/drawing/2014/main" id="{4A783DB6-1971-4B04-BEA3-27DFD05730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8563" y="4165600"/>
            <a:ext cx="6284912" cy="204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3578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lnSpc>
                <a:spcPct val="110000"/>
              </a:lnSpc>
              <a:spcBef>
                <a:spcPts val="288"/>
              </a:spcBef>
            </a:pPr>
            <a:r>
              <a:rPr lang="ru-RU" altLang="ru-RU" sz="2000" dirty="0">
                <a:solidFill>
                  <a:srgbClr val="000000"/>
                </a:solidFill>
                <a:latin typeface="Inter Regular" panose="02000503000000020004" pitchFamily="2" charset="0"/>
              </a:rPr>
              <a:t>Цех выпускает полуфабрикатные лаки, применяющиеся при производстве эмалей, а также фасованные лаки для различных видов поверхностей. Производство полуфабрикатных лаков как для нужд ЗАО «ЭМПИЛС», так и для других предприятий.</a:t>
            </a:r>
          </a:p>
        </p:txBody>
      </p:sp>
      <p:sp>
        <p:nvSpPr>
          <p:cNvPr id="14344" name="object 5">
            <a:extLst>
              <a:ext uri="{FF2B5EF4-FFF2-40B4-BE49-F238E27FC236}">
                <a16:creationId xmlns="" xmlns:a16="http://schemas.microsoft.com/office/drawing/2014/main" id="{9507A7D2-E9E1-4A76-BCC1-F3FDF330B5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25063" y="690563"/>
            <a:ext cx="4718050" cy="1111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5138"/>
              </a:lnSpc>
              <a:spcBef>
                <a:spcPts val="163"/>
              </a:spcBef>
            </a:pPr>
            <a:r>
              <a:rPr lang="ru-RU" altLang="ru-RU" sz="4400" b="1">
                <a:solidFill>
                  <a:srgbClr val="656565"/>
                </a:solidFill>
                <a:latin typeface="Inter Extra Bold" panose="02000903000000020004" pitchFamily="2" charset="0"/>
              </a:rPr>
              <a:t>ЦЕХ ЭМАЛЕЙ</a:t>
            </a:r>
            <a:endParaRPr lang="ru-RU" altLang="ru-RU" sz="4400">
              <a:latin typeface="Inter Extra Bold" panose="02000903000000020004" pitchFamily="2" charset="0"/>
            </a:endParaRPr>
          </a:p>
          <a:p>
            <a:pPr eaLnBrk="1" hangingPunct="1">
              <a:lnSpc>
                <a:spcPts val="3438"/>
              </a:lnSpc>
            </a:pPr>
            <a:r>
              <a:rPr lang="ru-RU" altLang="ru-RU" sz="3000">
                <a:solidFill>
                  <a:srgbClr val="656565"/>
                </a:solidFill>
                <a:latin typeface="Inter Regular" panose="02000503000000020004" pitchFamily="2" charset="0"/>
              </a:rPr>
              <a:t>малотоннажные партии</a:t>
            </a:r>
            <a:endParaRPr lang="ru-RU" altLang="ru-RU" sz="3000">
              <a:latin typeface="Inter Regular" panose="02000503000000020004" pitchFamily="2" charset="0"/>
            </a:endParaRPr>
          </a:p>
        </p:txBody>
      </p:sp>
      <p:sp>
        <p:nvSpPr>
          <p:cNvPr id="14345" name="object 6">
            <a:extLst>
              <a:ext uri="{FF2B5EF4-FFF2-40B4-BE49-F238E27FC236}">
                <a16:creationId xmlns="" xmlns:a16="http://schemas.microsoft.com/office/drawing/2014/main" id="{D18C5B44-A0C4-4243-881B-7C9489F968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75850" y="2074863"/>
            <a:ext cx="6224588" cy="1509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3000"/>
              </a:lnSpc>
              <a:spcBef>
                <a:spcPts val="163"/>
              </a:spcBef>
            </a:pPr>
            <a:r>
              <a:rPr lang="ru-RU" altLang="ru-RU" sz="9400">
                <a:solidFill>
                  <a:srgbClr val="F47629"/>
                </a:solidFill>
                <a:latin typeface="Inter Extra Bold" panose="02000903000000020004" pitchFamily="2" charset="0"/>
              </a:rPr>
              <a:t>18 000</a:t>
            </a:r>
          </a:p>
        </p:txBody>
      </p:sp>
      <p:sp>
        <p:nvSpPr>
          <p:cNvPr id="14346" name="object 7">
            <a:extLst>
              <a:ext uri="{FF2B5EF4-FFF2-40B4-BE49-F238E27FC236}">
                <a16:creationId xmlns="" xmlns:a16="http://schemas.microsoft.com/office/drawing/2014/main" id="{40952F38-8D02-4EC7-A812-A4F88A4AAD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66338" y="4164013"/>
            <a:ext cx="7265987" cy="206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3578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lnSpc>
                <a:spcPct val="110000"/>
              </a:lnSpc>
              <a:spcBef>
                <a:spcPts val="288"/>
              </a:spcBef>
            </a:pPr>
            <a:r>
              <a:rPr lang="ru-RU" altLang="ru-RU" sz="2000">
                <a:solidFill>
                  <a:srgbClr val="000000"/>
                </a:solidFill>
                <a:latin typeface="Inter Regular" panose="02000503000000020004" pitchFamily="2" charset="0"/>
              </a:rPr>
              <a:t>Производство ведется c применением дежевой технологии, позволяющей гибко менять ассортимент и оперативно переходить с выпуска одного вида продукции на другой.</a:t>
            </a:r>
          </a:p>
          <a:p>
            <a:pPr algn="just" eaLnBrk="1" hangingPunct="1">
              <a:lnSpc>
                <a:spcPct val="110000"/>
              </a:lnSpc>
            </a:pPr>
            <a:r>
              <a:rPr lang="ru-RU" altLang="ru-RU" sz="2000">
                <a:solidFill>
                  <a:srgbClr val="000000"/>
                </a:solidFill>
                <a:latin typeface="Inter Regular" panose="02000503000000020004" pitchFamily="2" charset="0"/>
              </a:rPr>
              <a:t>Цех может производить небольшие партии ЛКМ (от 700 кг), а также экспериментальные партии по специальным и индивидуальным заказам.</a:t>
            </a:r>
          </a:p>
        </p:txBody>
      </p:sp>
      <p:grpSp>
        <p:nvGrpSpPr>
          <p:cNvPr id="14347" name="object 8">
            <a:extLst>
              <a:ext uri="{FF2B5EF4-FFF2-40B4-BE49-F238E27FC236}">
                <a16:creationId xmlns="" xmlns:a16="http://schemas.microsoft.com/office/drawing/2014/main" id="{FA0B8E2D-D0E7-4FA4-BA40-6E1B7E3717E7}"/>
              </a:ext>
            </a:extLst>
          </p:cNvPr>
          <p:cNvGrpSpPr>
            <a:grpSpLocks/>
          </p:cNvGrpSpPr>
          <p:nvPr/>
        </p:nvGrpSpPr>
        <p:grpSpPr bwMode="auto">
          <a:xfrm>
            <a:off x="2074863" y="8581273"/>
            <a:ext cx="66675" cy="276225"/>
            <a:chOff x="1369388" y="6047378"/>
            <a:chExt cx="38735" cy="203835"/>
          </a:xfrm>
        </p:grpSpPr>
        <p:sp>
          <p:nvSpPr>
            <p:cNvPr id="14374" name="object 9">
              <a:extLst>
                <a:ext uri="{FF2B5EF4-FFF2-40B4-BE49-F238E27FC236}">
                  <a16:creationId xmlns="" xmlns:a16="http://schemas.microsoft.com/office/drawing/2014/main" id="{61805779-572C-448E-BD3D-D1F484E807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8553" y="6066618"/>
              <a:ext cx="0" cy="165735"/>
            </a:xfrm>
            <a:custGeom>
              <a:avLst/>
              <a:gdLst>
                <a:gd name="T0" fmla="*/ 0 h 165735"/>
                <a:gd name="T1" fmla="*/ 165176 h 165735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165735">
                  <a:moveTo>
                    <a:pt x="0" y="0"/>
                  </a:moveTo>
                  <a:lnTo>
                    <a:pt x="0" y="165176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4375" name="object 10">
              <a:extLst>
                <a:ext uri="{FF2B5EF4-FFF2-40B4-BE49-F238E27FC236}">
                  <a16:creationId xmlns="" xmlns:a16="http://schemas.microsoft.com/office/drawing/2014/main" id="{18E3F617-7192-4E3D-A316-CA9EEA23D10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9377" y="6047384"/>
              <a:ext cx="38735" cy="203835"/>
            </a:xfrm>
            <a:custGeom>
              <a:avLst/>
              <a:gdLst>
                <a:gd name="T0" fmla="*/ 38335 w 38734"/>
                <a:gd name="T1" fmla="*/ 184416 h 203835"/>
                <a:gd name="T2" fmla="*/ 36837 w 38734"/>
                <a:gd name="T3" fmla="*/ 176923 h 203835"/>
                <a:gd name="T4" fmla="*/ 32722 w 38734"/>
                <a:gd name="T5" fmla="*/ 170815 h 203835"/>
                <a:gd name="T6" fmla="*/ 26638 w 38734"/>
                <a:gd name="T7" fmla="*/ 166687 h 203835"/>
                <a:gd name="T8" fmla="*/ 19164 w 38734"/>
                <a:gd name="T9" fmla="*/ 165176 h 203835"/>
                <a:gd name="T10" fmla="*/ 11709 w 38734"/>
                <a:gd name="T11" fmla="*/ 166687 h 203835"/>
                <a:gd name="T12" fmla="*/ 5626 w 38734"/>
                <a:gd name="T13" fmla="*/ 170815 h 203835"/>
                <a:gd name="T14" fmla="*/ 1511 w 38734"/>
                <a:gd name="T15" fmla="*/ 176923 h 203835"/>
                <a:gd name="T16" fmla="*/ 0 w 38734"/>
                <a:gd name="T17" fmla="*/ 184416 h 203835"/>
                <a:gd name="T18" fmla="*/ 1511 w 38734"/>
                <a:gd name="T19" fmla="*/ 191909 h 203835"/>
                <a:gd name="T20" fmla="*/ 5626 w 38734"/>
                <a:gd name="T21" fmla="*/ 198018 h 203835"/>
                <a:gd name="T22" fmla="*/ 11709 w 38734"/>
                <a:gd name="T23" fmla="*/ 202145 h 203835"/>
                <a:gd name="T24" fmla="*/ 19164 w 38734"/>
                <a:gd name="T25" fmla="*/ 203657 h 203835"/>
                <a:gd name="T26" fmla="*/ 26638 w 38734"/>
                <a:gd name="T27" fmla="*/ 202145 h 203835"/>
                <a:gd name="T28" fmla="*/ 32722 w 38734"/>
                <a:gd name="T29" fmla="*/ 198018 h 203835"/>
                <a:gd name="T30" fmla="*/ 36837 w 38734"/>
                <a:gd name="T31" fmla="*/ 191909 h 203835"/>
                <a:gd name="T32" fmla="*/ 38335 w 38734"/>
                <a:gd name="T33" fmla="*/ 184416 h 203835"/>
                <a:gd name="T34" fmla="*/ 38335 w 38734"/>
                <a:gd name="T35" fmla="*/ 19240 h 203835"/>
                <a:gd name="T36" fmla="*/ 36837 w 38734"/>
                <a:gd name="T37" fmla="*/ 11747 h 203835"/>
                <a:gd name="T38" fmla="*/ 32722 w 38734"/>
                <a:gd name="T39" fmla="*/ 5638 h 203835"/>
                <a:gd name="T40" fmla="*/ 26638 w 38734"/>
                <a:gd name="T41" fmla="*/ 1511 h 203835"/>
                <a:gd name="T42" fmla="*/ 19164 w 38734"/>
                <a:gd name="T43" fmla="*/ 0 h 203835"/>
                <a:gd name="T44" fmla="*/ 11709 w 38734"/>
                <a:gd name="T45" fmla="*/ 1511 h 203835"/>
                <a:gd name="T46" fmla="*/ 5626 w 38734"/>
                <a:gd name="T47" fmla="*/ 5638 h 203835"/>
                <a:gd name="T48" fmla="*/ 1511 w 38734"/>
                <a:gd name="T49" fmla="*/ 11747 h 203835"/>
                <a:gd name="T50" fmla="*/ 0 w 38734"/>
                <a:gd name="T51" fmla="*/ 19240 h 203835"/>
                <a:gd name="T52" fmla="*/ 1511 w 38734"/>
                <a:gd name="T53" fmla="*/ 26733 h 203835"/>
                <a:gd name="T54" fmla="*/ 5626 w 38734"/>
                <a:gd name="T55" fmla="*/ 32842 h 203835"/>
                <a:gd name="T56" fmla="*/ 11709 w 38734"/>
                <a:gd name="T57" fmla="*/ 36969 h 203835"/>
                <a:gd name="T58" fmla="*/ 19164 w 38734"/>
                <a:gd name="T59" fmla="*/ 38481 h 203835"/>
                <a:gd name="T60" fmla="*/ 26638 w 38734"/>
                <a:gd name="T61" fmla="*/ 36969 h 203835"/>
                <a:gd name="T62" fmla="*/ 32722 w 38734"/>
                <a:gd name="T63" fmla="*/ 32842 h 203835"/>
                <a:gd name="T64" fmla="*/ 36837 w 38734"/>
                <a:gd name="T65" fmla="*/ 26733 h 203835"/>
                <a:gd name="T66" fmla="*/ 38335 w 38734"/>
                <a:gd name="T67" fmla="*/ 19240 h 203835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38734" h="203835">
                  <a:moveTo>
                    <a:pt x="38328" y="184416"/>
                  </a:moveTo>
                  <a:lnTo>
                    <a:pt x="36830" y="176923"/>
                  </a:lnTo>
                  <a:lnTo>
                    <a:pt x="32715" y="170815"/>
                  </a:lnTo>
                  <a:lnTo>
                    <a:pt x="26631" y="166687"/>
                  </a:lnTo>
                  <a:lnTo>
                    <a:pt x="19164" y="165176"/>
                  </a:lnTo>
                  <a:lnTo>
                    <a:pt x="11709" y="166687"/>
                  </a:lnTo>
                  <a:lnTo>
                    <a:pt x="5626" y="170815"/>
                  </a:lnTo>
                  <a:lnTo>
                    <a:pt x="1511" y="176923"/>
                  </a:lnTo>
                  <a:lnTo>
                    <a:pt x="0" y="184416"/>
                  </a:lnTo>
                  <a:lnTo>
                    <a:pt x="1511" y="191909"/>
                  </a:lnTo>
                  <a:lnTo>
                    <a:pt x="5626" y="198018"/>
                  </a:lnTo>
                  <a:lnTo>
                    <a:pt x="11709" y="202145"/>
                  </a:lnTo>
                  <a:lnTo>
                    <a:pt x="19164" y="203657"/>
                  </a:lnTo>
                  <a:lnTo>
                    <a:pt x="26631" y="202145"/>
                  </a:lnTo>
                  <a:lnTo>
                    <a:pt x="32715" y="198018"/>
                  </a:lnTo>
                  <a:lnTo>
                    <a:pt x="36830" y="191909"/>
                  </a:lnTo>
                  <a:lnTo>
                    <a:pt x="38328" y="184416"/>
                  </a:lnTo>
                  <a:close/>
                </a:path>
                <a:path w="38734" h="203835">
                  <a:moveTo>
                    <a:pt x="38328" y="19240"/>
                  </a:moveTo>
                  <a:lnTo>
                    <a:pt x="36830" y="11747"/>
                  </a:lnTo>
                  <a:lnTo>
                    <a:pt x="32715" y="5638"/>
                  </a:lnTo>
                  <a:lnTo>
                    <a:pt x="26631" y="1511"/>
                  </a:lnTo>
                  <a:lnTo>
                    <a:pt x="19164" y="0"/>
                  </a:lnTo>
                  <a:lnTo>
                    <a:pt x="11709" y="1511"/>
                  </a:lnTo>
                  <a:lnTo>
                    <a:pt x="5626" y="5638"/>
                  </a:lnTo>
                  <a:lnTo>
                    <a:pt x="1511" y="11747"/>
                  </a:lnTo>
                  <a:lnTo>
                    <a:pt x="0" y="19240"/>
                  </a:lnTo>
                  <a:lnTo>
                    <a:pt x="1511" y="26733"/>
                  </a:lnTo>
                  <a:lnTo>
                    <a:pt x="5626" y="32842"/>
                  </a:lnTo>
                  <a:lnTo>
                    <a:pt x="11709" y="36969"/>
                  </a:lnTo>
                  <a:lnTo>
                    <a:pt x="19164" y="38481"/>
                  </a:lnTo>
                  <a:lnTo>
                    <a:pt x="26631" y="36969"/>
                  </a:lnTo>
                  <a:lnTo>
                    <a:pt x="32715" y="32842"/>
                  </a:lnTo>
                  <a:lnTo>
                    <a:pt x="36830" y="26733"/>
                  </a:lnTo>
                  <a:lnTo>
                    <a:pt x="38328" y="192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4348" name="object 22">
            <a:extLst>
              <a:ext uri="{FF2B5EF4-FFF2-40B4-BE49-F238E27FC236}">
                <a16:creationId xmlns="" xmlns:a16="http://schemas.microsoft.com/office/drawing/2014/main" id="{4B8AC021-2E03-4525-811D-9E62520A9D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7463" y="9035298"/>
            <a:ext cx="2635250" cy="882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35780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lnSpc>
                <a:spcPts val="2188"/>
              </a:lnSpc>
              <a:spcBef>
                <a:spcPts val="288"/>
              </a:spcBef>
            </a:pPr>
            <a:r>
              <a:rPr lang="ru-RU" altLang="ru-RU" sz="1900" b="1">
                <a:solidFill>
                  <a:srgbClr val="1D1D1B"/>
                </a:solidFill>
                <a:latin typeface="Inter Regular" panose="02000503000000020004" pitchFamily="2" charset="0"/>
              </a:rPr>
              <a:t>Энергосберегающие технологии - низкая себестоимость</a:t>
            </a:r>
            <a:endParaRPr lang="ru-RU" altLang="ru-RU" sz="1900" b="1">
              <a:latin typeface="Inter Regular" panose="02000503000000020004" pitchFamily="2" charset="0"/>
            </a:endParaRPr>
          </a:p>
        </p:txBody>
      </p:sp>
      <p:grpSp>
        <p:nvGrpSpPr>
          <p:cNvPr id="14349" name="object 23">
            <a:extLst>
              <a:ext uri="{FF2B5EF4-FFF2-40B4-BE49-F238E27FC236}">
                <a16:creationId xmlns="" xmlns:a16="http://schemas.microsoft.com/office/drawing/2014/main" id="{37FE53B0-50D8-41DA-BE8A-D488E2C0E322}"/>
              </a:ext>
            </a:extLst>
          </p:cNvPr>
          <p:cNvGrpSpPr>
            <a:grpSpLocks/>
          </p:cNvGrpSpPr>
          <p:nvPr/>
        </p:nvGrpSpPr>
        <p:grpSpPr bwMode="auto">
          <a:xfrm>
            <a:off x="5937250" y="8581273"/>
            <a:ext cx="66675" cy="276225"/>
            <a:chOff x="3471834" y="6047378"/>
            <a:chExt cx="38735" cy="203835"/>
          </a:xfrm>
        </p:grpSpPr>
        <p:sp>
          <p:nvSpPr>
            <p:cNvPr id="14372" name="object 24">
              <a:extLst>
                <a:ext uri="{FF2B5EF4-FFF2-40B4-BE49-F238E27FC236}">
                  <a16:creationId xmlns="" xmlns:a16="http://schemas.microsoft.com/office/drawing/2014/main" id="{1B387B01-DB30-40F2-960D-DECFD9F8F65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0998" y="6066618"/>
              <a:ext cx="0" cy="165735"/>
            </a:xfrm>
            <a:custGeom>
              <a:avLst/>
              <a:gdLst>
                <a:gd name="T0" fmla="*/ 0 h 165735"/>
                <a:gd name="T1" fmla="*/ 165176 h 165735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165735">
                  <a:moveTo>
                    <a:pt x="0" y="0"/>
                  </a:moveTo>
                  <a:lnTo>
                    <a:pt x="0" y="165176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4373" name="object 25">
              <a:extLst>
                <a:ext uri="{FF2B5EF4-FFF2-40B4-BE49-F238E27FC236}">
                  <a16:creationId xmlns="" xmlns:a16="http://schemas.microsoft.com/office/drawing/2014/main" id="{70D1E050-2C48-4CE8-832E-08861616DD91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1824" y="6047384"/>
              <a:ext cx="38735" cy="203835"/>
            </a:xfrm>
            <a:custGeom>
              <a:avLst/>
              <a:gdLst>
                <a:gd name="T0" fmla="*/ 38328 w 38735"/>
                <a:gd name="T1" fmla="*/ 184416 h 203835"/>
                <a:gd name="T2" fmla="*/ 36830 w 38735"/>
                <a:gd name="T3" fmla="*/ 176923 h 203835"/>
                <a:gd name="T4" fmla="*/ 32715 w 38735"/>
                <a:gd name="T5" fmla="*/ 170815 h 203835"/>
                <a:gd name="T6" fmla="*/ 26631 w 38735"/>
                <a:gd name="T7" fmla="*/ 166687 h 203835"/>
                <a:gd name="T8" fmla="*/ 19164 w 38735"/>
                <a:gd name="T9" fmla="*/ 165176 h 203835"/>
                <a:gd name="T10" fmla="*/ 11709 w 38735"/>
                <a:gd name="T11" fmla="*/ 166687 h 203835"/>
                <a:gd name="T12" fmla="*/ 5613 w 38735"/>
                <a:gd name="T13" fmla="*/ 170815 h 203835"/>
                <a:gd name="T14" fmla="*/ 1511 w 38735"/>
                <a:gd name="T15" fmla="*/ 176923 h 203835"/>
                <a:gd name="T16" fmla="*/ 0 w 38735"/>
                <a:gd name="T17" fmla="*/ 184416 h 203835"/>
                <a:gd name="T18" fmla="*/ 1511 w 38735"/>
                <a:gd name="T19" fmla="*/ 191909 h 203835"/>
                <a:gd name="T20" fmla="*/ 5613 w 38735"/>
                <a:gd name="T21" fmla="*/ 198018 h 203835"/>
                <a:gd name="T22" fmla="*/ 11709 w 38735"/>
                <a:gd name="T23" fmla="*/ 202145 h 203835"/>
                <a:gd name="T24" fmla="*/ 19164 w 38735"/>
                <a:gd name="T25" fmla="*/ 203657 h 203835"/>
                <a:gd name="T26" fmla="*/ 26631 w 38735"/>
                <a:gd name="T27" fmla="*/ 202145 h 203835"/>
                <a:gd name="T28" fmla="*/ 32715 w 38735"/>
                <a:gd name="T29" fmla="*/ 198018 h 203835"/>
                <a:gd name="T30" fmla="*/ 36830 w 38735"/>
                <a:gd name="T31" fmla="*/ 191909 h 203835"/>
                <a:gd name="T32" fmla="*/ 38328 w 38735"/>
                <a:gd name="T33" fmla="*/ 184416 h 203835"/>
                <a:gd name="T34" fmla="*/ 38328 w 38735"/>
                <a:gd name="T35" fmla="*/ 19240 h 203835"/>
                <a:gd name="T36" fmla="*/ 36830 w 38735"/>
                <a:gd name="T37" fmla="*/ 11747 h 203835"/>
                <a:gd name="T38" fmla="*/ 32715 w 38735"/>
                <a:gd name="T39" fmla="*/ 5638 h 203835"/>
                <a:gd name="T40" fmla="*/ 26631 w 38735"/>
                <a:gd name="T41" fmla="*/ 1511 h 203835"/>
                <a:gd name="T42" fmla="*/ 19164 w 38735"/>
                <a:gd name="T43" fmla="*/ 0 h 203835"/>
                <a:gd name="T44" fmla="*/ 11709 w 38735"/>
                <a:gd name="T45" fmla="*/ 1511 h 203835"/>
                <a:gd name="T46" fmla="*/ 5613 w 38735"/>
                <a:gd name="T47" fmla="*/ 5638 h 203835"/>
                <a:gd name="T48" fmla="*/ 1511 w 38735"/>
                <a:gd name="T49" fmla="*/ 11747 h 203835"/>
                <a:gd name="T50" fmla="*/ 0 w 38735"/>
                <a:gd name="T51" fmla="*/ 19240 h 203835"/>
                <a:gd name="T52" fmla="*/ 1511 w 38735"/>
                <a:gd name="T53" fmla="*/ 26733 h 203835"/>
                <a:gd name="T54" fmla="*/ 5613 w 38735"/>
                <a:gd name="T55" fmla="*/ 32842 h 203835"/>
                <a:gd name="T56" fmla="*/ 11709 w 38735"/>
                <a:gd name="T57" fmla="*/ 36969 h 203835"/>
                <a:gd name="T58" fmla="*/ 19164 w 38735"/>
                <a:gd name="T59" fmla="*/ 38481 h 203835"/>
                <a:gd name="T60" fmla="*/ 26631 w 38735"/>
                <a:gd name="T61" fmla="*/ 36969 h 203835"/>
                <a:gd name="T62" fmla="*/ 32715 w 38735"/>
                <a:gd name="T63" fmla="*/ 32842 h 203835"/>
                <a:gd name="T64" fmla="*/ 36830 w 38735"/>
                <a:gd name="T65" fmla="*/ 26733 h 203835"/>
                <a:gd name="T66" fmla="*/ 38328 w 38735"/>
                <a:gd name="T67" fmla="*/ 19240 h 203835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38735" h="203835">
                  <a:moveTo>
                    <a:pt x="38328" y="184416"/>
                  </a:moveTo>
                  <a:lnTo>
                    <a:pt x="36830" y="176923"/>
                  </a:lnTo>
                  <a:lnTo>
                    <a:pt x="32715" y="170815"/>
                  </a:lnTo>
                  <a:lnTo>
                    <a:pt x="26631" y="166687"/>
                  </a:lnTo>
                  <a:lnTo>
                    <a:pt x="19164" y="165176"/>
                  </a:lnTo>
                  <a:lnTo>
                    <a:pt x="11709" y="166687"/>
                  </a:lnTo>
                  <a:lnTo>
                    <a:pt x="5613" y="170815"/>
                  </a:lnTo>
                  <a:lnTo>
                    <a:pt x="1511" y="176923"/>
                  </a:lnTo>
                  <a:lnTo>
                    <a:pt x="0" y="184416"/>
                  </a:lnTo>
                  <a:lnTo>
                    <a:pt x="1511" y="191909"/>
                  </a:lnTo>
                  <a:lnTo>
                    <a:pt x="5613" y="198018"/>
                  </a:lnTo>
                  <a:lnTo>
                    <a:pt x="11709" y="202145"/>
                  </a:lnTo>
                  <a:lnTo>
                    <a:pt x="19164" y="203657"/>
                  </a:lnTo>
                  <a:lnTo>
                    <a:pt x="26631" y="202145"/>
                  </a:lnTo>
                  <a:lnTo>
                    <a:pt x="32715" y="198018"/>
                  </a:lnTo>
                  <a:lnTo>
                    <a:pt x="36830" y="191909"/>
                  </a:lnTo>
                  <a:lnTo>
                    <a:pt x="38328" y="184416"/>
                  </a:lnTo>
                  <a:close/>
                </a:path>
                <a:path w="38735" h="203835">
                  <a:moveTo>
                    <a:pt x="38328" y="19240"/>
                  </a:moveTo>
                  <a:lnTo>
                    <a:pt x="36830" y="11747"/>
                  </a:lnTo>
                  <a:lnTo>
                    <a:pt x="32715" y="5638"/>
                  </a:lnTo>
                  <a:lnTo>
                    <a:pt x="26631" y="1511"/>
                  </a:lnTo>
                  <a:lnTo>
                    <a:pt x="19164" y="0"/>
                  </a:lnTo>
                  <a:lnTo>
                    <a:pt x="11709" y="1511"/>
                  </a:lnTo>
                  <a:lnTo>
                    <a:pt x="5613" y="5638"/>
                  </a:lnTo>
                  <a:lnTo>
                    <a:pt x="1511" y="11747"/>
                  </a:lnTo>
                  <a:lnTo>
                    <a:pt x="0" y="19240"/>
                  </a:lnTo>
                  <a:lnTo>
                    <a:pt x="1511" y="26733"/>
                  </a:lnTo>
                  <a:lnTo>
                    <a:pt x="5613" y="32842"/>
                  </a:lnTo>
                  <a:lnTo>
                    <a:pt x="11709" y="36969"/>
                  </a:lnTo>
                  <a:lnTo>
                    <a:pt x="19164" y="38481"/>
                  </a:lnTo>
                  <a:lnTo>
                    <a:pt x="26631" y="36969"/>
                  </a:lnTo>
                  <a:lnTo>
                    <a:pt x="32715" y="32842"/>
                  </a:lnTo>
                  <a:lnTo>
                    <a:pt x="36830" y="26733"/>
                  </a:lnTo>
                  <a:lnTo>
                    <a:pt x="38328" y="192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4350" name="object 26">
            <a:extLst>
              <a:ext uri="{FF2B5EF4-FFF2-40B4-BE49-F238E27FC236}">
                <a16:creationId xmlns="" xmlns:a16="http://schemas.microsoft.com/office/drawing/2014/main" id="{6759A4EF-C9B8-4855-A5D6-78AD26E1BA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5213" y="9001961"/>
            <a:ext cx="2725737" cy="87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2225"/>
              </a:lnSpc>
              <a:spcBef>
                <a:spcPts val="163"/>
              </a:spcBef>
            </a:pPr>
            <a:r>
              <a:rPr lang="ru-RU" altLang="ru-RU" sz="1900" b="1">
                <a:solidFill>
                  <a:srgbClr val="1D1D1B"/>
                </a:solidFill>
                <a:latin typeface="Inter Regular" panose="02000503000000020004" pitchFamily="2" charset="0"/>
              </a:rPr>
              <a:t>Широкий</a:t>
            </a:r>
            <a:r>
              <a:rPr lang="ru-RU" altLang="ru-RU" sz="1900" b="1">
                <a:latin typeface="Inter Regular" panose="02000503000000020004" pitchFamily="2" charset="0"/>
              </a:rPr>
              <a:t> </a:t>
            </a:r>
            <a:r>
              <a:rPr lang="ru-RU" altLang="ru-RU" sz="1900" b="1">
                <a:solidFill>
                  <a:srgbClr val="1D1D1B"/>
                </a:solidFill>
                <a:latin typeface="Inter Regular" panose="02000503000000020004" pitchFamily="2" charset="0"/>
              </a:rPr>
              <a:t>спектр современной продукции</a:t>
            </a:r>
            <a:endParaRPr lang="ru-RU" altLang="ru-RU" sz="1900" b="1">
              <a:latin typeface="Inter Regular" panose="02000503000000020004" pitchFamily="2" charset="0"/>
            </a:endParaRPr>
          </a:p>
        </p:txBody>
      </p:sp>
      <p:grpSp>
        <p:nvGrpSpPr>
          <p:cNvPr id="14351" name="object 31">
            <a:extLst>
              <a:ext uri="{FF2B5EF4-FFF2-40B4-BE49-F238E27FC236}">
                <a16:creationId xmlns="" xmlns:a16="http://schemas.microsoft.com/office/drawing/2014/main" id="{DC20103C-F3ED-4580-A3F2-5D65966DE435}"/>
              </a:ext>
            </a:extLst>
          </p:cNvPr>
          <p:cNvGrpSpPr>
            <a:grpSpLocks/>
          </p:cNvGrpSpPr>
          <p:nvPr/>
        </p:nvGrpSpPr>
        <p:grpSpPr bwMode="auto">
          <a:xfrm>
            <a:off x="10706100" y="8579686"/>
            <a:ext cx="66675" cy="279400"/>
            <a:chOff x="6260327" y="6046858"/>
            <a:chExt cx="38735" cy="205104"/>
          </a:xfrm>
        </p:grpSpPr>
        <p:sp>
          <p:nvSpPr>
            <p:cNvPr id="14370" name="object 32">
              <a:extLst>
                <a:ext uri="{FF2B5EF4-FFF2-40B4-BE49-F238E27FC236}">
                  <a16:creationId xmlns="" xmlns:a16="http://schemas.microsoft.com/office/drawing/2014/main" id="{B3A50F61-92CB-49EE-84BB-4C888D59B795}"/>
                </a:ext>
              </a:extLst>
            </p:cNvPr>
            <p:cNvSpPr>
              <a:spLocks/>
            </p:cNvSpPr>
            <p:nvPr/>
          </p:nvSpPr>
          <p:spPr bwMode="auto">
            <a:xfrm>
              <a:off x="6279584" y="6066200"/>
              <a:ext cx="0" cy="166370"/>
            </a:xfrm>
            <a:custGeom>
              <a:avLst/>
              <a:gdLst>
                <a:gd name="T0" fmla="*/ 0 h 166370"/>
                <a:gd name="T1" fmla="*/ 166014 h 166370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166370">
                  <a:moveTo>
                    <a:pt x="0" y="0"/>
                  </a:moveTo>
                  <a:lnTo>
                    <a:pt x="0" y="166014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4371" name="object 33">
              <a:extLst>
                <a:ext uri="{FF2B5EF4-FFF2-40B4-BE49-F238E27FC236}">
                  <a16:creationId xmlns="" xmlns:a16="http://schemas.microsoft.com/office/drawing/2014/main" id="{EBE8FDC3-FFE1-44CE-8650-99341EAA9480}"/>
                </a:ext>
              </a:extLst>
            </p:cNvPr>
            <p:cNvSpPr>
              <a:spLocks/>
            </p:cNvSpPr>
            <p:nvPr/>
          </p:nvSpPr>
          <p:spPr bwMode="auto">
            <a:xfrm>
              <a:off x="6260325" y="6046863"/>
              <a:ext cx="38735" cy="205104"/>
            </a:xfrm>
            <a:custGeom>
              <a:avLst/>
              <a:gdLst>
                <a:gd name="T0" fmla="*/ 38519 w 38735"/>
                <a:gd name="T1" fmla="*/ 185356 h 205104"/>
                <a:gd name="T2" fmla="*/ 37007 w 38735"/>
                <a:gd name="T3" fmla="*/ 177825 h 205104"/>
                <a:gd name="T4" fmla="*/ 32867 w 38735"/>
                <a:gd name="T5" fmla="*/ 171678 h 205104"/>
                <a:gd name="T6" fmla="*/ 26746 w 38735"/>
                <a:gd name="T7" fmla="*/ 167538 h 205104"/>
                <a:gd name="T8" fmla="*/ 19253 w 38735"/>
                <a:gd name="T9" fmla="*/ 166014 h 205104"/>
                <a:gd name="T10" fmla="*/ 11760 w 38735"/>
                <a:gd name="T11" fmla="*/ 167538 h 205104"/>
                <a:gd name="T12" fmla="*/ 5638 w 38735"/>
                <a:gd name="T13" fmla="*/ 171678 h 205104"/>
                <a:gd name="T14" fmla="*/ 1511 w 38735"/>
                <a:gd name="T15" fmla="*/ 177825 h 205104"/>
                <a:gd name="T16" fmla="*/ 0 w 38735"/>
                <a:gd name="T17" fmla="*/ 185356 h 205104"/>
                <a:gd name="T18" fmla="*/ 1511 w 38735"/>
                <a:gd name="T19" fmla="*/ 192887 h 205104"/>
                <a:gd name="T20" fmla="*/ 5638 w 38735"/>
                <a:gd name="T21" fmla="*/ 199034 h 205104"/>
                <a:gd name="T22" fmla="*/ 11760 w 38735"/>
                <a:gd name="T23" fmla="*/ 203174 h 205104"/>
                <a:gd name="T24" fmla="*/ 19253 w 38735"/>
                <a:gd name="T25" fmla="*/ 204698 h 205104"/>
                <a:gd name="T26" fmla="*/ 26746 w 38735"/>
                <a:gd name="T27" fmla="*/ 203174 h 205104"/>
                <a:gd name="T28" fmla="*/ 32867 w 38735"/>
                <a:gd name="T29" fmla="*/ 199034 h 205104"/>
                <a:gd name="T30" fmla="*/ 37007 w 38735"/>
                <a:gd name="T31" fmla="*/ 192887 h 205104"/>
                <a:gd name="T32" fmla="*/ 38519 w 38735"/>
                <a:gd name="T33" fmla="*/ 185356 h 205104"/>
                <a:gd name="T34" fmla="*/ 38519 w 38735"/>
                <a:gd name="T35" fmla="*/ 19342 h 205104"/>
                <a:gd name="T36" fmla="*/ 37007 w 38735"/>
                <a:gd name="T37" fmla="*/ 11811 h 205104"/>
                <a:gd name="T38" fmla="*/ 32867 w 38735"/>
                <a:gd name="T39" fmla="*/ 5664 h 205104"/>
                <a:gd name="T40" fmla="*/ 26746 w 38735"/>
                <a:gd name="T41" fmla="*/ 1524 h 205104"/>
                <a:gd name="T42" fmla="*/ 19253 w 38735"/>
                <a:gd name="T43" fmla="*/ 0 h 205104"/>
                <a:gd name="T44" fmla="*/ 11760 w 38735"/>
                <a:gd name="T45" fmla="*/ 1524 h 205104"/>
                <a:gd name="T46" fmla="*/ 5638 w 38735"/>
                <a:gd name="T47" fmla="*/ 5664 h 205104"/>
                <a:gd name="T48" fmla="*/ 1511 w 38735"/>
                <a:gd name="T49" fmla="*/ 11811 h 205104"/>
                <a:gd name="T50" fmla="*/ 0 w 38735"/>
                <a:gd name="T51" fmla="*/ 19342 h 205104"/>
                <a:gd name="T52" fmla="*/ 1511 w 38735"/>
                <a:gd name="T53" fmla="*/ 26873 h 205104"/>
                <a:gd name="T54" fmla="*/ 5638 w 38735"/>
                <a:gd name="T55" fmla="*/ 33020 h 205104"/>
                <a:gd name="T56" fmla="*/ 11760 w 38735"/>
                <a:gd name="T57" fmla="*/ 37160 h 205104"/>
                <a:gd name="T58" fmla="*/ 19253 w 38735"/>
                <a:gd name="T59" fmla="*/ 38684 h 205104"/>
                <a:gd name="T60" fmla="*/ 26746 w 38735"/>
                <a:gd name="T61" fmla="*/ 37160 h 205104"/>
                <a:gd name="T62" fmla="*/ 32867 w 38735"/>
                <a:gd name="T63" fmla="*/ 33020 h 205104"/>
                <a:gd name="T64" fmla="*/ 37007 w 38735"/>
                <a:gd name="T65" fmla="*/ 26873 h 205104"/>
                <a:gd name="T66" fmla="*/ 38519 w 38735"/>
                <a:gd name="T67" fmla="*/ 19342 h 205104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38735" h="205104">
                  <a:moveTo>
                    <a:pt x="38519" y="185356"/>
                  </a:moveTo>
                  <a:lnTo>
                    <a:pt x="37007" y="177825"/>
                  </a:lnTo>
                  <a:lnTo>
                    <a:pt x="32867" y="171678"/>
                  </a:lnTo>
                  <a:lnTo>
                    <a:pt x="26746" y="167538"/>
                  </a:lnTo>
                  <a:lnTo>
                    <a:pt x="19253" y="166014"/>
                  </a:lnTo>
                  <a:lnTo>
                    <a:pt x="11760" y="167538"/>
                  </a:lnTo>
                  <a:lnTo>
                    <a:pt x="5638" y="171678"/>
                  </a:lnTo>
                  <a:lnTo>
                    <a:pt x="1511" y="177825"/>
                  </a:lnTo>
                  <a:lnTo>
                    <a:pt x="0" y="185356"/>
                  </a:lnTo>
                  <a:lnTo>
                    <a:pt x="1511" y="192887"/>
                  </a:lnTo>
                  <a:lnTo>
                    <a:pt x="5638" y="199034"/>
                  </a:lnTo>
                  <a:lnTo>
                    <a:pt x="11760" y="203174"/>
                  </a:lnTo>
                  <a:lnTo>
                    <a:pt x="19253" y="204698"/>
                  </a:lnTo>
                  <a:lnTo>
                    <a:pt x="26746" y="203174"/>
                  </a:lnTo>
                  <a:lnTo>
                    <a:pt x="32867" y="199034"/>
                  </a:lnTo>
                  <a:lnTo>
                    <a:pt x="37007" y="192887"/>
                  </a:lnTo>
                  <a:lnTo>
                    <a:pt x="38519" y="185356"/>
                  </a:lnTo>
                  <a:close/>
                </a:path>
                <a:path w="38735" h="205104">
                  <a:moveTo>
                    <a:pt x="38519" y="19342"/>
                  </a:moveTo>
                  <a:lnTo>
                    <a:pt x="37007" y="11811"/>
                  </a:lnTo>
                  <a:lnTo>
                    <a:pt x="32867" y="5664"/>
                  </a:lnTo>
                  <a:lnTo>
                    <a:pt x="26746" y="1524"/>
                  </a:lnTo>
                  <a:lnTo>
                    <a:pt x="19253" y="0"/>
                  </a:lnTo>
                  <a:lnTo>
                    <a:pt x="11760" y="1524"/>
                  </a:lnTo>
                  <a:lnTo>
                    <a:pt x="5638" y="5664"/>
                  </a:lnTo>
                  <a:lnTo>
                    <a:pt x="1511" y="11811"/>
                  </a:lnTo>
                  <a:lnTo>
                    <a:pt x="0" y="19342"/>
                  </a:lnTo>
                  <a:lnTo>
                    <a:pt x="1511" y="26873"/>
                  </a:lnTo>
                  <a:lnTo>
                    <a:pt x="5638" y="33020"/>
                  </a:lnTo>
                  <a:lnTo>
                    <a:pt x="11760" y="37160"/>
                  </a:lnTo>
                  <a:lnTo>
                    <a:pt x="19253" y="38684"/>
                  </a:lnTo>
                  <a:lnTo>
                    <a:pt x="26746" y="37160"/>
                  </a:lnTo>
                  <a:lnTo>
                    <a:pt x="32867" y="33020"/>
                  </a:lnTo>
                  <a:lnTo>
                    <a:pt x="37007" y="26873"/>
                  </a:lnTo>
                  <a:lnTo>
                    <a:pt x="38519" y="1934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4352" name="object 34">
            <a:extLst>
              <a:ext uri="{FF2B5EF4-FFF2-40B4-BE49-F238E27FC236}">
                <a16:creationId xmlns="" xmlns:a16="http://schemas.microsoft.com/office/drawing/2014/main" id="{D67C3742-F157-43A3-85DA-7D2741D6D8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96488" y="9014661"/>
            <a:ext cx="17811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35780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2188"/>
              </a:lnSpc>
              <a:spcBef>
                <a:spcPts val="288"/>
              </a:spcBef>
            </a:pPr>
            <a:r>
              <a:rPr lang="ru-RU" altLang="ru-RU" sz="1900" b="1">
                <a:solidFill>
                  <a:srgbClr val="1D1D1B"/>
                </a:solidFill>
                <a:latin typeface="Inter Regular" panose="02000503000000020004" pitchFamily="2" charset="0"/>
              </a:rPr>
              <a:t>Гибкое производство</a:t>
            </a:r>
            <a:endParaRPr lang="ru-RU" altLang="ru-RU" sz="1900" b="1">
              <a:latin typeface="Inter Regular" panose="02000503000000020004" pitchFamily="2" charset="0"/>
            </a:endParaRPr>
          </a:p>
        </p:txBody>
      </p:sp>
      <p:grpSp>
        <p:nvGrpSpPr>
          <p:cNvPr id="14353" name="object 35">
            <a:extLst>
              <a:ext uri="{FF2B5EF4-FFF2-40B4-BE49-F238E27FC236}">
                <a16:creationId xmlns="" xmlns:a16="http://schemas.microsoft.com/office/drawing/2014/main" id="{1A7865D3-EA4D-4DF5-B36C-D358360CDA70}"/>
              </a:ext>
            </a:extLst>
          </p:cNvPr>
          <p:cNvGrpSpPr>
            <a:grpSpLocks/>
          </p:cNvGrpSpPr>
          <p:nvPr/>
        </p:nvGrpSpPr>
        <p:grpSpPr bwMode="auto">
          <a:xfrm>
            <a:off x="14508163" y="8579686"/>
            <a:ext cx="65087" cy="279400"/>
            <a:chOff x="8358837" y="6046858"/>
            <a:chExt cx="38735" cy="205104"/>
          </a:xfrm>
        </p:grpSpPr>
        <p:sp>
          <p:nvSpPr>
            <p:cNvPr id="14368" name="object 36">
              <a:extLst>
                <a:ext uri="{FF2B5EF4-FFF2-40B4-BE49-F238E27FC236}">
                  <a16:creationId xmlns="" xmlns:a16="http://schemas.microsoft.com/office/drawing/2014/main" id="{B261BEA5-CD06-4AE5-9ECB-3302548B1E78}"/>
                </a:ext>
              </a:extLst>
            </p:cNvPr>
            <p:cNvSpPr>
              <a:spLocks/>
            </p:cNvSpPr>
            <p:nvPr/>
          </p:nvSpPr>
          <p:spPr bwMode="auto">
            <a:xfrm>
              <a:off x="8378093" y="6066200"/>
              <a:ext cx="0" cy="166370"/>
            </a:xfrm>
            <a:custGeom>
              <a:avLst/>
              <a:gdLst>
                <a:gd name="T0" fmla="*/ 0 h 166370"/>
                <a:gd name="T1" fmla="*/ 166014 h 166370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166370">
                  <a:moveTo>
                    <a:pt x="0" y="0"/>
                  </a:moveTo>
                  <a:lnTo>
                    <a:pt x="0" y="166014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4369" name="object 37">
              <a:extLst>
                <a:ext uri="{FF2B5EF4-FFF2-40B4-BE49-F238E27FC236}">
                  <a16:creationId xmlns="" xmlns:a16="http://schemas.microsoft.com/office/drawing/2014/main" id="{E10D5960-E67B-4D12-9C41-B12A3C30F442}"/>
                </a:ext>
              </a:extLst>
            </p:cNvPr>
            <p:cNvSpPr>
              <a:spLocks/>
            </p:cNvSpPr>
            <p:nvPr/>
          </p:nvSpPr>
          <p:spPr bwMode="auto">
            <a:xfrm>
              <a:off x="8358835" y="6046863"/>
              <a:ext cx="38735" cy="205104"/>
            </a:xfrm>
            <a:custGeom>
              <a:avLst/>
              <a:gdLst>
                <a:gd name="T0" fmla="*/ 38526 w 38734"/>
                <a:gd name="T1" fmla="*/ 185356 h 205104"/>
                <a:gd name="T2" fmla="*/ 37014 w 38734"/>
                <a:gd name="T3" fmla="*/ 177825 h 205104"/>
                <a:gd name="T4" fmla="*/ 32874 w 38734"/>
                <a:gd name="T5" fmla="*/ 171678 h 205104"/>
                <a:gd name="T6" fmla="*/ 26753 w 38734"/>
                <a:gd name="T7" fmla="*/ 167538 h 205104"/>
                <a:gd name="T8" fmla="*/ 19253 w 38734"/>
                <a:gd name="T9" fmla="*/ 166014 h 205104"/>
                <a:gd name="T10" fmla="*/ 11760 w 38734"/>
                <a:gd name="T11" fmla="*/ 167538 h 205104"/>
                <a:gd name="T12" fmla="*/ 5638 w 38734"/>
                <a:gd name="T13" fmla="*/ 171678 h 205104"/>
                <a:gd name="T14" fmla="*/ 1511 w 38734"/>
                <a:gd name="T15" fmla="*/ 177825 h 205104"/>
                <a:gd name="T16" fmla="*/ 0 w 38734"/>
                <a:gd name="T17" fmla="*/ 185356 h 205104"/>
                <a:gd name="T18" fmla="*/ 1511 w 38734"/>
                <a:gd name="T19" fmla="*/ 192887 h 205104"/>
                <a:gd name="T20" fmla="*/ 5638 w 38734"/>
                <a:gd name="T21" fmla="*/ 199034 h 205104"/>
                <a:gd name="T22" fmla="*/ 11760 w 38734"/>
                <a:gd name="T23" fmla="*/ 203174 h 205104"/>
                <a:gd name="T24" fmla="*/ 19253 w 38734"/>
                <a:gd name="T25" fmla="*/ 204698 h 205104"/>
                <a:gd name="T26" fmla="*/ 26753 w 38734"/>
                <a:gd name="T27" fmla="*/ 203174 h 205104"/>
                <a:gd name="T28" fmla="*/ 32874 w 38734"/>
                <a:gd name="T29" fmla="*/ 199034 h 205104"/>
                <a:gd name="T30" fmla="*/ 37014 w 38734"/>
                <a:gd name="T31" fmla="*/ 192887 h 205104"/>
                <a:gd name="T32" fmla="*/ 38526 w 38734"/>
                <a:gd name="T33" fmla="*/ 185356 h 205104"/>
                <a:gd name="T34" fmla="*/ 38526 w 38734"/>
                <a:gd name="T35" fmla="*/ 19342 h 205104"/>
                <a:gd name="T36" fmla="*/ 37014 w 38734"/>
                <a:gd name="T37" fmla="*/ 11811 h 205104"/>
                <a:gd name="T38" fmla="*/ 32874 w 38734"/>
                <a:gd name="T39" fmla="*/ 5664 h 205104"/>
                <a:gd name="T40" fmla="*/ 26753 w 38734"/>
                <a:gd name="T41" fmla="*/ 1524 h 205104"/>
                <a:gd name="T42" fmla="*/ 19253 w 38734"/>
                <a:gd name="T43" fmla="*/ 0 h 205104"/>
                <a:gd name="T44" fmla="*/ 11760 w 38734"/>
                <a:gd name="T45" fmla="*/ 1524 h 205104"/>
                <a:gd name="T46" fmla="*/ 5638 w 38734"/>
                <a:gd name="T47" fmla="*/ 5664 h 205104"/>
                <a:gd name="T48" fmla="*/ 1511 w 38734"/>
                <a:gd name="T49" fmla="*/ 11811 h 205104"/>
                <a:gd name="T50" fmla="*/ 0 w 38734"/>
                <a:gd name="T51" fmla="*/ 19342 h 205104"/>
                <a:gd name="T52" fmla="*/ 1511 w 38734"/>
                <a:gd name="T53" fmla="*/ 26873 h 205104"/>
                <a:gd name="T54" fmla="*/ 5638 w 38734"/>
                <a:gd name="T55" fmla="*/ 33020 h 205104"/>
                <a:gd name="T56" fmla="*/ 11760 w 38734"/>
                <a:gd name="T57" fmla="*/ 37160 h 205104"/>
                <a:gd name="T58" fmla="*/ 19253 w 38734"/>
                <a:gd name="T59" fmla="*/ 38684 h 205104"/>
                <a:gd name="T60" fmla="*/ 26753 w 38734"/>
                <a:gd name="T61" fmla="*/ 37160 h 205104"/>
                <a:gd name="T62" fmla="*/ 32874 w 38734"/>
                <a:gd name="T63" fmla="*/ 33020 h 205104"/>
                <a:gd name="T64" fmla="*/ 37014 w 38734"/>
                <a:gd name="T65" fmla="*/ 26873 h 205104"/>
                <a:gd name="T66" fmla="*/ 38526 w 38734"/>
                <a:gd name="T67" fmla="*/ 19342 h 205104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38734" h="205104">
                  <a:moveTo>
                    <a:pt x="38519" y="185356"/>
                  </a:moveTo>
                  <a:lnTo>
                    <a:pt x="37007" y="177825"/>
                  </a:lnTo>
                  <a:lnTo>
                    <a:pt x="32867" y="171678"/>
                  </a:lnTo>
                  <a:lnTo>
                    <a:pt x="26746" y="167538"/>
                  </a:lnTo>
                  <a:lnTo>
                    <a:pt x="19253" y="166014"/>
                  </a:lnTo>
                  <a:lnTo>
                    <a:pt x="11760" y="167538"/>
                  </a:lnTo>
                  <a:lnTo>
                    <a:pt x="5638" y="171678"/>
                  </a:lnTo>
                  <a:lnTo>
                    <a:pt x="1511" y="177825"/>
                  </a:lnTo>
                  <a:lnTo>
                    <a:pt x="0" y="185356"/>
                  </a:lnTo>
                  <a:lnTo>
                    <a:pt x="1511" y="192887"/>
                  </a:lnTo>
                  <a:lnTo>
                    <a:pt x="5638" y="199034"/>
                  </a:lnTo>
                  <a:lnTo>
                    <a:pt x="11760" y="203174"/>
                  </a:lnTo>
                  <a:lnTo>
                    <a:pt x="19253" y="204698"/>
                  </a:lnTo>
                  <a:lnTo>
                    <a:pt x="26746" y="203174"/>
                  </a:lnTo>
                  <a:lnTo>
                    <a:pt x="32867" y="199034"/>
                  </a:lnTo>
                  <a:lnTo>
                    <a:pt x="37007" y="192887"/>
                  </a:lnTo>
                  <a:lnTo>
                    <a:pt x="38519" y="185356"/>
                  </a:lnTo>
                  <a:close/>
                </a:path>
                <a:path w="38734" h="205104">
                  <a:moveTo>
                    <a:pt x="38519" y="19342"/>
                  </a:moveTo>
                  <a:lnTo>
                    <a:pt x="37007" y="11811"/>
                  </a:lnTo>
                  <a:lnTo>
                    <a:pt x="32867" y="5664"/>
                  </a:lnTo>
                  <a:lnTo>
                    <a:pt x="26746" y="1524"/>
                  </a:lnTo>
                  <a:lnTo>
                    <a:pt x="19253" y="0"/>
                  </a:lnTo>
                  <a:lnTo>
                    <a:pt x="11760" y="1524"/>
                  </a:lnTo>
                  <a:lnTo>
                    <a:pt x="5638" y="5664"/>
                  </a:lnTo>
                  <a:lnTo>
                    <a:pt x="1511" y="11811"/>
                  </a:lnTo>
                  <a:lnTo>
                    <a:pt x="0" y="19342"/>
                  </a:lnTo>
                  <a:lnTo>
                    <a:pt x="1511" y="26873"/>
                  </a:lnTo>
                  <a:lnTo>
                    <a:pt x="5638" y="33020"/>
                  </a:lnTo>
                  <a:lnTo>
                    <a:pt x="11760" y="37160"/>
                  </a:lnTo>
                  <a:lnTo>
                    <a:pt x="19253" y="38684"/>
                  </a:lnTo>
                  <a:lnTo>
                    <a:pt x="26746" y="37160"/>
                  </a:lnTo>
                  <a:lnTo>
                    <a:pt x="32867" y="33020"/>
                  </a:lnTo>
                  <a:lnTo>
                    <a:pt x="37007" y="26873"/>
                  </a:lnTo>
                  <a:lnTo>
                    <a:pt x="38519" y="1934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4354" name="object 38">
            <a:extLst>
              <a:ext uri="{FF2B5EF4-FFF2-40B4-BE49-F238E27FC236}">
                <a16:creationId xmlns="" xmlns:a16="http://schemas.microsoft.com/office/drawing/2014/main" id="{B990F7F4-5224-4711-B2D0-4AD242AC23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81063" y="9001961"/>
            <a:ext cx="3257550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35780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2188"/>
              </a:lnSpc>
              <a:spcBef>
                <a:spcPts val="288"/>
              </a:spcBef>
            </a:pPr>
            <a:r>
              <a:rPr lang="ru-RU" altLang="ru-RU" sz="1900" b="1">
                <a:solidFill>
                  <a:srgbClr val="1D1D1B"/>
                </a:solidFill>
                <a:latin typeface="Inter Regular" panose="02000503000000020004" pitchFamily="2" charset="0"/>
              </a:rPr>
              <a:t>Оперативное выполнение малотоннажных заявок</a:t>
            </a:r>
            <a:endParaRPr lang="ru-RU" altLang="ru-RU" sz="1900" b="1">
              <a:latin typeface="Inter Regular" panose="02000503000000020004" pitchFamily="2" charset="0"/>
            </a:endParaRPr>
          </a:p>
        </p:txBody>
      </p:sp>
      <p:sp>
        <p:nvSpPr>
          <p:cNvPr id="14355" name="name_150">
            <a:extLst>
              <a:ext uri="{FF2B5EF4-FFF2-40B4-BE49-F238E27FC236}">
                <a16:creationId xmlns="" xmlns:a16="http://schemas.microsoft.com/office/drawing/2014/main" id="{0DE6110F-7291-4F6C-B33D-89904F051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8563" y="2451100"/>
            <a:ext cx="5448300" cy="755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3000"/>
              </a:lnSpc>
            </a:pPr>
            <a:r>
              <a:rPr lang="ru-RU" altLang="ru-RU" sz="9400">
                <a:solidFill>
                  <a:srgbClr val="F47629"/>
                </a:solidFill>
                <a:latin typeface="Inter Bold" panose="02000803000000020004" pitchFamily="2" charset="0"/>
              </a:rPr>
              <a:t>30 000</a:t>
            </a:r>
          </a:p>
        </p:txBody>
      </p:sp>
      <p:sp>
        <p:nvSpPr>
          <p:cNvPr id="14356" name="object 2">
            <a:extLst>
              <a:ext uri="{FF2B5EF4-FFF2-40B4-BE49-F238E27FC236}">
                <a16:creationId xmlns="" xmlns:a16="http://schemas.microsoft.com/office/drawing/2014/main" id="{EB734325-6EA3-4113-AE0E-ED7EC8FAB4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66338" y="3260725"/>
            <a:ext cx="402272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163"/>
              </a:spcBef>
            </a:pPr>
            <a:r>
              <a:rPr lang="ru-RU" altLang="ru-RU" sz="2800">
                <a:solidFill>
                  <a:srgbClr val="F47629"/>
                </a:solidFill>
                <a:latin typeface="Inter Bold" panose="02000803000000020004" pitchFamily="2" charset="0"/>
              </a:rPr>
              <a:t>тонн продукции в год</a:t>
            </a:r>
          </a:p>
        </p:txBody>
      </p:sp>
      <p:grpSp>
        <p:nvGrpSpPr>
          <p:cNvPr id="14357" name="object 11">
            <a:extLst>
              <a:ext uri="{FF2B5EF4-FFF2-40B4-BE49-F238E27FC236}">
                <a16:creationId xmlns="" xmlns:a16="http://schemas.microsoft.com/office/drawing/2014/main" id="{B90661BB-77F5-4F79-9E64-BAA543043BFF}"/>
              </a:ext>
            </a:extLst>
          </p:cNvPr>
          <p:cNvGrpSpPr>
            <a:grpSpLocks/>
          </p:cNvGrpSpPr>
          <p:nvPr/>
        </p:nvGrpSpPr>
        <p:grpSpPr bwMode="auto">
          <a:xfrm>
            <a:off x="0" y="6774698"/>
            <a:ext cx="18288000" cy="1557338"/>
            <a:chOff x="144500" y="5067884"/>
            <a:chExt cx="10400030" cy="890905"/>
          </a:xfrm>
        </p:grpSpPr>
        <p:sp>
          <p:nvSpPr>
            <p:cNvPr id="14358" name="object 12">
              <a:extLst>
                <a:ext uri="{FF2B5EF4-FFF2-40B4-BE49-F238E27FC236}">
                  <a16:creationId xmlns="" xmlns:a16="http://schemas.microsoft.com/office/drawing/2014/main" id="{FFA5A61C-0633-4512-9D6B-4D56D00833F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500" y="5487412"/>
              <a:ext cx="10400030" cy="0"/>
            </a:xfrm>
            <a:custGeom>
              <a:avLst/>
              <a:gdLst>
                <a:gd name="T0" fmla="*/ 0 w 10400030"/>
                <a:gd name="T1" fmla="*/ 10399750 w 10400030"/>
                <a:gd name="T2" fmla="*/ 0 60000 65536"/>
                <a:gd name="T3" fmla="*/ 0 60000 65536"/>
              </a:gdLst>
              <a:ahLst/>
              <a:cxnLst>
                <a:cxn ang="T2">
                  <a:pos x="T0" y="0"/>
                </a:cxn>
                <a:cxn ang="T3">
                  <a:pos x="T1" y="0"/>
                </a:cxn>
              </a:cxnLst>
              <a:rect l="0" t="0" r="r" b="b"/>
              <a:pathLst>
                <a:path w="10400030">
                  <a:moveTo>
                    <a:pt x="0" y="0"/>
                  </a:moveTo>
                  <a:lnTo>
                    <a:pt x="10399750" y="0"/>
                  </a:lnTo>
                </a:path>
              </a:pathLst>
            </a:custGeom>
            <a:noFill/>
            <a:ln w="25400">
              <a:solidFill>
                <a:srgbClr val="71707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4359" name="object 13">
              <a:extLst>
                <a:ext uri="{FF2B5EF4-FFF2-40B4-BE49-F238E27FC236}">
                  <a16:creationId xmlns="" xmlns:a16="http://schemas.microsoft.com/office/drawing/2014/main" id="{AFDFBCCC-9477-4BAF-8A20-9C5590A9C3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2868" y="5070131"/>
              <a:ext cx="886002" cy="8860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60" name="object 14">
              <a:extLst>
                <a:ext uri="{FF2B5EF4-FFF2-40B4-BE49-F238E27FC236}">
                  <a16:creationId xmlns="" xmlns:a16="http://schemas.microsoft.com/office/drawing/2014/main" id="{997AF654-6FCE-4533-A5EE-58647B0CC2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9693" y="5216981"/>
              <a:ext cx="592455" cy="592455"/>
            </a:xfrm>
            <a:custGeom>
              <a:avLst/>
              <a:gdLst>
                <a:gd name="T0" fmla="*/ 394627 w 592455"/>
                <a:gd name="T1" fmla="*/ 537839 h 592454"/>
                <a:gd name="T2" fmla="*/ 345871 w 592455"/>
                <a:gd name="T3" fmla="*/ 552647 h 592454"/>
                <a:gd name="T4" fmla="*/ 295008 w 592455"/>
                <a:gd name="T5" fmla="*/ 557613 h 592454"/>
                <a:gd name="T6" fmla="*/ 204279 w 592455"/>
                <a:gd name="T7" fmla="*/ 541306 h 592454"/>
                <a:gd name="T8" fmla="*/ 127393 w 592455"/>
                <a:gd name="T9" fmla="*/ 496323 h 592454"/>
                <a:gd name="T10" fmla="*/ 70294 w 592455"/>
                <a:gd name="T11" fmla="*/ 428593 h 592454"/>
                <a:gd name="T12" fmla="*/ 38912 w 592455"/>
                <a:gd name="T13" fmla="*/ 344050 h 592454"/>
                <a:gd name="T14" fmla="*/ 39712 w 592455"/>
                <a:gd name="T15" fmla="*/ 246126 h 592454"/>
                <a:gd name="T16" fmla="*/ 78295 w 592455"/>
                <a:gd name="T17" fmla="*/ 152971 h 592454"/>
                <a:gd name="T18" fmla="*/ 81318 w 592455"/>
                <a:gd name="T19" fmla="*/ 181965 h 592454"/>
                <a:gd name="T20" fmla="*/ 116027 w 592455"/>
                <a:gd name="T21" fmla="*/ 118465 h 592454"/>
                <a:gd name="T22" fmla="*/ 17691 w 592455"/>
                <a:gd name="T23" fmla="*/ 84175 h 592454"/>
                <a:gd name="T24" fmla="*/ 60960 w 592455"/>
                <a:gd name="T25" fmla="*/ 118465 h 592454"/>
                <a:gd name="T26" fmla="*/ 31927 w 592455"/>
                <a:gd name="T27" fmla="*/ 163512 h 592454"/>
                <a:gd name="T28" fmla="*/ 3644 w 592455"/>
                <a:gd name="T29" fmla="*/ 250710 h 592454"/>
                <a:gd name="T30" fmla="*/ 3644 w 592455"/>
                <a:gd name="T31" fmla="*/ 343923 h 592454"/>
                <a:gd name="T32" fmla="*/ 31927 w 592455"/>
                <a:gd name="T33" fmla="*/ 431121 h 592454"/>
                <a:gd name="T34" fmla="*/ 86410 w 592455"/>
                <a:gd name="T35" fmla="*/ 505911 h 592454"/>
                <a:gd name="T36" fmla="*/ 161213 w 592455"/>
                <a:gd name="T37" fmla="*/ 560407 h 592454"/>
                <a:gd name="T38" fmla="*/ 248399 w 592455"/>
                <a:gd name="T39" fmla="*/ 588690 h 592454"/>
                <a:gd name="T40" fmla="*/ 324078 w 592455"/>
                <a:gd name="T41" fmla="*/ 590912 h 592454"/>
                <a:gd name="T42" fmla="*/ 380631 w 592455"/>
                <a:gd name="T43" fmla="*/ 579685 h 592454"/>
                <a:gd name="T44" fmla="*/ 445350 w 592455"/>
                <a:gd name="T45" fmla="*/ 232537 h 592454"/>
                <a:gd name="T46" fmla="*/ 378371 w 592455"/>
                <a:gd name="T47" fmla="*/ 267233 h 592454"/>
                <a:gd name="T48" fmla="*/ 303987 w 592455"/>
                <a:gd name="T49" fmla="*/ 325088 h 592454"/>
                <a:gd name="T50" fmla="*/ 294614 w 592455"/>
                <a:gd name="T51" fmla="*/ 210832 h 592454"/>
                <a:gd name="T52" fmla="*/ 378371 w 592455"/>
                <a:gd name="T53" fmla="*/ 267233 h 592454"/>
                <a:gd name="T54" fmla="*/ 327126 w 592455"/>
                <a:gd name="T55" fmla="*/ 232537 h 592454"/>
                <a:gd name="T56" fmla="*/ 343992 w 592455"/>
                <a:gd name="T57" fmla="*/ 80695 h 592454"/>
                <a:gd name="T58" fmla="*/ 265214 w 592455"/>
                <a:gd name="T59" fmla="*/ 359798 h 592454"/>
                <a:gd name="T60" fmla="*/ 340207 w 592455"/>
                <a:gd name="T61" fmla="*/ 381489 h 592454"/>
                <a:gd name="T62" fmla="*/ 592340 w 592455"/>
                <a:gd name="T63" fmla="*/ 295008 h 592454"/>
                <a:gd name="T64" fmla="*/ 577964 w 592455"/>
                <a:gd name="T65" fmla="*/ 203581 h 592454"/>
                <a:gd name="T66" fmla="*/ 536308 w 592455"/>
                <a:gd name="T67" fmla="*/ 121920 h 592454"/>
                <a:gd name="T68" fmla="*/ 470395 w 592455"/>
                <a:gd name="T69" fmla="*/ 56007 h 592454"/>
                <a:gd name="T70" fmla="*/ 388747 w 592455"/>
                <a:gd name="T71" fmla="*/ 14363 h 592454"/>
                <a:gd name="T72" fmla="*/ 297332 w 592455"/>
                <a:gd name="T73" fmla="*/ 0 h 592454"/>
                <a:gd name="T74" fmla="*/ 239687 w 592455"/>
                <a:gd name="T75" fmla="*/ 5626 h 592454"/>
                <a:gd name="T76" fmla="*/ 184416 w 592455"/>
                <a:gd name="T77" fmla="*/ 22428 h 592454"/>
                <a:gd name="T78" fmla="*/ 221780 w 592455"/>
                <a:gd name="T79" fmla="*/ 45859 h 592454"/>
                <a:gd name="T80" fmla="*/ 271678 w 592455"/>
                <a:gd name="T81" fmla="*/ 35953 h 592454"/>
                <a:gd name="T82" fmla="*/ 344055 w 592455"/>
                <a:gd name="T83" fmla="*/ 38900 h 592454"/>
                <a:gd name="T84" fmla="*/ 428599 w 592455"/>
                <a:gd name="T85" fmla="*/ 70294 h 592454"/>
                <a:gd name="T86" fmla="*/ 496328 w 592455"/>
                <a:gd name="T87" fmla="*/ 127393 h 592454"/>
                <a:gd name="T88" fmla="*/ 541312 w 592455"/>
                <a:gd name="T89" fmla="*/ 204266 h 592454"/>
                <a:gd name="T90" fmla="*/ 557631 w 592455"/>
                <a:gd name="T91" fmla="*/ 295008 h 592454"/>
                <a:gd name="T92" fmla="*/ 537946 w 592455"/>
                <a:gd name="T93" fmla="*/ 394672 h 592454"/>
                <a:gd name="T94" fmla="*/ 511009 w 592455"/>
                <a:gd name="T95" fmla="*/ 443033 h 592454"/>
                <a:gd name="T96" fmla="*/ 476300 w 592455"/>
                <a:gd name="T97" fmla="*/ 410902 h 592454"/>
                <a:gd name="T98" fmla="*/ 476300 w 592455"/>
                <a:gd name="T99" fmla="*/ 508692 h 592454"/>
                <a:gd name="T100" fmla="*/ 574636 w 592455"/>
                <a:gd name="T101" fmla="*/ 474402 h 592454"/>
                <a:gd name="T102" fmla="*/ 536308 w 592455"/>
                <a:gd name="T103" fmla="*/ 468078 h 592454"/>
                <a:gd name="T104" fmla="*/ 577964 w 592455"/>
                <a:gd name="T105" fmla="*/ 386429 h 592454"/>
                <a:gd name="T106" fmla="*/ 592340 w 592455"/>
                <a:gd name="T107" fmla="*/ 295008 h 592454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592455" h="592454">
                  <a:moveTo>
                    <a:pt x="407924" y="569887"/>
                  </a:moveTo>
                  <a:lnTo>
                    <a:pt x="394627" y="537832"/>
                  </a:lnTo>
                  <a:lnTo>
                    <a:pt x="370560" y="546455"/>
                  </a:lnTo>
                  <a:lnTo>
                    <a:pt x="345871" y="552640"/>
                  </a:lnTo>
                  <a:lnTo>
                    <a:pt x="320662" y="556361"/>
                  </a:lnTo>
                  <a:lnTo>
                    <a:pt x="295008" y="557606"/>
                  </a:lnTo>
                  <a:lnTo>
                    <a:pt x="248285" y="553415"/>
                  </a:lnTo>
                  <a:lnTo>
                    <a:pt x="204279" y="541299"/>
                  </a:lnTo>
                  <a:lnTo>
                    <a:pt x="163728" y="522020"/>
                  </a:lnTo>
                  <a:lnTo>
                    <a:pt x="127393" y="496316"/>
                  </a:lnTo>
                  <a:lnTo>
                    <a:pt x="95999" y="464921"/>
                  </a:lnTo>
                  <a:lnTo>
                    <a:pt x="70294" y="428586"/>
                  </a:lnTo>
                  <a:lnTo>
                    <a:pt x="51028" y="388048"/>
                  </a:lnTo>
                  <a:lnTo>
                    <a:pt x="38912" y="344043"/>
                  </a:lnTo>
                  <a:lnTo>
                    <a:pt x="34709" y="297307"/>
                  </a:lnTo>
                  <a:lnTo>
                    <a:pt x="39712" y="246126"/>
                  </a:lnTo>
                  <a:lnTo>
                    <a:pt x="54394" y="197637"/>
                  </a:lnTo>
                  <a:lnTo>
                    <a:pt x="78295" y="152971"/>
                  </a:lnTo>
                  <a:lnTo>
                    <a:pt x="81318" y="149301"/>
                  </a:lnTo>
                  <a:lnTo>
                    <a:pt x="81318" y="181965"/>
                  </a:lnTo>
                  <a:lnTo>
                    <a:pt x="116027" y="181965"/>
                  </a:lnTo>
                  <a:lnTo>
                    <a:pt x="116027" y="118465"/>
                  </a:lnTo>
                  <a:lnTo>
                    <a:pt x="116027" y="84175"/>
                  </a:lnTo>
                  <a:lnTo>
                    <a:pt x="17691" y="84175"/>
                  </a:lnTo>
                  <a:lnTo>
                    <a:pt x="17691" y="118465"/>
                  </a:lnTo>
                  <a:lnTo>
                    <a:pt x="60960" y="118465"/>
                  </a:lnTo>
                  <a:lnTo>
                    <a:pt x="56032" y="124244"/>
                  </a:lnTo>
                  <a:lnTo>
                    <a:pt x="31927" y="163512"/>
                  </a:lnTo>
                  <a:lnTo>
                    <a:pt x="14363" y="205892"/>
                  </a:lnTo>
                  <a:lnTo>
                    <a:pt x="3644" y="250710"/>
                  </a:lnTo>
                  <a:lnTo>
                    <a:pt x="0" y="297307"/>
                  </a:lnTo>
                  <a:lnTo>
                    <a:pt x="3644" y="343916"/>
                  </a:lnTo>
                  <a:lnTo>
                    <a:pt x="14363" y="388734"/>
                  </a:lnTo>
                  <a:lnTo>
                    <a:pt x="31927" y="431114"/>
                  </a:lnTo>
                  <a:lnTo>
                    <a:pt x="56032" y="470382"/>
                  </a:lnTo>
                  <a:lnTo>
                    <a:pt x="86410" y="505904"/>
                  </a:lnTo>
                  <a:lnTo>
                    <a:pt x="121932" y="536295"/>
                  </a:lnTo>
                  <a:lnTo>
                    <a:pt x="161213" y="560400"/>
                  </a:lnTo>
                  <a:lnTo>
                    <a:pt x="203581" y="577951"/>
                  </a:lnTo>
                  <a:lnTo>
                    <a:pt x="248399" y="588683"/>
                  </a:lnTo>
                  <a:lnTo>
                    <a:pt x="295008" y="592315"/>
                  </a:lnTo>
                  <a:lnTo>
                    <a:pt x="324078" y="590905"/>
                  </a:lnTo>
                  <a:lnTo>
                    <a:pt x="352653" y="586689"/>
                  </a:lnTo>
                  <a:lnTo>
                    <a:pt x="380631" y="579678"/>
                  </a:lnTo>
                  <a:lnTo>
                    <a:pt x="407924" y="569887"/>
                  </a:lnTo>
                  <a:close/>
                </a:path>
                <a:path w="592455" h="592454">
                  <a:moveTo>
                    <a:pt x="445350" y="232537"/>
                  </a:moveTo>
                  <a:lnTo>
                    <a:pt x="378371" y="232537"/>
                  </a:lnTo>
                  <a:lnTo>
                    <a:pt x="378371" y="267233"/>
                  </a:lnTo>
                  <a:lnTo>
                    <a:pt x="297726" y="381482"/>
                  </a:lnTo>
                  <a:lnTo>
                    <a:pt x="303987" y="325081"/>
                  </a:lnTo>
                  <a:lnTo>
                    <a:pt x="213969" y="325081"/>
                  </a:lnTo>
                  <a:lnTo>
                    <a:pt x="294614" y="210832"/>
                  </a:lnTo>
                  <a:lnTo>
                    <a:pt x="288353" y="267233"/>
                  </a:lnTo>
                  <a:lnTo>
                    <a:pt x="378371" y="267233"/>
                  </a:lnTo>
                  <a:lnTo>
                    <a:pt x="378371" y="232537"/>
                  </a:lnTo>
                  <a:lnTo>
                    <a:pt x="327126" y="232537"/>
                  </a:lnTo>
                  <a:lnTo>
                    <a:pt x="329539" y="210832"/>
                  </a:lnTo>
                  <a:lnTo>
                    <a:pt x="343992" y="80695"/>
                  </a:lnTo>
                  <a:lnTo>
                    <a:pt x="146989" y="359791"/>
                  </a:lnTo>
                  <a:lnTo>
                    <a:pt x="265214" y="359791"/>
                  </a:lnTo>
                  <a:lnTo>
                    <a:pt x="248335" y="511619"/>
                  </a:lnTo>
                  <a:lnTo>
                    <a:pt x="340207" y="381482"/>
                  </a:lnTo>
                  <a:lnTo>
                    <a:pt x="445350" y="232537"/>
                  </a:lnTo>
                  <a:close/>
                </a:path>
                <a:path w="592455" h="592454">
                  <a:moveTo>
                    <a:pt x="592340" y="295008"/>
                  </a:moveTo>
                  <a:lnTo>
                    <a:pt x="588695" y="248399"/>
                  </a:lnTo>
                  <a:lnTo>
                    <a:pt x="577964" y="203581"/>
                  </a:lnTo>
                  <a:lnTo>
                    <a:pt x="560412" y="161201"/>
                  </a:lnTo>
                  <a:lnTo>
                    <a:pt x="536308" y="121920"/>
                  </a:lnTo>
                  <a:lnTo>
                    <a:pt x="505929" y="86398"/>
                  </a:lnTo>
                  <a:lnTo>
                    <a:pt x="470395" y="56007"/>
                  </a:lnTo>
                  <a:lnTo>
                    <a:pt x="431126" y="31915"/>
                  </a:lnTo>
                  <a:lnTo>
                    <a:pt x="388747" y="14363"/>
                  </a:lnTo>
                  <a:lnTo>
                    <a:pt x="343928" y="3632"/>
                  </a:lnTo>
                  <a:lnTo>
                    <a:pt x="297332" y="0"/>
                  </a:lnTo>
                  <a:lnTo>
                    <a:pt x="268262" y="1409"/>
                  </a:lnTo>
                  <a:lnTo>
                    <a:pt x="239687" y="5626"/>
                  </a:lnTo>
                  <a:lnTo>
                    <a:pt x="211709" y="12636"/>
                  </a:lnTo>
                  <a:lnTo>
                    <a:pt x="184416" y="22428"/>
                  </a:lnTo>
                  <a:lnTo>
                    <a:pt x="197713" y="54483"/>
                  </a:lnTo>
                  <a:lnTo>
                    <a:pt x="221780" y="45859"/>
                  </a:lnTo>
                  <a:lnTo>
                    <a:pt x="246468" y="39674"/>
                  </a:lnTo>
                  <a:lnTo>
                    <a:pt x="271678" y="35953"/>
                  </a:lnTo>
                  <a:lnTo>
                    <a:pt x="297332" y="34709"/>
                  </a:lnTo>
                  <a:lnTo>
                    <a:pt x="344055" y="38900"/>
                  </a:lnTo>
                  <a:lnTo>
                    <a:pt x="388061" y="51015"/>
                  </a:lnTo>
                  <a:lnTo>
                    <a:pt x="428599" y="70294"/>
                  </a:lnTo>
                  <a:lnTo>
                    <a:pt x="464934" y="95999"/>
                  </a:lnTo>
                  <a:lnTo>
                    <a:pt x="496328" y="127393"/>
                  </a:lnTo>
                  <a:lnTo>
                    <a:pt x="522033" y="163728"/>
                  </a:lnTo>
                  <a:lnTo>
                    <a:pt x="541312" y="204266"/>
                  </a:lnTo>
                  <a:lnTo>
                    <a:pt x="553427" y="248272"/>
                  </a:lnTo>
                  <a:lnTo>
                    <a:pt x="557631" y="295008"/>
                  </a:lnTo>
                  <a:lnTo>
                    <a:pt x="552627" y="346176"/>
                  </a:lnTo>
                  <a:lnTo>
                    <a:pt x="537946" y="394665"/>
                  </a:lnTo>
                  <a:lnTo>
                    <a:pt x="514045" y="439331"/>
                  </a:lnTo>
                  <a:lnTo>
                    <a:pt x="511009" y="443026"/>
                  </a:lnTo>
                  <a:lnTo>
                    <a:pt x="511009" y="410895"/>
                  </a:lnTo>
                  <a:lnTo>
                    <a:pt x="476300" y="410895"/>
                  </a:lnTo>
                  <a:lnTo>
                    <a:pt x="476300" y="474395"/>
                  </a:lnTo>
                  <a:lnTo>
                    <a:pt x="476300" y="508685"/>
                  </a:lnTo>
                  <a:lnTo>
                    <a:pt x="574636" y="508685"/>
                  </a:lnTo>
                  <a:lnTo>
                    <a:pt x="574636" y="474395"/>
                  </a:lnTo>
                  <a:lnTo>
                    <a:pt x="530898" y="474395"/>
                  </a:lnTo>
                  <a:lnTo>
                    <a:pt x="536308" y="468071"/>
                  </a:lnTo>
                  <a:lnTo>
                    <a:pt x="560412" y="428802"/>
                  </a:lnTo>
                  <a:lnTo>
                    <a:pt x="577964" y="386422"/>
                  </a:lnTo>
                  <a:lnTo>
                    <a:pt x="588695" y="341604"/>
                  </a:lnTo>
                  <a:lnTo>
                    <a:pt x="592340" y="29500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4361" name="object 15">
              <a:extLst>
                <a:ext uri="{FF2B5EF4-FFF2-40B4-BE49-F238E27FC236}">
                  <a16:creationId xmlns="" xmlns:a16="http://schemas.microsoft.com/office/drawing/2014/main" id="{2B511EBD-1422-4302-AFB8-B1744226F9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9031" y="5070131"/>
              <a:ext cx="886015" cy="8860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62" name="object 16">
              <a:extLst>
                <a:ext uri="{FF2B5EF4-FFF2-40B4-BE49-F238E27FC236}">
                  <a16:creationId xmlns="" xmlns:a16="http://schemas.microsoft.com/office/drawing/2014/main" id="{3BE370D0-112B-49AD-9201-ABA1EFF188EF}"/>
                </a:ext>
              </a:extLst>
            </p:cNvPr>
            <p:cNvSpPr>
              <a:spLocks/>
            </p:cNvSpPr>
            <p:nvPr/>
          </p:nvSpPr>
          <p:spPr bwMode="auto">
            <a:xfrm>
              <a:off x="3252406" y="5253684"/>
              <a:ext cx="519430" cy="519430"/>
            </a:xfrm>
            <a:custGeom>
              <a:avLst/>
              <a:gdLst>
                <a:gd name="T0" fmla="*/ 213995 w 519429"/>
                <a:gd name="T1" fmla="*/ 442525 h 519429"/>
                <a:gd name="T2" fmla="*/ 244424 w 519429"/>
                <a:gd name="T3" fmla="*/ 488664 h 519429"/>
                <a:gd name="T4" fmla="*/ 244424 w 519429"/>
                <a:gd name="T5" fmla="*/ 411487 h 519429"/>
                <a:gd name="T6" fmla="*/ 0 w 519429"/>
                <a:gd name="T7" fmla="*/ 441967 h 519429"/>
                <a:gd name="T8" fmla="*/ 0 w 519429"/>
                <a:gd name="T9" fmla="*/ 519437 h 519429"/>
                <a:gd name="T10" fmla="*/ 244424 w 519429"/>
                <a:gd name="T11" fmla="*/ 488957 h 519429"/>
                <a:gd name="T12" fmla="*/ 30416 w 519429"/>
                <a:gd name="T13" fmla="*/ 441967 h 519429"/>
                <a:gd name="T14" fmla="*/ 244424 w 519429"/>
                <a:gd name="T15" fmla="*/ 411487 h 519429"/>
                <a:gd name="T16" fmla="*/ 213995 w 519429"/>
                <a:gd name="T17" fmla="*/ 167652 h 519429"/>
                <a:gd name="T18" fmla="*/ 244424 w 519429"/>
                <a:gd name="T19" fmla="*/ 351238 h 519429"/>
                <a:gd name="T20" fmla="*/ 244424 w 519429"/>
                <a:gd name="T21" fmla="*/ 137160 h 519429"/>
                <a:gd name="T22" fmla="*/ 137414 w 519429"/>
                <a:gd name="T23" fmla="*/ 167640 h 519429"/>
                <a:gd name="T24" fmla="*/ 106984 w 519429"/>
                <a:gd name="T25" fmla="*/ 228460 h 519429"/>
                <a:gd name="T26" fmla="*/ 137414 w 519429"/>
                <a:gd name="T27" fmla="*/ 167640 h 519429"/>
                <a:gd name="T28" fmla="*/ 0 w 519429"/>
                <a:gd name="T29" fmla="*/ 137160 h 519429"/>
                <a:gd name="T30" fmla="*/ 0 w 519429"/>
                <a:gd name="T31" fmla="*/ 351797 h 519429"/>
                <a:gd name="T32" fmla="*/ 244424 w 519429"/>
                <a:gd name="T33" fmla="*/ 382277 h 519429"/>
                <a:gd name="T34" fmla="*/ 30416 w 519429"/>
                <a:gd name="T35" fmla="*/ 351797 h 519429"/>
                <a:gd name="T36" fmla="*/ 76568 w 519429"/>
                <a:gd name="T37" fmla="*/ 167640 h 519429"/>
                <a:gd name="T38" fmla="*/ 76568 w 519429"/>
                <a:gd name="T39" fmla="*/ 258940 h 519429"/>
                <a:gd name="T40" fmla="*/ 167843 w 519429"/>
                <a:gd name="T41" fmla="*/ 228460 h 519429"/>
                <a:gd name="T42" fmla="*/ 244424 w 519429"/>
                <a:gd name="T43" fmla="*/ 167640 h 519429"/>
                <a:gd name="T44" fmla="*/ 519284 w 519429"/>
                <a:gd name="T45" fmla="*/ 305086 h 519429"/>
                <a:gd name="T46" fmla="*/ 488855 w 519429"/>
                <a:gd name="T47" fmla="*/ 488664 h 519429"/>
                <a:gd name="T48" fmla="*/ 519284 w 519429"/>
                <a:gd name="T49" fmla="*/ 305086 h 519429"/>
                <a:gd name="T50" fmla="*/ 274860 w 519429"/>
                <a:gd name="T51" fmla="*/ 274327 h 519429"/>
                <a:gd name="T52" fmla="*/ 274860 w 519429"/>
                <a:gd name="T53" fmla="*/ 488957 h 519429"/>
                <a:gd name="T54" fmla="*/ 519284 w 519429"/>
                <a:gd name="T55" fmla="*/ 519437 h 519429"/>
                <a:gd name="T56" fmla="*/ 305276 w 519429"/>
                <a:gd name="T57" fmla="*/ 488957 h 519429"/>
                <a:gd name="T58" fmla="*/ 519284 w 519429"/>
                <a:gd name="T59" fmla="*/ 304807 h 519429"/>
                <a:gd name="T60" fmla="*/ 519284 w 519429"/>
                <a:gd name="T61" fmla="*/ 0 h 519429"/>
                <a:gd name="T62" fmla="*/ 488855 w 519429"/>
                <a:gd name="T63" fmla="*/ 30480 h 519429"/>
                <a:gd name="T64" fmla="*/ 305276 w 519429"/>
                <a:gd name="T65" fmla="*/ 213360 h 519429"/>
                <a:gd name="T66" fmla="*/ 351428 w 519429"/>
                <a:gd name="T67" fmla="*/ 30480 h 519429"/>
                <a:gd name="T68" fmla="*/ 351428 w 519429"/>
                <a:gd name="T69" fmla="*/ 121513 h 519429"/>
                <a:gd name="T70" fmla="*/ 442703 w 519429"/>
                <a:gd name="T71" fmla="*/ 91033 h 519429"/>
                <a:gd name="T72" fmla="*/ 488855 w 519429"/>
                <a:gd name="T73" fmla="*/ 30480 h 519429"/>
                <a:gd name="T74" fmla="*/ 412274 w 519429"/>
                <a:gd name="T75" fmla="*/ 0 h 519429"/>
                <a:gd name="T76" fmla="*/ 412274 w 519429"/>
                <a:gd name="T77" fmla="*/ 91033 h 519429"/>
                <a:gd name="T78" fmla="*/ 381845 w 519429"/>
                <a:gd name="T79" fmla="*/ 30480 h 519429"/>
                <a:gd name="T80" fmla="*/ 412274 w 519429"/>
                <a:gd name="T81" fmla="*/ 0 h 519429"/>
                <a:gd name="T82" fmla="*/ 274860 w 519429"/>
                <a:gd name="T83" fmla="*/ 30480 h 519429"/>
                <a:gd name="T84" fmla="*/ 274860 w 519429"/>
                <a:gd name="T85" fmla="*/ 243840 h 519429"/>
                <a:gd name="T86" fmla="*/ 519284 w 519429"/>
                <a:gd name="T87" fmla="*/ 213804 h 519429"/>
                <a:gd name="T88" fmla="*/ 519284 w 519429"/>
                <a:gd name="T89" fmla="*/ 30480 h 519429"/>
                <a:gd name="T90" fmla="*/ 519284 w 519429"/>
                <a:gd name="T91" fmla="*/ 0 h 519429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0" t="0" r="r" b="b"/>
              <a:pathLst>
                <a:path w="519429" h="519429">
                  <a:moveTo>
                    <a:pt x="244424" y="442518"/>
                  </a:moveTo>
                  <a:lnTo>
                    <a:pt x="213995" y="442518"/>
                  </a:lnTo>
                  <a:lnTo>
                    <a:pt x="213995" y="488657"/>
                  </a:lnTo>
                  <a:lnTo>
                    <a:pt x="244424" y="488657"/>
                  </a:lnTo>
                  <a:lnTo>
                    <a:pt x="244424" y="442518"/>
                  </a:lnTo>
                  <a:close/>
                </a:path>
                <a:path w="519429" h="519429">
                  <a:moveTo>
                    <a:pt x="244424" y="411480"/>
                  </a:moveTo>
                  <a:lnTo>
                    <a:pt x="0" y="411480"/>
                  </a:lnTo>
                  <a:lnTo>
                    <a:pt x="0" y="441960"/>
                  </a:lnTo>
                  <a:lnTo>
                    <a:pt x="0" y="488950"/>
                  </a:lnTo>
                  <a:lnTo>
                    <a:pt x="0" y="519430"/>
                  </a:lnTo>
                  <a:lnTo>
                    <a:pt x="244424" y="519430"/>
                  </a:lnTo>
                  <a:lnTo>
                    <a:pt x="244424" y="488950"/>
                  </a:lnTo>
                  <a:lnTo>
                    <a:pt x="30416" y="488950"/>
                  </a:lnTo>
                  <a:lnTo>
                    <a:pt x="30416" y="441960"/>
                  </a:lnTo>
                  <a:lnTo>
                    <a:pt x="244424" y="441960"/>
                  </a:lnTo>
                  <a:lnTo>
                    <a:pt x="244424" y="411480"/>
                  </a:lnTo>
                  <a:close/>
                </a:path>
                <a:path w="519429" h="519429">
                  <a:moveTo>
                    <a:pt x="244424" y="167652"/>
                  </a:moveTo>
                  <a:lnTo>
                    <a:pt x="213995" y="167652"/>
                  </a:lnTo>
                  <a:lnTo>
                    <a:pt x="213995" y="351231"/>
                  </a:lnTo>
                  <a:lnTo>
                    <a:pt x="244424" y="351231"/>
                  </a:lnTo>
                  <a:lnTo>
                    <a:pt x="244424" y="167652"/>
                  </a:lnTo>
                  <a:close/>
                </a:path>
                <a:path w="519429" h="519429">
                  <a:moveTo>
                    <a:pt x="244424" y="137160"/>
                  </a:moveTo>
                  <a:lnTo>
                    <a:pt x="137414" y="137160"/>
                  </a:lnTo>
                  <a:lnTo>
                    <a:pt x="137414" y="167640"/>
                  </a:lnTo>
                  <a:lnTo>
                    <a:pt x="137414" y="228460"/>
                  </a:lnTo>
                  <a:lnTo>
                    <a:pt x="106984" y="228460"/>
                  </a:lnTo>
                  <a:lnTo>
                    <a:pt x="106984" y="167640"/>
                  </a:lnTo>
                  <a:lnTo>
                    <a:pt x="137414" y="167640"/>
                  </a:lnTo>
                  <a:lnTo>
                    <a:pt x="137414" y="137160"/>
                  </a:lnTo>
                  <a:lnTo>
                    <a:pt x="0" y="137160"/>
                  </a:lnTo>
                  <a:lnTo>
                    <a:pt x="0" y="167640"/>
                  </a:lnTo>
                  <a:lnTo>
                    <a:pt x="0" y="351790"/>
                  </a:lnTo>
                  <a:lnTo>
                    <a:pt x="0" y="382270"/>
                  </a:lnTo>
                  <a:lnTo>
                    <a:pt x="244424" y="382270"/>
                  </a:lnTo>
                  <a:lnTo>
                    <a:pt x="244424" y="351790"/>
                  </a:lnTo>
                  <a:lnTo>
                    <a:pt x="30416" y="351790"/>
                  </a:lnTo>
                  <a:lnTo>
                    <a:pt x="30416" y="167640"/>
                  </a:lnTo>
                  <a:lnTo>
                    <a:pt x="76568" y="167640"/>
                  </a:lnTo>
                  <a:lnTo>
                    <a:pt x="76568" y="228460"/>
                  </a:lnTo>
                  <a:lnTo>
                    <a:pt x="76568" y="258940"/>
                  </a:lnTo>
                  <a:lnTo>
                    <a:pt x="167843" y="258940"/>
                  </a:lnTo>
                  <a:lnTo>
                    <a:pt x="167843" y="228460"/>
                  </a:lnTo>
                  <a:lnTo>
                    <a:pt x="167843" y="167640"/>
                  </a:lnTo>
                  <a:lnTo>
                    <a:pt x="244424" y="167640"/>
                  </a:lnTo>
                  <a:lnTo>
                    <a:pt x="244424" y="137160"/>
                  </a:lnTo>
                  <a:close/>
                </a:path>
                <a:path w="519429" h="519429">
                  <a:moveTo>
                    <a:pt x="519277" y="305079"/>
                  </a:moveTo>
                  <a:lnTo>
                    <a:pt x="488848" y="305079"/>
                  </a:lnTo>
                  <a:lnTo>
                    <a:pt x="488848" y="488657"/>
                  </a:lnTo>
                  <a:lnTo>
                    <a:pt x="519277" y="488657"/>
                  </a:lnTo>
                  <a:lnTo>
                    <a:pt x="519277" y="305079"/>
                  </a:lnTo>
                  <a:close/>
                </a:path>
                <a:path w="519429" h="519429">
                  <a:moveTo>
                    <a:pt x="519277" y="274320"/>
                  </a:moveTo>
                  <a:lnTo>
                    <a:pt x="274853" y="274320"/>
                  </a:lnTo>
                  <a:lnTo>
                    <a:pt x="274853" y="304800"/>
                  </a:lnTo>
                  <a:lnTo>
                    <a:pt x="274853" y="488950"/>
                  </a:lnTo>
                  <a:lnTo>
                    <a:pt x="274853" y="519430"/>
                  </a:lnTo>
                  <a:lnTo>
                    <a:pt x="519277" y="519430"/>
                  </a:lnTo>
                  <a:lnTo>
                    <a:pt x="519277" y="488950"/>
                  </a:lnTo>
                  <a:lnTo>
                    <a:pt x="305269" y="488950"/>
                  </a:lnTo>
                  <a:lnTo>
                    <a:pt x="305269" y="304800"/>
                  </a:lnTo>
                  <a:lnTo>
                    <a:pt x="519277" y="304800"/>
                  </a:lnTo>
                  <a:lnTo>
                    <a:pt x="519277" y="274320"/>
                  </a:lnTo>
                  <a:close/>
                </a:path>
                <a:path w="519429" h="519429">
                  <a:moveTo>
                    <a:pt x="519277" y="0"/>
                  </a:moveTo>
                  <a:lnTo>
                    <a:pt x="488848" y="0"/>
                  </a:lnTo>
                  <a:lnTo>
                    <a:pt x="488848" y="30480"/>
                  </a:lnTo>
                  <a:lnTo>
                    <a:pt x="488848" y="213360"/>
                  </a:lnTo>
                  <a:lnTo>
                    <a:pt x="305269" y="213360"/>
                  </a:lnTo>
                  <a:lnTo>
                    <a:pt x="305269" y="30480"/>
                  </a:lnTo>
                  <a:lnTo>
                    <a:pt x="351421" y="30480"/>
                  </a:lnTo>
                  <a:lnTo>
                    <a:pt x="351421" y="91033"/>
                  </a:lnTo>
                  <a:lnTo>
                    <a:pt x="351421" y="121513"/>
                  </a:lnTo>
                  <a:lnTo>
                    <a:pt x="442696" y="121513"/>
                  </a:lnTo>
                  <a:lnTo>
                    <a:pt x="442696" y="91033"/>
                  </a:lnTo>
                  <a:lnTo>
                    <a:pt x="442696" y="30480"/>
                  </a:lnTo>
                  <a:lnTo>
                    <a:pt x="488848" y="30480"/>
                  </a:lnTo>
                  <a:lnTo>
                    <a:pt x="488848" y="0"/>
                  </a:lnTo>
                  <a:lnTo>
                    <a:pt x="412267" y="0"/>
                  </a:lnTo>
                  <a:lnTo>
                    <a:pt x="412267" y="30480"/>
                  </a:lnTo>
                  <a:lnTo>
                    <a:pt x="412267" y="91033"/>
                  </a:lnTo>
                  <a:lnTo>
                    <a:pt x="381838" y="91033"/>
                  </a:lnTo>
                  <a:lnTo>
                    <a:pt x="381838" y="30480"/>
                  </a:lnTo>
                  <a:lnTo>
                    <a:pt x="412267" y="30480"/>
                  </a:lnTo>
                  <a:lnTo>
                    <a:pt x="412267" y="0"/>
                  </a:lnTo>
                  <a:lnTo>
                    <a:pt x="274853" y="0"/>
                  </a:lnTo>
                  <a:lnTo>
                    <a:pt x="274853" y="30480"/>
                  </a:lnTo>
                  <a:lnTo>
                    <a:pt x="274853" y="213360"/>
                  </a:lnTo>
                  <a:lnTo>
                    <a:pt x="274853" y="243840"/>
                  </a:lnTo>
                  <a:lnTo>
                    <a:pt x="519277" y="243840"/>
                  </a:lnTo>
                  <a:lnTo>
                    <a:pt x="519277" y="213804"/>
                  </a:lnTo>
                  <a:lnTo>
                    <a:pt x="519277" y="213360"/>
                  </a:lnTo>
                  <a:lnTo>
                    <a:pt x="519277" y="30480"/>
                  </a:lnTo>
                  <a:lnTo>
                    <a:pt x="519277" y="30226"/>
                  </a:lnTo>
                  <a:lnTo>
                    <a:pt x="5192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4363" name="object 17">
              <a:extLst>
                <a:ext uri="{FF2B5EF4-FFF2-40B4-BE49-F238E27FC236}">
                  <a16:creationId xmlns="" xmlns:a16="http://schemas.microsoft.com/office/drawing/2014/main" id="{2A142408-DF79-461C-8104-C6660AAF77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3997" y="5067884"/>
              <a:ext cx="890485" cy="8904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364" name="object 18">
              <a:extLst>
                <a:ext uri="{FF2B5EF4-FFF2-40B4-BE49-F238E27FC236}">
                  <a16:creationId xmlns="" xmlns:a16="http://schemas.microsoft.com/office/drawing/2014/main" id="{C98D5C6B-F92D-4D98-89F9-96F0F81545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41695" y="5067884"/>
              <a:ext cx="890485" cy="8904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365" name="object 19">
              <a:extLst>
                <a:ext uri="{FF2B5EF4-FFF2-40B4-BE49-F238E27FC236}">
                  <a16:creationId xmlns="" xmlns:a16="http://schemas.microsoft.com/office/drawing/2014/main" id="{23106E36-F50A-4047-94AE-4A54EBA3FAC2}"/>
                </a:ext>
              </a:extLst>
            </p:cNvPr>
            <p:cNvSpPr>
              <a:spLocks/>
            </p:cNvSpPr>
            <p:nvPr/>
          </p:nvSpPr>
          <p:spPr bwMode="auto">
            <a:xfrm>
              <a:off x="6026429" y="5240718"/>
              <a:ext cx="2581910" cy="546735"/>
            </a:xfrm>
            <a:custGeom>
              <a:avLst/>
              <a:gdLst>
                <a:gd name="T0" fmla="*/ 528205 w 2581909"/>
                <a:gd name="T1" fmla="*/ 417131 h 546735"/>
                <a:gd name="T2" fmla="*/ 512914 w 2581909"/>
                <a:gd name="T3" fmla="*/ 465010 h 546735"/>
                <a:gd name="T4" fmla="*/ 483641 w 2581909"/>
                <a:gd name="T5" fmla="*/ 509143 h 546735"/>
                <a:gd name="T6" fmla="*/ 431177 w 2581909"/>
                <a:gd name="T7" fmla="*/ 498868 h 546735"/>
                <a:gd name="T8" fmla="*/ 420903 w 2581909"/>
                <a:gd name="T9" fmla="*/ 446392 h 546735"/>
                <a:gd name="T10" fmla="*/ 465023 w 2581909"/>
                <a:gd name="T11" fmla="*/ 417131 h 546735"/>
                <a:gd name="T12" fmla="*/ 509143 w 2581909"/>
                <a:gd name="T13" fmla="*/ 446392 h 546735"/>
                <a:gd name="T14" fmla="*/ 506310 w 2581909"/>
                <a:gd name="T15" fmla="*/ 396748 h 546735"/>
                <a:gd name="T16" fmla="*/ 480987 w 2581909"/>
                <a:gd name="T17" fmla="*/ 289433 h 546735"/>
                <a:gd name="T18" fmla="*/ 359752 w 2581909"/>
                <a:gd name="T19" fmla="*/ 199758 h 546735"/>
                <a:gd name="T20" fmla="*/ 384149 w 2581909"/>
                <a:gd name="T21" fmla="*/ 56121 h 546735"/>
                <a:gd name="T22" fmla="*/ 352221 w 2581909"/>
                <a:gd name="T23" fmla="*/ 167830 h 546735"/>
                <a:gd name="T24" fmla="*/ 343814 w 2581909"/>
                <a:gd name="T25" fmla="*/ 95999 h 546735"/>
                <a:gd name="T26" fmla="*/ 343535 w 2581909"/>
                <a:gd name="T27" fmla="*/ 35725 h 546735"/>
                <a:gd name="T28" fmla="*/ 272415 w 2581909"/>
                <a:gd name="T29" fmla="*/ 95999 h 546735"/>
                <a:gd name="T30" fmla="*/ 256451 w 2581909"/>
                <a:gd name="T31" fmla="*/ 123710 h 546735"/>
                <a:gd name="T32" fmla="*/ 192608 w 2581909"/>
                <a:gd name="T33" fmla="*/ 91795 h 546735"/>
                <a:gd name="T34" fmla="*/ 212267 w 2581909"/>
                <a:gd name="T35" fmla="*/ 65938 h 546735"/>
                <a:gd name="T36" fmla="*/ 332562 w 2581909"/>
                <a:gd name="T37" fmla="*/ 30213 h 546735"/>
                <a:gd name="T38" fmla="*/ 160680 w 2581909"/>
                <a:gd name="T39" fmla="*/ 187566 h 546735"/>
                <a:gd name="T40" fmla="*/ 63842 w 2581909"/>
                <a:gd name="T41" fmla="*/ 289433 h 546735"/>
                <a:gd name="T42" fmla="*/ 18275 w 2581909"/>
                <a:gd name="T43" fmla="*/ 414248 h 546735"/>
                <a:gd name="T44" fmla="*/ 6273 w 2581909"/>
                <a:gd name="T45" fmla="*/ 496062 h 546735"/>
                <a:gd name="T46" fmla="*/ 79806 w 2581909"/>
                <a:gd name="T47" fmla="*/ 544830 h 546735"/>
                <a:gd name="T48" fmla="*/ 141960 w 2581909"/>
                <a:gd name="T49" fmla="*/ 512902 h 546735"/>
                <a:gd name="T50" fmla="*/ 154749 w 2581909"/>
                <a:gd name="T51" fmla="*/ 437578 h 546735"/>
                <a:gd name="T52" fmla="*/ 127698 w 2581909"/>
                <a:gd name="T53" fmla="*/ 402463 h 546735"/>
                <a:gd name="T54" fmla="*/ 113652 w 2581909"/>
                <a:gd name="T55" fmla="*/ 498868 h 546735"/>
                <a:gd name="T56" fmla="*/ 61175 w 2581909"/>
                <a:gd name="T57" fmla="*/ 509143 h 546735"/>
                <a:gd name="T58" fmla="*/ 31915 w 2581909"/>
                <a:gd name="T59" fmla="*/ 465010 h 546735"/>
                <a:gd name="T60" fmla="*/ 61175 w 2581909"/>
                <a:gd name="T61" fmla="*/ 420903 h 546735"/>
                <a:gd name="T62" fmla="*/ 113652 w 2581909"/>
                <a:gd name="T63" fmla="*/ 431177 h 546735"/>
                <a:gd name="T64" fmla="*/ 127698 w 2581909"/>
                <a:gd name="T65" fmla="*/ 402463 h 546735"/>
                <a:gd name="T66" fmla="*/ 95770 w 2581909"/>
                <a:gd name="T67" fmla="*/ 321360 h 546735"/>
                <a:gd name="T68" fmla="*/ 231114 w 2581909"/>
                <a:gd name="T69" fmla="*/ 396748 h 546735"/>
                <a:gd name="T70" fmla="*/ 192608 w 2581909"/>
                <a:gd name="T71" fmla="*/ 465010 h 546735"/>
                <a:gd name="T72" fmla="*/ 241376 w 2581909"/>
                <a:gd name="T73" fmla="*/ 538556 h 546735"/>
                <a:gd name="T74" fmla="*/ 328815 w 2581909"/>
                <a:gd name="T75" fmla="*/ 521436 h 546735"/>
                <a:gd name="T76" fmla="*/ 352221 w 2581909"/>
                <a:gd name="T77" fmla="*/ 465010 h 546735"/>
                <a:gd name="T78" fmla="*/ 333946 w 2581909"/>
                <a:gd name="T79" fmla="*/ 414248 h 546735"/>
                <a:gd name="T80" fmla="*/ 316534 w 2581909"/>
                <a:gd name="T81" fmla="*/ 483641 h 546735"/>
                <a:gd name="T82" fmla="*/ 272415 w 2581909"/>
                <a:gd name="T83" fmla="*/ 512902 h 546735"/>
                <a:gd name="T84" fmla="*/ 228295 w 2581909"/>
                <a:gd name="T85" fmla="*/ 483641 h 546735"/>
                <a:gd name="T86" fmla="*/ 238569 w 2581909"/>
                <a:gd name="T87" fmla="*/ 431177 h 546735"/>
                <a:gd name="T88" fmla="*/ 291033 w 2581909"/>
                <a:gd name="T89" fmla="*/ 420903 h 546735"/>
                <a:gd name="T90" fmla="*/ 320306 w 2581909"/>
                <a:gd name="T91" fmla="*/ 465010 h 546735"/>
                <a:gd name="T92" fmla="*/ 288378 w 2581909"/>
                <a:gd name="T93" fmla="*/ 386816 h 546735"/>
                <a:gd name="T94" fmla="*/ 449059 w 2581909"/>
                <a:gd name="T95" fmla="*/ 386816 h 546735"/>
                <a:gd name="T96" fmla="*/ 390067 w 2581909"/>
                <a:gd name="T97" fmla="*/ 437578 h 546735"/>
                <a:gd name="T98" fmla="*/ 408609 w 2581909"/>
                <a:gd name="T99" fmla="*/ 521436 h 546735"/>
                <a:gd name="T100" fmla="*/ 496049 w 2581909"/>
                <a:gd name="T101" fmla="*/ 538556 h 546735"/>
                <a:gd name="T102" fmla="*/ 538543 w 2581909"/>
                <a:gd name="T103" fmla="*/ 496062 h 546735"/>
                <a:gd name="T104" fmla="*/ 2164087 w 2581909"/>
                <a:gd name="T105" fmla="*/ 127266 h 546735"/>
                <a:gd name="T106" fmla="*/ 2164087 w 2581909"/>
                <a:gd name="T107" fmla="*/ 546366 h 546735"/>
                <a:gd name="T108" fmla="*/ 2196205 w 2581909"/>
                <a:gd name="T109" fmla="*/ 514616 h 546735"/>
                <a:gd name="T110" fmla="*/ 2549443 w 2581909"/>
                <a:gd name="T111" fmla="*/ 513981 h 546735"/>
                <a:gd name="T112" fmla="*/ 2581548 w 2581909"/>
                <a:gd name="T113" fmla="*/ 159677 h 546735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2581909" h="546735">
                  <a:moveTo>
                    <a:pt x="544830" y="465010"/>
                  </a:moveTo>
                  <a:lnTo>
                    <a:pt x="539965" y="437578"/>
                  </a:lnTo>
                  <a:lnTo>
                    <a:pt x="528205" y="417131"/>
                  </a:lnTo>
                  <a:lnTo>
                    <a:pt x="526554" y="414248"/>
                  </a:lnTo>
                  <a:lnTo>
                    <a:pt x="512914" y="402463"/>
                  </a:lnTo>
                  <a:lnTo>
                    <a:pt x="512914" y="465010"/>
                  </a:lnTo>
                  <a:lnTo>
                    <a:pt x="509143" y="483641"/>
                  </a:lnTo>
                  <a:lnTo>
                    <a:pt x="498868" y="498868"/>
                  </a:lnTo>
                  <a:lnTo>
                    <a:pt x="483641" y="509143"/>
                  </a:lnTo>
                  <a:lnTo>
                    <a:pt x="465023" y="512902"/>
                  </a:lnTo>
                  <a:lnTo>
                    <a:pt x="446392" y="509143"/>
                  </a:lnTo>
                  <a:lnTo>
                    <a:pt x="431177" y="498868"/>
                  </a:lnTo>
                  <a:lnTo>
                    <a:pt x="420903" y="483641"/>
                  </a:lnTo>
                  <a:lnTo>
                    <a:pt x="417131" y="465010"/>
                  </a:lnTo>
                  <a:lnTo>
                    <a:pt x="420903" y="446392"/>
                  </a:lnTo>
                  <a:lnTo>
                    <a:pt x="431177" y="431177"/>
                  </a:lnTo>
                  <a:lnTo>
                    <a:pt x="446392" y="420903"/>
                  </a:lnTo>
                  <a:lnTo>
                    <a:pt x="465023" y="417131"/>
                  </a:lnTo>
                  <a:lnTo>
                    <a:pt x="483641" y="420903"/>
                  </a:lnTo>
                  <a:lnTo>
                    <a:pt x="498868" y="431177"/>
                  </a:lnTo>
                  <a:lnTo>
                    <a:pt x="509143" y="446392"/>
                  </a:lnTo>
                  <a:lnTo>
                    <a:pt x="512914" y="465010"/>
                  </a:lnTo>
                  <a:lnTo>
                    <a:pt x="512914" y="402463"/>
                  </a:lnTo>
                  <a:lnTo>
                    <a:pt x="506310" y="396748"/>
                  </a:lnTo>
                  <a:lnTo>
                    <a:pt x="480987" y="386816"/>
                  </a:lnTo>
                  <a:lnTo>
                    <a:pt x="480987" y="321360"/>
                  </a:lnTo>
                  <a:lnTo>
                    <a:pt x="480987" y="289433"/>
                  </a:lnTo>
                  <a:lnTo>
                    <a:pt x="288378" y="289433"/>
                  </a:lnTo>
                  <a:lnTo>
                    <a:pt x="288378" y="235445"/>
                  </a:lnTo>
                  <a:lnTo>
                    <a:pt x="359752" y="199758"/>
                  </a:lnTo>
                  <a:lnTo>
                    <a:pt x="384149" y="187566"/>
                  </a:lnTo>
                  <a:lnTo>
                    <a:pt x="384149" y="91795"/>
                  </a:lnTo>
                  <a:lnTo>
                    <a:pt x="384149" y="56121"/>
                  </a:lnTo>
                  <a:lnTo>
                    <a:pt x="352221" y="40093"/>
                  </a:lnTo>
                  <a:lnTo>
                    <a:pt x="352221" y="91795"/>
                  </a:lnTo>
                  <a:lnTo>
                    <a:pt x="352221" y="167830"/>
                  </a:lnTo>
                  <a:lnTo>
                    <a:pt x="288378" y="199758"/>
                  </a:lnTo>
                  <a:lnTo>
                    <a:pt x="288378" y="123710"/>
                  </a:lnTo>
                  <a:lnTo>
                    <a:pt x="343814" y="95999"/>
                  </a:lnTo>
                  <a:lnTo>
                    <a:pt x="352221" y="91795"/>
                  </a:lnTo>
                  <a:lnTo>
                    <a:pt x="352221" y="40093"/>
                  </a:lnTo>
                  <a:lnTo>
                    <a:pt x="343535" y="35725"/>
                  </a:lnTo>
                  <a:lnTo>
                    <a:pt x="332562" y="30213"/>
                  </a:lnTo>
                  <a:lnTo>
                    <a:pt x="332562" y="65938"/>
                  </a:lnTo>
                  <a:lnTo>
                    <a:pt x="272415" y="95999"/>
                  </a:lnTo>
                  <a:lnTo>
                    <a:pt x="263994" y="91795"/>
                  </a:lnTo>
                  <a:lnTo>
                    <a:pt x="256451" y="88036"/>
                  </a:lnTo>
                  <a:lnTo>
                    <a:pt x="256451" y="123710"/>
                  </a:lnTo>
                  <a:lnTo>
                    <a:pt x="256451" y="199758"/>
                  </a:lnTo>
                  <a:lnTo>
                    <a:pt x="192608" y="167830"/>
                  </a:lnTo>
                  <a:lnTo>
                    <a:pt x="192608" y="91795"/>
                  </a:lnTo>
                  <a:lnTo>
                    <a:pt x="256451" y="123710"/>
                  </a:lnTo>
                  <a:lnTo>
                    <a:pt x="256451" y="88036"/>
                  </a:lnTo>
                  <a:lnTo>
                    <a:pt x="212267" y="65938"/>
                  </a:lnTo>
                  <a:lnTo>
                    <a:pt x="272415" y="35725"/>
                  </a:lnTo>
                  <a:lnTo>
                    <a:pt x="332562" y="65938"/>
                  </a:lnTo>
                  <a:lnTo>
                    <a:pt x="332562" y="30213"/>
                  </a:lnTo>
                  <a:lnTo>
                    <a:pt x="272415" y="0"/>
                  </a:lnTo>
                  <a:lnTo>
                    <a:pt x="160680" y="56121"/>
                  </a:lnTo>
                  <a:lnTo>
                    <a:pt x="160680" y="187566"/>
                  </a:lnTo>
                  <a:lnTo>
                    <a:pt x="256451" y="235445"/>
                  </a:lnTo>
                  <a:lnTo>
                    <a:pt x="256451" y="289433"/>
                  </a:lnTo>
                  <a:lnTo>
                    <a:pt x="63842" y="289433"/>
                  </a:lnTo>
                  <a:lnTo>
                    <a:pt x="63842" y="386816"/>
                  </a:lnTo>
                  <a:lnTo>
                    <a:pt x="38506" y="396748"/>
                  </a:lnTo>
                  <a:lnTo>
                    <a:pt x="18275" y="414248"/>
                  </a:lnTo>
                  <a:lnTo>
                    <a:pt x="4851" y="437578"/>
                  </a:lnTo>
                  <a:lnTo>
                    <a:pt x="0" y="465010"/>
                  </a:lnTo>
                  <a:lnTo>
                    <a:pt x="6273" y="496062"/>
                  </a:lnTo>
                  <a:lnTo>
                    <a:pt x="23393" y="521436"/>
                  </a:lnTo>
                  <a:lnTo>
                    <a:pt x="48768" y="538556"/>
                  </a:lnTo>
                  <a:lnTo>
                    <a:pt x="79806" y="544830"/>
                  </a:lnTo>
                  <a:lnTo>
                    <a:pt x="110832" y="538556"/>
                  </a:lnTo>
                  <a:lnTo>
                    <a:pt x="136207" y="521436"/>
                  </a:lnTo>
                  <a:lnTo>
                    <a:pt x="141960" y="512902"/>
                  </a:lnTo>
                  <a:lnTo>
                    <a:pt x="153327" y="496062"/>
                  </a:lnTo>
                  <a:lnTo>
                    <a:pt x="159613" y="465010"/>
                  </a:lnTo>
                  <a:lnTo>
                    <a:pt x="154749" y="437578"/>
                  </a:lnTo>
                  <a:lnTo>
                    <a:pt x="142989" y="417131"/>
                  </a:lnTo>
                  <a:lnTo>
                    <a:pt x="141338" y="414248"/>
                  </a:lnTo>
                  <a:lnTo>
                    <a:pt x="127698" y="402463"/>
                  </a:lnTo>
                  <a:lnTo>
                    <a:pt x="127698" y="465010"/>
                  </a:lnTo>
                  <a:lnTo>
                    <a:pt x="123926" y="483641"/>
                  </a:lnTo>
                  <a:lnTo>
                    <a:pt x="113652" y="498868"/>
                  </a:lnTo>
                  <a:lnTo>
                    <a:pt x="98425" y="509143"/>
                  </a:lnTo>
                  <a:lnTo>
                    <a:pt x="79806" y="512902"/>
                  </a:lnTo>
                  <a:lnTo>
                    <a:pt x="61175" y="509143"/>
                  </a:lnTo>
                  <a:lnTo>
                    <a:pt x="45961" y="498868"/>
                  </a:lnTo>
                  <a:lnTo>
                    <a:pt x="35687" y="483641"/>
                  </a:lnTo>
                  <a:lnTo>
                    <a:pt x="31915" y="465010"/>
                  </a:lnTo>
                  <a:lnTo>
                    <a:pt x="35687" y="446392"/>
                  </a:lnTo>
                  <a:lnTo>
                    <a:pt x="45961" y="431177"/>
                  </a:lnTo>
                  <a:lnTo>
                    <a:pt x="61175" y="420903"/>
                  </a:lnTo>
                  <a:lnTo>
                    <a:pt x="79806" y="417131"/>
                  </a:lnTo>
                  <a:lnTo>
                    <a:pt x="98425" y="420903"/>
                  </a:lnTo>
                  <a:lnTo>
                    <a:pt x="113652" y="431177"/>
                  </a:lnTo>
                  <a:lnTo>
                    <a:pt x="123926" y="446392"/>
                  </a:lnTo>
                  <a:lnTo>
                    <a:pt x="127698" y="465010"/>
                  </a:lnTo>
                  <a:lnTo>
                    <a:pt x="127698" y="402463"/>
                  </a:lnTo>
                  <a:lnTo>
                    <a:pt x="121094" y="396748"/>
                  </a:lnTo>
                  <a:lnTo>
                    <a:pt x="95770" y="386816"/>
                  </a:lnTo>
                  <a:lnTo>
                    <a:pt x="95770" y="321360"/>
                  </a:lnTo>
                  <a:lnTo>
                    <a:pt x="256451" y="321360"/>
                  </a:lnTo>
                  <a:lnTo>
                    <a:pt x="256451" y="386816"/>
                  </a:lnTo>
                  <a:lnTo>
                    <a:pt x="231114" y="396748"/>
                  </a:lnTo>
                  <a:lnTo>
                    <a:pt x="210883" y="414248"/>
                  </a:lnTo>
                  <a:lnTo>
                    <a:pt x="197459" y="437578"/>
                  </a:lnTo>
                  <a:lnTo>
                    <a:pt x="192608" y="465010"/>
                  </a:lnTo>
                  <a:lnTo>
                    <a:pt x="198882" y="496062"/>
                  </a:lnTo>
                  <a:lnTo>
                    <a:pt x="216001" y="521436"/>
                  </a:lnTo>
                  <a:lnTo>
                    <a:pt x="241376" y="538556"/>
                  </a:lnTo>
                  <a:lnTo>
                    <a:pt x="272415" y="544830"/>
                  </a:lnTo>
                  <a:lnTo>
                    <a:pt x="303441" y="538556"/>
                  </a:lnTo>
                  <a:lnTo>
                    <a:pt x="328815" y="521436"/>
                  </a:lnTo>
                  <a:lnTo>
                    <a:pt x="334568" y="512902"/>
                  </a:lnTo>
                  <a:lnTo>
                    <a:pt x="345935" y="496062"/>
                  </a:lnTo>
                  <a:lnTo>
                    <a:pt x="352221" y="465010"/>
                  </a:lnTo>
                  <a:lnTo>
                    <a:pt x="347357" y="437578"/>
                  </a:lnTo>
                  <a:lnTo>
                    <a:pt x="335597" y="417131"/>
                  </a:lnTo>
                  <a:lnTo>
                    <a:pt x="333946" y="414248"/>
                  </a:lnTo>
                  <a:lnTo>
                    <a:pt x="320306" y="402463"/>
                  </a:lnTo>
                  <a:lnTo>
                    <a:pt x="320306" y="465010"/>
                  </a:lnTo>
                  <a:lnTo>
                    <a:pt x="316534" y="483641"/>
                  </a:lnTo>
                  <a:lnTo>
                    <a:pt x="306260" y="498868"/>
                  </a:lnTo>
                  <a:lnTo>
                    <a:pt x="291033" y="509143"/>
                  </a:lnTo>
                  <a:lnTo>
                    <a:pt x="272415" y="512902"/>
                  </a:lnTo>
                  <a:lnTo>
                    <a:pt x="253784" y="509143"/>
                  </a:lnTo>
                  <a:lnTo>
                    <a:pt x="238569" y="498868"/>
                  </a:lnTo>
                  <a:lnTo>
                    <a:pt x="228295" y="483641"/>
                  </a:lnTo>
                  <a:lnTo>
                    <a:pt x="224523" y="465010"/>
                  </a:lnTo>
                  <a:lnTo>
                    <a:pt x="228295" y="446392"/>
                  </a:lnTo>
                  <a:lnTo>
                    <a:pt x="238569" y="431177"/>
                  </a:lnTo>
                  <a:lnTo>
                    <a:pt x="253784" y="420903"/>
                  </a:lnTo>
                  <a:lnTo>
                    <a:pt x="272415" y="417131"/>
                  </a:lnTo>
                  <a:lnTo>
                    <a:pt x="291033" y="420903"/>
                  </a:lnTo>
                  <a:lnTo>
                    <a:pt x="306260" y="431177"/>
                  </a:lnTo>
                  <a:lnTo>
                    <a:pt x="316534" y="446392"/>
                  </a:lnTo>
                  <a:lnTo>
                    <a:pt x="320306" y="465010"/>
                  </a:lnTo>
                  <a:lnTo>
                    <a:pt x="320306" y="402463"/>
                  </a:lnTo>
                  <a:lnTo>
                    <a:pt x="313702" y="396748"/>
                  </a:lnTo>
                  <a:lnTo>
                    <a:pt x="288378" y="386816"/>
                  </a:lnTo>
                  <a:lnTo>
                    <a:pt x="288378" y="321360"/>
                  </a:lnTo>
                  <a:lnTo>
                    <a:pt x="449059" y="321360"/>
                  </a:lnTo>
                  <a:lnTo>
                    <a:pt x="449059" y="386816"/>
                  </a:lnTo>
                  <a:lnTo>
                    <a:pt x="423722" y="396748"/>
                  </a:lnTo>
                  <a:lnTo>
                    <a:pt x="403491" y="414248"/>
                  </a:lnTo>
                  <a:lnTo>
                    <a:pt x="390067" y="437578"/>
                  </a:lnTo>
                  <a:lnTo>
                    <a:pt x="385216" y="465010"/>
                  </a:lnTo>
                  <a:lnTo>
                    <a:pt x="391490" y="496062"/>
                  </a:lnTo>
                  <a:lnTo>
                    <a:pt x="408609" y="521436"/>
                  </a:lnTo>
                  <a:lnTo>
                    <a:pt x="433984" y="538556"/>
                  </a:lnTo>
                  <a:lnTo>
                    <a:pt x="465023" y="544830"/>
                  </a:lnTo>
                  <a:lnTo>
                    <a:pt x="496049" y="538556"/>
                  </a:lnTo>
                  <a:lnTo>
                    <a:pt x="521423" y="521436"/>
                  </a:lnTo>
                  <a:lnTo>
                    <a:pt x="527177" y="512902"/>
                  </a:lnTo>
                  <a:lnTo>
                    <a:pt x="538543" y="496062"/>
                  </a:lnTo>
                  <a:lnTo>
                    <a:pt x="544830" y="465010"/>
                  </a:lnTo>
                  <a:close/>
                </a:path>
                <a:path w="2581909" h="546735">
                  <a:moveTo>
                    <a:pt x="2581541" y="127266"/>
                  </a:moveTo>
                  <a:lnTo>
                    <a:pt x="2164080" y="127266"/>
                  </a:lnTo>
                  <a:lnTo>
                    <a:pt x="2164080" y="160286"/>
                  </a:lnTo>
                  <a:lnTo>
                    <a:pt x="2164080" y="514616"/>
                  </a:lnTo>
                  <a:lnTo>
                    <a:pt x="2164080" y="546366"/>
                  </a:lnTo>
                  <a:lnTo>
                    <a:pt x="2581541" y="546366"/>
                  </a:lnTo>
                  <a:lnTo>
                    <a:pt x="2581541" y="514616"/>
                  </a:lnTo>
                  <a:lnTo>
                    <a:pt x="2196198" y="514616"/>
                  </a:lnTo>
                  <a:lnTo>
                    <a:pt x="2196198" y="160286"/>
                  </a:lnTo>
                  <a:lnTo>
                    <a:pt x="2549436" y="160286"/>
                  </a:lnTo>
                  <a:lnTo>
                    <a:pt x="2549436" y="513981"/>
                  </a:lnTo>
                  <a:lnTo>
                    <a:pt x="2581541" y="513981"/>
                  </a:lnTo>
                  <a:lnTo>
                    <a:pt x="2581541" y="160286"/>
                  </a:lnTo>
                  <a:lnTo>
                    <a:pt x="2581541" y="159677"/>
                  </a:lnTo>
                  <a:lnTo>
                    <a:pt x="2581541" y="12726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4366" name="object 20">
              <a:extLst>
                <a:ext uri="{FF2B5EF4-FFF2-40B4-BE49-F238E27FC236}">
                  <a16:creationId xmlns="" xmlns:a16="http://schemas.microsoft.com/office/drawing/2014/main" id="{FD6B4C49-D165-42C8-A06A-1A9CD05CD6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86847" y="5496724"/>
              <a:ext cx="224790" cy="2247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367" name="object 21">
              <a:extLst>
                <a:ext uri="{FF2B5EF4-FFF2-40B4-BE49-F238E27FC236}">
                  <a16:creationId xmlns="" xmlns:a16="http://schemas.microsoft.com/office/drawing/2014/main" id="{28EF2A0A-674B-4E75-9875-5A166A2843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40367" y="5239444"/>
              <a:ext cx="117741" cy="225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86" name="object 38">
            <a:extLst>
              <a:ext uri="{FF2B5EF4-FFF2-40B4-BE49-F238E27FC236}">
                <a16:creationId xmlns="" xmlns:a16="http://schemas.microsoft.com/office/drawing/2014/main" id="{3B58E1B7-CA9A-4582-A9A6-C6FDBAE8982A}"/>
              </a:ext>
            </a:extLst>
          </p:cNvPr>
          <p:cNvGrpSpPr>
            <a:grpSpLocks/>
          </p:cNvGrpSpPr>
          <p:nvPr/>
        </p:nvGrpSpPr>
        <p:grpSpPr bwMode="auto">
          <a:xfrm>
            <a:off x="1490663" y="3084513"/>
            <a:ext cx="7104062" cy="5648325"/>
            <a:chOff x="871169" y="2268220"/>
            <a:chExt cx="4154804" cy="4151629"/>
          </a:xfrm>
        </p:grpSpPr>
        <p:sp>
          <p:nvSpPr>
            <p:cNvPr id="16432" name="object 39">
              <a:extLst>
                <a:ext uri="{FF2B5EF4-FFF2-40B4-BE49-F238E27FC236}">
                  <a16:creationId xmlns="" xmlns:a16="http://schemas.microsoft.com/office/drawing/2014/main" id="{1C907E8F-4028-41AF-8221-48E63992512C}"/>
                </a:ext>
              </a:extLst>
            </p:cNvPr>
            <p:cNvSpPr>
              <a:spLocks/>
            </p:cNvSpPr>
            <p:nvPr/>
          </p:nvSpPr>
          <p:spPr bwMode="auto">
            <a:xfrm>
              <a:off x="918184" y="2291194"/>
              <a:ext cx="3423920" cy="3536950"/>
            </a:xfrm>
            <a:custGeom>
              <a:avLst/>
              <a:gdLst>
                <a:gd name="T0" fmla="*/ 1168 w 3423920"/>
                <a:gd name="T1" fmla="*/ 2798076 h 3536950"/>
                <a:gd name="T2" fmla="*/ 87833 w 3423920"/>
                <a:gd name="T3" fmla="*/ 2909722 h 3536950"/>
                <a:gd name="T4" fmla="*/ 182549 w 3423920"/>
                <a:gd name="T5" fmla="*/ 3013710 h 3536950"/>
                <a:gd name="T6" fmla="*/ 394081 w 3423920"/>
                <a:gd name="T7" fmla="*/ 3196475 h 3536950"/>
                <a:gd name="T8" fmla="*/ 507771 w 3423920"/>
                <a:gd name="T9" fmla="*/ 3072282 h 3536950"/>
                <a:gd name="T10" fmla="*/ 510463 w 3423920"/>
                <a:gd name="T11" fmla="*/ 2863456 h 3536950"/>
                <a:gd name="T12" fmla="*/ 624725 w 3423920"/>
                <a:gd name="T13" fmla="*/ 3147860 h 3536950"/>
                <a:gd name="T14" fmla="*/ 747750 w 3423920"/>
                <a:gd name="T15" fmla="*/ 3212744 h 3536950"/>
                <a:gd name="T16" fmla="*/ 891057 w 3423920"/>
                <a:gd name="T17" fmla="*/ 3447224 h 3536950"/>
                <a:gd name="T18" fmla="*/ 1007605 w 3423920"/>
                <a:gd name="T19" fmla="*/ 3306534 h 3536950"/>
                <a:gd name="T20" fmla="*/ 1017778 w 3423920"/>
                <a:gd name="T21" fmla="*/ 3488994 h 3536950"/>
                <a:gd name="T22" fmla="*/ 1147000 w 3423920"/>
                <a:gd name="T23" fmla="*/ 3340519 h 3536950"/>
                <a:gd name="T24" fmla="*/ 1267739 w 3423920"/>
                <a:gd name="T25" fmla="*/ 3188792 h 3536950"/>
                <a:gd name="T26" fmla="*/ 1285862 w 3423920"/>
                <a:gd name="T27" fmla="*/ 3355048 h 3536950"/>
                <a:gd name="T28" fmla="*/ 1292301 w 3423920"/>
                <a:gd name="T29" fmla="*/ 3527564 h 3536950"/>
                <a:gd name="T30" fmla="*/ 1406740 w 3423920"/>
                <a:gd name="T31" fmla="*/ 3200412 h 3536950"/>
                <a:gd name="T32" fmla="*/ 1426438 w 3423920"/>
                <a:gd name="T33" fmla="*/ 3365792 h 3536950"/>
                <a:gd name="T34" fmla="*/ 1550962 w 3423920"/>
                <a:gd name="T35" fmla="*/ 3192399 h 3536950"/>
                <a:gd name="T36" fmla="*/ 1558747 w 3423920"/>
                <a:gd name="T37" fmla="*/ 3360356 h 3536950"/>
                <a:gd name="T38" fmla="*/ 1583359 w 3423920"/>
                <a:gd name="T39" fmla="*/ 3527158 h 3536950"/>
                <a:gd name="T40" fmla="*/ 1690306 w 3423920"/>
                <a:gd name="T41" fmla="*/ 3179318 h 3536950"/>
                <a:gd name="T42" fmla="*/ 1726526 w 3423920"/>
                <a:gd name="T43" fmla="*/ 3503587 h 3536950"/>
                <a:gd name="T44" fmla="*/ 1825955 w 3423920"/>
                <a:gd name="T45" fmla="*/ 3144583 h 3536950"/>
                <a:gd name="T46" fmla="*/ 1845640 w 3423920"/>
                <a:gd name="T47" fmla="*/ 3319195 h 3536950"/>
                <a:gd name="T48" fmla="*/ 1866265 w 3423920"/>
                <a:gd name="T49" fmla="*/ 3474440 h 3536950"/>
                <a:gd name="T50" fmla="*/ 2129625 w 3423920"/>
                <a:gd name="T51" fmla="*/ 3380816 h 3536950"/>
                <a:gd name="T52" fmla="*/ 2248624 w 3423920"/>
                <a:gd name="T53" fmla="*/ 3161436 h 3536950"/>
                <a:gd name="T54" fmla="*/ 2274925 w 3423920"/>
                <a:gd name="T55" fmla="*/ 3322269 h 3536950"/>
                <a:gd name="T56" fmla="*/ 2612542 w 3423920"/>
                <a:gd name="T57" fmla="*/ 55206 h 3536950"/>
                <a:gd name="T58" fmla="*/ 2718981 w 3423920"/>
                <a:gd name="T59" fmla="*/ 145859 h 3536950"/>
                <a:gd name="T60" fmla="*/ 2881744 w 3423920"/>
                <a:gd name="T61" fmla="*/ 72110 h 3536950"/>
                <a:gd name="T62" fmla="*/ 2907436 w 3423920"/>
                <a:gd name="T63" fmla="*/ 354063 h 3536950"/>
                <a:gd name="T64" fmla="*/ 2970669 w 3423920"/>
                <a:gd name="T65" fmla="*/ 786333 h 3536950"/>
                <a:gd name="T66" fmla="*/ 2975813 w 3423920"/>
                <a:gd name="T67" fmla="*/ 175628 h 3536950"/>
                <a:gd name="T68" fmla="*/ 2987446 w 3423920"/>
                <a:gd name="T69" fmla="*/ 470522 h 3536950"/>
                <a:gd name="T70" fmla="*/ 3021076 w 3423920"/>
                <a:gd name="T71" fmla="*/ 921550 h 3536950"/>
                <a:gd name="T72" fmla="*/ 3041675 w 3423920"/>
                <a:gd name="T73" fmla="*/ 152 h 3536950"/>
                <a:gd name="T74" fmla="*/ 3059938 w 3423920"/>
                <a:gd name="T75" fmla="*/ 1061935 h 3536950"/>
                <a:gd name="T76" fmla="*/ 3061119 w 3423920"/>
                <a:gd name="T77" fmla="*/ 287401 h 3536950"/>
                <a:gd name="T78" fmla="*/ 3066072 w 3423920"/>
                <a:gd name="T79" fmla="*/ 1797710 h 3536950"/>
                <a:gd name="T80" fmla="*/ 3086468 w 3423920"/>
                <a:gd name="T81" fmla="*/ 1206246 h 3536950"/>
                <a:gd name="T82" fmla="*/ 3089795 w 3423920"/>
                <a:gd name="T83" fmla="*/ 1649996 h 3536950"/>
                <a:gd name="T84" fmla="*/ 3102787 w 3423920"/>
                <a:gd name="T85" fmla="*/ 1354556 h 3536950"/>
                <a:gd name="T86" fmla="*/ 3104223 w 3423920"/>
                <a:gd name="T87" fmla="*/ 1501495 h 3536950"/>
                <a:gd name="T88" fmla="*/ 3120491 w 3423920"/>
                <a:gd name="T89" fmla="*/ 724649 h 3536950"/>
                <a:gd name="T90" fmla="*/ 3134804 w 3423920"/>
                <a:gd name="T91" fmla="*/ 106591 h 3536950"/>
                <a:gd name="T92" fmla="*/ 3142424 w 3423920"/>
                <a:gd name="T93" fmla="*/ 404774 h 3536950"/>
                <a:gd name="T94" fmla="*/ 3168866 w 3423920"/>
                <a:gd name="T95" fmla="*/ 858100 h 3536950"/>
                <a:gd name="T96" fmla="*/ 3210534 w 3423920"/>
                <a:gd name="T97" fmla="*/ 1003503 h 3536950"/>
                <a:gd name="T98" fmla="*/ 3213874 w 3423920"/>
                <a:gd name="T99" fmla="*/ 530618 h 3536950"/>
                <a:gd name="T100" fmla="*/ 3216618 w 3423920"/>
                <a:gd name="T101" fmla="*/ 218363 h 3536950"/>
                <a:gd name="T102" fmla="*/ 3235591 w 3423920"/>
                <a:gd name="T103" fmla="*/ 1146009 h 3536950"/>
                <a:gd name="T104" fmla="*/ 3243326 w 3423920"/>
                <a:gd name="T105" fmla="*/ 1736166 h 3536950"/>
                <a:gd name="T106" fmla="*/ 3259378 w 3423920"/>
                <a:gd name="T107" fmla="*/ 1581569 h 3536950"/>
                <a:gd name="T108" fmla="*/ 3254946 w 3423920"/>
                <a:gd name="T109" fmla="*/ 1438770 h 3536950"/>
                <a:gd name="T110" fmla="*/ 3319983 w 3423920"/>
                <a:gd name="T111" fmla="*/ 801458 h 3536950"/>
                <a:gd name="T112" fmla="*/ 3354971 w 3423920"/>
                <a:gd name="T113" fmla="*/ 1963407 h 3536950"/>
                <a:gd name="T114" fmla="*/ 3402050 w 3423920"/>
                <a:gd name="T115" fmla="*/ 1661083 h 3536950"/>
                <a:gd name="T116" fmla="*/ 3401822 w 3423920"/>
                <a:gd name="T117" fmla="*/ 1232992 h 3536950"/>
                <a:gd name="T118" fmla="*/ 3421875 w 3423920"/>
                <a:gd name="T119" fmla="*/ 1375321 h 3536950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3423920" h="3536950">
                  <a:moveTo>
                    <a:pt x="1168" y="2798076"/>
                  </a:moveTo>
                  <a:lnTo>
                    <a:pt x="1028" y="2797772"/>
                  </a:lnTo>
                  <a:lnTo>
                    <a:pt x="749" y="2797683"/>
                  </a:lnTo>
                  <a:lnTo>
                    <a:pt x="495" y="2797606"/>
                  </a:lnTo>
                  <a:lnTo>
                    <a:pt x="203" y="2797772"/>
                  </a:lnTo>
                  <a:lnTo>
                    <a:pt x="88" y="2798089"/>
                  </a:lnTo>
                  <a:lnTo>
                    <a:pt x="0" y="2798368"/>
                  </a:lnTo>
                  <a:lnTo>
                    <a:pt x="139" y="2798661"/>
                  </a:lnTo>
                  <a:lnTo>
                    <a:pt x="393" y="2798737"/>
                  </a:lnTo>
                  <a:lnTo>
                    <a:pt x="673" y="2798826"/>
                  </a:lnTo>
                  <a:lnTo>
                    <a:pt x="965" y="2798673"/>
                  </a:lnTo>
                  <a:lnTo>
                    <a:pt x="1054" y="2798394"/>
                  </a:lnTo>
                  <a:lnTo>
                    <a:pt x="1168" y="2798076"/>
                  </a:lnTo>
                  <a:close/>
                </a:path>
                <a:path w="3423920" h="3536950">
                  <a:moveTo>
                    <a:pt x="39052" y="2554033"/>
                  </a:moveTo>
                  <a:lnTo>
                    <a:pt x="38925" y="2553741"/>
                  </a:lnTo>
                  <a:lnTo>
                    <a:pt x="38366" y="2553563"/>
                  </a:lnTo>
                  <a:lnTo>
                    <a:pt x="38074" y="2553728"/>
                  </a:lnTo>
                  <a:lnTo>
                    <a:pt x="37985" y="2553995"/>
                  </a:lnTo>
                  <a:lnTo>
                    <a:pt x="37871" y="2554325"/>
                  </a:lnTo>
                  <a:lnTo>
                    <a:pt x="38023" y="2554579"/>
                  </a:lnTo>
                  <a:lnTo>
                    <a:pt x="38303" y="2554655"/>
                  </a:lnTo>
                  <a:lnTo>
                    <a:pt x="38582" y="2554744"/>
                  </a:lnTo>
                  <a:lnTo>
                    <a:pt x="38849" y="2554630"/>
                  </a:lnTo>
                  <a:lnTo>
                    <a:pt x="38963" y="2554313"/>
                  </a:lnTo>
                  <a:lnTo>
                    <a:pt x="39052" y="2554033"/>
                  </a:lnTo>
                  <a:close/>
                </a:path>
                <a:path w="3423920" h="3536950">
                  <a:moveTo>
                    <a:pt x="87833" y="2909722"/>
                  </a:moveTo>
                  <a:lnTo>
                    <a:pt x="87693" y="2909417"/>
                  </a:lnTo>
                  <a:lnTo>
                    <a:pt x="87388" y="2909328"/>
                  </a:lnTo>
                  <a:lnTo>
                    <a:pt x="87109" y="2909239"/>
                  </a:lnTo>
                  <a:lnTo>
                    <a:pt x="86817" y="2909405"/>
                  </a:lnTo>
                  <a:lnTo>
                    <a:pt x="86715" y="2909722"/>
                  </a:lnTo>
                  <a:lnTo>
                    <a:pt x="86614" y="2910001"/>
                  </a:lnTo>
                  <a:lnTo>
                    <a:pt x="86753" y="2910294"/>
                  </a:lnTo>
                  <a:lnTo>
                    <a:pt x="87033" y="2910382"/>
                  </a:lnTo>
                  <a:lnTo>
                    <a:pt x="87337" y="2910471"/>
                  </a:lnTo>
                  <a:lnTo>
                    <a:pt x="87630" y="2910319"/>
                  </a:lnTo>
                  <a:lnTo>
                    <a:pt x="87718" y="2910040"/>
                  </a:lnTo>
                  <a:lnTo>
                    <a:pt x="87833" y="2909722"/>
                  </a:lnTo>
                  <a:close/>
                </a:path>
                <a:path w="3423920" h="3536950">
                  <a:moveTo>
                    <a:pt x="182549" y="3013710"/>
                  </a:moveTo>
                  <a:lnTo>
                    <a:pt x="182384" y="3013405"/>
                  </a:lnTo>
                  <a:lnTo>
                    <a:pt x="182130" y="3013316"/>
                  </a:lnTo>
                  <a:lnTo>
                    <a:pt x="181876" y="3013240"/>
                  </a:lnTo>
                  <a:lnTo>
                    <a:pt x="181559" y="3013392"/>
                  </a:lnTo>
                  <a:lnTo>
                    <a:pt x="181444" y="3013710"/>
                  </a:lnTo>
                  <a:lnTo>
                    <a:pt x="181356" y="3013989"/>
                  </a:lnTo>
                  <a:lnTo>
                    <a:pt x="181521" y="3014294"/>
                  </a:lnTo>
                  <a:lnTo>
                    <a:pt x="181775" y="3014370"/>
                  </a:lnTo>
                  <a:lnTo>
                    <a:pt x="182029" y="3014459"/>
                  </a:lnTo>
                  <a:lnTo>
                    <a:pt x="182346" y="3014307"/>
                  </a:lnTo>
                  <a:lnTo>
                    <a:pt x="182435" y="3014027"/>
                  </a:lnTo>
                  <a:lnTo>
                    <a:pt x="182549" y="3013710"/>
                  </a:lnTo>
                  <a:close/>
                </a:path>
                <a:path w="3423920" h="3536950">
                  <a:moveTo>
                    <a:pt x="394081" y="3196475"/>
                  </a:moveTo>
                  <a:lnTo>
                    <a:pt x="393915" y="3196171"/>
                  </a:lnTo>
                  <a:lnTo>
                    <a:pt x="393661" y="3196082"/>
                  </a:lnTo>
                  <a:lnTo>
                    <a:pt x="393407" y="3196005"/>
                  </a:lnTo>
                  <a:lnTo>
                    <a:pt x="393090" y="3196158"/>
                  </a:lnTo>
                  <a:lnTo>
                    <a:pt x="392988" y="3196475"/>
                  </a:lnTo>
                  <a:lnTo>
                    <a:pt x="392887" y="3196755"/>
                  </a:lnTo>
                  <a:lnTo>
                    <a:pt x="393052" y="3197060"/>
                  </a:lnTo>
                  <a:lnTo>
                    <a:pt x="393306" y="3197136"/>
                  </a:lnTo>
                  <a:lnTo>
                    <a:pt x="393560" y="3197225"/>
                  </a:lnTo>
                  <a:lnTo>
                    <a:pt x="393877" y="3197072"/>
                  </a:lnTo>
                  <a:lnTo>
                    <a:pt x="393966" y="3196793"/>
                  </a:lnTo>
                  <a:lnTo>
                    <a:pt x="394081" y="3196475"/>
                  </a:lnTo>
                  <a:close/>
                </a:path>
                <a:path w="3423920" h="3536950">
                  <a:moveTo>
                    <a:pt x="507771" y="3072282"/>
                  </a:moveTo>
                  <a:lnTo>
                    <a:pt x="507593" y="3071977"/>
                  </a:lnTo>
                  <a:lnTo>
                    <a:pt x="507339" y="3071888"/>
                  </a:lnTo>
                  <a:lnTo>
                    <a:pt x="507085" y="3071812"/>
                  </a:lnTo>
                  <a:lnTo>
                    <a:pt x="506768" y="3071965"/>
                  </a:lnTo>
                  <a:lnTo>
                    <a:pt x="506679" y="3072244"/>
                  </a:lnTo>
                  <a:lnTo>
                    <a:pt x="506564" y="3072561"/>
                  </a:lnTo>
                  <a:lnTo>
                    <a:pt x="506730" y="3072866"/>
                  </a:lnTo>
                  <a:lnTo>
                    <a:pt x="506984" y="3072955"/>
                  </a:lnTo>
                  <a:lnTo>
                    <a:pt x="507238" y="3073031"/>
                  </a:lnTo>
                  <a:lnTo>
                    <a:pt x="507568" y="3072879"/>
                  </a:lnTo>
                  <a:lnTo>
                    <a:pt x="507682" y="3072561"/>
                  </a:lnTo>
                  <a:lnTo>
                    <a:pt x="507771" y="3072282"/>
                  </a:lnTo>
                  <a:close/>
                </a:path>
                <a:path w="3423920" h="3536950">
                  <a:moveTo>
                    <a:pt x="510463" y="2863456"/>
                  </a:moveTo>
                  <a:lnTo>
                    <a:pt x="510311" y="2863151"/>
                  </a:lnTo>
                  <a:lnTo>
                    <a:pt x="510057" y="2863075"/>
                  </a:lnTo>
                  <a:lnTo>
                    <a:pt x="509778" y="2862986"/>
                  </a:lnTo>
                  <a:lnTo>
                    <a:pt x="509460" y="2863138"/>
                  </a:lnTo>
                  <a:lnTo>
                    <a:pt x="509371" y="2863418"/>
                  </a:lnTo>
                  <a:lnTo>
                    <a:pt x="509257" y="2863735"/>
                  </a:lnTo>
                  <a:lnTo>
                    <a:pt x="509422" y="2864040"/>
                  </a:lnTo>
                  <a:lnTo>
                    <a:pt x="509701" y="2864129"/>
                  </a:lnTo>
                  <a:lnTo>
                    <a:pt x="509955" y="2864218"/>
                  </a:lnTo>
                  <a:lnTo>
                    <a:pt x="510260" y="2864053"/>
                  </a:lnTo>
                  <a:lnTo>
                    <a:pt x="510374" y="2863735"/>
                  </a:lnTo>
                  <a:lnTo>
                    <a:pt x="510463" y="2863456"/>
                  </a:lnTo>
                  <a:close/>
                </a:path>
                <a:path w="3423920" h="3536950">
                  <a:moveTo>
                    <a:pt x="624725" y="3147860"/>
                  </a:moveTo>
                  <a:lnTo>
                    <a:pt x="624598" y="3147568"/>
                  </a:lnTo>
                  <a:lnTo>
                    <a:pt x="624319" y="3147479"/>
                  </a:lnTo>
                  <a:lnTo>
                    <a:pt x="624052" y="3147390"/>
                  </a:lnTo>
                  <a:lnTo>
                    <a:pt x="623747" y="3147555"/>
                  </a:lnTo>
                  <a:lnTo>
                    <a:pt x="623658" y="3147822"/>
                  </a:lnTo>
                  <a:lnTo>
                    <a:pt x="623544" y="3148152"/>
                  </a:lnTo>
                  <a:lnTo>
                    <a:pt x="623697" y="3148457"/>
                  </a:lnTo>
                  <a:lnTo>
                    <a:pt x="623951" y="3148533"/>
                  </a:lnTo>
                  <a:lnTo>
                    <a:pt x="624230" y="3148622"/>
                  </a:lnTo>
                  <a:lnTo>
                    <a:pt x="624522" y="3148457"/>
                  </a:lnTo>
                  <a:lnTo>
                    <a:pt x="624636" y="3148139"/>
                  </a:lnTo>
                  <a:lnTo>
                    <a:pt x="624725" y="3147860"/>
                  </a:lnTo>
                  <a:close/>
                </a:path>
                <a:path w="3423920" h="3536950">
                  <a:moveTo>
                    <a:pt x="747750" y="3212744"/>
                  </a:moveTo>
                  <a:lnTo>
                    <a:pt x="747572" y="3212477"/>
                  </a:lnTo>
                  <a:lnTo>
                    <a:pt x="747318" y="3212401"/>
                  </a:lnTo>
                  <a:lnTo>
                    <a:pt x="747052" y="3212312"/>
                  </a:lnTo>
                  <a:lnTo>
                    <a:pt x="746785" y="3212427"/>
                  </a:lnTo>
                  <a:lnTo>
                    <a:pt x="746671" y="3212757"/>
                  </a:lnTo>
                  <a:lnTo>
                    <a:pt x="746582" y="3213023"/>
                  </a:lnTo>
                  <a:lnTo>
                    <a:pt x="746721" y="3213328"/>
                  </a:lnTo>
                  <a:lnTo>
                    <a:pt x="746975" y="3213404"/>
                  </a:lnTo>
                  <a:lnTo>
                    <a:pt x="747229" y="3213493"/>
                  </a:lnTo>
                  <a:lnTo>
                    <a:pt x="747547" y="3213341"/>
                  </a:lnTo>
                  <a:lnTo>
                    <a:pt x="747636" y="3213062"/>
                  </a:lnTo>
                  <a:lnTo>
                    <a:pt x="747750" y="3212744"/>
                  </a:lnTo>
                  <a:close/>
                </a:path>
                <a:path w="3423920" h="3536950">
                  <a:moveTo>
                    <a:pt x="891057" y="3447224"/>
                  </a:moveTo>
                  <a:lnTo>
                    <a:pt x="890206" y="3445370"/>
                  </a:lnTo>
                  <a:lnTo>
                    <a:pt x="886955" y="3444341"/>
                  </a:lnTo>
                  <a:lnTo>
                    <a:pt x="885151" y="3445332"/>
                  </a:lnTo>
                  <a:lnTo>
                    <a:pt x="883945" y="3448875"/>
                  </a:lnTo>
                  <a:lnTo>
                    <a:pt x="884809" y="3450679"/>
                  </a:lnTo>
                  <a:lnTo>
                    <a:pt x="888060" y="3451720"/>
                  </a:lnTo>
                  <a:lnTo>
                    <a:pt x="889863" y="3450767"/>
                  </a:lnTo>
                  <a:lnTo>
                    <a:pt x="890447" y="3449015"/>
                  </a:lnTo>
                  <a:lnTo>
                    <a:pt x="891057" y="3447224"/>
                  </a:lnTo>
                  <a:close/>
                </a:path>
                <a:path w="3423920" h="3536950">
                  <a:moveTo>
                    <a:pt x="1010335" y="3308477"/>
                  </a:moveTo>
                  <a:lnTo>
                    <a:pt x="1009764" y="3307219"/>
                  </a:lnTo>
                  <a:lnTo>
                    <a:pt x="1008672" y="3306864"/>
                  </a:lnTo>
                  <a:lnTo>
                    <a:pt x="1007605" y="3306534"/>
                  </a:lnTo>
                  <a:lnTo>
                    <a:pt x="1006398" y="3307219"/>
                  </a:lnTo>
                  <a:lnTo>
                    <a:pt x="1005598" y="3309556"/>
                  </a:lnTo>
                  <a:lnTo>
                    <a:pt x="1006157" y="3310801"/>
                  </a:lnTo>
                  <a:lnTo>
                    <a:pt x="1008316" y="3311499"/>
                  </a:lnTo>
                  <a:lnTo>
                    <a:pt x="1009535" y="3310813"/>
                  </a:lnTo>
                  <a:lnTo>
                    <a:pt x="1009942" y="3309620"/>
                  </a:lnTo>
                  <a:lnTo>
                    <a:pt x="1010335" y="3308477"/>
                  </a:lnTo>
                  <a:close/>
                </a:path>
                <a:path w="3423920" h="3536950">
                  <a:moveTo>
                    <a:pt x="1027125" y="3483775"/>
                  </a:moveTo>
                  <a:lnTo>
                    <a:pt x="1025867" y="3481032"/>
                  </a:lnTo>
                  <a:lnTo>
                    <a:pt x="1020991" y="3479482"/>
                  </a:lnTo>
                  <a:lnTo>
                    <a:pt x="1018273" y="3480943"/>
                  </a:lnTo>
                  <a:lnTo>
                    <a:pt x="1016482" y="3486239"/>
                  </a:lnTo>
                  <a:lnTo>
                    <a:pt x="1017778" y="3488994"/>
                  </a:lnTo>
                  <a:lnTo>
                    <a:pt x="1022654" y="3490544"/>
                  </a:lnTo>
                  <a:lnTo>
                    <a:pt x="1025334" y="3489058"/>
                  </a:lnTo>
                  <a:lnTo>
                    <a:pt x="1026223" y="3486442"/>
                  </a:lnTo>
                  <a:lnTo>
                    <a:pt x="1027125" y="3483775"/>
                  </a:lnTo>
                  <a:close/>
                </a:path>
                <a:path w="3423920" h="3536950">
                  <a:moveTo>
                    <a:pt x="1147584" y="3338766"/>
                  </a:moveTo>
                  <a:lnTo>
                    <a:pt x="1146746" y="3336925"/>
                  </a:lnTo>
                  <a:lnTo>
                    <a:pt x="1143495" y="3335883"/>
                  </a:lnTo>
                  <a:lnTo>
                    <a:pt x="1141691" y="3336887"/>
                  </a:lnTo>
                  <a:lnTo>
                    <a:pt x="1140510" y="3340379"/>
                  </a:lnTo>
                  <a:lnTo>
                    <a:pt x="1141349" y="3342233"/>
                  </a:lnTo>
                  <a:lnTo>
                    <a:pt x="1144600" y="3343275"/>
                  </a:lnTo>
                  <a:lnTo>
                    <a:pt x="1146416" y="3342271"/>
                  </a:lnTo>
                  <a:lnTo>
                    <a:pt x="1147000" y="3340519"/>
                  </a:lnTo>
                  <a:lnTo>
                    <a:pt x="1147584" y="3338766"/>
                  </a:lnTo>
                  <a:close/>
                </a:path>
                <a:path w="3423920" h="3536950">
                  <a:moveTo>
                    <a:pt x="1164297" y="3509937"/>
                  </a:moveTo>
                  <a:lnTo>
                    <a:pt x="1163040" y="3507143"/>
                  </a:lnTo>
                  <a:lnTo>
                    <a:pt x="1158138" y="3505581"/>
                  </a:lnTo>
                  <a:lnTo>
                    <a:pt x="1155433" y="3507105"/>
                  </a:lnTo>
                  <a:lnTo>
                    <a:pt x="1153668" y="3512350"/>
                  </a:lnTo>
                  <a:lnTo>
                    <a:pt x="1154925" y="3515093"/>
                  </a:lnTo>
                  <a:lnTo>
                    <a:pt x="1159814" y="3516655"/>
                  </a:lnTo>
                  <a:lnTo>
                    <a:pt x="1162519" y="3515169"/>
                  </a:lnTo>
                  <a:lnTo>
                    <a:pt x="1163408" y="3512553"/>
                  </a:lnTo>
                  <a:lnTo>
                    <a:pt x="1164297" y="3509937"/>
                  </a:lnTo>
                  <a:close/>
                </a:path>
                <a:path w="3423920" h="3536950">
                  <a:moveTo>
                    <a:pt x="1267917" y="3189097"/>
                  </a:moveTo>
                  <a:lnTo>
                    <a:pt x="1267739" y="3188792"/>
                  </a:lnTo>
                  <a:lnTo>
                    <a:pt x="1267485" y="3188703"/>
                  </a:lnTo>
                  <a:lnTo>
                    <a:pt x="1267231" y="3188627"/>
                  </a:lnTo>
                  <a:lnTo>
                    <a:pt x="1266939" y="3188792"/>
                  </a:lnTo>
                  <a:lnTo>
                    <a:pt x="1266850" y="3189059"/>
                  </a:lnTo>
                  <a:lnTo>
                    <a:pt x="1266736" y="3189389"/>
                  </a:lnTo>
                  <a:lnTo>
                    <a:pt x="1266875" y="3189681"/>
                  </a:lnTo>
                  <a:lnTo>
                    <a:pt x="1267129" y="3189770"/>
                  </a:lnTo>
                  <a:lnTo>
                    <a:pt x="1267383" y="3189846"/>
                  </a:lnTo>
                  <a:lnTo>
                    <a:pt x="1267714" y="3189694"/>
                  </a:lnTo>
                  <a:lnTo>
                    <a:pt x="1267828" y="3189376"/>
                  </a:lnTo>
                  <a:lnTo>
                    <a:pt x="1267917" y="3189097"/>
                  </a:lnTo>
                  <a:close/>
                </a:path>
                <a:path w="3423920" h="3536950">
                  <a:moveTo>
                    <a:pt x="1286827" y="3357245"/>
                  </a:moveTo>
                  <a:lnTo>
                    <a:pt x="1285862" y="3355048"/>
                  </a:lnTo>
                  <a:lnTo>
                    <a:pt x="1282052" y="3353828"/>
                  </a:lnTo>
                  <a:lnTo>
                    <a:pt x="1279931" y="3355048"/>
                  </a:lnTo>
                  <a:lnTo>
                    <a:pt x="1278547" y="3359137"/>
                  </a:lnTo>
                  <a:lnTo>
                    <a:pt x="1279537" y="3361283"/>
                  </a:lnTo>
                  <a:lnTo>
                    <a:pt x="1283347" y="3362490"/>
                  </a:lnTo>
                  <a:lnTo>
                    <a:pt x="1285443" y="3361334"/>
                  </a:lnTo>
                  <a:lnTo>
                    <a:pt x="1286141" y="3359264"/>
                  </a:lnTo>
                  <a:lnTo>
                    <a:pt x="1286827" y="3357245"/>
                  </a:lnTo>
                  <a:close/>
                </a:path>
                <a:path w="3423920" h="3536950">
                  <a:moveTo>
                    <a:pt x="1304112" y="3524872"/>
                  </a:moveTo>
                  <a:lnTo>
                    <a:pt x="1302740" y="3521786"/>
                  </a:lnTo>
                  <a:lnTo>
                    <a:pt x="1297305" y="3520046"/>
                  </a:lnTo>
                  <a:lnTo>
                    <a:pt x="1294269" y="3521735"/>
                  </a:lnTo>
                  <a:lnTo>
                    <a:pt x="1292301" y="3527564"/>
                  </a:lnTo>
                  <a:lnTo>
                    <a:pt x="1293723" y="3530625"/>
                  </a:lnTo>
                  <a:lnTo>
                    <a:pt x="1299159" y="3532352"/>
                  </a:lnTo>
                  <a:lnTo>
                    <a:pt x="1302143" y="3530714"/>
                  </a:lnTo>
                  <a:lnTo>
                    <a:pt x="1303134" y="3527768"/>
                  </a:lnTo>
                  <a:lnTo>
                    <a:pt x="1304112" y="3524872"/>
                  </a:lnTo>
                  <a:close/>
                </a:path>
                <a:path w="3423920" h="3536950">
                  <a:moveTo>
                    <a:pt x="1409052" y="3198393"/>
                  </a:moveTo>
                  <a:lnTo>
                    <a:pt x="1408645" y="3197504"/>
                  </a:lnTo>
                  <a:lnTo>
                    <a:pt x="1407807" y="3197237"/>
                  </a:lnTo>
                  <a:lnTo>
                    <a:pt x="1406994" y="3196971"/>
                  </a:lnTo>
                  <a:lnTo>
                    <a:pt x="1406118" y="3197466"/>
                  </a:lnTo>
                  <a:lnTo>
                    <a:pt x="1405534" y="3199206"/>
                  </a:lnTo>
                  <a:lnTo>
                    <a:pt x="1405928" y="3200146"/>
                  </a:lnTo>
                  <a:lnTo>
                    <a:pt x="1406740" y="3200412"/>
                  </a:lnTo>
                  <a:lnTo>
                    <a:pt x="1407579" y="3200679"/>
                  </a:lnTo>
                  <a:lnTo>
                    <a:pt x="1408468" y="3200146"/>
                  </a:lnTo>
                  <a:lnTo>
                    <a:pt x="1408760" y="3199269"/>
                  </a:lnTo>
                  <a:lnTo>
                    <a:pt x="1409052" y="3198393"/>
                  </a:lnTo>
                  <a:close/>
                </a:path>
                <a:path w="3423920" h="3536950">
                  <a:moveTo>
                    <a:pt x="1427124" y="3363772"/>
                  </a:moveTo>
                  <a:lnTo>
                    <a:pt x="1426159" y="3361626"/>
                  </a:lnTo>
                  <a:lnTo>
                    <a:pt x="1422349" y="3360420"/>
                  </a:lnTo>
                  <a:lnTo>
                    <a:pt x="1420279" y="3361588"/>
                  </a:lnTo>
                  <a:lnTo>
                    <a:pt x="1418894" y="3365677"/>
                  </a:lnTo>
                  <a:lnTo>
                    <a:pt x="1419847" y="3367811"/>
                  </a:lnTo>
                  <a:lnTo>
                    <a:pt x="1423657" y="3369030"/>
                  </a:lnTo>
                  <a:lnTo>
                    <a:pt x="1425740" y="3367862"/>
                  </a:lnTo>
                  <a:lnTo>
                    <a:pt x="1426438" y="3365792"/>
                  </a:lnTo>
                  <a:lnTo>
                    <a:pt x="1427124" y="3363772"/>
                  </a:lnTo>
                  <a:close/>
                </a:path>
                <a:path w="3423920" h="3536950">
                  <a:moveTo>
                    <a:pt x="1444663" y="3528885"/>
                  </a:moveTo>
                  <a:lnTo>
                    <a:pt x="1443253" y="3525837"/>
                  </a:lnTo>
                  <a:lnTo>
                    <a:pt x="1437817" y="3524110"/>
                  </a:lnTo>
                  <a:lnTo>
                    <a:pt x="1434846" y="3525748"/>
                  </a:lnTo>
                  <a:lnTo>
                    <a:pt x="1432877" y="3531590"/>
                  </a:lnTo>
                  <a:lnTo>
                    <a:pt x="1434261" y="3534626"/>
                  </a:lnTo>
                  <a:lnTo>
                    <a:pt x="1439697" y="3536365"/>
                  </a:lnTo>
                  <a:lnTo>
                    <a:pt x="1442694" y="3534727"/>
                  </a:lnTo>
                  <a:lnTo>
                    <a:pt x="1443685" y="3531781"/>
                  </a:lnTo>
                  <a:lnTo>
                    <a:pt x="1444663" y="3528885"/>
                  </a:lnTo>
                  <a:close/>
                </a:path>
                <a:path w="3423920" h="3536950">
                  <a:moveTo>
                    <a:pt x="1551813" y="3194189"/>
                  </a:moveTo>
                  <a:lnTo>
                    <a:pt x="1550962" y="3192399"/>
                  </a:lnTo>
                  <a:lnTo>
                    <a:pt x="1547710" y="3191357"/>
                  </a:lnTo>
                  <a:lnTo>
                    <a:pt x="1545907" y="3192310"/>
                  </a:lnTo>
                  <a:lnTo>
                    <a:pt x="1544713" y="3195853"/>
                  </a:lnTo>
                  <a:lnTo>
                    <a:pt x="1545564" y="3197695"/>
                  </a:lnTo>
                  <a:lnTo>
                    <a:pt x="1548815" y="3198736"/>
                  </a:lnTo>
                  <a:lnTo>
                    <a:pt x="1550619" y="3197733"/>
                  </a:lnTo>
                  <a:lnTo>
                    <a:pt x="1551228" y="3195942"/>
                  </a:lnTo>
                  <a:lnTo>
                    <a:pt x="1551813" y="3194189"/>
                  </a:lnTo>
                  <a:close/>
                </a:path>
                <a:path w="3423920" h="3536950">
                  <a:moveTo>
                    <a:pt x="1569351" y="3357943"/>
                  </a:moveTo>
                  <a:lnTo>
                    <a:pt x="1568094" y="3355149"/>
                  </a:lnTo>
                  <a:lnTo>
                    <a:pt x="1563230" y="3353600"/>
                  </a:lnTo>
                  <a:lnTo>
                    <a:pt x="1560512" y="3355124"/>
                  </a:lnTo>
                  <a:lnTo>
                    <a:pt x="1558747" y="3360356"/>
                  </a:lnTo>
                  <a:lnTo>
                    <a:pt x="1560017" y="3363112"/>
                  </a:lnTo>
                  <a:lnTo>
                    <a:pt x="1564868" y="3364661"/>
                  </a:lnTo>
                  <a:lnTo>
                    <a:pt x="1567573" y="3363176"/>
                  </a:lnTo>
                  <a:lnTo>
                    <a:pt x="1568462" y="3360559"/>
                  </a:lnTo>
                  <a:lnTo>
                    <a:pt x="1569351" y="3357943"/>
                  </a:lnTo>
                  <a:close/>
                </a:path>
                <a:path w="3423920" h="3536950">
                  <a:moveTo>
                    <a:pt x="1585137" y="3521926"/>
                  </a:moveTo>
                  <a:lnTo>
                    <a:pt x="1583893" y="3519132"/>
                  </a:lnTo>
                  <a:lnTo>
                    <a:pt x="1579016" y="3517582"/>
                  </a:lnTo>
                  <a:lnTo>
                    <a:pt x="1576273" y="3519093"/>
                  </a:lnTo>
                  <a:lnTo>
                    <a:pt x="1574507" y="3524339"/>
                  </a:lnTo>
                  <a:lnTo>
                    <a:pt x="1575803" y="3527094"/>
                  </a:lnTo>
                  <a:lnTo>
                    <a:pt x="1580680" y="3528644"/>
                  </a:lnTo>
                  <a:lnTo>
                    <a:pt x="1583359" y="3527158"/>
                  </a:lnTo>
                  <a:lnTo>
                    <a:pt x="1584248" y="3524542"/>
                  </a:lnTo>
                  <a:lnTo>
                    <a:pt x="1585137" y="3521926"/>
                  </a:lnTo>
                  <a:close/>
                </a:path>
                <a:path w="3423920" h="3536950">
                  <a:moveTo>
                    <a:pt x="1690890" y="3177565"/>
                  </a:moveTo>
                  <a:lnTo>
                    <a:pt x="1690458" y="3176613"/>
                  </a:lnTo>
                  <a:lnTo>
                    <a:pt x="1689646" y="3176359"/>
                  </a:lnTo>
                  <a:lnTo>
                    <a:pt x="1688833" y="3176092"/>
                  </a:lnTo>
                  <a:lnTo>
                    <a:pt x="1687944" y="3176625"/>
                  </a:lnTo>
                  <a:lnTo>
                    <a:pt x="1687652" y="3177502"/>
                  </a:lnTo>
                  <a:lnTo>
                    <a:pt x="1687347" y="3178378"/>
                  </a:lnTo>
                  <a:lnTo>
                    <a:pt x="1687766" y="3179267"/>
                  </a:lnTo>
                  <a:lnTo>
                    <a:pt x="1688579" y="3179521"/>
                  </a:lnTo>
                  <a:lnTo>
                    <a:pt x="1689392" y="3179788"/>
                  </a:lnTo>
                  <a:lnTo>
                    <a:pt x="1690306" y="3179318"/>
                  </a:lnTo>
                  <a:lnTo>
                    <a:pt x="1690598" y="3178441"/>
                  </a:lnTo>
                  <a:lnTo>
                    <a:pt x="1690890" y="3177565"/>
                  </a:lnTo>
                  <a:close/>
                </a:path>
                <a:path w="3423920" h="3536950">
                  <a:moveTo>
                    <a:pt x="1710766" y="3340112"/>
                  </a:moveTo>
                  <a:lnTo>
                    <a:pt x="1709369" y="3337014"/>
                  </a:lnTo>
                  <a:lnTo>
                    <a:pt x="1703933" y="3335286"/>
                  </a:lnTo>
                  <a:lnTo>
                    <a:pt x="1700949" y="3336975"/>
                  </a:lnTo>
                  <a:lnTo>
                    <a:pt x="1698993" y="3342767"/>
                  </a:lnTo>
                  <a:lnTo>
                    <a:pt x="1700364" y="3345853"/>
                  </a:lnTo>
                  <a:lnTo>
                    <a:pt x="1705800" y="3347593"/>
                  </a:lnTo>
                  <a:lnTo>
                    <a:pt x="1708810" y="3345904"/>
                  </a:lnTo>
                  <a:lnTo>
                    <a:pt x="1709788" y="3343008"/>
                  </a:lnTo>
                  <a:lnTo>
                    <a:pt x="1710766" y="3340112"/>
                  </a:lnTo>
                  <a:close/>
                </a:path>
                <a:path w="3423920" h="3536950">
                  <a:moveTo>
                    <a:pt x="1726526" y="3503587"/>
                  </a:moveTo>
                  <a:lnTo>
                    <a:pt x="1725155" y="3500501"/>
                  </a:lnTo>
                  <a:lnTo>
                    <a:pt x="1719719" y="3498773"/>
                  </a:lnTo>
                  <a:lnTo>
                    <a:pt x="1716684" y="3500450"/>
                  </a:lnTo>
                  <a:lnTo>
                    <a:pt x="1714715" y="3506292"/>
                  </a:lnTo>
                  <a:lnTo>
                    <a:pt x="1716125" y="3509391"/>
                  </a:lnTo>
                  <a:lnTo>
                    <a:pt x="1721561" y="3511118"/>
                  </a:lnTo>
                  <a:lnTo>
                    <a:pt x="1724558" y="3509429"/>
                  </a:lnTo>
                  <a:lnTo>
                    <a:pt x="1725536" y="3506533"/>
                  </a:lnTo>
                  <a:lnTo>
                    <a:pt x="1726526" y="3503587"/>
                  </a:lnTo>
                  <a:close/>
                </a:path>
                <a:path w="3423920" h="3536950">
                  <a:moveTo>
                    <a:pt x="1832825" y="3146780"/>
                  </a:moveTo>
                  <a:lnTo>
                    <a:pt x="1831848" y="3144634"/>
                  </a:lnTo>
                  <a:lnTo>
                    <a:pt x="1828038" y="3143415"/>
                  </a:lnTo>
                  <a:lnTo>
                    <a:pt x="1825955" y="3144583"/>
                  </a:lnTo>
                  <a:lnTo>
                    <a:pt x="1824570" y="3148673"/>
                  </a:lnTo>
                  <a:lnTo>
                    <a:pt x="1825536" y="3150819"/>
                  </a:lnTo>
                  <a:lnTo>
                    <a:pt x="1829346" y="3152025"/>
                  </a:lnTo>
                  <a:lnTo>
                    <a:pt x="1831441" y="3150870"/>
                  </a:lnTo>
                  <a:lnTo>
                    <a:pt x="1832140" y="3148800"/>
                  </a:lnTo>
                  <a:lnTo>
                    <a:pt x="1832825" y="3146780"/>
                  </a:lnTo>
                  <a:close/>
                </a:path>
                <a:path w="3423920" h="3536950">
                  <a:moveTo>
                    <a:pt x="1851621" y="3310204"/>
                  </a:moveTo>
                  <a:lnTo>
                    <a:pt x="1849932" y="3306508"/>
                  </a:lnTo>
                  <a:lnTo>
                    <a:pt x="1843405" y="3304425"/>
                  </a:lnTo>
                  <a:lnTo>
                    <a:pt x="1839836" y="3306445"/>
                  </a:lnTo>
                  <a:lnTo>
                    <a:pt x="1837474" y="3313430"/>
                  </a:lnTo>
                  <a:lnTo>
                    <a:pt x="1839112" y="3317113"/>
                  </a:lnTo>
                  <a:lnTo>
                    <a:pt x="1845640" y="3319195"/>
                  </a:lnTo>
                  <a:lnTo>
                    <a:pt x="1849259" y="3317189"/>
                  </a:lnTo>
                  <a:lnTo>
                    <a:pt x="1850440" y="3313696"/>
                  </a:lnTo>
                  <a:lnTo>
                    <a:pt x="1851621" y="3310204"/>
                  </a:lnTo>
                  <a:close/>
                </a:path>
                <a:path w="3423920" h="3536950">
                  <a:moveTo>
                    <a:pt x="1866265" y="3474440"/>
                  </a:moveTo>
                  <a:lnTo>
                    <a:pt x="1864855" y="3471392"/>
                  </a:lnTo>
                  <a:lnTo>
                    <a:pt x="1859419" y="3469665"/>
                  </a:lnTo>
                  <a:lnTo>
                    <a:pt x="1856422" y="3471303"/>
                  </a:lnTo>
                  <a:lnTo>
                    <a:pt x="1854454" y="3477145"/>
                  </a:lnTo>
                  <a:lnTo>
                    <a:pt x="1855863" y="3480193"/>
                  </a:lnTo>
                  <a:lnTo>
                    <a:pt x="1861299" y="3481921"/>
                  </a:lnTo>
                  <a:lnTo>
                    <a:pt x="1864296" y="3480282"/>
                  </a:lnTo>
                  <a:lnTo>
                    <a:pt x="1865274" y="3477387"/>
                  </a:lnTo>
                  <a:lnTo>
                    <a:pt x="1866265" y="3474440"/>
                  </a:lnTo>
                  <a:close/>
                </a:path>
                <a:path w="3423920" h="3536950">
                  <a:moveTo>
                    <a:pt x="2122017" y="3216275"/>
                  </a:moveTo>
                  <a:lnTo>
                    <a:pt x="2120735" y="3213519"/>
                  </a:lnTo>
                  <a:lnTo>
                    <a:pt x="2115858" y="3211969"/>
                  </a:lnTo>
                  <a:lnTo>
                    <a:pt x="2113178" y="3213455"/>
                  </a:lnTo>
                  <a:lnTo>
                    <a:pt x="2112988" y="3214014"/>
                  </a:lnTo>
                  <a:lnTo>
                    <a:pt x="2112988" y="3221583"/>
                  </a:lnTo>
                  <a:lnTo>
                    <a:pt x="2117521" y="3223031"/>
                  </a:lnTo>
                  <a:lnTo>
                    <a:pt x="2120239" y="3221507"/>
                  </a:lnTo>
                  <a:lnTo>
                    <a:pt x="2122017" y="3216275"/>
                  </a:lnTo>
                  <a:close/>
                </a:path>
                <a:path w="3423920" h="3536950">
                  <a:moveTo>
                    <a:pt x="2139467" y="3383953"/>
                  </a:moveTo>
                  <a:lnTo>
                    <a:pt x="2138057" y="3380905"/>
                  </a:lnTo>
                  <a:lnTo>
                    <a:pt x="2132622" y="3379165"/>
                  </a:lnTo>
                  <a:lnTo>
                    <a:pt x="2129625" y="3380816"/>
                  </a:lnTo>
                  <a:lnTo>
                    <a:pt x="2127656" y="3386645"/>
                  </a:lnTo>
                  <a:lnTo>
                    <a:pt x="2129066" y="3389693"/>
                  </a:lnTo>
                  <a:lnTo>
                    <a:pt x="2134501" y="3391433"/>
                  </a:lnTo>
                  <a:lnTo>
                    <a:pt x="2137499" y="3389795"/>
                  </a:lnTo>
                  <a:lnTo>
                    <a:pt x="2138489" y="3386848"/>
                  </a:lnTo>
                  <a:lnTo>
                    <a:pt x="2139467" y="3383953"/>
                  </a:lnTo>
                  <a:close/>
                </a:path>
                <a:path w="3423920" h="3536950">
                  <a:moveTo>
                    <a:pt x="2255075" y="3151682"/>
                  </a:moveTo>
                  <a:lnTo>
                    <a:pt x="2253259" y="3147695"/>
                  </a:lnTo>
                  <a:lnTo>
                    <a:pt x="2246211" y="3145434"/>
                  </a:lnTo>
                  <a:lnTo>
                    <a:pt x="2242299" y="3147606"/>
                  </a:lnTo>
                  <a:lnTo>
                    <a:pt x="2239734" y="3155188"/>
                  </a:lnTo>
                  <a:lnTo>
                    <a:pt x="2241562" y="3159175"/>
                  </a:lnTo>
                  <a:lnTo>
                    <a:pt x="2248624" y="3161436"/>
                  </a:lnTo>
                  <a:lnTo>
                    <a:pt x="2252510" y="3159264"/>
                  </a:lnTo>
                  <a:lnTo>
                    <a:pt x="2253780" y="3155492"/>
                  </a:lnTo>
                  <a:lnTo>
                    <a:pt x="2255075" y="3151682"/>
                  </a:lnTo>
                  <a:close/>
                </a:path>
                <a:path w="3423920" h="3536950">
                  <a:moveTo>
                    <a:pt x="2274925" y="3322269"/>
                  </a:moveTo>
                  <a:lnTo>
                    <a:pt x="2272690" y="3317379"/>
                  </a:lnTo>
                  <a:lnTo>
                    <a:pt x="2264003" y="3314598"/>
                  </a:lnTo>
                  <a:lnTo>
                    <a:pt x="2259203" y="3317240"/>
                  </a:lnTo>
                  <a:lnTo>
                    <a:pt x="2256040" y="3326574"/>
                  </a:lnTo>
                  <a:lnTo>
                    <a:pt x="2258288" y="3331514"/>
                  </a:lnTo>
                  <a:lnTo>
                    <a:pt x="2266975" y="3334296"/>
                  </a:lnTo>
                  <a:lnTo>
                    <a:pt x="2271763" y="3331591"/>
                  </a:lnTo>
                  <a:lnTo>
                    <a:pt x="2273338" y="3326955"/>
                  </a:lnTo>
                  <a:lnTo>
                    <a:pt x="2274925" y="3322269"/>
                  </a:lnTo>
                  <a:close/>
                </a:path>
                <a:path w="3423920" h="3536950">
                  <a:moveTo>
                    <a:pt x="2612542" y="55206"/>
                  </a:moveTo>
                  <a:lnTo>
                    <a:pt x="2612377" y="54902"/>
                  </a:lnTo>
                  <a:lnTo>
                    <a:pt x="2612098" y="54813"/>
                  </a:lnTo>
                  <a:lnTo>
                    <a:pt x="2611844" y="54724"/>
                  </a:lnTo>
                  <a:lnTo>
                    <a:pt x="2611526" y="54876"/>
                  </a:lnTo>
                  <a:lnTo>
                    <a:pt x="2611424" y="55206"/>
                  </a:lnTo>
                  <a:lnTo>
                    <a:pt x="2611323" y="55473"/>
                  </a:lnTo>
                  <a:lnTo>
                    <a:pt x="2611488" y="55791"/>
                  </a:lnTo>
                  <a:lnTo>
                    <a:pt x="2611742" y="55867"/>
                  </a:lnTo>
                  <a:lnTo>
                    <a:pt x="2612021" y="55956"/>
                  </a:lnTo>
                  <a:lnTo>
                    <a:pt x="2612339" y="55803"/>
                  </a:lnTo>
                  <a:lnTo>
                    <a:pt x="2612428" y="55524"/>
                  </a:lnTo>
                  <a:lnTo>
                    <a:pt x="2612542" y="55206"/>
                  </a:lnTo>
                  <a:close/>
                </a:path>
                <a:path w="3423920" h="3536950">
                  <a:moveTo>
                    <a:pt x="2718981" y="145859"/>
                  </a:moveTo>
                  <a:lnTo>
                    <a:pt x="2718841" y="145516"/>
                  </a:lnTo>
                  <a:lnTo>
                    <a:pt x="2718587" y="145427"/>
                  </a:lnTo>
                  <a:lnTo>
                    <a:pt x="2718333" y="145351"/>
                  </a:lnTo>
                  <a:lnTo>
                    <a:pt x="2718003" y="145554"/>
                  </a:lnTo>
                  <a:lnTo>
                    <a:pt x="2717901" y="145821"/>
                  </a:lnTo>
                  <a:lnTo>
                    <a:pt x="2717812" y="146100"/>
                  </a:lnTo>
                  <a:lnTo>
                    <a:pt x="2717952" y="146456"/>
                  </a:lnTo>
                  <a:lnTo>
                    <a:pt x="2718219" y="146532"/>
                  </a:lnTo>
                  <a:lnTo>
                    <a:pt x="2718473" y="146608"/>
                  </a:lnTo>
                  <a:lnTo>
                    <a:pt x="2718803" y="146418"/>
                  </a:lnTo>
                  <a:lnTo>
                    <a:pt x="2718892" y="146138"/>
                  </a:lnTo>
                  <a:lnTo>
                    <a:pt x="2718981" y="145859"/>
                  </a:lnTo>
                  <a:close/>
                </a:path>
                <a:path w="3423920" h="3536950">
                  <a:moveTo>
                    <a:pt x="2817558" y="245770"/>
                  </a:moveTo>
                  <a:lnTo>
                    <a:pt x="2817431" y="245478"/>
                  </a:lnTo>
                  <a:lnTo>
                    <a:pt x="2817152" y="245389"/>
                  </a:lnTo>
                  <a:lnTo>
                    <a:pt x="2816885" y="245300"/>
                  </a:lnTo>
                  <a:lnTo>
                    <a:pt x="2816593" y="245465"/>
                  </a:lnTo>
                  <a:lnTo>
                    <a:pt x="2816402" y="246062"/>
                  </a:lnTo>
                  <a:lnTo>
                    <a:pt x="2816529" y="246367"/>
                  </a:lnTo>
                  <a:lnTo>
                    <a:pt x="2816796" y="246443"/>
                  </a:lnTo>
                  <a:lnTo>
                    <a:pt x="2817063" y="246532"/>
                  </a:lnTo>
                  <a:lnTo>
                    <a:pt x="2817355" y="246367"/>
                  </a:lnTo>
                  <a:lnTo>
                    <a:pt x="2817469" y="246049"/>
                  </a:lnTo>
                  <a:lnTo>
                    <a:pt x="2817558" y="245770"/>
                  </a:lnTo>
                  <a:close/>
                </a:path>
                <a:path w="3423920" h="3536950">
                  <a:moveTo>
                    <a:pt x="2881744" y="72110"/>
                  </a:moveTo>
                  <a:lnTo>
                    <a:pt x="2881617" y="71818"/>
                  </a:lnTo>
                  <a:lnTo>
                    <a:pt x="2881350" y="71729"/>
                  </a:lnTo>
                  <a:lnTo>
                    <a:pt x="2881096" y="71653"/>
                  </a:lnTo>
                  <a:lnTo>
                    <a:pt x="2880779" y="71805"/>
                  </a:lnTo>
                  <a:lnTo>
                    <a:pt x="2880588" y="72402"/>
                  </a:lnTo>
                  <a:lnTo>
                    <a:pt x="2880741" y="72707"/>
                  </a:lnTo>
                  <a:lnTo>
                    <a:pt x="2880995" y="72796"/>
                  </a:lnTo>
                  <a:lnTo>
                    <a:pt x="2881249" y="72872"/>
                  </a:lnTo>
                  <a:lnTo>
                    <a:pt x="2881541" y="72707"/>
                  </a:lnTo>
                  <a:lnTo>
                    <a:pt x="2881655" y="72390"/>
                  </a:lnTo>
                  <a:lnTo>
                    <a:pt x="2881744" y="72110"/>
                  </a:lnTo>
                  <a:close/>
                </a:path>
                <a:path w="3423920" h="3536950">
                  <a:moveTo>
                    <a:pt x="2907563" y="354355"/>
                  </a:moveTo>
                  <a:lnTo>
                    <a:pt x="2907436" y="354063"/>
                  </a:lnTo>
                  <a:lnTo>
                    <a:pt x="2907157" y="353974"/>
                  </a:lnTo>
                  <a:lnTo>
                    <a:pt x="2906890" y="353885"/>
                  </a:lnTo>
                  <a:lnTo>
                    <a:pt x="2906598" y="354050"/>
                  </a:lnTo>
                  <a:lnTo>
                    <a:pt x="2906407" y="354647"/>
                  </a:lnTo>
                  <a:lnTo>
                    <a:pt x="2906560" y="354901"/>
                  </a:lnTo>
                  <a:lnTo>
                    <a:pt x="2906814" y="354977"/>
                  </a:lnTo>
                  <a:lnTo>
                    <a:pt x="2907093" y="355066"/>
                  </a:lnTo>
                  <a:lnTo>
                    <a:pt x="2907360" y="354952"/>
                  </a:lnTo>
                  <a:lnTo>
                    <a:pt x="2907474" y="354634"/>
                  </a:lnTo>
                  <a:lnTo>
                    <a:pt x="2907563" y="354355"/>
                  </a:lnTo>
                  <a:close/>
                </a:path>
                <a:path w="3423920" h="3536950">
                  <a:moveTo>
                    <a:pt x="2971063" y="786765"/>
                  </a:moveTo>
                  <a:lnTo>
                    <a:pt x="2970923" y="786422"/>
                  </a:lnTo>
                  <a:lnTo>
                    <a:pt x="2970669" y="786333"/>
                  </a:lnTo>
                  <a:lnTo>
                    <a:pt x="2970390" y="786244"/>
                  </a:lnTo>
                  <a:lnTo>
                    <a:pt x="2970085" y="786447"/>
                  </a:lnTo>
                  <a:lnTo>
                    <a:pt x="2969996" y="786726"/>
                  </a:lnTo>
                  <a:lnTo>
                    <a:pt x="2969895" y="787006"/>
                  </a:lnTo>
                  <a:lnTo>
                    <a:pt x="2970022" y="787349"/>
                  </a:lnTo>
                  <a:lnTo>
                    <a:pt x="2970301" y="787438"/>
                  </a:lnTo>
                  <a:lnTo>
                    <a:pt x="2970555" y="787514"/>
                  </a:lnTo>
                  <a:lnTo>
                    <a:pt x="2970885" y="787323"/>
                  </a:lnTo>
                  <a:lnTo>
                    <a:pt x="2970974" y="787044"/>
                  </a:lnTo>
                  <a:lnTo>
                    <a:pt x="2971063" y="786765"/>
                  </a:lnTo>
                  <a:close/>
                </a:path>
                <a:path w="3423920" h="3536950">
                  <a:moveTo>
                    <a:pt x="2976499" y="176098"/>
                  </a:moveTo>
                  <a:lnTo>
                    <a:pt x="2976372" y="175806"/>
                  </a:lnTo>
                  <a:lnTo>
                    <a:pt x="2975813" y="175628"/>
                  </a:lnTo>
                  <a:lnTo>
                    <a:pt x="2975521" y="175793"/>
                  </a:lnTo>
                  <a:lnTo>
                    <a:pt x="2975432" y="176060"/>
                  </a:lnTo>
                  <a:lnTo>
                    <a:pt x="2975318" y="176390"/>
                  </a:lnTo>
                  <a:lnTo>
                    <a:pt x="2975457" y="176682"/>
                  </a:lnTo>
                  <a:lnTo>
                    <a:pt x="2975737" y="176771"/>
                  </a:lnTo>
                  <a:lnTo>
                    <a:pt x="2976003" y="176860"/>
                  </a:lnTo>
                  <a:lnTo>
                    <a:pt x="2976295" y="176695"/>
                  </a:lnTo>
                  <a:lnTo>
                    <a:pt x="2976410" y="176377"/>
                  </a:lnTo>
                  <a:lnTo>
                    <a:pt x="2976499" y="176098"/>
                  </a:lnTo>
                  <a:close/>
                </a:path>
                <a:path w="3423920" h="3536950">
                  <a:moveTo>
                    <a:pt x="2988424" y="470827"/>
                  </a:moveTo>
                  <a:lnTo>
                    <a:pt x="2988297" y="470535"/>
                  </a:lnTo>
                  <a:lnTo>
                    <a:pt x="2987738" y="470357"/>
                  </a:lnTo>
                  <a:lnTo>
                    <a:pt x="2987446" y="470522"/>
                  </a:lnTo>
                  <a:lnTo>
                    <a:pt x="2987357" y="470789"/>
                  </a:lnTo>
                  <a:lnTo>
                    <a:pt x="2987243" y="471119"/>
                  </a:lnTo>
                  <a:lnTo>
                    <a:pt x="2987383" y="471411"/>
                  </a:lnTo>
                  <a:lnTo>
                    <a:pt x="2987649" y="471500"/>
                  </a:lnTo>
                  <a:lnTo>
                    <a:pt x="2987929" y="471589"/>
                  </a:lnTo>
                  <a:lnTo>
                    <a:pt x="2988221" y="471424"/>
                  </a:lnTo>
                  <a:lnTo>
                    <a:pt x="2988335" y="471106"/>
                  </a:lnTo>
                  <a:lnTo>
                    <a:pt x="2988424" y="470827"/>
                  </a:lnTo>
                  <a:close/>
                </a:path>
                <a:path w="3423920" h="3536950">
                  <a:moveTo>
                    <a:pt x="3022054" y="921854"/>
                  </a:moveTo>
                  <a:lnTo>
                    <a:pt x="3021901" y="921550"/>
                  </a:lnTo>
                  <a:lnTo>
                    <a:pt x="3021622" y="921461"/>
                  </a:lnTo>
                  <a:lnTo>
                    <a:pt x="3021368" y="921385"/>
                  </a:lnTo>
                  <a:lnTo>
                    <a:pt x="3021076" y="921550"/>
                  </a:lnTo>
                  <a:lnTo>
                    <a:pt x="3020987" y="921816"/>
                  </a:lnTo>
                  <a:lnTo>
                    <a:pt x="3020872" y="922147"/>
                  </a:lnTo>
                  <a:lnTo>
                    <a:pt x="3021012" y="922439"/>
                  </a:lnTo>
                  <a:lnTo>
                    <a:pt x="3021266" y="922515"/>
                  </a:lnTo>
                  <a:lnTo>
                    <a:pt x="3021546" y="922604"/>
                  </a:lnTo>
                  <a:lnTo>
                    <a:pt x="3021850" y="922451"/>
                  </a:lnTo>
                  <a:lnTo>
                    <a:pt x="3021965" y="922134"/>
                  </a:lnTo>
                  <a:lnTo>
                    <a:pt x="3022054" y="921854"/>
                  </a:lnTo>
                  <a:close/>
                </a:path>
                <a:path w="3423920" h="3536950">
                  <a:moveTo>
                    <a:pt x="3042640" y="469"/>
                  </a:moveTo>
                  <a:lnTo>
                    <a:pt x="3042501" y="165"/>
                  </a:lnTo>
                  <a:lnTo>
                    <a:pt x="3042247" y="88"/>
                  </a:lnTo>
                  <a:lnTo>
                    <a:pt x="3041967" y="0"/>
                  </a:lnTo>
                  <a:lnTo>
                    <a:pt x="3041675" y="152"/>
                  </a:lnTo>
                  <a:lnTo>
                    <a:pt x="3041561" y="482"/>
                  </a:lnTo>
                  <a:lnTo>
                    <a:pt x="3041472" y="749"/>
                  </a:lnTo>
                  <a:lnTo>
                    <a:pt x="3041612" y="1054"/>
                  </a:lnTo>
                  <a:lnTo>
                    <a:pt x="3042145" y="1231"/>
                  </a:lnTo>
                  <a:lnTo>
                    <a:pt x="3042437" y="1066"/>
                  </a:lnTo>
                  <a:lnTo>
                    <a:pt x="3042526" y="787"/>
                  </a:lnTo>
                  <a:lnTo>
                    <a:pt x="3042640" y="469"/>
                  </a:lnTo>
                  <a:close/>
                </a:path>
                <a:path w="3423920" h="3536950">
                  <a:moveTo>
                    <a:pt x="3061004" y="1061974"/>
                  </a:moveTo>
                  <a:lnTo>
                    <a:pt x="3060877" y="1061681"/>
                  </a:lnTo>
                  <a:lnTo>
                    <a:pt x="3060611" y="1061593"/>
                  </a:lnTo>
                  <a:lnTo>
                    <a:pt x="3060319" y="1061504"/>
                  </a:lnTo>
                  <a:lnTo>
                    <a:pt x="3060027" y="1061669"/>
                  </a:lnTo>
                  <a:lnTo>
                    <a:pt x="3059938" y="1061935"/>
                  </a:lnTo>
                  <a:lnTo>
                    <a:pt x="3059823" y="1062266"/>
                  </a:lnTo>
                  <a:lnTo>
                    <a:pt x="3059963" y="1062558"/>
                  </a:lnTo>
                  <a:lnTo>
                    <a:pt x="3060255" y="1062659"/>
                  </a:lnTo>
                  <a:lnTo>
                    <a:pt x="3060509" y="1062736"/>
                  </a:lnTo>
                  <a:lnTo>
                    <a:pt x="3060801" y="1062570"/>
                  </a:lnTo>
                  <a:lnTo>
                    <a:pt x="3060916" y="1062253"/>
                  </a:lnTo>
                  <a:lnTo>
                    <a:pt x="3061004" y="1061974"/>
                  </a:lnTo>
                  <a:close/>
                </a:path>
                <a:path w="3423920" h="3536950">
                  <a:moveTo>
                    <a:pt x="3064319" y="287451"/>
                  </a:moveTo>
                  <a:lnTo>
                    <a:pt x="3063913" y="286562"/>
                  </a:lnTo>
                  <a:lnTo>
                    <a:pt x="3063100" y="286296"/>
                  </a:lnTo>
                  <a:lnTo>
                    <a:pt x="3062287" y="286042"/>
                  </a:lnTo>
                  <a:lnTo>
                    <a:pt x="3061411" y="286524"/>
                  </a:lnTo>
                  <a:lnTo>
                    <a:pt x="3061119" y="287401"/>
                  </a:lnTo>
                  <a:lnTo>
                    <a:pt x="3060801" y="288315"/>
                  </a:lnTo>
                  <a:lnTo>
                    <a:pt x="3061220" y="289217"/>
                  </a:lnTo>
                  <a:lnTo>
                    <a:pt x="3062846" y="289725"/>
                  </a:lnTo>
                  <a:lnTo>
                    <a:pt x="3063722" y="289242"/>
                  </a:lnTo>
                  <a:lnTo>
                    <a:pt x="3064027" y="288328"/>
                  </a:lnTo>
                  <a:lnTo>
                    <a:pt x="3064319" y="287451"/>
                  </a:lnTo>
                  <a:close/>
                </a:path>
                <a:path w="3423920" h="3536950">
                  <a:moveTo>
                    <a:pt x="3069615" y="1796897"/>
                  </a:moveTo>
                  <a:lnTo>
                    <a:pt x="3069209" y="1795957"/>
                  </a:lnTo>
                  <a:lnTo>
                    <a:pt x="3068396" y="1795691"/>
                  </a:lnTo>
                  <a:lnTo>
                    <a:pt x="3067583" y="1795437"/>
                  </a:lnTo>
                  <a:lnTo>
                    <a:pt x="3066669" y="1795957"/>
                  </a:lnTo>
                  <a:lnTo>
                    <a:pt x="3066364" y="1796834"/>
                  </a:lnTo>
                  <a:lnTo>
                    <a:pt x="3066072" y="1797710"/>
                  </a:lnTo>
                  <a:lnTo>
                    <a:pt x="3066491" y="1798650"/>
                  </a:lnTo>
                  <a:lnTo>
                    <a:pt x="3067304" y="1798916"/>
                  </a:lnTo>
                  <a:lnTo>
                    <a:pt x="3068116" y="1799170"/>
                  </a:lnTo>
                  <a:lnTo>
                    <a:pt x="3069031" y="1798650"/>
                  </a:lnTo>
                  <a:lnTo>
                    <a:pt x="3069323" y="1797773"/>
                  </a:lnTo>
                  <a:lnTo>
                    <a:pt x="3069615" y="1796897"/>
                  </a:lnTo>
                  <a:close/>
                </a:path>
                <a:path w="3423920" h="3536950">
                  <a:moveTo>
                    <a:pt x="3087687" y="1205966"/>
                  </a:moveTo>
                  <a:lnTo>
                    <a:pt x="3087522" y="1205661"/>
                  </a:lnTo>
                  <a:lnTo>
                    <a:pt x="3087268" y="1205572"/>
                  </a:lnTo>
                  <a:lnTo>
                    <a:pt x="3086963" y="1205484"/>
                  </a:lnTo>
                  <a:lnTo>
                    <a:pt x="3086671" y="1205649"/>
                  </a:lnTo>
                  <a:lnTo>
                    <a:pt x="3086570" y="1205966"/>
                  </a:lnTo>
                  <a:lnTo>
                    <a:pt x="3086468" y="1206246"/>
                  </a:lnTo>
                  <a:lnTo>
                    <a:pt x="3086608" y="1206538"/>
                  </a:lnTo>
                  <a:lnTo>
                    <a:pt x="3086912" y="1206627"/>
                  </a:lnTo>
                  <a:lnTo>
                    <a:pt x="3087166" y="1206715"/>
                  </a:lnTo>
                  <a:lnTo>
                    <a:pt x="3087484" y="1206563"/>
                  </a:lnTo>
                  <a:lnTo>
                    <a:pt x="3087573" y="1206284"/>
                  </a:lnTo>
                  <a:lnTo>
                    <a:pt x="3087687" y="1205966"/>
                  </a:lnTo>
                  <a:close/>
                </a:path>
                <a:path w="3423920" h="3536950">
                  <a:moveTo>
                    <a:pt x="3093339" y="1649183"/>
                  </a:moveTo>
                  <a:lnTo>
                    <a:pt x="3092907" y="1648282"/>
                  </a:lnTo>
                  <a:lnTo>
                    <a:pt x="3092081" y="1648015"/>
                  </a:lnTo>
                  <a:lnTo>
                    <a:pt x="3091269" y="1647761"/>
                  </a:lnTo>
                  <a:lnTo>
                    <a:pt x="3090392" y="1648244"/>
                  </a:lnTo>
                  <a:lnTo>
                    <a:pt x="3090087" y="1649120"/>
                  </a:lnTo>
                  <a:lnTo>
                    <a:pt x="3089795" y="1649996"/>
                  </a:lnTo>
                  <a:lnTo>
                    <a:pt x="3090189" y="1650936"/>
                  </a:lnTo>
                  <a:lnTo>
                    <a:pt x="3091840" y="1651457"/>
                  </a:lnTo>
                  <a:lnTo>
                    <a:pt x="3092754" y="1650936"/>
                  </a:lnTo>
                  <a:lnTo>
                    <a:pt x="3093047" y="1650060"/>
                  </a:lnTo>
                  <a:lnTo>
                    <a:pt x="3093339" y="1649183"/>
                  </a:lnTo>
                  <a:close/>
                </a:path>
                <a:path w="3423920" h="3536950">
                  <a:moveTo>
                    <a:pt x="3103588" y="1352219"/>
                  </a:moveTo>
                  <a:lnTo>
                    <a:pt x="3103016" y="1351013"/>
                  </a:lnTo>
                  <a:lnTo>
                    <a:pt x="3100857" y="1350327"/>
                  </a:lnTo>
                  <a:lnTo>
                    <a:pt x="3099651" y="1350962"/>
                  </a:lnTo>
                  <a:lnTo>
                    <a:pt x="3098850" y="1353299"/>
                  </a:lnTo>
                  <a:lnTo>
                    <a:pt x="3099422" y="1354556"/>
                  </a:lnTo>
                  <a:lnTo>
                    <a:pt x="3101594" y="1355255"/>
                  </a:lnTo>
                  <a:lnTo>
                    <a:pt x="3102787" y="1354556"/>
                  </a:lnTo>
                  <a:lnTo>
                    <a:pt x="3103181" y="1353413"/>
                  </a:lnTo>
                  <a:lnTo>
                    <a:pt x="3103588" y="1352219"/>
                  </a:lnTo>
                  <a:close/>
                </a:path>
                <a:path w="3423920" h="3536950">
                  <a:moveTo>
                    <a:pt x="3104515" y="1500619"/>
                  </a:moveTo>
                  <a:lnTo>
                    <a:pt x="3104083" y="1499666"/>
                  </a:lnTo>
                  <a:lnTo>
                    <a:pt x="3103270" y="1499412"/>
                  </a:lnTo>
                  <a:lnTo>
                    <a:pt x="3102457" y="1499146"/>
                  </a:lnTo>
                  <a:lnTo>
                    <a:pt x="3101543" y="1499679"/>
                  </a:lnTo>
                  <a:lnTo>
                    <a:pt x="3100959" y="1501419"/>
                  </a:lnTo>
                  <a:lnTo>
                    <a:pt x="3101365" y="1502371"/>
                  </a:lnTo>
                  <a:lnTo>
                    <a:pt x="3102178" y="1502625"/>
                  </a:lnTo>
                  <a:lnTo>
                    <a:pt x="3102991" y="1502892"/>
                  </a:lnTo>
                  <a:lnTo>
                    <a:pt x="3103930" y="1502371"/>
                  </a:lnTo>
                  <a:lnTo>
                    <a:pt x="3104223" y="1501495"/>
                  </a:lnTo>
                  <a:lnTo>
                    <a:pt x="3104515" y="1500619"/>
                  </a:lnTo>
                  <a:close/>
                </a:path>
                <a:path w="3423920" h="3536950">
                  <a:moveTo>
                    <a:pt x="3120580" y="724369"/>
                  </a:moveTo>
                  <a:lnTo>
                    <a:pt x="3120453" y="724077"/>
                  </a:lnTo>
                  <a:lnTo>
                    <a:pt x="3120174" y="723988"/>
                  </a:lnTo>
                  <a:lnTo>
                    <a:pt x="3119920" y="723900"/>
                  </a:lnTo>
                  <a:lnTo>
                    <a:pt x="3119628" y="724065"/>
                  </a:lnTo>
                  <a:lnTo>
                    <a:pt x="3119526" y="724344"/>
                  </a:lnTo>
                  <a:lnTo>
                    <a:pt x="3119424" y="724662"/>
                  </a:lnTo>
                  <a:lnTo>
                    <a:pt x="3119564" y="724966"/>
                  </a:lnTo>
                  <a:lnTo>
                    <a:pt x="3119818" y="725043"/>
                  </a:lnTo>
                  <a:lnTo>
                    <a:pt x="3120098" y="725131"/>
                  </a:lnTo>
                  <a:lnTo>
                    <a:pt x="3120377" y="724966"/>
                  </a:lnTo>
                  <a:lnTo>
                    <a:pt x="3120491" y="724649"/>
                  </a:lnTo>
                  <a:lnTo>
                    <a:pt x="3120580" y="724369"/>
                  </a:lnTo>
                  <a:close/>
                </a:path>
                <a:path w="3423920" h="3536950">
                  <a:moveTo>
                    <a:pt x="3123107" y="2166467"/>
                  </a:moveTo>
                  <a:lnTo>
                    <a:pt x="3121825" y="2163711"/>
                  </a:lnTo>
                  <a:lnTo>
                    <a:pt x="3116935" y="2162149"/>
                  </a:lnTo>
                  <a:lnTo>
                    <a:pt x="3114243" y="2163635"/>
                  </a:lnTo>
                  <a:lnTo>
                    <a:pt x="3112478" y="2168880"/>
                  </a:lnTo>
                  <a:lnTo>
                    <a:pt x="3113735" y="2171623"/>
                  </a:lnTo>
                  <a:lnTo>
                    <a:pt x="3118624" y="2173186"/>
                  </a:lnTo>
                  <a:lnTo>
                    <a:pt x="3121329" y="2171700"/>
                  </a:lnTo>
                  <a:lnTo>
                    <a:pt x="3122218" y="2169083"/>
                  </a:lnTo>
                  <a:lnTo>
                    <a:pt x="3123107" y="2166467"/>
                  </a:lnTo>
                  <a:close/>
                </a:path>
                <a:path w="3423920" h="3536950">
                  <a:moveTo>
                    <a:pt x="3135211" y="107492"/>
                  </a:moveTo>
                  <a:lnTo>
                    <a:pt x="3134804" y="106591"/>
                  </a:lnTo>
                  <a:lnTo>
                    <a:pt x="3133991" y="106337"/>
                  </a:lnTo>
                  <a:lnTo>
                    <a:pt x="3133179" y="106070"/>
                  </a:lnTo>
                  <a:lnTo>
                    <a:pt x="3132264" y="106540"/>
                  </a:lnTo>
                  <a:lnTo>
                    <a:pt x="3131947" y="107467"/>
                  </a:lnTo>
                  <a:lnTo>
                    <a:pt x="3131655" y="108343"/>
                  </a:lnTo>
                  <a:lnTo>
                    <a:pt x="3132112" y="109245"/>
                  </a:lnTo>
                  <a:lnTo>
                    <a:pt x="3132925" y="109499"/>
                  </a:lnTo>
                  <a:lnTo>
                    <a:pt x="3133737" y="109766"/>
                  </a:lnTo>
                  <a:lnTo>
                    <a:pt x="3134614" y="109283"/>
                  </a:lnTo>
                  <a:lnTo>
                    <a:pt x="3134906" y="108407"/>
                  </a:lnTo>
                  <a:lnTo>
                    <a:pt x="3135211" y="107492"/>
                  </a:lnTo>
                  <a:close/>
                </a:path>
                <a:path w="3423920" h="3536950">
                  <a:moveTo>
                    <a:pt x="3142996" y="405980"/>
                  </a:moveTo>
                  <a:lnTo>
                    <a:pt x="3142424" y="404774"/>
                  </a:lnTo>
                  <a:lnTo>
                    <a:pt x="3140265" y="404088"/>
                  </a:lnTo>
                  <a:lnTo>
                    <a:pt x="3139059" y="404723"/>
                  </a:lnTo>
                  <a:lnTo>
                    <a:pt x="3138259" y="407060"/>
                  </a:lnTo>
                  <a:lnTo>
                    <a:pt x="3138855" y="408279"/>
                  </a:lnTo>
                  <a:lnTo>
                    <a:pt x="3139922" y="408609"/>
                  </a:lnTo>
                  <a:lnTo>
                    <a:pt x="3141014" y="408965"/>
                  </a:lnTo>
                  <a:lnTo>
                    <a:pt x="3142196" y="408317"/>
                  </a:lnTo>
                  <a:lnTo>
                    <a:pt x="3142589" y="407174"/>
                  </a:lnTo>
                  <a:lnTo>
                    <a:pt x="3142996" y="405980"/>
                  </a:lnTo>
                  <a:close/>
                </a:path>
                <a:path w="3423920" h="3536950">
                  <a:moveTo>
                    <a:pt x="3172803" y="859358"/>
                  </a:moveTo>
                  <a:lnTo>
                    <a:pt x="3172244" y="858113"/>
                  </a:lnTo>
                  <a:lnTo>
                    <a:pt x="3170085" y="857415"/>
                  </a:lnTo>
                  <a:lnTo>
                    <a:pt x="3168866" y="858100"/>
                  </a:lnTo>
                  <a:lnTo>
                    <a:pt x="3168065" y="860437"/>
                  </a:lnTo>
                  <a:lnTo>
                    <a:pt x="3168650" y="861644"/>
                  </a:lnTo>
                  <a:lnTo>
                    <a:pt x="3170821" y="862342"/>
                  </a:lnTo>
                  <a:lnTo>
                    <a:pt x="3172002" y="861695"/>
                  </a:lnTo>
                  <a:lnTo>
                    <a:pt x="3172409" y="860501"/>
                  </a:lnTo>
                  <a:lnTo>
                    <a:pt x="3172803" y="859358"/>
                  </a:lnTo>
                  <a:close/>
                </a:path>
                <a:path w="3423920" h="3536950">
                  <a:moveTo>
                    <a:pt x="3213506" y="998994"/>
                  </a:moveTo>
                  <a:lnTo>
                    <a:pt x="3212681" y="997165"/>
                  </a:lnTo>
                  <a:lnTo>
                    <a:pt x="3209429" y="996124"/>
                  </a:lnTo>
                  <a:lnTo>
                    <a:pt x="3207613" y="997127"/>
                  </a:lnTo>
                  <a:lnTo>
                    <a:pt x="3206432" y="1000620"/>
                  </a:lnTo>
                  <a:lnTo>
                    <a:pt x="3207283" y="1002461"/>
                  </a:lnTo>
                  <a:lnTo>
                    <a:pt x="3210534" y="1003503"/>
                  </a:lnTo>
                  <a:lnTo>
                    <a:pt x="3212312" y="1002499"/>
                  </a:lnTo>
                  <a:lnTo>
                    <a:pt x="3212909" y="1000747"/>
                  </a:lnTo>
                  <a:lnTo>
                    <a:pt x="3213506" y="998994"/>
                  </a:lnTo>
                  <a:close/>
                </a:path>
                <a:path w="3423920" h="3536950">
                  <a:moveTo>
                    <a:pt x="3213874" y="530618"/>
                  </a:moveTo>
                  <a:lnTo>
                    <a:pt x="3212884" y="528421"/>
                  </a:lnTo>
                  <a:lnTo>
                    <a:pt x="3209074" y="527202"/>
                  </a:lnTo>
                  <a:lnTo>
                    <a:pt x="3206978" y="528408"/>
                  </a:lnTo>
                  <a:lnTo>
                    <a:pt x="3205619" y="532460"/>
                  </a:lnTo>
                  <a:lnTo>
                    <a:pt x="3206572" y="534606"/>
                  </a:lnTo>
                  <a:lnTo>
                    <a:pt x="3210382" y="535813"/>
                  </a:lnTo>
                  <a:lnTo>
                    <a:pt x="3212503" y="534657"/>
                  </a:lnTo>
                  <a:lnTo>
                    <a:pt x="3213189" y="532638"/>
                  </a:lnTo>
                  <a:lnTo>
                    <a:pt x="3213874" y="530618"/>
                  </a:lnTo>
                  <a:close/>
                </a:path>
                <a:path w="3423920" h="3536950">
                  <a:moveTo>
                    <a:pt x="3213912" y="1880082"/>
                  </a:moveTo>
                  <a:lnTo>
                    <a:pt x="3212655" y="1877339"/>
                  </a:lnTo>
                  <a:lnTo>
                    <a:pt x="3207778" y="1875777"/>
                  </a:lnTo>
                  <a:lnTo>
                    <a:pt x="3205099" y="1877263"/>
                  </a:lnTo>
                  <a:lnTo>
                    <a:pt x="3203308" y="1882546"/>
                  </a:lnTo>
                  <a:lnTo>
                    <a:pt x="3204565" y="1885302"/>
                  </a:lnTo>
                  <a:lnTo>
                    <a:pt x="3209442" y="1886851"/>
                  </a:lnTo>
                  <a:lnTo>
                    <a:pt x="3212122" y="1885365"/>
                  </a:lnTo>
                  <a:lnTo>
                    <a:pt x="3213023" y="1882698"/>
                  </a:lnTo>
                  <a:lnTo>
                    <a:pt x="3213912" y="1880082"/>
                  </a:lnTo>
                  <a:close/>
                </a:path>
                <a:path w="3423920" h="3536950">
                  <a:moveTo>
                    <a:pt x="3220707" y="221246"/>
                  </a:moveTo>
                  <a:lnTo>
                    <a:pt x="3219869" y="219405"/>
                  </a:lnTo>
                  <a:lnTo>
                    <a:pt x="3216618" y="218363"/>
                  </a:lnTo>
                  <a:lnTo>
                    <a:pt x="3214814" y="219367"/>
                  </a:lnTo>
                  <a:lnTo>
                    <a:pt x="3213633" y="222859"/>
                  </a:lnTo>
                  <a:lnTo>
                    <a:pt x="3214471" y="224713"/>
                  </a:lnTo>
                  <a:lnTo>
                    <a:pt x="3217722" y="225742"/>
                  </a:lnTo>
                  <a:lnTo>
                    <a:pt x="3219526" y="224751"/>
                  </a:lnTo>
                  <a:lnTo>
                    <a:pt x="3220123" y="222999"/>
                  </a:lnTo>
                  <a:lnTo>
                    <a:pt x="3220707" y="221246"/>
                  </a:lnTo>
                  <a:close/>
                </a:path>
                <a:path w="3423920" h="3536950">
                  <a:moveTo>
                    <a:pt x="3241878" y="1142517"/>
                  </a:moveTo>
                  <a:lnTo>
                    <a:pt x="3241052" y="1140675"/>
                  </a:lnTo>
                  <a:lnTo>
                    <a:pt x="3237763" y="1139621"/>
                  </a:lnTo>
                  <a:lnTo>
                    <a:pt x="3235998" y="1140637"/>
                  </a:lnTo>
                  <a:lnTo>
                    <a:pt x="3234817" y="1144130"/>
                  </a:lnTo>
                  <a:lnTo>
                    <a:pt x="3235591" y="1146009"/>
                  </a:lnTo>
                  <a:lnTo>
                    <a:pt x="3238893" y="1147064"/>
                  </a:lnTo>
                  <a:lnTo>
                    <a:pt x="3240697" y="1146009"/>
                  </a:lnTo>
                  <a:lnTo>
                    <a:pt x="3241268" y="1144308"/>
                  </a:lnTo>
                  <a:lnTo>
                    <a:pt x="3241878" y="1142517"/>
                  </a:lnTo>
                  <a:close/>
                </a:path>
                <a:path w="3423920" h="3536950">
                  <a:moveTo>
                    <a:pt x="3244507" y="1732673"/>
                  </a:moveTo>
                  <a:lnTo>
                    <a:pt x="3242818" y="1728978"/>
                  </a:lnTo>
                  <a:lnTo>
                    <a:pt x="3236315" y="1726895"/>
                  </a:lnTo>
                  <a:lnTo>
                    <a:pt x="3232696" y="1728901"/>
                  </a:lnTo>
                  <a:lnTo>
                    <a:pt x="3230321" y="1735937"/>
                  </a:lnTo>
                  <a:lnTo>
                    <a:pt x="3232023" y="1739582"/>
                  </a:lnTo>
                  <a:lnTo>
                    <a:pt x="3238525" y="1741665"/>
                  </a:lnTo>
                  <a:lnTo>
                    <a:pt x="3242132" y="1739709"/>
                  </a:lnTo>
                  <a:lnTo>
                    <a:pt x="3243326" y="1736166"/>
                  </a:lnTo>
                  <a:lnTo>
                    <a:pt x="3244507" y="1732673"/>
                  </a:lnTo>
                  <a:close/>
                </a:path>
                <a:path w="3423920" h="3536950">
                  <a:moveTo>
                    <a:pt x="3257702" y="1289011"/>
                  </a:moveTo>
                  <a:lnTo>
                    <a:pt x="3257131" y="1287754"/>
                  </a:lnTo>
                  <a:lnTo>
                    <a:pt x="3254959" y="1287068"/>
                  </a:lnTo>
                  <a:lnTo>
                    <a:pt x="3253765" y="1287754"/>
                  </a:lnTo>
                  <a:lnTo>
                    <a:pt x="3252965" y="1290091"/>
                  </a:lnTo>
                  <a:lnTo>
                    <a:pt x="3253536" y="1291297"/>
                  </a:lnTo>
                  <a:lnTo>
                    <a:pt x="3255695" y="1291983"/>
                  </a:lnTo>
                  <a:lnTo>
                    <a:pt x="3256902" y="1291348"/>
                  </a:lnTo>
                  <a:lnTo>
                    <a:pt x="3257308" y="1290154"/>
                  </a:lnTo>
                  <a:lnTo>
                    <a:pt x="3257702" y="1289011"/>
                  </a:lnTo>
                  <a:close/>
                </a:path>
                <a:path w="3423920" h="3536950">
                  <a:moveTo>
                    <a:pt x="3260763" y="1584604"/>
                  </a:moveTo>
                  <a:lnTo>
                    <a:pt x="3259378" y="1581569"/>
                  </a:lnTo>
                  <a:lnTo>
                    <a:pt x="3253943" y="1579829"/>
                  </a:lnTo>
                  <a:lnTo>
                    <a:pt x="3250946" y="1581480"/>
                  </a:lnTo>
                  <a:lnTo>
                    <a:pt x="3248977" y="1587309"/>
                  </a:lnTo>
                  <a:lnTo>
                    <a:pt x="3250361" y="1590408"/>
                  </a:lnTo>
                  <a:lnTo>
                    <a:pt x="3255797" y="1592135"/>
                  </a:lnTo>
                  <a:lnTo>
                    <a:pt x="3258794" y="1590446"/>
                  </a:lnTo>
                  <a:lnTo>
                    <a:pt x="3259772" y="1587550"/>
                  </a:lnTo>
                  <a:lnTo>
                    <a:pt x="3260763" y="1584604"/>
                  </a:lnTo>
                  <a:close/>
                </a:path>
                <a:path w="3423920" h="3536950">
                  <a:moveTo>
                    <a:pt x="3266732" y="1436065"/>
                  </a:moveTo>
                  <a:lnTo>
                    <a:pt x="3265360" y="1432979"/>
                  </a:lnTo>
                  <a:lnTo>
                    <a:pt x="3259925" y="1431239"/>
                  </a:lnTo>
                  <a:lnTo>
                    <a:pt x="3256915" y="1432928"/>
                  </a:lnTo>
                  <a:lnTo>
                    <a:pt x="3254946" y="1438770"/>
                  </a:lnTo>
                  <a:lnTo>
                    <a:pt x="3256356" y="1441818"/>
                  </a:lnTo>
                  <a:lnTo>
                    <a:pt x="3261779" y="1443545"/>
                  </a:lnTo>
                  <a:lnTo>
                    <a:pt x="3264763" y="1441907"/>
                  </a:lnTo>
                  <a:lnTo>
                    <a:pt x="3265754" y="1438960"/>
                  </a:lnTo>
                  <a:lnTo>
                    <a:pt x="3266732" y="1436065"/>
                  </a:lnTo>
                  <a:close/>
                </a:path>
                <a:path w="3423920" h="3536950">
                  <a:moveTo>
                    <a:pt x="3322980" y="796963"/>
                  </a:moveTo>
                  <a:lnTo>
                    <a:pt x="3322129" y="795121"/>
                  </a:lnTo>
                  <a:lnTo>
                    <a:pt x="3318878" y="794080"/>
                  </a:lnTo>
                  <a:lnTo>
                    <a:pt x="3317062" y="795083"/>
                  </a:lnTo>
                  <a:lnTo>
                    <a:pt x="3316478" y="796836"/>
                  </a:lnTo>
                  <a:lnTo>
                    <a:pt x="3315881" y="798576"/>
                  </a:lnTo>
                  <a:lnTo>
                    <a:pt x="3316732" y="800430"/>
                  </a:lnTo>
                  <a:lnTo>
                    <a:pt x="3319983" y="801458"/>
                  </a:lnTo>
                  <a:lnTo>
                    <a:pt x="3321786" y="800468"/>
                  </a:lnTo>
                  <a:lnTo>
                    <a:pt x="3322383" y="798715"/>
                  </a:lnTo>
                  <a:lnTo>
                    <a:pt x="3322980" y="796963"/>
                  </a:lnTo>
                  <a:close/>
                </a:path>
                <a:path w="3423920" h="3536950">
                  <a:moveTo>
                    <a:pt x="3354971" y="1963407"/>
                  </a:moveTo>
                  <a:lnTo>
                    <a:pt x="3353270" y="1959762"/>
                  </a:lnTo>
                  <a:lnTo>
                    <a:pt x="3346767" y="1957679"/>
                  </a:lnTo>
                  <a:lnTo>
                    <a:pt x="3343160" y="1959635"/>
                  </a:lnTo>
                  <a:lnTo>
                    <a:pt x="3340785" y="1966671"/>
                  </a:lnTo>
                  <a:lnTo>
                    <a:pt x="3342487" y="1970328"/>
                  </a:lnTo>
                  <a:lnTo>
                    <a:pt x="3346805" y="1971687"/>
                  </a:lnTo>
                  <a:lnTo>
                    <a:pt x="3350298" y="1971687"/>
                  </a:lnTo>
                  <a:lnTo>
                    <a:pt x="3352596" y="1970443"/>
                  </a:lnTo>
                  <a:lnTo>
                    <a:pt x="3354971" y="1963407"/>
                  </a:lnTo>
                  <a:close/>
                </a:path>
                <a:path w="3423920" h="3536950">
                  <a:moveTo>
                    <a:pt x="3390354" y="1816608"/>
                  </a:moveTo>
                  <a:lnTo>
                    <a:pt x="3388131" y="1811667"/>
                  </a:lnTo>
                  <a:lnTo>
                    <a:pt x="3379406" y="1808886"/>
                  </a:lnTo>
                  <a:lnTo>
                    <a:pt x="3374606" y="1811578"/>
                  </a:lnTo>
                  <a:lnTo>
                    <a:pt x="3371456" y="1820862"/>
                  </a:lnTo>
                  <a:lnTo>
                    <a:pt x="3373678" y="1825802"/>
                  </a:lnTo>
                  <a:lnTo>
                    <a:pt x="3382403" y="1828584"/>
                  </a:lnTo>
                  <a:lnTo>
                    <a:pt x="3387204" y="1825891"/>
                  </a:lnTo>
                  <a:lnTo>
                    <a:pt x="3388779" y="1821243"/>
                  </a:lnTo>
                  <a:lnTo>
                    <a:pt x="3390354" y="1816608"/>
                  </a:lnTo>
                  <a:close/>
                </a:path>
                <a:path w="3423920" h="3536950">
                  <a:moveTo>
                    <a:pt x="3413036" y="1668716"/>
                  </a:moveTo>
                  <a:lnTo>
                    <a:pt x="3410762" y="1663865"/>
                  </a:lnTo>
                  <a:lnTo>
                    <a:pt x="3402050" y="1661083"/>
                  </a:lnTo>
                  <a:lnTo>
                    <a:pt x="3397288" y="1663687"/>
                  </a:lnTo>
                  <a:lnTo>
                    <a:pt x="3394113" y="1673059"/>
                  </a:lnTo>
                  <a:lnTo>
                    <a:pt x="3396348" y="1677949"/>
                  </a:lnTo>
                  <a:lnTo>
                    <a:pt x="3405060" y="1680730"/>
                  </a:lnTo>
                  <a:lnTo>
                    <a:pt x="3409861" y="1678089"/>
                  </a:lnTo>
                  <a:lnTo>
                    <a:pt x="3411448" y="1673402"/>
                  </a:lnTo>
                  <a:lnTo>
                    <a:pt x="3413036" y="1668716"/>
                  </a:lnTo>
                  <a:close/>
                </a:path>
                <a:path w="3423920" h="3536950">
                  <a:moveTo>
                    <a:pt x="3417417" y="1224368"/>
                  </a:moveTo>
                  <a:lnTo>
                    <a:pt x="3415296" y="1219771"/>
                  </a:lnTo>
                  <a:lnTo>
                    <a:pt x="3407168" y="1217180"/>
                  </a:lnTo>
                  <a:lnTo>
                    <a:pt x="3402673" y="1219669"/>
                  </a:lnTo>
                  <a:lnTo>
                    <a:pt x="3399713" y="1228445"/>
                  </a:lnTo>
                  <a:lnTo>
                    <a:pt x="3401822" y="1232992"/>
                  </a:lnTo>
                  <a:lnTo>
                    <a:pt x="3409950" y="1235583"/>
                  </a:lnTo>
                  <a:lnTo>
                    <a:pt x="3414458" y="1233157"/>
                  </a:lnTo>
                  <a:lnTo>
                    <a:pt x="3415944" y="1228737"/>
                  </a:lnTo>
                  <a:lnTo>
                    <a:pt x="3417417" y="1224368"/>
                  </a:lnTo>
                  <a:close/>
                </a:path>
                <a:path w="3423920" h="3536950">
                  <a:moveTo>
                    <a:pt x="3422764" y="1372704"/>
                  </a:moveTo>
                  <a:lnTo>
                    <a:pt x="3421481" y="1369898"/>
                  </a:lnTo>
                  <a:lnTo>
                    <a:pt x="3416604" y="1368336"/>
                  </a:lnTo>
                  <a:lnTo>
                    <a:pt x="3413899" y="1369872"/>
                  </a:lnTo>
                  <a:lnTo>
                    <a:pt x="3412134" y="1375117"/>
                  </a:lnTo>
                  <a:lnTo>
                    <a:pt x="3413391" y="1377861"/>
                  </a:lnTo>
                  <a:lnTo>
                    <a:pt x="3418268" y="1379410"/>
                  </a:lnTo>
                  <a:lnTo>
                    <a:pt x="3420986" y="1377937"/>
                  </a:lnTo>
                  <a:lnTo>
                    <a:pt x="3421875" y="1375321"/>
                  </a:lnTo>
                  <a:lnTo>
                    <a:pt x="3422764" y="1372704"/>
                  </a:lnTo>
                  <a:close/>
                </a:path>
                <a:path w="3423920" h="3536950">
                  <a:moveTo>
                    <a:pt x="3423450" y="1520571"/>
                  </a:moveTo>
                  <a:lnTo>
                    <a:pt x="3421646" y="1516570"/>
                  </a:lnTo>
                  <a:lnTo>
                    <a:pt x="3414560" y="1514322"/>
                  </a:lnTo>
                  <a:lnTo>
                    <a:pt x="3410674" y="1516494"/>
                  </a:lnTo>
                  <a:lnTo>
                    <a:pt x="3408108" y="1524076"/>
                  </a:lnTo>
                  <a:lnTo>
                    <a:pt x="3409912" y="1528064"/>
                  </a:lnTo>
                  <a:lnTo>
                    <a:pt x="3416998" y="1530324"/>
                  </a:lnTo>
                  <a:lnTo>
                    <a:pt x="3420884" y="1528152"/>
                  </a:lnTo>
                  <a:lnTo>
                    <a:pt x="3422154" y="1524381"/>
                  </a:lnTo>
                  <a:lnTo>
                    <a:pt x="3423450" y="1520571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6433" name="object 40">
              <a:extLst>
                <a:ext uri="{FF2B5EF4-FFF2-40B4-BE49-F238E27FC236}">
                  <a16:creationId xmlns="" xmlns:a16="http://schemas.microsoft.com/office/drawing/2014/main" id="{FD6BB8B4-F090-49D8-9986-21C558C9B94B}"/>
                </a:ext>
              </a:extLst>
            </p:cNvPr>
            <p:cNvSpPr>
              <a:spLocks/>
            </p:cNvSpPr>
            <p:nvPr/>
          </p:nvSpPr>
          <p:spPr bwMode="auto">
            <a:xfrm>
              <a:off x="871639" y="2268232"/>
              <a:ext cx="3957954" cy="3899535"/>
            </a:xfrm>
            <a:custGeom>
              <a:avLst/>
              <a:gdLst>
                <a:gd name="T0" fmla="*/ 22771 w 3957954"/>
                <a:gd name="T1" fmla="*/ 3055251 h 3899535"/>
                <a:gd name="T2" fmla="*/ 107683 w 3957954"/>
                <a:gd name="T3" fmla="*/ 3377755 h 3899535"/>
                <a:gd name="T4" fmla="*/ 116179 w 3957954"/>
                <a:gd name="T5" fmla="*/ 3158820 h 3899535"/>
                <a:gd name="T6" fmla="*/ 218173 w 3957954"/>
                <a:gd name="T7" fmla="*/ 3254933 h 3899535"/>
                <a:gd name="T8" fmla="*/ 212204 w 3957954"/>
                <a:gd name="T9" fmla="*/ 3461067 h 3899535"/>
                <a:gd name="T10" fmla="*/ 324713 w 3957954"/>
                <a:gd name="T11" fmla="*/ 3345269 h 3899535"/>
                <a:gd name="T12" fmla="*/ 329514 w 3957954"/>
                <a:gd name="T13" fmla="*/ 3549294 h 3899535"/>
                <a:gd name="T14" fmla="*/ 563181 w 3957954"/>
                <a:gd name="T15" fmla="*/ 3493236 h 3899535"/>
                <a:gd name="T16" fmla="*/ 684669 w 3957954"/>
                <a:gd name="T17" fmla="*/ 3549789 h 3899535"/>
                <a:gd name="T18" fmla="*/ 689864 w 3957954"/>
                <a:gd name="T19" fmla="*/ 3747376 h 3899535"/>
                <a:gd name="T20" fmla="*/ 818921 w 3957954"/>
                <a:gd name="T21" fmla="*/ 3608781 h 3899535"/>
                <a:gd name="T22" fmla="*/ 967981 w 3957954"/>
                <a:gd name="T23" fmla="*/ 3819182 h 3899535"/>
                <a:gd name="T24" fmla="*/ 1076807 w 3957954"/>
                <a:gd name="T25" fmla="*/ 3683457 h 3899535"/>
                <a:gd name="T26" fmla="*/ 1105674 w 3957954"/>
                <a:gd name="T27" fmla="*/ 3864102 h 3899535"/>
                <a:gd name="T28" fmla="*/ 1246657 w 3957954"/>
                <a:gd name="T29" fmla="*/ 3871303 h 3899535"/>
                <a:gd name="T30" fmla="*/ 1355648 w 3957954"/>
                <a:gd name="T31" fmla="*/ 3711130 h 3899535"/>
                <a:gd name="T32" fmla="*/ 1377784 w 3957954"/>
                <a:gd name="T33" fmla="*/ 3894975 h 3899535"/>
                <a:gd name="T34" fmla="*/ 1508150 w 3957954"/>
                <a:gd name="T35" fmla="*/ 3716769 h 3899535"/>
                <a:gd name="T36" fmla="*/ 1641221 w 3957954"/>
                <a:gd name="T37" fmla="*/ 3703840 h 3899535"/>
                <a:gd name="T38" fmla="*/ 1646656 w 3957954"/>
                <a:gd name="T39" fmla="*/ 3884904 h 3899535"/>
                <a:gd name="T40" fmla="*/ 1790306 w 3957954"/>
                <a:gd name="T41" fmla="*/ 3693757 h 3899535"/>
                <a:gd name="T42" fmla="*/ 1932622 w 3957954"/>
                <a:gd name="T43" fmla="*/ 3652964 h 3899535"/>
                <a:gd name="T44" fmla="*/ 1925548 w 3957954"/>
                <a:gd name="T45" fmla="*/ 3829469 h 3899535"/>
                <a:gd name="T46" fmla="*/ 2204212 w 3957954"/>
                <a:gd name="T47" fmla="*/ 3583952 h 3899535"/>
                <a:gd name="T48" fmla="*/ 2201837 w 3957954"/>
                <a:gd name="T49" fmla="*/ 3755656 h 3899535"/>
                <a:gd name="T50" fmla="*/ 2331593 w 3957954"/>
                <a:gd name="T51" fmla="*/ 3530231 h 3899535"/>
                <a:gd name="T52" fmla="*/ 2331770 w 3957954"/>
                <a:gd name="T53" fmla="*/ 3694722 h 3899535"/>
                <a:gd name="T54" fmla="*/ 3261017 w 3957954"/>
                <a:gd name="T55" fmla="*/ 247675 h 3899535"/>
                <a:gd name="T56" fmla="*/ 3338766 w 3957954"/>
                <a:gd name="T57" fmla="*/ 66268 h 3899535"/>
                <a:gd name="T58" fmla="*/ 3410877 w 3957954"/>
                <a:gd name="T59" fmla="*/ 490664 h 3899535"/>
                <a:gd name="T60" fmla="*/ 3417201 w 3957954"/>
                <a:gd name="T61" fmla="*/ 177330 h 3899535"/>
                <a:gd name="T62" fmla="*/ 3488880 w 3957954"/>
                <a:gd name="T63" fmla="*/ 299008 h 3899535"/>
                <a:gd name="T64" fmla="*/ 3496145 w 3957954"/>
                <a:gd name="T65" fmla="*/ 2212492 h 3899535"/>
                <a:gd name="T66" fmla="*/ 3509848 w 3957954"/>
                <a:gd name="T67" fmla="*/ 752817 h 3899535"/>
                <a:gd name="T68" fmla="*/ 3557117 w 3957954"/>
                <a:gd name="T69" fmla="*/ 909942 h 3899535"/>
                <a:gd name="T70" fmla="*/ 3580269 w 3957954"/>
                <a:gd name="T71" fmla="*/ 112890 h 3899535"/>
                <a:gd name="T72" fmla="*/ 3598037 w 3957954"/>
                <a:gd name="T73" fmla="*/ 1027010 h 3899535"/>
                <a:gd name="T74" fmla="*/ 3602520 w 3957954"/>
                <a:gd name="T75" fmla="*/ 1046226 h 3899535"/>
                <a:gd name="T76" fmla="*/ 3622179 w 3957954"/>
                <a:gd name="T77" fmla="*/ 1621904 h 3899535"/>
                <a:gd name="T78" fmla="*/ 3606812 w 3957954"/>
                <a:gd name="T79" fmla="*/ 1168234 h 3899535"/>
                <a:gd name="T80" fmla="*/ 3632377 w 3957954"/>
                <a:gd name="T81" fmla="*/ 1330464 h 3899535"/>
                <a:gd name="T82" fmla="*/ 3612337 w 3957954"/>
                <a:gd name="T83" fmla="*/ 1471371 h 3899535"/>
                <a:gd name="T84" fmla="*/ 3644036 w 3957954"/>
                <a:gd name="T85" fmla="*/ 247434 h 3899535"/>
                <a:gd name="T86" fmla="*/ 3705720 w 3957954"/>
                <a:gd name="T87" fmla="*/ 356920 h 3899535"/>
                <a:gd name="T88" fmla="*/ 3695192 w 3957954"/>
                <a:gd name="T89" fmla="*/ 845286 h 3899535"/>
                <a:gd name="T90" fmla="*/ 3737584 w 3957954"/>
                <a:gd name="T91" fmla="*/ 1845856 h 3899535"/>
                <a:gd name="T92" fmla="*/ 3750399 w 3957954"/>
                <a:gd name="T93" fmla="*/ 1726641 h 3899535"/>
                <a:gd name="T94" fmla="*/ 3776230 w 3957954"/>
                <a:gd name="T95" fmla="*/ 502310 h 3899535"/>
                <a:gd name="T96" fmla="*/ 3795445 w 3957954"/>
                <a:gd name="T97" fmla="*/ 1555356 h 3899535"/>
                <a:gd name="T98" fmla="*/ 3791559 w 3957954"/>
                <a:gd name="T99" fmla="*/ 1581683 h 3899535"/>
                <a:gd name="T100" fmla="*/ 3763708 w 3957954"/>
                <a:gd name="T101" fmla="*/ 1436370 h 3899535"/>
                <a:gd name="T102" fmla="*/ 3839362 w 3957954"/>
                <a:gd name="T103" fmla="*/ 760501 h 3899535"/>
                <a:gd name="T104" fmla="*/ 3894302 w 3957954"/>
                <a:gd name="T105" fmla="*/ 1933333 h 3899535"/>
                <a:gd name="T106" fmla="*/ 3898773 w 3957954"/>
                <a:gd name="T107" fmla="*/ 1952561 h 3899535"/>
                <a:gd name="T108" fmla="*/ 3880002 w 3957954"/>
                <a:gd name="T109" fmla="*/ 936104 h 3899535"/>
                <a:gd name="T110" fmla="*/ 3891127 w 3957954"/>
                <a:gd name="T111" fmla="*/ 1794421 h 3899535"/>
                <a:gd name="T112" fmla="*/ 3921569 w 3957954"/>
                <a:gd name="T113" fmla="*/ 1030452 h 3899535"/>
                <a:gd name="T114" fmla="*/ 3941165 w 3957954"/>
                <a:gd name="T115" fmla="*/ 1057097 h 3899535"/>
                <a:gd name="T116" fmla="*/ 3926954 w 3957954"/>
                <a:gd name="T117" fmla="*/ 1675130 h 3899535"/>
                <a:gd name="T118" fmla="*/ 3900982 w 3957954"/>
                <a:gd name="T119" fmla="*/ 1210030 h 3899535"/>
                <a:gd name="T120" fmla="*/ 3933698 w 3957954"/>
                <a:gd name="T121" fmla="*/ 1479397 h 3899535"/>
                <a:gd name="T122" fmla="*/ 3957917 w 3957954"/>
                <a:gd name="T123" fmla="*/ 1351953 h 3899535"/>
                <a:gd name="T124" fmla="*/ 3944975 w 3957954"/>
                <a:gd name="T125" fmla="*/ 1375384 h 3899535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3957954" h="3899535">
                  <a:moveTo>
                    <a:pt x="7086" y="3281108"/>
                  </a:moveTo>
                  <a:lnTo>
                    <a:pt x="6273" y="3279267"/>
                  </a:lnTo>
                  <a:lnTo>
                    <a:pt x="4648" y="3278759"/>
                  </a:lnTo>
                  <a:lnTo>
                    <a:pt x="2997" y="3278225"/>
                  </a:lnTo>
                  <a:lnTo>
                    <a:pt x="1181" y="3279229"/>
                  </a:lnTo>
                  <a:lnTo>
                    <a:pt x="596" y="3280981"/>
                  </a:lnTo>
                  <a:lnTo>
                    <a:pt x="0" y="3282721"/>
                  </a:lnTo>
                  <a:lnTo>
                    <a:pt x="850" y="3284575"/>
                  </a:lnTo>
                  <a:lnTo>
                    <a:pt x="4127" y="3285617"/>
                  </a:lnTo>
                  <a:lnTo>
                    <a:pt x="5918" y="3284613"/>
                  </a:lnTo>
                  <a:lnTo>
                    <a:pt x="6502" y="3282861"/>
                  </a:lnTo>
                  <a:lnTo>
                    <a:pt x="7086" y="3281108"/>
                  </a:lnTo>
                  <a:close/>
                </a:path>
                <a:path w="3957954" h="3899535">
                  <a:moveTo>
                    <a:pt x="22771" y="3055251"/>
                  </a:moveTo>
                  <a:lnTo>
                    <a:pt x="22339" y="3054350"/>
                  </a:lnTo>
                  <a:lnTo>
                    <a:pt x="21513" y="3054083"/>
                  </a:lnTo>
                  <a:lnTo>
                    <a:pt x="20701" y="3053829"/>
                  </a:lnTo>
                  <a:lnTo>
                    <a:pt x="19824" y="3054312"/>
                  </a:lnTo>
                  <a:lnTo>
                    <a:pt x="19519" y="3055188"/>
                  </a:lnTo>
                  <a:lnTo>
                    <a:pt x="19227" y="3056064"/>
                  </a:lnTo>
                  <a:lnTo>
                    <a:pt x="19621" y="3056991"/>
                  </a:lnTo>
                  <a:lnTo>
                    <a:pt x="20434" y="3057258"/>
                  </a:lnTo>
                  <a:lnTo>
                    <a:pt x="21272" y="3057525"/>
                  </a:lnTo>
                  <a:lnTo>
                    <a:pt x="22186" y="3057004"/>
                  </a:lnTo>
                  <a:lnTo>
                    <a:pt x="22479" y="3056128"/>
                  </a:lnTo>
                  <a:lnTo>
                    <a:pt x="22771" y="3055251"/>
                  </a:lnTo>
                  <a:close/>
                </a:path>
                <a:path w="3957954" h="3899535">
                  <a:moveTo>
                    <a:pt x="107683" y="3377755"/>
                  </a:moveTo>
                  <a:lnTo>
                    <a:pt x="107111" y="3376549"/>
                  </a:lnTo>
                  <a:lnTo>
                    <a:pt x="104952" y="3375863"/>
                  </a:lnTo>
                  <a:lnTo>
                    <a:pt x="103771" y="3376498"/>
                  </a:lnTo>
                  <a:lnTo>
                    <a:pt x="102971" y="3378847"/>
                  </a:lnTo>
                  <a:lnTo>
                    <a:pt x="103543" y="3380054"/>
                  </a:lnTo>
                  <a:lnTo>
                    <a:pt x="104609" y="3380384"/>
                  </a:lnTo>
                  <a:lnTo>
                    <a:pt x="105702" y="3380740"/>
                  </a:lnTo>
                  <a:lnTo>
                    <a:pt x="106883" y="3380092"/>
                  </a:lnTo>
                  <a:lnTo>
                    <a:pt x="107276" y="3378949"/>
                  </a:lnTo>
                  <a:lnTo>
                    <a:pt x="107683" y="3377755"/>
                  </a:lnTo>
                  <a:close/>
                </a:path>
                <a:path w="3957954" h="3899535">
                  <a:moveTo>
                    <a:pt x="116624" y="3159214"/>
                  </a:moveTo>
                  <a:lnTo>
                    <a:pt x="116484" y="3158909"/>
                  </a:lnTo>
                  <a:lnTo>
                    <a:pt x="116179" y="3158820"/>
                  </a:lnTo>
                  <a:lnTo>
                    <a:pt x="115925" y="3158731"/>
                  </a:lnTo>
                  <a:lnTo>
                    <a:pt x="115633" y="3158896"/>
                  </a:lnTo>
                  <a:lnTo>
                    <a:pt x="115531" y="3159214"/>
                  </a:lnTo>
                  <a:lnTo>
                    <a:pt x="115430" y="3159493"/>
                  </a:lnTo>
                  <a:lnTo>
                    <a:pt x="115570" y="3159785"/>
                  </a:lnTo>
                  <a:lnTo>
                    <a:pt x="115824" y="3159874"/>
                  </a:lnTo>
                  <a:lnTo>
                    <a:pt x="116128" y="3159963"/>
                  </a:lnTo>
                  <a:lnTo>
                    <a:pt x="116420" y="3159810"/>
                  </a:lnTo>
                  <a:lnTo>
                    <a:pt x="116509" y="3159531"/>
                  </a:lnTo>
                  <a:lnTo>
                    <a:pt x="116624" y="3159214"/>
                  </a:lnTo>
                  <a:close/>
                </a:path>
                <a:path w="3957954" h="3899535">
                  <a:moveTo>
                    <a:pt x="218605" y="3255327"/>
                  </a:moveTo>
                  <a:lnTo>
                    <a:pt x="218478" y="3255035"/>
                  </a:lnTo>
                  <a:lnTo>
                    <a:pt x="218173" y="3254933"/>
                  </a:lnTo>
                  <a:lnTo>
                    <a:pt x="217919" y="3254857"/>
                  </a:lnTo>
                  <a:lnTo>
                    <a:pt x="217627" y="3255022"/>
                  </a:lnTo>
                  <a:lnTo>
                    <a:pt x="217538" y="3255289"/>
                  </a:lnTo>
                  <a:lnTo>
                    <a:pt x="217424" y="3255619"/>
                  </a:lnTo>
                  <a:lnTo>
                    <a:pt x="217563" y="3255911"/>
                  </a:lnTo>
                  <a:lnTo>
                    <a:pt x="217817" y="3255988"/>
                  </a:lnTo>
                  <a:lnTo>
                    <a:pt x="218122" y="3256089"/>
                  </a:lnTo>
                  <a:lnTo>
                    <a:pt x="218401" y="3255924"/>
                  </a:lnTo>
                  <a:lnTo>
                    <a:pt x="218516" y="3255607"/>
                  </a:lnTo>
                  <a:lnTo>
                    <a:pt x="218605" y="3255327"/>
                  </a:lnTo>
                  <a:close/>
                </a:path>
                <a:path w="3957954" h="3899535">
                  <a:moveTo>
                    <a:pt x="219049" y="3465906"/>
                  </a:moveTo>
                  <a:lnTo>
                    <a:pt x="217627" y="3462807"/>
                  </a:lnTo>
                  <a:lnTo>
                    <a:pt x="212204" y="3461067"/>
                  </a:lnTo>
                  <a:lnTo>
                    <a:pt x="209207" y="3462769"/>
                  </a:lnTo>
                  <a:lnTo>
                    <a:pt x="207238" y="3468598"/>
                  </a:lnTo>
                  <a:lnTo>
                    <a:pt x="208622" y="3471646"/>
                  </a:lnTo>
                  <a:lnTo>
                    <a:pt x="214058" y="3473373"/>
                  </a:lnTo>
                  <a:lnTo>
                    <a:pt x="217081" y="3471748"/>
                  </a:lnTo>
                  <a:lnTo>
                    <a:pt x="218071" y="3468801"/>
                  </a:lnTo>
                  <a:lnTo>
                    <a:pt x="219049" y="3465906"/>
                  </a:lnTo>
                  <a:close/>
                </a:path>
                <a:path w="3957954" h="3899535">
                  <a:moveTo>
                    <a:pt x="328879" y="3342983"/>
                  </a:moveTo>
                  <a:lnTo>
                    <a:pt x="328307" y="3341725"/>
                  </a:lnTo>
                  <a:lnTo>
                    <a:pt x="326136" y="3341039"/>
                  </a:lnTo>
                  <a:lnTo>
                    <a:pt x="324942" y="3341725"/>
                  </a:lnTo>
                  <a:lnTo>
                    <a:pt x="324154" y="3344024"/>
                  </a:lnTo>
                  <a:lnTo>
                    <a:pt x="324713" y="3345269"/>
                  </a:lnTo>
                  <a:lnTo>
                    <a:pt x="326872" y="3345954"/>
                  </a:lnTo>
                  <a:lnTo>
                    <a:pt x="328091" y="3345269"/>
                  </a:lnTo>
                  <a:lnTo>
                    <a:pt x="328485" y="3344126"/>
                  </a:lnTo>
                  <a:lnTo>
                    <a:pt x="328879" y="3342983"/>
                  </a:lnTo>
                  <a:close/>
                </a:path>
                <a:path w="3957954" h="3899535">
                  <a:moveTo>
                    <a:pt x="330098" y="3547541"/>
                  </a:moveTo>
                  <a:lnTo>
                    <a:pt x="329260" y="3545700"/>
                  </a:lnTo>
                  <a:lnTo>
                    <a:pt x="326009" y="3544659"/>
                  </a:lnTo>
                  <a:lnTo>
                    <a:pt x="324205" y="3545662"/>
                  </a:lnTo>
                  <a:lnTo>
                    <a:pt x="323024" y="3549154"/>
                  </a:lnTo>
                  <a:lnTo>
                    <a:pt x="323862" y="3551009"/>
                  </a:lnTo>
                  <a:lnTo>
                    <a:pt x="327113" y="3552037"/>
                  </a:lnTo>
                  <a:lnTo>
                    <a:pt x="328930" y="3551047"/>
                  </a:lnTo>
                  <a:lnTo>
                    <a:pt x="329514" y="3549294"/>
                  </a:lnTo>
                  <a:lnTo>
                    <a:pt x="330098" y="3547541"/>
                  </a:lnTo>
                  <a:close/>
                </a:path>
                <a:path w="3957954" h="3899535">
                  <a:moveTo>
                    <a:pt x="563181" y="3493236"/>
                  </a:moveTo>
                  <a:lnTo>
                    <a:pt x="562648" y="3491992"/>
                  </a:lnTo>
                  <a:lnTo>
                    <a:pt x="561555" y="3491649"/>
                  </a:lnTo>
                  <a:lnTo>
                    <a:pt x="560463" y="3491293"/>
                  </a:lnTo>
                  <a:lnTo>
                    <a:pt x="559244" y="3491979"/>
                  </a:lnTo>
                  <a:lnTo>
                    <a:pt x="558444" y="3494316"/>
                  </a:lnTo>
                  <a:lnTo>
                    <a:pt x="559028" y="3495522"/>
                  </a:lnTo>
                  <a:lnTo>
                    <a:pt x="560120" y="3495878"/>
                  </a:lnTo>
                  <a:lnTo>
                    <a:pt x="561213" y="3496221"/>
                  </a:lnTo>
                  <a:lnTo>
                    <a:pt x="562381" y="3495573"/>
                  </a:lnTo>
                  <a:lnTo>
                    <a:pt x="562787" y="3494379"/>
                  </a:lnTo>
                  <a:lnTo>
                    <a:pt x="563181" y="3493236"/>
                  </a:lnTo>
                  <a:close/>
                </a:path>
                <a:path w="3957954" h="3899535">
                  <a:moveTo>
                    <a:pt x="576021" y="3684105"/>
                  </a:moveTo>
                  <a:lnTo>
                    <a:pt x="574192" y="3680104"/>
                  </a:lnTo>
                  <a:lnTo>
                    <a:pt x="567131" y="3677856"/>
                  </a:lnTo>
                  <a:lnTo>
                    <a:pt x="563219" y="3680015"/>
                  </a:lnTo>
                  <a:lnTo>
                    <a:pt x="560654" y="3687597"/>
                  </a:lnTo>
                  <a:lnTo>
                    <a:pt x="562495" y="3691547"/>
                  </a:lnTo>
                  <a:lnTo>
                    <a:pt x="569556" y="3693807"/>
                  </a:lnTo>
                  <a:lnTo>
                    <a:pt x="573455" y="3691686"/>
                  </a:lnTo>
                  <a:lnTo>
                    <a:pt x="574725" y="3687915"/>
                  </a:lnTo>
                  <a:lnTo>
                    <a:pt x="576021" y="3684105"/>
                  </a:lnTo>
                  <a:close/>
                </a:path>
                <a:path w="3957954" h="3899535">
                  <a:moveTo>
                    <a:pt x="690841" y="3554107"/>
                  </a:moveTo>
                  <a:lnTo>
                    <a:pt x="689584" y="3551364"/>
                  </a:lnTo>
                  <a:lnTo>
                    <a:pt x="684669" y="3549789"/>
                  </a:lnTo>
                  <a:lnTo>
                    <a:pt x="681977" y="3551275"/>
                  </a:lnTo>
                  <a:lnTo>
                    <a:pt x="680212" y="3556520"/>
                  </a:lnTo>
                  <a:lnTo>
                    <a:pt x="681443" y="3559302"/>
                  </a:lnTo>
                  <a:lnTo>
                    <a:pt x="686371" y="3560876"/>
                  </a:lnTo>
                  <a:lnTo>
                    <a:pt x="689063" y="3559340"/>
                  </a:lnTo>
                  <a:lnTo>
                    <a:pt x="689952" y="3556724"/>
                  </a:lnTo>
                  <a:lnTo>
                    <a:pt x="690841" y="3554107"/>
                  </a:lnTo>
                  <a:close/>
                </a:path>
                <a:path w="3957954" h="3899535">
                  <a:moveTo>
                    <a:pt x="703389" y="3739883"/>
                  </a:moveTo>
                  <a:lnTo>
                    <a:pt x="701573" y="3735882"/>
                  </a:lnTo>
                  <a:lnTo>
                    <a:pt x="694512" y="3733635"/>
                  </a:lnTo>
                  <a:lnTo>
                    <a:pt x="690600" y="3735806"/>
                  </a:lnTo>
                  <a:lnTo>
                    <a:pt x="688035" y="3743388"/>
                  </a:lnTo>
                  <a:lnTo>
                    <a:pt x="689864" y="3747376"/>
                  </a:lnTo>
                  <a:lnTo>
                    <a:pt x="696925" y="3749637"/>
                  </a:lnTo>
                  <a:lnTo>
                    <a:pt x="700824" y="3747465"/>
                  </a:lnTo>
                  <a:lnTo>
                    <a:pt x="702119" y="3743655"/>
                  </a:lnTo>
                  <a:lnTo>
                    <a:pt x="703389" y="3739883"/>
                  </a:lnTo>
                  <a:close/>
                </a:path>
                <a:path w="3957954" h="3899535">
                  <a:moveTo>
                    <a:pt x="819823" y="3606114"/>
                  </a:moveTo>
                  <a:lnTo>
                    <a:pt x="818515" y="3603409"/>
                  </a:lnTo>
                  <a:lnTo>
                    <a:pt x="813650" y="3601859"/>
                  </a:lnTo>
                  <a:lnTo>
                    <a:pt x="810971" y="3603282"/>
                  </a:lnTo>
                  <a:lnTo>
                    <a:pt x="809180" y="3608578"/>
                  </a:lnTo>
                  <a:lnTo>
                    <a:pt x="810450" y="3611321"/>
                  </a:lnTo>
                  <a:lnTo>
                    <a:pt x="815314" y="3612870"/>
                  </a:lnTo>
                  <a:lnTo>
                    <a:pt x="818032" y="3611397"/>
                  </a:lnTo>
                  <a:lnTo>
                    <a:pt x="818921" y="3608781"/>
                  </a:lnTo>
                  <a:lnTo>
                    <a:pt x="819823" y="3606114"/>
                  </a:lnTo>
                  <a:close/>
                </a:path>
                <a:path w="3957954" h="3899535">
                  <a:moveTo>
                    <a:pt x="835545" y="3786492"/>
                  </a:moveTo>
                  <a:lnTo>
                    <a:pt x="833450" y="3781895"/>
                  </a:lnTo>
                  <a:lnTo>
                    <a:pt x="825322" y="3779304"/>
                  </a:lnTo>
                  <a:lnTo>
                    <a:pt x="820826" y="3781793"/>
                  </a:lnTo>
                  <a:lnTo>
                    <a:pt x="817880" y="3790531"/>
                  </a:lnTo>
                  <a:lnTo>
                    <a:pt x="819975" y="3795115"/>
                  </a:lnTo>
                  <a:lnTo>
                    <a:pt x="828103" y="3797719"/>
                  </a:lnTo>
                  <a:lnTo>
                    <a:pt x="832599" y="3795230"/>
                  </a:lnTo>
                  <a:lnTo>
                    <a:pt x="834072" y="3790861"/>
                  </a:lnTo>
                  <a:lnTo>
                    <a:pt x="835545" y="3786492"/>
                  </a:lnTo>
                  <a:close/>
                </a:path>
                <a:path w="3957954" h="3899535">
                  <a:moveTo>
                    <a:pt x="970267" y="3824084"/>
                  </a:moveTo>
                  <a:lnTo>
                    <a:pt x="967981" y="3819182"/>
                  </a:lnTo>
                  <a:lnTo>
                    <a:pt x="959307" y="3816413"/>
                  </a:lnTo>
                  <a:lnTo>
                    <a:pt x="954519" y="3819067"/>
                  </a:lnTo>
                  <a:lnTo>
                    <a:pt x="951357" y="3828389"/>
                  </a:lnTo>
                  <a:lnTo>
                    <a:pt x="953592" y="3833279"/>
                  </a:lnTo>
                  <a:lnTo>
                    <a:pt x="962279" y="3836060"/>
                  </a:lnTo>
                  <a:lnTo>
                    <a:pt x="967105" y="3833418"/>
                  </a:lnTo>
                  <a:lnTo>
                    <a:pt x="968692" y="3828732"/>
                  </a:lnTo>
                  <a:lnTo>
                    <a:pt x="970267" y="3824084"/>
                  </a:lnTo>
                  <a:close/>
                </a:path>
                <a:path w="3957954" h="3899535">
                  <a:moveTo>
                    <a:pt x="1088605" y="3680752"/>
                  </a:moveTo>
                  <a:lnTo>
                    <a:pt x="1087208" y="3677653"/>
                  </a:lnTo>
                  <a:lnTo>
                    <a:pt x="1081798" y="3675926"/>
                  </a:lnTo>
                  <a:lnTo>
                    <a:pt x="1078788" y="3677615"/>
                  </a:lnTo>
                  <a:lnTo>
                    <a:pt x="1076807" y="3683457"/>
                  </a:lnTo>
                  <a:lnTo>
                    <a:pt x="1078217" y="3686505"/>
                  </a:lnTo>
                  <a:lnTo>
                    <a:pt x="1083640" y="3688232"/>
                  </a:lnTo>
                  <a:lnTo>
                    <a:pt x="1086637" y="3686594"/>
                  </a:lnTo>
                  <a:lnTo>
                    <a:pt x="1087628" y="3683647"/>
                  </a:lnTo>
                  <a:lnTo>
                    <a:pt x="1088605" y="3680752"/>
                  </a:lnTo>
                  <a:close/>
                </a:path>
                <a:path w="3957954" h="3899535">
                  <a:moveTo>
                    <a:pt x="1109814" y="3851872"/>
                  </a:moveTo>
                  <a:lnTo>
                    <a:pt x="1106855" y="3845420"/>
                  </a:lnTo>
                  <a:lnTo>
                    <a:pt x="1095451" y="3841788"/>
                  </a:lnTo>
                  <a:lnTo>
                    <a:pt x="1089152" y="3845280"/>
                  </a:lnTo>
                  <a:lnTo>
                    <a:pt x="1085011" y="3857498"/>
                  </a:lnTo>
                  <a:lnTo>
                    <a:pt x="1087958" y="3863949"/>
                  </a:lnTo>
                  <a:lnTo>
                    <a:pt x="1099362" y="3867581"/>
                  </a:lnTo>
                  <a:lnTo>
                    <a:pt x="1105674" y="3864102"/>
                  </a:lnTo>
                  <a:lnTo>
                    <a:pt x="1107732" y="3858031"/>
                  </a:lnTo>
                  <a:lnTo>
                    <a:pt x="1109814" y="3851872"/>
                  </a:lnTo>
                  <a:close/>
                </a:path>
                <a:path w="3957954" h="3899535">
                  <a:moveTo>
                    <a:pt x="1227759" y="3702761"/>
                  </a:moveTo>
                  <a:lnTo>
                    <a:pt x="1226070" y="3699116"/>
                  </a:lnTo>
                  <a:lnTo>
                    <a:pt x="1219568" y="3697046"/>
                  </a:lnTo>
                  <a:lnTo>
                    <a:pt x="1215974" y="3699002"/>
                  </a:lnTo>
                  <a:lnTo>
                    <a:pt x="1213599" y="3706025"/>
                  </a:lnTo>
                  <a:lnTo>
                    <a:pt x="1215301" y="3709682"/>
                  </a:lnTo>
                  <a:lnTo>
                    <a:pt x="1221803" y="3711765"/>
                  </a:lnTo>
                  <a:lnTo>
                    <a:pt x="1225384" y="3709797"/>
                  </a:lnTo>
                  <a:lnTo>
                    <a:pt x="1226578" y="3706253"/>
                  </a:lnTo>
                  <a:lnTo>
                    <a:pt x="1227759" y="3702761"/>
                  </a:lnTo>
                  <a:close/>
                </a:path>
                <a:path w="3957954" h="3899535">
                  <a:moveTo>
                    <a:pt x="1246657" y="3871303"/>
                  </a:moveTo>
                  <a:lnTo>
                    <a:pt x="1244117" y="3865765"/>
                  </a:lnTo>
                  <a:lnTo>
                    <a:pt x="1234338" y="3862641"/>
                  </a:lnTo>
                  <a:lnTo>
                    <a:pt x="1228940" y="3865651"/>
                  </a:lnTo>
                  <a:lnTo>
                    <a:pt x="1225372" y="3876179"/>
                  </a:lnTo>
                  <a:lnTo>
                    <a:pt x="1227899" y="3881678"/>
                  </a:lnTo>
                  <a:lnTo>
                    <a:pt x="1237678" y="3884790"/>
                  </a:lnTo>
                  <a:lnTo>
                    <a:pt x="1243088" y="3881831"/>
                  </a:lnTo>
                  <a:lnTo>
                    <a:pt x="1244879" y="3876548"/>
                  </a:lnTo>
                  <a:lnTo>
                    <a:pt x="1246657" y="3871303"/>
                  </a:lnTo>
                  <a:close/>
                </a:path>
                <a:path w="3957954" h="3899535">
                  <a:moveTo>
                    <a:pt x="1367459" y="3714902"/>
                  </a:moveTo>
                  <a:lnTo>
                    <a:pt x="1365770" y="3711206"/>
                  </a:lnTo>
                  <a:lnTo>
                    <a:pt x="1359230" y="3709111"/>
                  </a:lnTo>
                  <a:lnTo>
                    <a:pt x="1355648" y="3711130"/>
                  </a:lnTo>
                  <a:lnTo>
                    <a:pt x="1353286" y="3718115"/>
                  </a:lnTo>
                  <a:lnTo>
                    <a:pt x="1354937" y="3721798"/>
                  </a:lnTo>
                  <a:lnTo>
                    <a:pt x="1361478" y="3723894"/>
                  </a:lnTo>
                  <a:lnTo>
                    <a:pt x="1365097" y="3721887"/>
                  </a:lnTo>
                  <a:lnTo>
                    <a:pt x="1366278" y="3718395"/>
                  </a:lnTo>
                  <a:lnTo>
                    <a:pt x="1367459" y="3714902"/>
                  </a:lnTo>
                  <a:close/>
                </a:path>
                <a:path w="3957954" h="3899535">
                  <a:moveTo>
                    <a:pt x="1387221" y="3880726"/>
                  </a:moveTo>
                  <a:lnTo>
                    <a:pt x="1384579" y="3874884"/>
                  </a:lnTo>
                  <a:lnTo>
                    <a:pt x="1374267" y="3871595"/>
                  </a:lnTo>
                  <a:lnTo>
                    <a:pt x="1368552" y="3874770"/>
                  </a:lnTo>
                  <a:lnTo>
                    <a:pt x="1364805" y="3885844"/>
                  </a:lnTo>
                  <a:lnTo>
                    <a:pt x="1367472" y="3891686"/>
                  </a:lnTo>
                  <a:lnTo>
                    <a:pt x="1377784" y="3894975"/>
                  </a:lnTo>
                  <a:lnTo>
                    <a:pt x="1383474" y="3891800"/>
                  </a:lnTo>
                  <a:lnTo>
                    <a:pt x="1385341" y="3886289"/>
                  </a:lnTo>
                  <a:lnTo>
                    <a:pt x="1387221" y="3880726"/>
                  </a:lnTo>
                  <a:close/>
                </a:path>
                <a:path w="3957954" h="3899535">
                  <a:moveTo>
                    <a:pt x="1508150" y="3716769"/>
                  </a:moveTo>
                  <a:lnTo>
                    <a:pt x="1506461" y="3713073"/>
                  </a:lnTo>
                  <a:lnTo>
                    <a:pt x="1499958" y="3710990"/>
                  </a:lnTo>
                  <a:lnTo>
                    <a:pt x="1496339" y="3712997"/>
                  </a:lnTo>
                  <a:lnTo>
                    <a:pt x="1493977" y="3719982"/>
                  </a:lnTo>
                  <a:lnTo>
                    <a:pt x="1495666" y="3723678"/>
                  </a:lnTo>
                  <a:lnTo>
                    <a:pt x="1502168" y="3725761"/>
                  </a:lnTo>
                  <a:lnTo>
                    <a:pt x="1505788" y="3723754"/>
                  </a:lnTo>
                  <a:lnTo>
                    <a:pt x="1506969" y="3720261"/>
                  </a:lnTo>
                  <a:lnTo>
                    <a:pt x="1508150" y="3716769"/>
                  </a:lnTo>
                  <a:close/>
                </a:path>
                <a:path w="3957954" h="3899535">
                  <a:moveTo>
                    <a:pt x="1532191" y="3879837"/>
                  </a:moveTo>
                  <a:lnTo>
                    <a:pt x="1528559" y="3871849"/>
                  </a:lnTo>
                  <a:lnTo>
                    <a:pt x="1514424" y="3867340"/>
                  </a:lnTo>
                  <a:lnTo>
                    <a:pt x="1506601" y="3871671"/>
                  </a:lnTo>
                  <a:lnTo>
                    <a:pt x="1501470" y="3886835"/>
                  </a:lnTo>
                  <a:lnTo>
                    <a:pt x="1505127" y="3894823"/>
                  </a:lnTo>
                  <a:lnTo>
                    <a:pt x="1519262" y="3899344"/>
                  </a:lnTo>
                  <a:lnTo>
                    <a:pt x="1527060" y="3895001"/>
                  </a:lnTo>
                  <a:lnTo>
                    <a:pt x="1529626" y="3887419"/>
                  </a:lnTo>
                  <a:lnTo>
                    <a:pt x="1532191" y="3879837"/>
                  </a:lnTo>
                  <a:close/>
                </a:path>
                <a:path w="3957954" h="3899535">
                  <a:moveTo>
                    <a:pt x="1648053" y="3708666"/>
                  </a:moveTo>
                  <a:lnTo>
                    <a:pt x="1646656" y="3705568"/>
                  </a:lnTo>
                  <a:lnTo>
                    <a:pt x="1641221" y="3703840"/>
                  </a:lnTo>
                  <a:lnTo>
                    <a:pt x="1638236" y="3705529"/>
                  </a:lnTo>
                  <a:lnTo>
                    <a:pt x="1636268" y="3711371"/>
                  </a:lnTo>
                  <a:lnTo>
                    <a:pt x="1637652" y="3714407"/>
                  </a:lnTo>
                  <a:lnTo>
                    <a:pt x="1643087" y="3716147"/>
                  </a:lnTo>
                  <a:lnTo>
                    <a:pt x="1646085" y="3714508"/>
                  </a:lnTo>
                  <a:lnTo>
                    <a:pt x="1647075" y="3711562"/>
                  </a:lnTo>
                  <a:lnTo>
                    <a:pt x="1648053" y="3708666"/>
                  </a:lnTo>
                  <a:close/>
                </a:path>
                <a:path w="3957954" h="3899535">
                  <a:moveTo>
                    <a:pt x="1672704" y="3870490"/>
                  </a:moveTo>
                  <a:lnTo>
                    <a:pt x="1669186" y="3862806"/>
                  </a:lnTo>
                  <a:lnTo>
                    <a:pt x="1655597" y="3858463"/>
                  </a:lnTo>
                  <a:lnTo>
                    <a:pt x="1648091" y="3862641"/>
                  </a:lnTo>
                  <a:lnTo>
                    <a:pt x="1643164" y="3877221"/>
                  </a:lnTo>
                  <a:lnTo>
                    <a:pt x="1646656" y="3884904"/>
                  </a:lnTo>
                  <a:lnTo>
                    <a:pt x="1660245" y="3889235"/>
                  </a:lnTo>
                  <a:lnTo>
                    <a:pt x="1667776" y="3885069"/>
                  </a:lnTo>
                  <a:lnTo>
                    <a:pt x="1670227" y="3877805"/>
                  </a:lnTo>
                  <a:lnTo>
                    <a:pt x="1672704" y="3870490"/>
                  </a:lnTo>
                  <a:close/>
                </a:path>
                <a:path w="3957954" h="3899535">
                  <a:moveTo>
                    <a:pt x="1791779" y="3689388"/>
                  </a:moveTo>
                  <a:lnTo>
                    <a:pt x="1789696" y="3684752"/>
                  </a:lnTo>
                  <a:lnTo>
                    <a:pt x="1781530" y="3682149"/>
                  </a:lnTo>
                  <a:lnTo>
                    <a:pt x="1777022" y="3684676"/>
                  </a:lnTo>
                  <a:lnTo>
                    <a:pt x="1774063" y="3693414"/>
                  </a:lnTo>
                  <a:lnTo>
                    <a:pt x="1776171" y="3698011"/>
                  </a:lnTo>
                  <a:lnTo>
                    <a:pt x="1784337" y="3700615"/>
                  </a:lnTo>
                  <a:lnTo>
                    <a:pt x="1788833" y="3698125"/>
                  </a:lnTo>
                  <a:lnTo>
                    <a:pt x="1790306" y="3693757"/>
                  </a:lnTo>
                  <a:lnTo>
                    <a:pt x="1791779" y="3689388"/>
                  </a:lnTo>
                  <a:close/>
                </a:path>
                <a:path w="3957954" h="3899535">
                  <a:moveTo>
                    <a:pt x="1813445" y="3851503"/>
                  </a:moveTo>
                  <a:lnTo>
                    <a:pt x="1809927" y="3843858"/>
                  </a:lnTo>
                  <a:lnTo>
                    <a:pt x="1796351" y="3839527"/>
                  </a:lnTo>
                  <a:lnTo>
                    <a:pt x="1788833" y="3843642"/>
                  </a:lnTo>
                  <a:lnTo>
                    <a:pt x="1783892" y="3858260"/>
                  </a:lnTo>
                  <a:lnTo>
                    <a:pt x="1787410" y="3865956"/>
                  </a:lnTo>
                  <a:lnTo>
                    <a:pt x="1800999" y="3870287"/>
                  </a:lnTo>
                  <a:lnTo>
                    <a:pt x="1808492" y="3866121"/>
                  </a:lnTo>
                  <a:lnTo>
                    <a:pt x="1810969" y="3858806"/>
                  </a:lnTo>
                  <a:lnTo>
                    <a:pt x="1813445" y="3851503"/>
                  </a:lnTo>
                  <a:close/>
                </a:path>
                <a:path w="3957954" h="3899535">
                  <a:moveTo>
                    <a:pt x="1935695" y="3659695"/>
                  </a:moveTo>
                  <a:lnTo>
                    <a:pt x="1932622" y="3652964"/>
                  </a:lnTo>
                  <a:lnTo>
                    <a:pt x="1920684" y="3649154"/>
                  </a:lnTo>
                  <a:lnTo>
                    <a:pt x="1914067" y="3652799"/>
                  </a:lnTo>
                  <a:lnTo>
                    <a:pt x="1909737" y="3665626"/>
                  </a:lnTo>
                  <a:lnTo>
                    <a:pt x="1912810" y="3672408"/>
                  </a:lnTo>
                  <a:lnTo>
                    <a:pt x="1924761" y="3676218"/>
                  </a:lnTo>
                  <a:lnTo>
                    <a:pt x="1931365" y="3672522"/>
                  </a:lnTo>
                  <a:lnTo>
                    <a:pt x="1933524" y="3666134"/>
                  </a:lnTo>
                  <a:lnTo>
                    <a:pt x="1935695" y="3659695"/>
                  </a:lnTo>
                  <a:close/>
                </a:path>
                <a:path w="3957954" h="3899535">
                  <a:moveTo>
                    <a:pt x="1951532" y="3823551"/>
                  </a:moveTo>
                  <a:lnTo>
                    <a:pt x="1948434" y="3816807"/>
                  </a:lnTo>
                  <a:lnTo>
                    <a:pt x="1936496" y="3812997"/>
                  </a:lnTo>
                  <a:lnTo>
                    <a:pt x="1929879" y="3816642"/>
                  </a:lnTo>
                  <a:lnTo>
                    <a:pt x="1925548" y="3829469"/>
                  </a:lnTo>
                  <a:lnTo>
                    <a:pt x="1928647" y="3836212"/>
                  </a:lnTo>
                  <a:lnTo>
                    <a:pt x="1940585" y="3840022"/>
                  </a:lnTo>
                  <a:lnTo>
                    <a:pt x="1947202" y="3836378"/>
                  </a:lnTo>
                  <a:lnTo>
                    <a:pt x="1949373" y="3829939"/>
                  </a:lnTo>
                  <a:lnTo>
                    <a:pt x="1951532" y="3823551"/>
                  </a:lnTo>
                  <a:close/>
                </a:path>
                <a:path w="3957954" h="3899535">
                  <a:moveTo>
                    <a:pt x="2207958" y="3572878"/>
                  </a:moveTo>
                  <a:lnTo>
                    <a:pt x="2205291" y="3567023"/>
                  </a:lnTo>
                  <a:lnTo>
                    <a:pt x="2194979" y="3563734"/>
                  </a:lnTo>
                  <a:lnTo>
                    <a:pt x="2189264" y="3566909"/>
                  </a:lnTo>
                  <a:lnTo>
                    <a:pt x="2185517" y="3577983"/>
                  </a:lnTo>
                  <a:lnTo>
                    <a:pt x="2188184" y="3583825"/>
                  </a:lnTo>
                  <a:lnTo>
                    <a:pt x="2198497" y="3587115"/>
                  </a:lnTo>
                  <a:lnTo>
                    <a:pt x="2204212" y="3583952"/>
                  </a:lnTo>
                  <a:lnTo>
                    <a:pt x="2206091" y="3578390"/>
                  </a:lnTo>
                  <a:lnTo>
                    <a:pt x="2207958" y="3572878"/>
                  </a:lnTo>
                  <a:close/>
                </a:path>
                <a:path w="3957954" h="3899535">
                  <a:moveTo>
                    <a:pt x="2229929" y="3740112"/>
                  </a:moveTo>
                  <a:lnTo>
                    <a:pt x="2228380" y="3733673"/>
                  </a:lnTo>
                  <a:lnTo>
                    <a:pt x="2224608" y="3728466"/>
                  </a:lnTo>
                  <a:lnTo>
                    <a:pt x="2218944" y="3725189"/>
                  </a:lnTo>
                  <a:lnTo>
                    <a:pt x="2212352" y="3724567"/>
                  </a:lnTo>
                  <a:lnTo>
                    <a:pt x="2206129" y="3726573"/>
                  </a:lnTo>
                  <a:lnTo>
                    <a:pt x="2200948" y="3730866"/>
                  </a:lnTo>
                  <a:lnTo>
                    <a:pt x="2197493" y="3737038"/>
                  </a:lnTo>
                  <a:lnTo>
                    <a:pt x="2196503" y="3744010"/>
                  </a:lnTo>
                  <a:lnTo>
                    <a:pt x="2198052" y="3750437"/>
                  </a:lnTo>
                  <a:lnTo>
                    <a:pt x="2201837" y="3755656"/>
                  </a:lnTo>
                  <a:lnTo>
                    <a:pt x="2207526" y="3758933"/>
                  </a:lnTo>
                  <a:lnTo>
                    <a:pt x="2214092" y="3759568"/>
                  </a:lnTo>
                  <a:lnTo>
                    <a:pt x="2220303" y="3757549"/>
                  </a:lnTo>
                  <a:lnTo>
                    <a:pt x="2225484" y="3753256"/>
                  </a:lnTo>
                  <a:lnTo>
                    <a:pt x="2228939" y="3747071"/>
                  </a:lnTo>
                  <a:lnTo>
                    <a:pt x="2229929" y="3740112"/>
                  </a:lnTo>
                  <a:close/>
                </a:path>
                <a:path w="3957954" h="3899535">
                  <a:moveTo>
                    <a:pt x="2342045" y="3514471"/>
                  </a:moveTo>
                  <a:lnTo>
                    <a:pt x="2339098" y="3508032"/>
                  </a:lnTo>
                  <a:lnTo>
                    <a:pt x="2327681" y="3504387"/>
                  </a:lnTo>
                  <a:lnTo>
                    <a:pt x="2321395" y="3507879"/>
                  </a:lnTo>
                  <a:lnTo>
                    <a:pt x="2317254" y="3520160"/>
                  </a:lnTo>
                  <a:lnTo>
                    <a:pt x="2320175" y="3526586"/>
                  </a:lnTo>
                  <a:lnTo>
                    <a:pt x="2331593" y="3530231"/>
                  </a:lnTo>
                  <a:lnTo>
                    <a:pt x="2337892" y="3526739"/>
                  </a:lnTo>
                  <a:lnTo>
                    <a:pt x="2339962" y="3520630"/>
                  </a:lnTo>
                  <a:lnTo>
                    <a:pt x="2342045" y="3514471"/>
                  </a:lnTo>
                  <a:close/>
                </a:path>
                <a:path w="3957954" h="3899535">
                  <a:moveTo>
                    <a:pt x="2363647" y="3684359"/>
                  </a:moveTo>
                  <a:lnTo>
                    <a:pt x="2362085" y="3677907"/>
                  </a:lnTo>
                  <a:lnTo>
                    <a:pt x="2358326" y="3672700"/>
                  </a:lnTo>
                  <a:lnTo>
                    <a:pt x="2352662" y="3669423"/>
                  </a:lnTo>
                  <a:lnTo>
                    <a:pt x="2346083" y="3668788"/>
                  </a:lnTo>
                  <a:lnTo>
                    <a:pt x="2339848" y="3670808"/>
                  </a:lnTo>
                  <a:lnTo>
                    <a:pt x="2334666" y="3675113"/>
                  </a:lnTo>
                  <a:lnTo>
                    <a:pt x="2331199" y="3681323"/>
                  </a:lnTo>
                  <a:lnTo>
                    <a:pt x="2330208" y="3688283"/>
                  </a:lnTo>
                  <a:lnTo>
                    <a:pt x="2331770" y="3694722"/>
                  </a:lnTo>
                  <a:lnTo>
                    <a:pt x="2335555" y="3699929"/>
                  </a:lnTo>
                  <a:lnTo>
                    <a:pt x="2341232" y="3703218"/>
                  </a:lnTo>
                  <a:lnTo>
                    <a:pt x="2347798" y="3703840"/>
                  </a:lnTo>
                  <a:lnTo>
                    <a:pt x="2354008" y="3701821"/>
                  </a:lnTo>
                  <a:lnTo>
                    <a:pt x="2359190" y="3697528"/>
                  </a:lnTo>
                  <a:lnTo>
                    <a:pt x="2362644" y="3691356"/>
                  </a:lnTo>
                  <a:lnTo>
                    <a:pt x="2363647" y="3684359"/>
                  </a:lnTo>
                  <a:close/>
                </a:path>
                <a:path w="3957954" h="3899535">
                  <a:moveTo>
                    <a:pt x="3267252" y="244208"/>
                  </a:moveTo>
                  <a:lnTo>
                    <a:pt x="3266414" y="242366"/>
                  </a:lnTo>
                  <a:lnTo>
                    <a:pt x="3263163" y="241325"/>
                  </a:lnTo>
                  <a:lnTo>
                    <a:pt x="3261360" y="242328"/>
                  </a:lnTo>
                  <a:lnTo>
                    <a:pt x="3260179" y="245821"/>
                  </a:lnTo>
                  <a:lnTo>
                    <a:pt x="3261017" y="247675"/>
                  </a:lnTo>
                  <a:lnTo>
                    <a:pt x="3264268" y="248704"/>
                  </a:lnTo>
                  <a:lnTo>
                    <a:pt x="3266071" y="247713"/>
                  </a:lnTo>
                  <a:lnTo>
                    <a:pt x="3266668" y="245960"/>
                  </a:lnTo>
                  <a:lnTo>
                    <a:pt x="3267252" y="244208"/>
                  </a:lnTo>
                  <a:close/>
                </a:path>
                <a:path w="3957954" h="3899535">
                  <a:moveTo>
                    <a:pt x="3339935" y="62763"/>
                  </a:moveTo>
                  <a:lnTo>
                    <a:pt x="3339096" y="60921"/>
                  </a:lnTo>
                  <a:lnTo>
                    <a:pt x="3335845" y="59880"/>
                  </a:lnTo>
                  <a:lnTo>
                    <a:pt x="3334016" y="60883"/>
                  </a:lnTo>
                  <a:lnTo>
                    <a:pt x="3333419" y="62623"/>
                  </a:lnTo>
                  <a:lnTo>
                    <a:pt x="3332835" y="64376"/>
                  </a:lnTo>
                  <a:lnTo>
                    <a:pt x="3333699" y="66230"/>
                  </a:lnTo>
                  <a:lnTo>
                    <a:pt x="3336950" y="67259"/>
                  </a:lnTo>
                  <a:lnTo>
                    <a:pt x="3338766" y="66268"/>
                  </a:lnTo>
                  <a:lnTo>
                    <a:pt x="3339350" y="64516"/>
                  </a:lnTo>
                  <a:lnTo>
                    <a:pt x="3339935" y="62763"/>
                  </a:lnTo>
                  <a:close/>
                </a:path>
                <a:path w="3957954" h="3899535">
                  <a:moveTo>
                    <a:pt x="3342983" y="364629"/>
                  </a:moveTo>
                  <a:lnTo>
                    <a:pt x="3342132" y="362788"/>
                  </a:lnTo>
                  <a:lnTo>
                    <a:pt x="3338880" y="361746"/>
                  </a:lnTo>
                  <a:lnTo>
                    <a:pt x="3337077" y="362750"/>
                  </a:lnTo>
                  <a:lnTo>
                    <a:pt x="3335896" y="366242"/>
                  </a:lnTo>
                  <a:lnTo>
                    <a:pt x="3336734" y="368096"/>
                  </a:lnTo>
                  <a:lnTo>
                    <a:pt x="3339985" y="369125"/>
                  </a:lnTo>
                  <a:lnTo>
                    <a:pt x="3341801" y="368134"/>
                  </a:lnTo>
                  <a:lnTo>
                    <a:pt x="3342386" y="366382"/>
                  </a:lnTo>
                  <a:lnTo>
                    <a:pt x="3342983" y="364629"/>
                  </a:lnTo>
                  <a:close/>
                </a:path>
                <a:path w="3957954" h="3899535">
                  <a:moveTo>
                    <a:pt x="3410877" y="490664"/>
                  </a:moveTo>
                  <a:lnTo>
                    <a:pt x="3409899" y="488518"/>
                  </a:lnTo>
                  <a:lnTo>
                    <a:pt x="3406102" y="487311"/>
                  </a:lnTo>
                  <a:lnTo>
                    <a:pt x="3403981" y="488467"/>
                  </a:lnTo>
                  <a:lnTo>
                    <a:pt x="3402609" y="492556"/>
                  </a:lnTo>
                  <a:lnTo>
                    <a:pt x="3403600" y="494715"/>
                  </a:lnTo>
                  <a:lnTo>
                    <a:pt x="3407397" y="495922"/>
                  </a:lnTo>
                  <a:lnTo>
                    <a:pt x="3409492" y="494753"/>
                  </a:lnTo>
                  <a:lnTo>
                    <a:pt x="3410191" y="492683"/>
                  </a:lnTo>
                  <a:lnTo>
                    <a:pt x="3410877" y="490664"/>
                  </a:lnTo>
                  <a:close/>
                </a:path>
                <a:path w="3957954" h="3899535">
                  <a:moveTo>
                    <a:pt x="3419932" y="179222"/>
                  </a:moveTo>
                  <a:lnTo>
                    <a:pt x="3419386" y="178028"/>
                  </a:lnTo>
                  <a:lnTo>
                    <a:pt x="3418294" y="177685"/>
                  </a:lnTo>
                  <a:lnTo>
                    <a:pt x="3417201" y="177330"/>
                  </a:lnTo>
                  <a:lnTo>
                    <a:pt x="3416033" y="177977"/>
                  </a:lnTo>
                  <a:lnTo>
                    <a:pt x="3415627" y="179171"/>
                  </a:lnTo>
                  <a:lnTo>
                    <a:pt x="3415246" y="180327"/>
                  </a:lnTo>
                  <a:lnTo>
                    <a:pt x="3415766" y="181559"/>
                  </a:lnTo>
                  <a:lnTo>
                    <a:pt x="3416858" y="181902"/>
                  </a:lnTo>
                  <a:lnTo>
                    <a:pt x="3417951" y="182257"/>
                  </a:lnTo>
                  <a:lnTo>
                    <a:pt x="3419132" y="181559"/>
                  </a:lnTo>
                  <a:lnTo>
                    <a:pt x="3419525" y="180416"/>
                  </a:lnTo>
                  <a:lnTo>
                    <a:pt x="3419932" y="179222"/>
                  </a:lnTo>
                  <a:close/>
                </a:path>
                <a:path w="3957954" h="3899535">
                  <a:moveTo>
                    <a:pt x="3494786" y="300888"/>
                  </a:moveTo>
                  <a:lnTo>
                    <a:pt x="3493922" y="299097"/>
                  </a:lnTo>
                  <a:lnTo>
                    <a:pt x="3490684" y="298056"/>
                  </a:lnTo>
                  <a:lnTo>
                    <a:pt x="3488880" y="299008"/>
                  </a:lnTo>
                  <a:lnTo>
                    <a:pt x="3487699" y="302501"/>
                  </a:lnTo>
                  <a:lnTo>
                    <a:pt x="3488563" y="304355"/>
                  </a:lnTo>
                  <a:lnTo>
                    <a:pt x="3491788" y="305396"/>
                  </a:lnTo>
                  <a:lnTo>
                    <a:pt x="3493592" y="304393"/>
                  </a:lnTo>
                  <a:lnTo>
                    <a:pt x="3494189" y="302641"/>
                  </a:lnTo>
                  <a:lnTo>
                    <a:pt x="3494786" y="300888"/>
                  </a:lnTo>
                  <a:close/>
                </a:path>
                <a:path w="3957954" h="3899535">
                  <a:moveTo>
                    <a:pt x="3495738" y="0"/>
                  </a:moveTo>
                  <a:lnTo>
                    <a:pt x="3487343" y="0"/>
                  </a:lnTo>
                  <a:lnTo>
                    <a:pt x="3487813" y="1028"/>
                  </a:lnTo>
                  <a:lnTo>
                    <a:pt x="3492690" y="2578"/>
                  </a:lnTo>
                  <a:lnTo>
                    <a:pt x="3495383" y="1054"/>
                  </a:lnTo>
                  <a:lnTo>
                    <a:pt x="3495738" y="0"/>
                  </a:lnTo>
                  <a:close/>
                </a:path>
                <a:path w="3957954" h="3899535">
                  <a:moveTo>
                    <a:pt x="3496145" y="2212492"/>
                  </a:moveTo>
                  <a:lnTo>
                    <a:pt x="3493897" y="2207552"/>
                  </a:lnTo>
                  <a:lnTo>
                    <a:pt x="3485210" y="2204783"/>
                  </a:lnTo>
                  <a:lnTo>
                    <a:pt x="3480397" y="2207476"/>
                  </a:lnTo>
                  <a:lnTo>
                    <a:pt x="3477234" y="2216797"/>
                  </a:lnTo>
                  <a:lnTo>
                    <a:pt x="3479495" y="2221700"/>
                  </a:lnTo>
                  <a:lnTo>
                    <a:pt x="3488182" y="2224468"/>
                  </a:lnTo>
                  <a:lnTo>
                    <a:pt x="3492982" y="2221827"/>
                  </a:lnTo>
                  <a:lnTo>
                    <a:pt x="3494570" y="2217140"/>
                  </a:lnTo>
                  <a:lnTo>
                    <a:pt x="3496145" y="2212492"/>
                  </a:lnTo>
                  <a:close/>
                </a:path>
                <a:path w="3957954" h="3899535">
                  <a:moveTo>
                    <a:pt x="3522611" y="756894"/>
                  </a:moveTo>
                  <a:lnTo>
                    <a:pt x="3520833" y="752919"/>
                  </a:lnTo>
                  <a:lnTo>
                    <a:pt x="3513759" y="750658"/>
                  </a:lnTo>
                  <a:lnTo>
                    <a:pt x="3509848" y="752817"/>
                  </a:lnTo>
                  <a:lnTo>
                    <a:pt x="3507295" y="760361"/>
                  </a:lnTo>
                  <a:lnTo>
                    <a:pt x="3509124" y="764349"/>
                  </a:lnTo>
                  <a:lnTo>
                    <a:pt x="3516198" y="766610"/>
                  </a:lnTo>
                  <a:lnTo>
                    <a:pt x="3520071" y="764438"/>
                  </a:lnTo>
                  <a:lnTo>
                    <a:pt x="3521341" y="760666"/>
                  </a:lnTo>
                  <a:lnTo>
                    <a:pt x="3522611" y="756894"/>
                  </a:lnTo>
                  <a:close/>
                </a:path>
                <a:path w="3957954" h="3899535">
                  <a:moveTo>
                    <a:pt x="3566553" y="895692"/>
                  </a:moveTo>
                  <a:lnTo>
                    <a:pt x="3563899" y="889850"/>
                  </a:lnTo>
                  <a:lnTo>
                    <a:pt x="3553574" y="886561"/>
                  </a:lnTo>
                  <a:lnTo>
                    <a:pt x="3547872" y="889723"/>
                  </a:lnTo>
                  <a:lnTo>
                    <a:pt x="3544125" y="900811"/>
                  </a:lnTo>
                  <a:lnTo>
                    <a:pt x="3546779" y="906640"/>
                  </a:lnTo>
                  <a:lnTo>
                    <a:pt x="3557117" y="909942"/>
                  </a:lnTo>
                  <a:lnTo>
                    <a:pt x="3562807" y="906767"/>
                  </a:lnTo>
                  <a:lnTo>
                    <a:pt x="3564686" y="901204"/>
                  </a:lnTo>
                  <a:lnTo>
                    <a:pt x="3566553" y="895692"/>
                  </a:lnTo>
                  <a:close/>
                </a:path>
                <a:path w="3957954" h="3899535">
                  <a:moveTo>
                    <a:pt x="3580269" y="112890"/>
                  </a:moveTo>
                  <a:lnTo>
                    <a:pt x="3578047" y="107950"/>
                  </a:lnTo>
                  <a:lnTo>
                    <a:pt x="3569335" y="105168"/>
                  </a:lnTo>
                  <a:lnTo>
                    <a:pt x="3564521" y="107861"/>
                  </a:lnTo>
                  <a:lnTo>
                    <a:pt x="3561359" y="117182"/>
                  </a:lnTo>
                  <a:lnTo>
                    <a:pt x="3563620" y="122085"/>
                  </a:lnTo>
                  <a:lnTo>
                    <a:pt x="3572332" y="124866"/>
                  </a:lnTo>
                  <a:lnTo>
                    <a:pt x="3577107" y="122212"/>
                  </a:lnTo>
                  <a:lnTo>
                    <a:pt x="3578695" y="117525"/>
                  </a:lnTo>
                  <a:lnTo>
                    <a:pt x="3580269" y="112890"/>
                  </a:lnTo>
                  <a:close/>
                </a:path>
                <a:path w="3957954" h="3899535">
                  <a:moveTo>
                    <a:pt x="3581501" y="1923059"/>
                  </a:moveTo>
                  <a:lnTo>
                    <a:pt x="3578555" y="1916620"/>
                  </a:lnTo>
                  <a:lnTo>
                    <a:pt x="3567150" y="1912975"/>
                  </a:lnTo>
                  <a:lnTo>
                    <a:pt x="3560876" y="1916468"/>
                  </a:lnTo>
                  <a:lnTo>
                    <a:pt x="3556724" y="1928749"/>
                  </a:lnTo>
                  <a:lnTo>
                    <a:pt x="3559645" y="1935175"/>
                  </a:lnTo>
                  <a:lnTo>
                    <a:pt x="3571049" y="1938820"/>
                  </a:lnTo>
                  <a:lnTo>
                    <a:pt x="3577348" y="1935327"/>
                  </a:lnTo>
                  <a:lnTo>
                    <a:pt x="3579431" y="1929168"/>
                  </a:lnTo>
                  <a:lnTo>
                    <a:pt x="3581501" y="1923059"/>
                  </a:lnTo>
                  <a:close/>
                </a:path>
                <a:path w="3957954" h="3899535">
                  <a:moveTo>
                    <a:pt x="3603536" y="1039037"/>
                  </a:moveTo>
                  <a:lnTo>
                    <a:pt x="3601936" y="1032383"/>
                  </a:lnTo>
                  <a:lnTo>
                    <a:pt x="3598037" y="1027010"/>
                  </a:lnTo>
                  <a:lnTo>
                    <a:pt x="3592195" y="1023632"/>
                  </a:lnTo>
                  <a:lnTo>
                    <a:pt x="3585426" y="1022972"/>
                  </a:lnTo>
                  <a:lnTo>
                    <a:pt x="3578999" y="1025067"/>
                  </a:lnTo>
                  <a:lnTo>
                    <a:pt x="3573653" y="1029500"/>
                  </a:lnTo>
                  <a:lnTo>
                    <a:pt x="3570084" y="1035875"/>
                  </a:lnTo>
                  <a:lnTo>
                    <a:pt x="3569068" y="1043051"/>
                  </a:lnTo>
                  <a:lnTo>
                    <a:pt x="3570668" y="1049693"/>
                  </a:lnTo>
                  <a:lnTo>
                    <a:pt x="3574567" y="1055077"/>
                  </a:lnTo>
                  <a:lnTo>
                    <a:pt x="3580409" y="1058468"/>
                  </a:lnTo>
                  <a:lnTo>
                    <a:pt x="3587191" y="1059103"/>
                  </a:lnTo>
                  <a:lnTo>
                    <a:pt x="3593604" y="1057021"/>
                  </a:lnTo>
                  <a:lnTo>
                    <a:pt x="3598964" y="1052588"/>
                  </a:lnTo>
                  <a:lnTo>
                    <a:pt x="3602520" y="1046226"/>
                  </a:lnTo>
                  <a:lnTo>
                    <a:pt x="3603536" y="1039037"/>
                  </a:lnTo>
                  <a:close/>
                </a:path>
                <a:path w="3957954" h="3899535">
                  <a:moveTo>
                    <a:pt x="3603866" y="1776844"/>
                  </a:moveTo>
                  <a:lnTo>
                    <a:pt x="3602050" y="1772856"/>
                  </a:lnTo>
                  <a:lnTo>
                    <a:pt x="3594989" y="1770595"/>
                  </a:lnTo>
                  <a:lnTo>
                    <a:pt x="3591077" y="1772767"/>
                  </a:lnTo>
                  <a:lnTo>
                    <a:pt x="3588512" y="1780349"/>
                  </a:lnTo>
                  <a:lnTo>
                    <a:pt x="3590340" y="1784350"/>
                  </a:lnTo>
                  <a:lnTo>
                    <a:pt x="3597402" y="1786597"/>
                  </a:lnTo>
                  <a:lnTo>
                    <a:pt x="3601301" y="1784426"/>
                  </a:lnTo>
                  <a:lnTo>
                    <a:pt x="3602596" y="1780616"/>
                  </a:lnTo>
                  <a:lnTo>
                    <a:pt x="3603866" y="1776844"/>
                  </a:lnTo>
                  <a:close/>
                </a:path>
                <a:path w="3957954" h="3899535">
                  <a:moveTo>
                    <a:pt x="3624834" y="1627746"/>
                  </a:moveTo>
                  <a:lnTo>
                    <a:pt x="3622179" y="1621904"/>
                  </a:lnTo>
                  <a:lnTo>
                    <a:pt x="3611854" y="1618602"/>
                  </a:lnTo>
                  <a:lnTo>
                    <a:pt x="3606152" y="1621777"/>
                  </a:lnTo>
                  <a:lnTo>
                    <a:pt x="3602405" y="1632864"/>
                  </a:lnTo>
                  <a:lnTo>
                    <a:pt x="3605060" y="1638693"/>
                  </a:lnTo>
                  <a:lnTo>
                    <a:pt x="3615398" y="1641995"/>
                  </a:lnTo>
                  <a:lnTo>
                    <a:pt x="3621087" y="1638820"/>
                  </a:lnTo>
                  <a:lnTo>
                    <a:pt x="3622967" y="1633258"/>
                  </a:lnTo>
                  <a:lnTo>
                    <a:pt x="3624834" y="1627746"/>
                  </a:lnTo>
                  <a:close/>
                </a:path>
                <a:path w="3957954" h="3899535">
                  <a:moveTo>
                    <a:pt x="3624923" y="1184313"/>
                  </a:moveTo>
                  <a:lnTo>
                    <a:pt x="3623322" y="1177645"/>
                  </a:lnTo>
                  <a:lnTo>
                    <a:pt x="3619436" y="1172260"/>
                  </a:lnTo>
                  <a:lnTo>
                    <a:pt x="3613581" y="1168882"/>
                  </a:lnTo>
                  <a:lnTo>
                    <a:pt x="3606812" y="1168234"/>
                  </a:lnTo>
                  <a:lnTo>
                    <a:pt x="3600386" y="1170330"/>
                  </a:lnTo>
                  <a:lnTo>
                    <a:pt x="3595039" y="1174775"/>
                  </a:lnTo>
                  <a:lnTo>
                    <a:pt x="3591458" y="1181176"/>
                  </a:lnTo>
                  <a:lnTo>
                    <a:pt x="3590442" y="1188351"/>
                  </a:lnTo>
                  <a:lnTo>
                    <a:pt x="3592042" y="1195006"/>
                  </a:lnTo>
                  <a:lnTo>
                    <a:pt x="3595941" y="1200378"/>
                  </a:lnTo>
                  <a:lnTo>
                    <a:pt x="3601783" y="1203769"/>
                  </a:lnTo>
                  <a:lnTo>
                    <a:pt x="3608565" y="1204417"/>
                  </a:lnTo>
                  <a:lnTo>
                    <a:pt x="3614978" y="1202321"/>
                  </a:lnTo>
                  <a:lnTo>
                    <a:pt x="3620325" y="1197889"/>
                  </a:lnTo>
                  <a:lnTo>
                    <a:pt x="3623894" y="1191526"/>
                  </a:lnTo>
                  <a:lnTo>
                    <a:pt x="3624923" y="1184313"/>
                  </a:lnTo>
                  <a:close/>
                </a:path>
                <a:path w="3957954" h="3899535">
                  <a:moveTo>
                    <a:pt x="3632377" y="1330464"/>
                  </a:moveTo>
                  <a:lnTo>
                    <a:pt x="3629304" y="1323733"/>
                  </a:lnTo>
                  <a:lnTo>
                    <a:pt x="3617366" y="1319923"/>
                  </a:lnTo>
                  <a:lnTo>
                    <a:pt x="3610724" y="1323555"/>
                  </a:lnTo>
                  <a:lnTo>
                    <a:pt x="3606393" y="1336382"/>
                  </a:lnTo>
                  <a:lnTo>
                    <a:pt x="3609505" y="1343177"/>
                  </a:lnTo>
                  <a:lnTo>
                    <a:pt x="3621443" y="1346987"/>
                  </a:lnTo>
                  <a:lnTo>
                    <a:pt x="3628047" y="1343291"/>
                  </a:lnTo>
                  <a:lnTo>
                    <a:pt x="3630206" y="1336903"/>
                  </a:lnTo>
                  <a:lnTo>
                    <a:pt x="3632377" y="1330464"/>
                  </a:lnTo>
                  <a:close/>
                </a:path>
                <a:path w="3957954" h="3899535">
                  <a:moveTo>
                    <a:pt x="3634981" y="1478597"/>
                  </a:moveTo>
                  <a:lnTo>
                    <a:pt x="3631755" y="1471498"/>
                  </a:lnTo>
                  <a:lnTo>
                    <a:pt x="3619233" y="1467510"/>
                  </a:lnTo>
                  <a:lnTo>
                    <a:pt x="3612337" y="1471371"/>
                  </a:lnTo>
                  <a:lnTo>
                    <a:pt x="3607816" y="1484744"/>
                  </a:lnTo>
                  <a:lnTo>
                    <a:pt x="3611016" y="1491830"/>
                  </a:lnTo>
                  <a:lnTo>
                    <a:pt x="3623538" y="1495818"/>
                  </a:lnTo>
                  <a:lnTo>
                    <a:pt x="3630460" y="1491970"/>
                  </a:lnTo>
                  <a:lnTo>
                    <a:pt x="3632708" y="1485303"/>
                  </a:lnTo>
                  <a:lnTo>
                    <a:pt x="3634981" y="1478597"/>
                  </a:lnTo>
                  <a:close/>
                </a:path>
                <a:path w="3957954" h="3899535">
                  <a:moveTo>
                    <a:pt x="3651516" y="236169"/>
                  </a:moveTo>
                  <a:lnTo>
                    <a:pt x="3649395" y="231571"/>
                  </a:lnTo>
                  <a:lnTo>
                    <a:pt x="3641267" y="228981"/>
                  </a:lnTo>
                  <a:lnTo>
                    <a:pt x="3636784" y="231470"/>
                  </a:lnTo>
                  <a:lnTo>
                    <a:pt x="3633813" y="240245"/>
                  </a:lnTo>
                  <a:lnTo>
                    <a:pt x="3635908" y="244843"/>
                  </a:lnTo>
                  <a:lnTo>
                    <a:pt x="3644036" y="247434"/>
                  </a:lnTo>
                  <a:lnTo>
                    <a:pt x="3648557" y="244957"/>
                  </a:lnTo>
                  <a:lnTo>
                    <a:pt x="3650043" y="240538"/>
                  </a:lnTo>
                  <a:lnTo>
                    <a:pt x="3651516" y="236169"/>
                  </a:lnTo>
                  <a:close/>
                </a:path>
                <a:path w="3957954" h="3899535">
                  <a:moveTo>
                    <a:pt x="3681565" y="2156968"/>
                  </a:moveTo>
                  <a:lnTo>
                    <a:pt x="3656520" y="2156968"/>
                  </a:lnTo>
                  <a:lnTo>
                    <a:pt x="3656228" y="2157806"/>
                  </a:lnTo>
                  <a:lnTo>
                    <a:pt x="3659467" y="2164854"/>
                  </a:lnTo>
                  <a:lnTo>
                    <a:pt x="3671938" y="2168829"/>
                  </a:lnTo>
                  <a:lnTo>
                    <a:pt x="3678834" y="2165032"/>
                  </a:lnTo>
                  <a:lnTo>
                    <a:pt x="3681565" y="2156968"/>
                  </a:lnTo>
                  <a:close/>
                </a:path>
                <a:path w="3957954" h="3899535">
                  <a:moveTo>
                    <a:pt x="3715969" y="364109"/>
                  </a:moveTo>
                  <a:lnTo>
                    <a:pt x="3713848" y="359511"/>
                  </a:lnTo>
                  <a:lnTo>
                    <a:pt x="3705720" y="356920"/>
                  </a:lnTo>
                  <a:lnTo>
                    <a:pt x="3701237" y="359410"/>
                  </a:lnTo>
                  <a:lnTo>
                    <a:pt x="3698265" y="368185"/>
                  </a:lnTo>
                  <a:lnTo>
                    <a:pt x="3700361" y="372783"/>
                  </a:lnTo>
                  <a:lnTo>
                    <a:pt x="3708489" y="375373"/>
                  </a:lnTo>
                  <a:lnTo>
                    <a:pt x="3713010" y="372884"/>
                  </a:lnTo>
                  <a:lnTo>
                    <a:pt x="3714496" y="368477"/>
                  </a:lnTo>
                  <a:lnTo>
                    <a:pt x="3715969" y="364109"/>
                  </a:lnTo>
                  <a:close/>
                </a:path>
                <a:path w="3957954" h="3899535">
                  <a:moveTo>
                    <a:pt x="3717074" y="833170"/>
                  </a:moveTo>
                  <a:lnTo>
                    <a:pt x="3714127" y="826731"/>
                  </a:lnTo>
                  <a:lnTo>
                    <a:pt x="3702710" y="823087"/>
                  </a:lnTo>
                  <a:lnTo>
                    <a:pt x="3696411" y="826579"/>
                  </a:lnTo>
                  <a:lnTo>
                    <a:pt x="3692258" y="838847"/>
                  </a:lnTo>
                  <a:lnTo>
                    <a:pt x="3695192" y="845286"/>
                  </a:lnTo>
                  <a:lnTo>
                    <a:pt x="3706622" y="848931"/>
                  </a:lnTo>
                  <a:lnTo>
                    <a:pt x="3712921" y="845439"/>
                  </a:lnTo>
                  <a:lnTo>
                    <a:pt x="3714991" y="839330"/>
                  </a:lnTo>
                  <a:lnTo>
                    <a:pt x="3717074" y="833170"/>
                  </a:lnTo>
                  <a:close/>
                </a:path>
                <a:path w="3957954" h="3899535">
                  <a:moveTo>
                    <a:pt x="3719182" y="1994662"/>
                  </a:moveTo>
                  <a:lnTo>
                    <a:pt x="3715258" y="1992388"/>
                  </a:lnTo>
                  <a:lnTo>
                    <a:pt x="3708489" y="1991741"/>
                  </a:lnTo>
                  <a:lnTo>
                    <a:pt x="3702075" y="1993836"/>
                  </a:lnTo>
                  <a:lnTo>
                    <a:pt x="3701084" y="1994662"/>
                  </a:lnTo>
                  <a:lnTo>
                    <a:pt x="3719182" y="1994662"/>
                  </a:lnTo>
                  <a:close/>
                </a:path>
                <a:path w="3957954" h="3899535">
                  <a:moveTo>
                    <a:pt x="3756710" y="1859343"/>
                  </a:moveTo>
                  <a:lnTo>
                    <a:pt x="3752799" y="1850720"/>
                  </a:lnTo>
                  <a:lnTo>
                    <a:pt x="3737584" y="1845856"/>
                  </a:lnTo>
                  <a:lnTo>
                    <a:pt x="3729177" y="1850555"/>
                  </a:lnTo>
                  <a:lnTo>
                    <a:pt x="3723652" y="1866874"/>
                  </a:lnTo>
                  <a:lnTo>
                    <a:pt x="3727577" y="1875459"/>
                  </a:lnTo>
                  <a:lnTo>
                    <a:pt x="3742791" y="1880323"/>
                  </a:lnTo>
                  <a:lnTo>
                    <a:pt x="3751186" y="1875663"/>
                  </a:lnTo>
                  <a:lnTo>
                    <a:pt x="3753955" y="1867484"/>
                  </a:lnTo>
                  <a:lnTo>
                    <a:pt x="3756710" y="1859343"/>
                  </a:lnTo>
                  <a:close/>
                </a:path>
                <a:path w="3957954" h="3899535">
                  <a:moveTo>
                    <a:pt x="3777462" y="1711655"/>
                  </a:moveTo>
                  <a:lnTo>
                    <a:pt x="3773805" y="1703666"/>
                  </a:lnTo>
                  <a:lnTo>
                    <a:pt x="3759695" y="1699158"/>
                  </a:lnTo>
                  <a:lnTo>
                    <a:pt x="3751872" y="1703489"/>
                  </a:lnTo>
                  <a:lnTo>
                    <a:pt x="3746741" y="1718652"/>
                  </a:lnTo>
                  <a:lnTo>
                    <a:pt x="3750399" y="1726641"/>
                  </a:lnTo>
                  <a:lnTo>
                    <a:pt x="3764508" y="1731149"/>
                  </a:lnTo>
                  <a:lnTo>
                    <a:pt x="3772331" y="1726819"/>
                  </a:lnTo>
                  <a:lnTo>
                    <a:pt x="3774897" y="1719237"/>
                  </a:lnTo>
                  <a:lnTo>
                    <a:pt x="3777462" y="1711655"/>
                  </a:lnTo>
                  <a:close/>
                </a:path>
                <a:path w="3957954" h="3899535">
                  <a:moveTo>
                    <a:pt x="3778707" y="495007"/>
                  </a:moveTo>
                  <a:lnTo>
                    <a:pt x="3775189" y="487311"/>
                  </a:lnTo>
                  <a:lnTo>
                    <a:pt x="3761625" y="482981"/>
                  </a:lnTo>
                  <a:lnTo>
                    <a:pt x="3754094" y="487146"/>
                  </a:lnTo>
                  <a:lnTo>
                    <a:pt x="3749167" y="501726"/>
                  </a:lnTo>
                  <a:lnTo>
                    <a:pt x="3752685" y="509409"/>
                  </a:lnTo>
                  <a:lnTo>
                    <a:pt x="3766248" y="513740"/>
                  </a:lnTo>
                  <a:lnTo>
                    <a:pt x="3773779" y="509574"/>
                  </a:lnTo>
                  <a:lnTo>
                    <a:pt x="3776230" y="502310"/>
                  </a:lnTo>
                  <a:lnTo>
                    <a:pt x="3778707" y="495007"/>
                  </a:lnTo>
                  <a:close/>
                </a:path>
                <a:path w="3957954" h="3899535">
                  <a:moveTo>
                    <a:pt x="3791000" y="1266253"/>
                  </a:moveTo>
                  <a:lnTo>
                    <a:pt x="3786962" y="1257325"/>
                  </a:lnTo>
                  <a:lnTo>
                    <a:pt x="3771188" y="1252296"/>
                  </a:lnTo>
                  <a:lnTo>
                    <a:pt x="3762476" y="1257147"/>
                  </a:lnTo>
                  <a:lnTo>
                    <a:pt x="3756761" y="1274064"/>
                  </a:lnTo>
                  <a:lnTo>
                    <a:pt x="3760825" y="1282954"/>
                  </a:lnTo>
                  <a:lnTo>
                    <a:pt x="3776586" y="1287983"/>
                  </a:lnTo>
                  <a:lnTo>
                    <a:pt x="3785285" y="1283169"/>
                  </a:lnTo>
                  <a:lnTo>
                    <a:pt x="3788143" y="1274711"/>
                  </a:lnTo>
                  <a:lnTo>
                    <a:pt x="3791000" y="1266253"/>
                  </a:lnTo>
                  <a:close/>
                </a:path>
                <a:path w="3957954" h="3899535">
                  <a:moveTo>
                    <a:pt x="3797541" y="1564017"/>
                  </a:moveTo>
                  <a:lnTo>
                    <a:pt x="3795445" y="1555356"/>
                  </a:lnTo>
                  <a:lnTo>
                    <a:pt x="3790365" y="1548345"/>
                  </a:lnTo>
                  <a:lnTo>
                    <a:pt x="3782733" y="1543926"/>
                  </a:lnTo>
                  <a:lnTo>
                    <a:pt x="3773906" y="1543088"/>
                  </a:lnTo>
                  <a:lnTo>
                    <a:pt x="3765537" y="1545805"/>
                  </a:lnTo>
                  <a:lnTo>
                    <a:pt x="3758565" y="1551584"/>
                  </a:lnTo>
                  <a:lnTo>
                    <a:pt x="3753916" y="1559890"/>
                  </a:lnTo>
                  <a:lnTo>
                    <a:pt x="3752596" y="1569250"/>
                  </a:lnTo>
                  <a:lnTo>
                    <a:pt x="3754678" y="1577911"/>
                  </a:lnTo>
                  <a:lnTo>
                    <a:pt x="3759746" y="1584934"/>
                  </a:lnTo>
                  <a:lnTo>
                    <a:pt x="3767366" y="1589341"/>
                  </a:lnTo>
                  <a:lnTo>
                    <a:pt x="3776218" y="1590179"/>
                  </a:lnTo>
                  <a:lnTo>
                    <a:pt x="3784587" y="1587461"/>
                  </a:lnTo>
                  <a:lnTo>
                    <a:pt x="3791559" y="1581683"/>
                  </a:lnTo>
                  <a:lnTo>
                    <a:pt x="3796207" y="1573390"/>
                  </a:lnTo>
                  <a:lnTo>
                    <a:pt x="3797541" y="1564017"/>
                  </a:lnTo>
                  <a:close/>
                </a:path>
                <a:path w="3957954" h="3899535">
                  <a:moveTo>
                    <a:pt x="3801478" y="1415440"/>
                  </a:moveTo>
                  <a:lnTo>
                    <a:pt x="3799382" y="1406779"/>
                  </a:lnTo>
                  <a:lnTo>
                    <a:pt x="3794302" y="1399768"/>
                  </a:lnTo>
                  <a:lnTo>
                    <a:pt x="3786695" y="1395361"/>
                  </a:lnTo>
                  <a:lnTo>
                    <a:pt x="3777856" y="1394510"/>
                  </a:lnTo>
                  <a:lnTo>
                    <a:pt x="3769499" y="1397228"/>
                  </a:lnTo>
                  <a:lnTo>
                    <a:pt x="3762527" y="1403007"/>
                  </a:lnTo>
                  <a:lnTo>
                    <a:pt x="3757879" y="1411325"/>
                  </a:lnTo>
                  <a:lnTo>
                    <a:pt x="3756545" y="1420698"/>
                  </a:lnTo>
                  <a:lnTo>
                    <a:pt x="3758641" y="1429359"/>
                  </a:lnTo>
                  <a:lnTo>
                    <a:pt x="3763708" y="1436370"/>
                  </a:lnTo>
                  <a:lnTo>
                    <a:pt x="3771341" y="1440776"/>
                  </a:lnTo>
                  <a:lnTo>
                    <a:pt x="3780155" y="1441615"/>
                  </a:lnTo>
                  <a:lnTo>
                    <a:pt x="3788524" y="1438897"/>
                  </a:lnTo>
                  <a:lnTo>
                    <a:pt x="3795496" y="1433118"/>
                  </a:lnTo>
                  <a:lnTo>
                    <a:pt x="3800157" y="1424813"/>
                  </a:lnTo>
                  <a:lnTo>
                    <a:pt x="3801478" y="1415440"/>
                  </a:lnTo>
                  <a:close/>
                </a:path>
                <a:path w="3957954" h="3899535">
                  <a:moveTo>
                    <a:pt x="3873804" y="771486"/>
                  </a:moveTo>
                  <a:lnTo>
                    <a:pt x="3871963" y="763828"/>
                  </a:lnTo>
                  <a:lnTo>
                    <a:pt x="3867480" y="757631"/>
                  </a:lnTo>
                  <a:lnTo>
                    <a:pt x="3860736" y="753732"/>
                  </a:lnTo>
                  <a:lnTo>
                    <a:pt x="3852926" y="752983"/>
                  </a:lnTo>
                  <a:lnTo>
                    <a:pt x="3845534" y="755383"/>
                  </a:lnTo>
                  <a:lnTo>
                    <a:pt x="3839362" y="760501"/>
                  </a:lnTo>
                  <a:lnTo>
                    <a:pt x="3835247" y="767854"/>
                  </a:lnTo>
                  <a:lnTo>
                    <a:pt x="3834079" y="776135"/>
                  </a:lnTo>
                  <a:lnTo>
                    <a:pt x="3835933" y="783780"/>
                  </a:lnTo>
                  <a:lnTo>
                    <a:pt x="3840429" y="789965"/>
                  </a:lnTo>
                  <a:lnTo>
                    <a:pt x="3847173" y="793864"/>
                  </a:lnTo>
                  <a:lnTo>
                    <a:pt x="3854983" y="794613"/>
                  </a:lnTo>
                  <a:lnTo>
                    <a:pt x="3862362" y="792213"/>
                  </a:lnTo>
                  <a:lnTo>
                    <a:pt x="3868521" y="787120"/>
                  </a:lnTo>
                  <a:lnTo>
                    <a:pt x="3872623" y="779780"/>
                  </a:lnTo>
                  <a:lnTo>
                    <a:pt x="3873804" y="771486"/>
                  </a:lnTo>
                  <a:close/>
                </a:path>
                <a:path w="3957954" h="3899535">
                  <a:moveTo>
                    <a:pt x="3899789" y="1945360"/>
                  </a:moveTo>
                  <a:lnTo>
                    <a:pt x="3898188" y="1938718"/>
                  </a:lnTo>
                  <a:lnTo>
                    <a:pt x="3894302" y="1933333"/>
                  </a:lnTo>
                  <a:lnTo>
                    <a:pt x="3888448" y="1929955"/>
                  </a:lnTo>
                  <a:lnTo>
                    <a:pt x="3881678" y="1929307"/>
                  </a:lnTo>
                  <a:lnTo>
                    <a:pt x="3875265" y="1931390"/>
                  </a:lnTo>
                  <a:lnTo>
                    <a:pt x="3869906" y="1935822"/>
                  </a:lnTo>
                  <a:lnTo>
                    <a:pt x="3866337" y="1942211"/>
                  </a:lnTo>
                  <a:lnTo>
                    <a:pt x="3865321" y="1949386"/>
                  </a:lnTo>
                  <a:lnTo>
                    <a:pt x="3866921" y="1956041"/>
                  </a:lnTo>
                  <a:lnTo>
                    <a:pt x="3870820" y="1961413"/>
                  </a:lnTo>
                  <a:lnTo>
                    <a:pt x="3876662" y="1964804"/>
                  </a:lnTo>
                  <a:lnTo>
                    <a:pt x="3883444" y="1965452"/>
                  </a:lnTo>
                  <a:lnTo>
                    <a:pt x="3889857" y="1963356"/>
                  </a:lnTo>
                  <a:lnTo>
                    <a:pt x="3895204" y="1958936"/>
                  </a:lnTo>
                  <a:lnTo>
                    <a:pt x="3898773" y="1952561"/>
                  </a:lnTo>
                  <a:lnTo>
                    <a:pt x="3899789" y="1945360"/>
                  </a:lnTo>
                  <a:close/>
                </a:path>
                <a:path w="3957954" h="3899535">
                  <a:moveTo>
                    <a:pt x="3906659" y="913714"/>
                  </a:moveTo>
                  <a:lnTo>
                    <a:pt x="3904805" y="906056"/>
                  </a:lnTo>
                  <a:lnTo>
                    <a:pt x="3900309" y="899871"/>
                  </a:lnTo>
                  <a:lnTo>
                    <a:pt x="3893566" y="895972"/>
                  </a:lnTo>
                  <a:lnTo>
                    <a:pt x="3885768" y="895223"/>
                  </a:lnTo>
                  <a:lnTo>
                    <a:pt x="3878376" y="897623"/>
                  </a:lnTo>
                  <a:lnTo>
                    <a:pt x="3872204" y="902716"/>
                  </a:lnTo>
                  <a:lnTo>
                    <a:pt x="3868089" y="910043"/>
                  </a:lnTo>
                  <a:lnTo>
                    <a:pt x="3866921" y="918324"/>
                  </a:lnTo>
                  <a:lnTo>
                    <a:pt x="3868775" y="925995"/>
                  </a:lnTo>
                  <a:lnTo>
                    <a:pt x="3873271" y="932205"/>
                  </a:lnTo>
                  <a:lnTo>
                    <a:pt x="3880002" y="936104"/>
                  </a:lnTo>
                  <a:lnTo>
                    <a:pt x="3887813" y="936840"/>
                  </a:lnTo>
                  <a:lnTo>
                    <a:pt x="3895217" y="934427"/>
                  </a:lnTo>
                  <a:lnTo>
                    <a:pt x="3901389" y="929322"/>
                  </a:lnTo>
                  <a:lnTo>
                    <a:pt x="3905491" y="921981"/>
                  </a:lnTo>
                  <a:lnTo>
                    <a:pt x="3906659" y="913714"/>
                  </a:lnTo>
                  <a:close/>
                </a:path>
                <a:path w="3957954" h="3899535">
                  <a:moveTo>
                    <a:pt x="3926649" y="1797773"/>
                  </a:moveTo>
                  <a:lnTo>
                    <a:pt x="3924935" y="1790725"/>
                  </a:lnTo>
                  <a:lnTo>
                    <a:pt x="3920782" y="1785023"/>
                  </a:lnTo>
                  <a:lnTo>
                    <a:pt x="3914571" y="1781429"/>
                  </a:lnTo>
                  <a:lnTo>
                    <a:pt x="3907396" y="1780743"/>
                  </a:lnTo>
                  <a:lnTo>
                    <a:pt x="3900589" y="1782953"/>
                  </a:lnTo>
                  <a:lnTo>
                    <a:pt x="3894925" y="1787639"/>
                  </a:lnTo>
                  <a:lnTo>
                    <a:pt x="3891127" y="1794421"/>
                  </a:lnTo>
                  <a:lnTo>
                    <a:pt x="3890048" y="1802053"/>
                  </a:lnTo>
                  <a:lnTo>
                    <a:pt x="3891750" y="1809102"/>
                  </a:lnTo>
                  <a:lnTo>
                    <a:pt x="3895877" y="1814804"/>
                  </a:lnTo>
                  <a:lnTo>
                    <a:pt x="3902075" y="1818398"/>
                  </a:lnTo>
                  <a:lnTo>
                    <a:pt x="3909276" y="1819084"/>
                  </a:lnTo>
                  <a:lnTo>
                    <a:pt x="3916095" y="1816862"/>
                  </a:lnTo>
                  <a:lnTo>
                    <a:pt x="3921785" y="1812175"/>
                  </a:lnTo>
                  <a:lnTo>
                    <a:pt x="3925570" y="1805419"/>
                  </a:lnTo>
                  <a:lnTo>
                    <a:pt x="3926649" y="1797773"/>
                  </a:lnTo>
                  <a:close/>
                </a:path>
                <a:path w="3957954" h="3899535">
                  <a:moveTo>
                    <a:pt x="3941165" y="1057097"/>
                  </a:moveTo>
                  <a:lnTo>
                    <a:pt x="3938397" y="1045603"/>
                  </a:lnTo>
                  <a:lnTo>
                    <a:pt x="3931678" y="1036307"/>
                  </a:lnTo>
                  <a:lnTo>
                    <a:pt x="3921569" y="1030452"/>
                  </a:lnTo>
                  <a:lnTo>
                    <a:pt x="3909860" y="1029347"/>
                  </a:lnTo>
                  <a:lnTo>
                    <a:pt x="3898773" y="1032954"/>
                  </a:lnTo>
                  <a:lnTo>
                    <a:pt x="3889540" y="1040612"/>
                  </a:lnTo>
                  <a:lnTo>
                    <a:pt x="3883380" y="1051623"/>
                  </a:lnTo>
                  <a:lnTo>
                    <a:pt x="3881615" y="1064044"/>
                  </a:lnTo>
                  <a:lnTo>
                    <a:pt x="3884384" y="1075537"/>
                  </a:lnTo>
                  <a:lnTo>
                    <a:pt x="3891102" y="1084834"/>
                  </a:lnTo>
                  <a:lnTo>
                    <a:pt x="3901211" y="1090676"/>
                  </a:lnTo>
                  <a:lnTo>
                    <a:pt x="3912920" y="1091793"/>
                  </a:lnTo>
                  <a:lnTo>
                    <a:pt x="3924008" y="1088186"/>
                  </a:lnTo>
                  <a:lnTo>
                    <a:pt x="3933240" y="1080528"/>
                  </a:lnTo>
                  <a:lnTo>
                    <a:pt x="3939413" y="1069505"/>
                  </a:lnTo>
                  <a:lnTo>
                    <a:pt x="3941165" y="1057097"/>
                  </a:lnTo>
                  <a:close/>
                </a:path>
                <a:path w="3957954" h="3899535">
                  <a:moveTo>
                    <a:pt x="3948265" y="1648955"/>
                  </a:moveTo>
                  <a:lnTo>
                    <a:pt x="3946169" y="1640281"/>
                  </a:lnTo>
                  <a:lnTo>
                    <a:pt x="3941102" y="1633283"/>
                  </a:lnTo>
                  <a:lnTo>
                    <a:pt x="3933469" y="1628876"/>
                  </a:lnTo>
                  <a:lnTo>
                    <a:pt x="3924643" y="1628025"/>
                  </a:lnTo>
                  <a:lnTo>
                    <a:pt x="3916286" y="1630743"/>
                  </a:lnTo>
                  <a:lnTo>
                    <a:pt x="3909301" y="1636522"/>
                  </a:lnTo>
                  <a:lnTo>
                    <a:pt x="3904653" y="1644840"/>
                  </a:lnTo>
                  <a:lnTo>
                    <a:pt x="3903332" y="1654213"/>
                  </a:lnTo>
                  <a:lnTo>
                    <a:pt x="3905427" y="1662874"/>
                  </a:lnTo>
                  <a:lnTo>
                    <a:pt x="3910495" y="1669884"/>
                  </a:lnTo>
                  <a:lnTo>
                    <a:pt x="3918115" y="1674291"/>
                  </a:lnTo>
                  <a:lnTo>
                    <a:pt x="3926954" y="1675130"/>
                  </a:lnTo>
                  <a:lnTo>
                    <a:pt x="3935311" y="1672412"/>
                  </a:lnTo>
                  <a:lnTo>
                    <a:pt x="3942283" y="1666633"/>
                  </a:lnTo>
                  <a:lnTo>
                    <a:pt x="3946931" y="1658327"/>
                  </a:lnTo>
                  <a:lnTo>
                    <a:pt x="3948265" y="1648955"/>
                  </a:lnTo>
                  <a:close/>
                </a:path>
                <a:path w="3957954" h="3899535">
                  <a:moveTo>
                    <a:pt x="3954272" y="1203833"/>
                  </a:moveTo>
                  <a:lnTo>
                    <a:pt x="3951795" y="1193546"/>
                  </a:lnTo>
                  <a:lnTo>
                    <a:pt x="3945775" y="1185227"/>
                  </a:lnTo>
                  <a:lnTo>
                    <a:pt x="3936733" y="1179995"/>
                  </a:lnTo>
                  <a:lnTo>
                    <a:pt x="3926268" y="1178991"/>
                  </a:lnTo>
                  <a:lnTo>
                    <a:pt x="3916337" y="1182230"/>
                  </a:lnTo>
                  <a:lnTo>
                    <a:pt x="3908069" y="1189075"/>
                  </a:lnTo>
                  <a:lnTo>
                    <a:pt x="3902545" y="1198930"/>
                  </a:lnTo>
                  <a:lnTo>
                    <a:pt x="3900982" y="1210030"/>
                  </a:lnTo>
                  <a:lnTo>
                    <a:pt x="3903459" y="1220304"/>
                  </a:lnTo>
                  <a:lnTo>
                    <a:pt x="3909479" y="1228623"/>
                  </a:lnTo>
                  <a:lnTo>
                    <a:pt x="3918521" y="1233868"/>
                  </a:lnTo>
                  <a:lnTo>
                    <a:pt x="3928999" y="1234859"/>
                  </a:lnTo>
                  <a:lnTo>
                    <a:pt x="3938917" y="1231620"/>
                  </a:lnTo>
                  <a:lnTo>
                    <a:pt x="3947185" y="1224775"/>
                  </a:lnTo>
                  <a:lnTo>
                    <a:pt x="3952697" y="1214932"/>
                  </a:lnTo>
                  <a:lnTo>
                    <a:pt x="3954272" y="1203833"/>
                  </a:lnTo>
                  <a:close/>
                </a:path>
                <a:path w="3957954" h="3899535">
                  <a:moveTo>
                    <a:pt x="3957332" y="1500327"/>
                  </a:moveTo>
                  <a:lnTo>
                    <a:pt x="3955237" y="1491665"/>
                  </a:lnTo>
                  <a:lnTo>
                    <a:pt x="3950157" y="1484655"/>
                  </a:lnTo>
                  <a:lnTo>
                    <a:pt x="3942550" y="1480248"/>
                  </a:lnTo>
                  <a:lnTo>
                    <a:pt x="3933698" y="1479397"/>
                  </a:lnTo>
                  <a:lnTo>
                    <a:pt x="3925328" y="1482115"/>
                  </a:lnTo>
                  <a:lnTo>
                    <a:pt x="3918369" y="1487893"/>
                  </a:lnTo>
                  <a:lnTo>
                    <a:pt x="3913733" y="1496212"/>
                  </a:lnTo>
                  <a:lnTo>
                    <a:pt x="3912387" y="1505597"/>
                  </a:lnTo>
                  <a:lnTo>
                    <a:pt x="3914470" y="1514259"/>
                  </a:lnTo>
                  <a:lnTo>
                    <a:pt x="3919537" y="1521256"/>
                  </a:lnTo>
                  <a:lnTo>
                    <a:pt x="3927195" y="1525663"/>
                  </a:lnTo>
                  <a:lnTo>
                    <a:pt x="3936009" y="1526514"/>
                  </a:lnTo>
                  <a:lnTo>
                    <a:pt x="3944378" y="1523796"/>
                  </a:lnTo>
                  <a:lnTo>
                    <a:pt x="3951351" y="1518031"/>
                  </a:lnTo>
                  <a:lnTo>
                    <a:pt x="3956012" y="1509699"/>
                  </a:lnTo>
                  <a:lnTo>
                    <a:pt x="3957332" y="1500327"/>
                  </a:lnTo>
                  <a:close/>
                </a:path>
                <a:path w="3957954" h="3899535">
                  <a:moveTo>
                    <a:pt x="3957917" y="1351953"/>
                  </a:moveTo>
                  <a:lnTo>
                    <a:pt x="3955834" y="1343279"/>
                  </a:lnTo>
                  <a:lnTo>
                    <a:pt x="3950754" y="1336281"/>
                  </a:lnTo>
                  <a:lnTo>
                    <a:pt x="3943121" y="1331874"/>
                  </a:lnTo>
                  <a:lnTo>
                    <a:pt x="3934295" y="1331023"/>
                  </a:lnTo>
                  <a:lnTo>
                    <a:pt x="3925925" y="1333741"/>
                  </a:lnTo>
                  <a:lnTo>
                    <a:pt x="3918953" y="1339519"/>
                  </a:lnTo>
                  <a:lnTo>
                    <a:pt x="3914305" y="1347838"/>
                  </a:lnTo>
                  <a:lnTo>
                    <a:pt x="3912984" y="1357185"/>
                  </a:lnTo>
                  <a:lnTo>
                    <a:pt x="3915067" y="1365846"/>
                  </a:lnTo>
                  <a:lnTo>
                    <a:pt x="3920147" y="1372870"/>
                  </a:lnTo>
                  <a:lnTo>
                    <a:pt x="3927767" y="1377289"/>
                  </a:lnTo>
                  <a:lnTo>
                    <a:pt x="3936606" y="1378115"/>
                  </a:lnTo>
                  <a:lnTo>
                    <a:pt x="3944975" y="1375384"/>
                  </a:lnTo>
                  <a:lnTo>
                    <a:pt x="3951948" y="1369606"/>
                  </a:lnTo>
                  <a:lnTo>
                    <a:pt x="3956583" y="1361325"/>
                  </a:lnTo>
                  <a:lnTo>
                    <a:pt x="3957917" y="1351953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6434" name="object 41">
              <a:extLst>
                <a:ext uri="{FF2B5EF4-FFF2-40B4-BE49-F238E27FC236}">
                  <a16:creationId xmlns="" xmlns:a16="http://schemas.microsoft.com/office/drawing/2014/main" id="{CD474B92-B5BD-4C09-876C-1435CAC7DCD0}"/>
                </a:ext>
              </a:extLst>
            </p:cNvPr>
            <p:cNvSpPr>
              <a:spLocks/>
            </p:cNvSpPr>
            <p:nvPr/>
          </p:nvSpPr>
          <p:spPr bwMode="auto">
            <a:xfrm>
              <a:off x="871156" y="2309037"/>
              <a:ext cx="4093210" cy="4026535"/>
            </a:xfrm>
            <a:custGeom>
              <a:avLst/>
              <a:gdLst>
                <a:gd name="T0" fmla="*/ 104838 w 4093210"/>
                <a:gd name="T1" fmla="*/ 3545573 h 4026535"/>
                <a:gd name="T2" fmla="*/ 104305 w 4093210"/>
                <a:gd name="T3" fmla="*/ 3554463 h 4026535"/>
                <a:gd name="T4" fmla="*/ 206984 w 4093210"/>
                <a:gd name="T5" fmla="*/ 3625697 h 4026535"/>
                <a:gd name="T6" fmla="*/ 221729 w 4093210"/>
                <a:gd name="T7" fmla="*/ 3630396 h 4026535"/>
                <a:gd name="T8" fmla="*/ 323532 w 4093210"/>
                <a:gd name="T9" fmla="*/ 3713975 h 4026535"/>
                <a:gd name="T10" fmla="*/ 584822 w 4093210"/>
                <a:gd name="T11" fmla="*/ 3826853 h 4026535"/>
                <a:gd name="T12" fmla="*/ 583971 w 4093210"/>
                <a:gd name="T13" fmla="*/ 3840188 h 4026535"/>
                <a:gd name="T14" fmla="*/ 700112 w 4093210"/>
                <a:gd name="T15" fmla="*/ 3875671 h 4026535"/>
                <a:gd name="T16" fmla="*/ 718807 w 4093210"/>
                <a:gd name="T17" fmla="*/ 3881640 h 4026535"/>
                <a:gd name="T18" fmla="*/ 830732 w 4093210"/>
                <a:gd name="T19" fmla="*/ 3935793 h 4026535"/>
                <a:gd name="T20" fmla="*/ 985342 w 4093210"/>
                <a:gd name="T21" fmla="*/ 3950576 h 4026535"/>
                <a:gd name="T22" fmla="*/ 984084 w 4093210"/>
                <a:gd name="T23" fmla="*/ 3970134 h 4026535"/>
                <a:gd name="T24" fmla="*/ 1104607 w 4093210"/>
                <a:gd name="T25" fmla="*/ 3975849 h 4026535"/>
                <a:gd name="T26" fmla="*/ 1125270 w 4093210"/>
                <a:gd name="T27" fmla="*/ 3982440 h 4026535"/>
                <a:gd name="T28" fmla="*/ 1242491 w 4093210"/>
                <a:gd name="T29" fmla="*/ 4010749 h 4026535"/>
                <a:gd name="T30" fmla="*/ 1407350 w 4093210"/>
                <a:gd name="T31" fmla="*/ 4000436 h 4026535"/>
                <a:gd name="T32" fmla="*/ 1376451 w 4093210"/>
                <a:gd name="T33" fmla="*/ 4003840 h 4026535"/>
                <a:gd name="T34" fmla="*/ 1399260 w 4093210"/>
                <a:gd name="T35" fmla="*/ 4024350 h 4026535"/>
                <a:gd name="T36" fmla="*/ 1530680 w 4093210"/>
                <a:gd name="T37" fmla="*/ 3991292 h 4026535"/>
                <a:gd name="T38" fmla="*/ 1545882 w 4093210"/>
                <a:gd name="T39" fmla="*/ 4011371 h 4026535"/>
                <a:gd name="T40" fmla="*/ 1673313 w 4093210"/>
                <a:gd name="T41" fmla="*/ 3979354 h 4026535"/>
                <a:gd name="T42" fmla="*/ 1662798 w 4093210"/>
                <a:gd name="T43" fmla="*/ 4010444 h 4026535"/>
                <a:gd name="T44" fmla="*/ 1690903 w 4093210"/>
                <a:gd name="T45" fmla="*/ 3994912 h 4026535"/>
                <a:gd name="T46" fmla="*/ 1806295 w 4093210"/>
                <a:gd name="T47" fmla="*/ 3958666 h 4026535"/>
                <a:gd name="T48" fmla="*/ 1807946 w 4093210"/>
                <a:gd name="T49" fmla="*/ 3998188 h 4026535"/>
                <a:gd name="T50" fmla="*/ 1978863 w 4093210"/>
                <a:gd name="T51" fmla="*/ 3946728 h 4026535"/>
                <a:gd name="T52" fmla="*/ 1937156 w 4093210"/>
                <a:gd name="T53" fmla="*/ 3933406 h 4026535"/>
                <a:gd name="T54" fmla="*/ 1956041 w 4093210"/>
                <a:gd name="T55" fmla="*/ 3974744 h 4026535"/>
                <a:gd name="T56" fmla="*/ 2250427 w 4093210"/>
                <a:gd name="T57" fmla="*/ 3856202 h 4026535"/>
                <a:gd name="T58" fmla="*/ 2208898 w 4093210"/>
                <a:gd name="T59" fmla="*/ 3860774 h 4026535"/>
                <a:gd name="T60" fmla="*/ 2239568 w 4093210"/>
                <a:gd name="T61" fmla="*/ 3888321 h 4026535"/>
                <a:gd name="T62" fmla="*/ 2383307 w 4093210"/>
                <a:gd name="T63" fmla="*/ 3791229 h 4026535"/>
                <a:gd name="T64" fmla="*/ 2336723 w 4093210"/>
                <a:gd name="T65" fmla="*/ 3817061 h 4026535"/>
                <a:gd name="T66" fmla="*/ 2384755 w 4093210"/>
                <a:gd name="T67" fmla="*/ 3832390 h 4026535"/>
                <a:gd name="T68" fmla="*/ 3717760 w 4093210"/>
                <a:gd name="T69" fmla="*/ 2641 h 4026535"/>
                <a:gd name="T70" fmla="*/ 3733508 w 4093210"/>
                <a:gd name="T71" fmla="*/ 7670 h 4026535"/>
                <a:gd name="T72" fmla="*/ 3782593 w 4093210"/>
                <a:gd name="T73" fmla="*/ 145580 h 4026535"/>
                <a:gd name="T74" fmla="*/ 3825786 w 4093210"/>
                <a:gd name="T75" fmla="*/ 2186432 h 4026535"/>
                <a:gd name="T76" fmla="*/ 3787165 w 4093210"/>
                <a:gd name="T77" fmla="*/ 2190623 h 4026535"/>
                <a:gd name="T78" fmla="*/ 3815689 w 4093210"/>
                <a:gd name="T79" fmla="*/ 2216315 h 4026535"/>
                <a:gd name="T80" fmla="*/ 3869296 w 4093210"/>
                <a:gd name="T81" fmla="*/ 248716 h 4026535"/>
                <a:gd name="T82" fmla="*/ 3840302 w 4093210"/>
                <a:gd name="T83" fmla="*/ 264756 h 4026535"/>
                <a:gd name="T84" fmla="*/ 3870223 w 4093210"/>
                <a:gd name="T85" fmla="*/ 274307 h 4026535"/>
                <a:gd name="T86" fmla="*/ 3888930 w 4093210"/>
                <a:gd name="T87" fmla="*/ 1889150 h 4026535"/>
                <a:gd name="T88" fmla="*/ 3867404 w 4093210"/>
                <a:gd name="T89" fmla="*/ 1915236 h 4026535"/>
                <a:gd name="T90" fmla="*/ 3899255 w 4093210"/>
                <a:gd name="T91" fmla="*/ 1911756 h 4026535"/>
                <a:gd name="T92" fmla="*/ 3898887 w 4093210"/>
                <a:gd name="T93" fmla="*/ 398741 h 4026535"/>
                <a:gd name="T94" fmla="*/ 3988536 w 4093210"/>
                <a:gd name="T95" fmla="*/ 528447 h 4026535"/>
                <a:gd name="T96" fmla="*/ 3943235 w 4093210"/>
                <a:gd name="T97" fmla="*/ 513981 h 4026535"/>
                <a:gd name="T98" fmla="*/ 3963771 w 4093210"/>
                <a:gd name="T99" fmla="*/ 558888 h 4026535"/>
                <a:gd name="T100" fmla="*/ 4027373 w 4093210"/>
                <a:gd name="T101" fmla="*/ 657656 h 4026535"/>
                <a:gd name="T102" fmla="*/ 3979100 w 4093210"/>
                <a:gd name="T103" fmla="*/ 662952 h 4026535"/>
                <a:gd name="T104" fmla="*/ 4014749 w 4093210"/>
                <a:gd name="T105" fmla="*/ 695020 h 4026535"/>
                <a:gd name="T106" fmla="*/ 4055453 w 4093210"/>
                <a:gd name="T107" fmla="*/ 791070 h 4026535"/>
                <a:gd name="T108" fmla="*/ 4010634 w 4093210"/>
                <a:gd name="T109" fmla="*/ 815886 h 4026535"/>
                <a:gd name="T110" fmla="*/ 4056850 w 4093210"/>
                <a:gd name="T111" fmla="*/ 830643 h 4026535"/>
                <a:gd name="T112" fmla="*/ 4073372 w 4093210"/>
                <a:gd name="T113" fmla="*/ 926858 h 4026535"/>
                <a:gd name="T114" fmla="*/ 4036174 w 4093210"/>
                <a:gd name="T115" fmla="*/ 971969 h 4026535"/>
                <a:gd name="T116" fmla="*/ 4091203 w 4093210"/>
                <a:gd name="T117" fmla="*/ 965962 h 4026535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093210" h="4026535">
                  <a:moveTo>
                    <a:pt x="203" y="3458692"/>
                  </a:moveTo>
                  <a:lnTo>
                    <a:pt x="0" y="3458260"/>
                  </a:lnTo>
                  <a:lnTo>
                    <a:pt x="0" y="3459289"/>
                  </a:lnTo>
                  <a:lnTo>
                    <a:pt x="203" y="3458692"/>
                  </a:lnTo>
                  <a:close/>
                </a:path>
                <a:path w="4093210" h="4026535">
                  <a:moveTo>
                    <a:pt x="106273" y="3548621"/>
                  </a:moveTo>
                  <a:lnTo>
                    <a:pt x="104838" y="3545573"/>
                  </a:lnTo>
                  <a:lnTo>
                    <a:pt x="99415" y="3543833"/>
                  </a:lnTo>
                  <a:lnTo>
                    <a:pt x="96431" y="3545484"/>
                  </a:lnTo>
                  <a:lnTo>
                    <a:pt x="94462" y="3551326"/>
                  </a:lnTo>
                  <a:lnTo>
                    <a:pt x="95834" y="3554412"/>
                  </a:lnTo>
                  <a:lnTo>
                    <a:pt x="101269" y="3556139"/>
                  </a:lnTo>
                  <a:lnTo>
                    <a:pt x="104305" y="3554463"/>
                  </a:lnTo>
                  <a:lnTo>
                    <a:pt x="105283" y="3551567"/>
                  </a:lnTo>
                  <a:lnTo>
                    <a:pt x="106273" y="3548621"/>
                  </a:lnTo>
                  <a:close/>
                </a:path>
                <a:path w="4093210" h="4026535">
                  <a:moveTo>
                    <a:pt x="221729" y="3630396"/>
                  </a:moveTo>
                  <a:lnTo>
                    <a:pt x="219633" y="3625812"/>
                  </a:lnTo>
                  <a:lnTo>
                    <a:pt x="211480" y="3623208"/>
                  </a:lnTo>
                  <a:lnTo>
                    <a:pt x="206984" y="3625697"/>
                  </a:lnTo>
                  <a:lnTo>
                    <a:pt x="204025" y="3634473"/>
                  </a:lnTo>
                  <a:lnTo>
                    <a:pt x="206121" y="3639070"/>
                  </a:lnTo>
                  <a:lnTo>
                    <a:pt x="214274" y="3641661"/>
                  </a:lnTo>
                  <a:lnTo>
                    <a:pt x="218770" y="3639172"/>
                  </a:lnTo>
                  <a:lnTo>
                    <a:pt x="220256" y="3634765"/>
                  </a:lnTo>
                  <a:lnTo>
                    <a:pt x="221729" y="3630396"/>
                  </a:lnTo>
                  <a:close/>
                </a:path>
                <a:path w="4093210" h="4026535">
                  <a:moveTo>
                    <a:pt x="339140" y="3705301"/>
                  </a:moveTo>
                  <a:lnTo>
                    <a:pt x="337032" y="3700703"/>
                  </a:lnTo>
                  <a:lnTo>
                    <a:pt x="328891" y="3698113"/>
                  </a:lnTo>
                  <a:lnTo>
                    <a:pt x="324408" y="3700602"/>
                  </a:lnTo>
                  <a:lnTo>
                    <a:pt x="321449" y="3709327"/>
                  </a:lnTo>
                  <a:lnTo>
                    <a:pt x="323532" y="3713975"/>
                  </a:lnTo>
                  <a:lnTo>
                    <a:pt x="331660" y="3716566"/>
                  </a:lnTo>
                  <a:lnTo>
                    <a:pt x="336194" y="3714038"/>
                  </a:lnTo>
                  <a:lnTo>
                    <a:pt x="337667" y="3709670"/>
                  </a:lnTo>
                  <a:lnTo>
                    <a:pt x="339140" y="3705301"/>
                  </a:lnTo>
                  <a:close/>
                </a:path>
                <a:path w="4093210" h="4026535">
                  <a:moveTo>
                    <a:pt x="586930" y="3831412"/>
                  </a:moveTo>
                  <a:lnTo>
                    <a:pt x="584822" y="3826853"/>
                  </a:lnTo>
                  <a:lnTo>
                    <a:pt x="576668" y="3824262"/>
                  </a:lnTo>
                  <a:lnTo>
                    <a:pt x="572173" y="3826687"/>
                  </a:lnTo>
                  <a:lnTo>
                    <a:pt x="569201" y="3835476"/>
                  </a:lnTo>
                  <a:lnTo>
                    <a:pt x="571322" y="3840073"/>
                  </a:lnTo>
                  <a:lnTo>
                    <a:pt x="579475" y="3842677"/>
                  </a:lnTo>
                  <a:lnTo>
                    <a:pt x="583971" y="3840188"/>
                  </a:lnTo>
                  <a:lnTo>
                    <a:pt x="585444" y="3835819"/>
                  </a:lnTo>
                  <a:lnTo>
                    <a:pt x="586930" y="3831412"/>
                  </a:lnTo>
                  <a:close/>
                </a:path>
                <a:path w="4093210" h="4026535">
                  <a:moveTo>
                    <a:pt x="718807" y="3881640"/>
                  </a:moveTo>
                  <a:lnTo>
                    <a:pt x="716127" y="3875836"/>
                  </a:lnTo>
                  <a:lnTo>
                    <a:pt x="705815" y="3872547"/>
                  </a:lnTo>
                  <a:lnTo>
                    <a:pt x="700112" y="3875671"/>
                  </a:lnTo>
                  <a:lnTo>
                    <a:pt x="696353" y="3886797"/>
                  </a:lnTo>
                  <a:lnTo>
                    <a:pt x="699033" y="3892600"/>
                  </a:lnTo>
                  <a:lnTo>
                    <a:pt x="709345" y="3895890"/>
                  </a:lnTo>
                  <a:lnTo>
                    <a:pt x="715048" y="3892766"/>
                  </a:lnTo>
                  <a:lnTo>
                    <a:pt x="716927" y="3887203"/>
                  </a:lnTo>
                  <a:lnTo>
                    <a:pt x="718807" y="3881640"/>
                  </a:lnTo>
                  <a:close/>
                </a:path>
                <a:path w="4093210" h="4026535">
                  <a:moveTo>
                    <a:pt x="852589" y="3923728"/>
                  </a:moveTo>
                  <a:lnTo>
                    <a:pt x="849642" y="3917289"/>
                  </a:lnTo>
                  <a:lnTo>
                    <a:pt x="838225" y="3913632"/>
                  </a:lnTo>
                  <a:lnTo>
                    <a:pt x="831926" y="3917124"/>
                  </a:lnTo>
                  <a:lnTo>
                    <a:pt x="827786" y="3929354"/>
                  </a:lnTo>
                  <a:lnTo>
                    <a:pt x="830732" y="3935793"/>
                  </a:lnTo>
                  <a:lnTo>
                    <a:pt x="842149" y="3939438"/>
                  </a:lnTo>
                  <a:lnTo>
                    <a:pt x="848448" y="3935946"/>
                  </a:lnTo>
                  <a:lnTo>
                    <a:pt x="850519" y="3929837"/>
                  </a:lnTo>
                  <a:lnTo>
                    <a:pt x="852589" y="3923728"/>
                  </a:lnTo>
                  <a:close/>
                </a:path>
                <a:path w="4093210" h="4026535">
                  <a:moveTo>
                    <a:pt x="988415" y="3957307"/>
                  </a:moveTo>
                  <a:lnTo>
                    <a:pt x="985342" y="3950576"/>
                  </a:lnTo>
                  <a:lnTo>
                    <a:pt x="973378" y="3946753"/>
                  </a:lnTo>
                  <a:lnTo>
                    <a:pt x="966812" y="3950411"/>
                  </a:lnTo>
                  <a:lnTo>
                    <a:pt x="962482" y="3963238"/>
                  </a:lnTo>
                  <a:lnTo>
                    <a:pt x="965517" y="3970020"/>
                  </a:lnTo>
                  <a:lnTo>
                    <a:pt x="977480" y="3973830"/>
                  </a:lnTo>
                  <a:lnTo>
                    <a:pt x="984084" y="3970134"/>
                  </a:lnTo>
                  <a:lnTo>
                    <a:pt x="986243" y="3963746"/>
                  </a:lnTo>
                  <a:lnTo>
                    <a:pt x="988415" y="3957307"/>
                  </a:lnTo>
                  <a:close/>
                </a:path>
                <a:path w="4093210" h="4026535">
                  <a:moveTo>
                    <a:pt x="1125270" y="3982440"/>
                  </a:moveTo>
                  <a:lnTo>
                    <a:pt x="1122286" y="3975989"/>
                  </a:lnTo>
                  <a:lnTo>
                    <a:pt x="1110907" y="3972356"/>
                  </a:lnTo>
                  <a:lnTo>
                    <a:pt x="1104607" y="3975849"/>
                  </a:lnTo>
                  <a:lnTo>
                    <a:pt x="1100455" y="3988117"/>
                  </a:lnTo>
                  <a:lnTo>
                    <a:pt x="1103388" y="3994556"/>
                  </a:lnTo>
                  <a:lnTo>
                    <a:pt x="1114780" y="3998188"/>
                  </a:lnTo>
                  <a:lnTo>
                    <a:pt x="1121117" y="3994708"/>
                  </a:lnTo>
                  <a:lnTo>
                    <a:pt x="1123188" y="3988600"/>
                  </a:lnTo>
                  <a:lnTo>
                    <a:pt x="1125270" y="3982440"/>
                  </a:lnTo>
                  <a:close/>
                </a:path>
                <a:path w="4093210" h="4026535">
                  <a:moveTo>
                    <a:pt x="1264335" y="3998671"/>
                  </a:moveTo>
                  <a:lnTo>
                    <a:pt x="1261389" y="3992232"/>
                  </a:lnTo>
                  <a:lnTo>
                    <a:pt x="1249984" y="3988587"/>
                  </a:lnTo>
                  <a:lnTo>
                    <a:pt x="1243685" y="3992080"/>
                  </a:lnTo>
                  <a:lnTo>
                    <a:pt x="1239545" y="4004348"/>
                  </a:lnTo>
                  <a:lnTo>
                    <a:pt x="1242491" y="4010749"/>
                  </a:lnTo>
                  <a:lnTo>
                    <a:pt x="1253896" y="4014381"/>
                  </a:lnTo>
                  <a:lnTo>
                    <a:pt x="1260182" y="4010939"/>
                  </a:lnTo>
                  <a:lnTo>
                    <a:pt x="1262265" y="4004780"/>
                  </a:lnTo>
                  <a:lnTo>
                    <a:pt x="1264335" y="3998671"/>
                  </a:lnTo>
                  <a:close/>
                </a:path>
                <a:path w="4093210" h="4026535">
                  <a:moveTo>
                    <a:pt x="1408899" y="4006875"/>
                  </a:moveTo>
                  <a:lnTo>
                    <a:pt x="1407350" y="4000436"/>
                  </a:lnTo>
                  <a:lnTo>
                    <a:pt x="1403578" y="3995229"/>
                  </a:lnTo>
                  <a:lnTo>
                    <a:pt x="1397889" y="3991940"/>
                  </a:lnTo>
                  <a:lnTo>
                    <a:pt x="1391323" y="3991305"/>
                  </a:lnTo>
                  <a:lnTo>
                    <a:pt x="1385100" y="3993337"/>
                  </a:lnTo>
                  <a:lnTo>
                    <a:pt x="1379918" y="3997629"/>
                  </a:lnTo>
                  <a:lnTo>
                    <a:pt x="1376451" y="4003840"/>
                  </a:lnTo>
                  <a:lnTo>
                    <a:pt x="1375460" y="4010812"/>
                  </a:lnTo>
                  <a:lnTo>
                    <a:pt x="1377022" y="4017238"/>
                  </a:lnTo>
                  <a:lnTo>
                    <a:pt x="1380794" y="4022445"/>
                  </a:lnTo>
                  <a:lnTo>
                    <a:pt x="1386471" y="4025722"/>
                  </a:lnTo>
                  <a:lnTo>
                    <a:pt x="1393050" y="4026357"/>
                  </a:lnTo>
                  <a:lnTo>
                    <a:pt x="1399260" y="4024350"/>
                  </a:lnTo>
                  <a:lnTo>
                    <a:pt x="1404442" y="4020058"/>
                  </a:lnTo>
                  <a:lnTo>
                    <a:pt x="1407896" y="4013873"/>
                  </a:lnTo>
                  <a:lnTo>
                    <a:pt x="1408899" y="4006875"/>
                  </a:lnTo>
                  <a:close/>
                </a:path>
                <a:path w="4093210" h="4026535">
                  <a:moveTo>
                    <a:pt x="1548447" y="4003789"/>
                  </a:moveTo>
                  <a:lnTo>
                    <a:pt x="1544789" y="3995801"/>
                  </a:lnTo>
                  <a:lnTo>
                    <a:pt x="1530680" y="3991292"/>
                  </a:lnTo>
                  <a:lnTo>
                    <a:pt x="1522882" y="3995623"/>
                  </a:lnTo>
                  <a:lnTo>
                    <a:pt x="1517751" y="4010799"/>
                  </a:lnTo>
                  <a:lnTo>
                    <a:pt x="1521383" y="4018775"/>
                  </a:lnTo>
                  <a:lnTo>
                    <a:pt x="1535506" y="4023283"/>
                  </a:lnTo>
                  <a:lnTo>
                    <a:pt x="1543316" y="4018953"/>
                  </a:lnTo>
                  <a:lnTo>
                    <a:pt x="1545882" y="4011371"/>
                  </a:lnTo>
                  <a:lnTo>
                    <a:pt x="1548447" y="4003789"/>
                  </a:lnTo>
                  <a:close/>
                </a:path>
                <a:path w="4093210" h="4026535">
                  <a:moveTo>
                    <a:pt x="1690903" y="3994912"/>
                  </a:moveTo>
                  <a:lnTo>
                    <a:pt x="1689341" y="3988473"/>
                  </a:lnTo>
                  <a:lnTo>
                    <a:pt x="1685569" y="3983266"/>
                  </a:lnTo>
                  <a:lnTo>
                    <a:pt x="1679892" y="3979976"/>
                  </a:lnTo>
                  <a:lnTo>
                    <a:pt x="1673313" y="3979354"/>
                  </a:lnTo>
                  <a:lnTo>
                    <a:pt x="1667090" y="3981373"/>
                  </a:lnTo>
                  <a:lnTo>
                    <a:pt x="1661896" y="3985653"/>
                  </a:lnTo>
                  <a:lnTo>
                    <a:pt x="1658442" y="3991826"/>
                  </a:lnTo>
                  <a:lnTo>
                    <a:pt x="1657451" y="3998798"/>
                  </a:lnTo>
                  <a:lnTo>
                    <a:pt x="1659013" y="4005237"/>
                  </a:lnTo>
                  <a:lnTo>
                    <a:pt x="1662798" y="4010444"/>
                  </a:lnTo>
                  <a:lnTo>
                    <a:pt x="1668487" y="4013720"/>
                  </a:lnTo>
                  <a:lnTo>
                    <a:pt x="1675066" y="4014355"/>
                  </a:lnTo>
                  <a:lnTo>
                    <a:pt x="1681276" y="4012349"/>
                  </a:lnTo>
                  <a:lnTo>
                    <a:pt x="1686458" y="4008056"/>
                  </a:lnTo>
                  <a:lnTo>
                    <a:pt x="1689912" y="4001871"/>
                  </a:lnTo>
                  <a:lnTo>
                    <a:pt x="1690903" y="3994912"/>
                  </a:lnTo>
                  <a:close/>
                </a:path>
                <a:path w="4093210" h="4026535">
                  <a:moveTo>
                    <a:pt x="1835289" y="3975176"/>
                  </a:moveTo>
                  <a:lnTo>
                    <a:pt x="1833397" y="3967327"/>
                  </a:lnTo>
                  <a:lnTo>
                    <a:pt x="1828800" y="3960965"/>
                  </a:lnTo>
                  <a:lnTo>
                    <a:pt x="1821891" y="3956964"/>
                  </a:lnTo>
                  <a:lnTo>
                    <a:pt x="1813890" y="3956202"/>
                  </a:lnTo>
                  <a:lnTo>
                    <a:pt x="1806295" y="3958666"/>
                  </a:lnTo>
                  <a:lnTo>
                    <a:pt x="1799971" y="3963898"/>
                  </a:lnTo>
                  <a:lnTo>
                    <a:pt x="1795754" y="3971429"/>
                  </a:lnTo>
                  <a:lnTo>
                    <a:pt x="1794548" y="3979951"/>
                  </a:lnTo>
                  <a:lnTo>
                    <a:pt x="1796440" y="3987825"/>
                  </a:lnTo>
                  <a:lnTo>
                    <a:pt x="1801037" y="3994188"/>
                  </a:lnTo>
                  <a:lnTo>
                    <a:pt x="1807946" y="3998188"/>
                  </a:lnTo>
                  <a:lnTo>
                    <a:pt x="1815960" y="3998950"/>
                  </a:lnTo>
                  <a:lnTo>
                    <a:pt x="1823542" y="3996474"/>
                  </a:lnTo>
                  <a:lnTo>
                    <a:pt x="1829866" y="3991229"/>
                  </a:lnTo>
                  <a:lnTo>
                    <a:pt x="1834095" y="3983672"/>
                  </a:lnTo>
                  <a:lnTo>
                    <a:pt x="1835289" y="3975176"/>
                  </a:lnTo>
                  <a:close/>
                </a:path>
                <a:path w="4093210" h="4026535">
                  <a:moveTo>
                    <a:pt x="1978863" y="3946728"/>
                  </a:moveTo>
                  <a:lnTo>
                    <a:pt x="1976615" y="3937457"/>
                  </a:lnTo>
                  <a:lnTo>
                    <a:pt x="1971179" y="3929964"/>
                  </a:lnTo>
                  <a:lnTo>
                    <a:pt x="1963013" y="3925252"/>
                  </a:lnTo>
                  <a:lnTo>
                    <a:pt x="1953564" y="3924338"/>
                  </a:lnTo>
                  <a:lnTo>
                    <a:pt x="1944611" y="3927246"/>
                  </a:lnTo>
                  <a:lnTo>
                    <a:pt x="1937156" y="3933406"/>
                  </a:lnTo>
                  <a:lnTo>
                    <a:pt x="1932165" y="3942296"/>
                  </a:lnTo>
                  <a:lnTo>
                    <a:pt x="1930755" y="3952329"/>
                  </a:lnTo>
                  <a:lnTo>
                    <a:pt x="1932990" y="3961600"/>
                  </a:lnTo>
                  <a:lnTo>
                    <a:pt x="1938426" y="3969118"/>
                  </a:lnTo>
                  <a:lnTo>
                    <a:pt x="1946579" y="3973842"/>
                  </a:lnTo>
                  <a:lnTo>
                    <a:pt x="1956041" y="3974744"/>
                  </a:lnTo>
                  <a:lnTo>
                    <a:pt x="1965007" y="3971823"/>
                  </a:lnTo>
                  <a:lnTo>
                    <a:pt x="1972475" y="3965638"/>
                  </a:lnTo>
                  <a:lnTo>
                    <a:pt x="1977440" y="3956748"/>
                  </a:lnTo>
                  <a:lnTo>
                    <a:pt x="1978863" y="3946728"/>
                  </a:lnTo>
                  <a:close/>
                </a:path>
                <a:path w="4093210" h="4026535">
                  <a:moveTo>
                    <a:pt x="2252510" y="3864876"/>
                  </a:moveTo>
                  <a:lnTo>
                    <a:pt x="2250427" y="3856202"/>
                  </a:lnTo>
                  <a:lnTo>
                    <a:pt x="2245360" y="3849179"/>
                  </a:lnTo>
                  <a:lnTo>
                    <a:pt x="2237727" y="3844760"/>
                  </a:lnTo>
                  <a:lnTo>
                    <a:pt x="2228900" y="3843921"/>
                  </a:lnTo>
                  <a:lnTo>
                    <a:pt x="2220531" y="3846652"/>
                  </a:lnTo>
                  <a:lnTo>
                    <a:pt x="2213559" y="3852443"/>
                  </a:lnTo>
                  <a:lnTo>
                    <a:pt x="2208898" y="3860774"/>
                  </a:lnTo>
                  <a:lnTo>
                    <a:pt x="2207577" y="3870121"/>
                  </a:lnTo>
                  <a:lnTo>
                    <a:pt x="2209660" y="3878783"/>
                  </a:lnTo>
                  <a:lnTo>
                    <a:pt x="2214740" y="3885806"/>
                  </a:lnTo>
                  <a:lnTo>
                    <a:pt x="2222360" y="3890226"/>
                  </a:lnTo>
                  <a:lnTo>
                    <a:pt x="2231199" y="3891051"/>
                  </a:lnTo>
                  <a:lnTo>
                    <a:pt x="2239568" y="3888321"/>
                  </a:lnTo>
                  <a:lnTo>
                    <a:pt x="2246541" y="3882555"/>
                  </a:lnTo>
                  <a:lnTo>
                    <a:pt x="2251176" y="3874262"/>
                  </a:lnTo>
                  <a:lnTo>
                    <a:pt x="2252510" y="3864876"/>
                  </a:lnTo>
                  <a:close/>
                </a:path>
                <a:path w="4093210" h="4026535">
                  <a:moveTo>
                    <a:pt x="2392121" y="3810584"/>
                  </a:moveTo>
                  <a:lnTo>
                    <a:pt x="2389555" y="3799890"/>
                  </a:lnTo>
                  <a:lnTo>
                    <a:pt x="2383307" y="3791229"/>
                  </a:lnTo>
                  <a:lnTo>
                    <a:pt x="2373909" y="3785793"/>
                  </a:lnTo>
                  <a:lnTo>
                    <a:pt x="2363012" y="3784765"/>
                  </a:lnTo>
                  <a:lnTo>
                    <a:pt x="2352700" y="3788130"/>
                  </a:lnTo>
                  <a:lnTo>
                    <a:pt x="2344102" y="3795255"/>
                  </a:lnTo>
                  <a:lnTo>
                    <a:pt x="2338362" y="3805517"/>
                  </a:lnTo>
                  <a:lnTo>
                    <a:pt x="2336723" y="3817061"/>
                  </a:lnTo>
                  <a:lnTo>
                    <a:pt x="2339302" y="3827742"/>
                  </a:lnTo>
                  <a:lnTo>
                    <a:pt x="2345550" y="3836390"/>
                  </a:lnTo>
                  <a:lnTo>
                    <a:pt x="2354961" y="3841826"/>
                  </a:lnTo>
                  <a:lnTo>
                    <a:pt x="2365845" y="3842867"/>
                  </a:lnTo>
                  <a:lnTo>
                    <a:pt x="2376157" y="3839514"/>
                  </a:lnTo>
                  <a:lnTo>
                    <a:pt x="2384755" y="3832390"/>
                  </a:lnTo>
                  <a:lnTo>
                    <a:pt x="2390483" y="3822154"/>
                  </a:lnTo>
                  <a:lnTo>
                    <a:pt x="2392121" y="3810584"/>
                  </a:lnTo>
                  <a:close/>
                </a:path>
                <a:path w="4093210" h="4026535">
                  <a:moveTo>
                    <a:pt x="3733508" y="7670"/>
                  </a:moveTo>
                  <a:lnTo>
                    <a:pt x="3731247" y="2768"/>
                  </a:lnTo>
                  <a:lnTo>
                    <a:pt x="3722560" y="0"/>
                  </a:lnTo>
                  <a:lnTo>
                    <a:pt x="3717760" y="2641"/>
                  </a:lnTo>
                  <a:lnTo>
                    <a:pt x="3714610" y="11976"/>
                  </a:lnTo>
                  <a:lnTo>
                    <a:pt x="3716845" y="16916"/>
                  </a:lnTo>
                  <a:lnTo>
                    <a:pt x="3725532" y="19685"/>
                  </a:lnTo>
                  <a:lnTo>
                    <a:pt x="3730345" y="17005"/>
                  </a:lnTo>
                  <a:lnTo>
                    <a:pt x="3731920" y="12357"/>
                  </a:lnTo>
                  <a:lnTo>
                    <a:pt x="3733508" y="7670"/>
                  </a:lnTo>
                  <a:close/>
                </a:path>
                <a:path w="4093210" h="4026535">
                  <a:moveTo>
                    <a:pt x="3809644" y="130581"/>
                  </a:moveTo>
                  <a:lnTo>
                    <a:pt x="3805999" y="122643"/>
                  </a:lnTo>
                  <a:lnTo>
                    <a:pt x="3791877" y="118135"/>
                  </a:lnTo>
                  <a:lnTo>
                    <a:pt x="3784079" y="122415"/>
                  </a:lnTo>
                  <a:lnTo>
                    <a:pt x="3778948" y="137591"/>
                  </a:lnTo>
                  <a:lnTo>
                    <a:pt x="3782593" y="145580"/>
                  </a:lnTo>
                  <a:lnTo>
                    <a:pt x="3796715" y="150088"/>
                  </a:lnTo>
                  <a:lnTo>
                    <a:pt x="3804513" y="145745"/>
                  </a:lnTo>
                  <a:lnTo>
                    <a:pt x="3807079" y="138163"/>
                  </a:lnTo>
                  <a:lnTo>
                    <a:pt x="3809644" y="130581"/>
                  </a:lnTo>
                  <a:close/>
                </a:path>
                <a:path w="4093210" h="4026535">
                  <a:moveTo>
                    <a:pt x="3827742" y="2194483"/>
                  </a:moveTo>
                  <a:lnTo>
                    <a:pt x="3825786" y="2186432"/>
                  </a:lnTo>
                  <a:lnTo>
                    <a:pt x="3821061" y="2179917"/>
                  </a:lnTo>
                  <a:lnTo>
                    <a:pt x="3813962" y="2175802"/>
                  </a:lnTo>
                  <a:lnTo>
                    <a:pt x="3805745" y="2175027"/>
                  </a:lnTo>
                  <a:lnTo>
                    <a:pt x="3797960" y="2177554"/>
                  </a:lnTo>
                  <a:lnTo>
                    <a:pt x="3791483" y="2182914"/>
                  </a:lnTo>
                  <a:lnTo>
                    <a:pt x="3787165" y="2190623"/>
                  </a:lnTo>
                  <a:lnTo>
                    <a:pt x="3785920" y="2199373"/>
                  </a:lnTo>
                  <a:lnTo>
                    <a:pt x="3787864" y="2207437"/>
                  </a:lnTo>
                  <a:lnTo>
                    <a:pt x="3792588" y="2213953"/>
                  </a:lnTo>
                  <a:lnTo>
                    <a:pt x="3799675" y="2218042"/>
                  </a:lnTo>
                  <a:lnTo>
                    <a:pt x="3807904" y="2218829"/>
                  </a:lnTo>
                  <a:lnTo>
                    <a:pt x="3815689" y="2216315"/>
                  </a:lnTo>
                  <a:lnTo>
                    <a:pt x="3822179" y="2210943"/>
                  </a:lnTo>
                  <a:lnTo>
                    <a:pt x="3826510" y="2203183"/>
                  </a:lnTo>
                  <a:lnTo>
                    <a:pt x="3827742" y="2194483"/>
                  </a:lnTo>
                  <a:close/>
                </a:path>
                <a:path w="4093210" h="4026535">
                  <a:moveTo>
                    <a:pt x="3874808" y="260731"/>
                  </a:moveTo>
                  <a:lnTo>
                    <a:pt x="3873208" y="254088"/>
                  </a:lnTo>
                  <a:lnTo>
                    <a:pt x="3869296" y="248716"/>
                  </a:lnTo>
                  <a:lnTo>
                    <a:pt x="3863441" y="245325"/>
                  </a:lnTo>
                  <a:lnTo>
                    <a:pt x="3856659" y="244678"/>
                  </a:lnTo>
                  <a:lnTo>
                    <a:pt x="3850233" y="246761"/>
                  </a:lnTo>
                  <a:lnTo>
                    <a:pt x="3844887" y="251180"/>
                  </a:lnTo>
                  <a:lnTo>
                    <a:pt x="3841318" y="257568"/>
                  </a:lnTo>
                  <a:lnTo>
                    <a:pt x="3840302" y="264756"/>
                  </a:lnTo>
                  <a:lnTo>
                    <a:pt x="3841902" y="271399"/>
                  </a:lnTo>
                  <a:lnTo>
                    <a:pt x="3845801" y="276783"/>
                  </a:lnTo>
                  <a:lnTo>
                    <a:pt x="3851668" y="280174"/>
                  </a:lnTo>
                  <a:lnTo>
                    <a:pt x="3858450" y="280822"/>
                  </a:lnTo>
                  <a:lnTo>
                    <a:pt x="3864876" y="278739"/>
                  </a:lnTo>
                  <a:lnTo>
                    <a:pt x="3870223" y="274307"/>
                  </a:lnTo>
                  <a:lnTo>
                    <a:pt x="3873792" y="267931"/>
                  </a:lnTo>
                  <a:lnTo>
                    <a:pt x="3874808" y="260731"/>
                  </a:lnTo>
                  <a:close/>
                </a:path>
                <a:path w="4093210" h="4026535">
                  <a:moveTo>
                    <a:pt x="3900271" y="1904555"/>
                  </a:moveTo>
                  <a:lnTo>
                    <a:pt x="3898671" y="1897913"/>
                  </a:lnTo>
                  <a:lnTo>
                    <a:pt x="3894785" y="1892528"/>
                  </a:lnTo>
                  <a:lnTo>
                    <a:pt x="3888930" y="1889150"/>
                  </a:lnTo>
                  <a:lnTo>
                    <a:pt x="3882161" y="1888502"/>
                  </a:lnTo>
                  <a:lnTo>
                    <a:pt x="3875748" y="1890585"/>
                  </a:lnTo>
                  <a:lnTo>
                    <a:pt x="3870388" y="1895017"/>
                  </a:lnTo>
                  <a:lnTo>
                    <a:pt x="3866819" y="1901405"/>
                  </a:lnTo>
                  <a:lnTo>
                    <a:pt x="3865803" y="1908581"/>
                  </a:lnTo>
                  <a:lnTo>
                    <a:pt x="3867404" y="1915236"/>
                  </a:lnTo>
                  <a:lnTo>
                    <a:pt x="3871303" y="1920608"/>
                  </a:lnTo>
                  <a:lnTo>
                    <a:pt x="3877145" y="1923999"/>
                  </a:lnTo>
                  <a:lnTo>
                    <a:pt x="3883926" y="1924646"/>
                  </a:lnTo>
                  <a:lnTo>
                    <a:pt x="3890340" y="1922551"/>
                  </a:lnTo>
                  <a:lnTo>
                    <a:pt x="3895687" y="1918131"/>
                  </a:lnTo>
                  <a:lnTo>
                    <a:pt x="3899255" y="1911756"/>
                  </a:lnTo>
                  <a:lnTo>
                    <a:pt x="3900271" y="1904555"/>
                  </a:lnTo>
                  <a:close/>
                </a:path>
                <a:path w="4093210" h="4026535">
                  <a:moveTo>
                    <a:pt x="3928402" y="391972"/>
                  </a:moveTo>
                  <a:lnTo>
                    <a:pt x="3924922" y="384289"/>
                  </a:lnTo>
                  <a:lnTo>
                    <a:pt x="3911346" y="379945"/>
                  </a:lnTo>
                  <a:lnTo>
                    <a:pt x="3903840" y="384124"/>
                  </a:lnTo>
                  <a:lnTo>
                    <a:pt x="3898887" y="398741"/>
                  </a:lnTo>
                  <a:lnTo>
                    <a:pt x="3902405" y="406387"/>
                  </a:lnTo>
                  <a:lnTo>
                    <a:pt x="3915981" y="410718"/>
                  </a:lnTo>
                  <a:lnTo>
                    <a:pt x="3923449" y="406590"/>
                  </a:lnTo>
                  <a:lnTo>
                    <a:pt x="3925925" y="399275"/>
                  </a:lnTo>
                  <a:lnTo>
                    <a:pt x="3928402" y="391972"/>
                  </a:lnTo>
                  <a:close/>
                </a:path>
                <a:path w="4093210" h="4026535">
                  <a:moveTo>
                    <a:pt x="3988536" y="528447"/>
                  </a:moveTo>
                  <a:lnTo>
                    <a:pt x="3986111" y="518363"/>
                  </a:lnTo>
                  <a:lnTo>
                    <a:pt x="3980218" y="510222"/>
                  </a:lnTo>
                  <a:lnTo>
                    <a:pt x="3971366" y="505104"/>
                  </a:lnTo>
                  <a:lnTo>
                    <a:pt x="3961079" y="504113"/>
                  </a:lnTo>
                  <a:lnTo>
                    <a:pt x="3951338" y="507276"/>
                  </a:lnTo>
                  <a:lnTo>
                    <a:pt x="3943235" y="513981"/>
                  </a:lnTo>
                  <a:lnTo>
                    <a:pt x="3937825" y="523671"/>
                  </a:lnTo>
                  <a:lnTo>
                    <a:pt x="3936276" y="534555"/>
                  </a:lnTo>
                  <a:lnTo>
                    <a:pt x="3938714" y="544626"/>
                  </a:lnTo>
                  <a:lnTo>
                    <a:pt x="3944620" y="552767"/>
                  </a:lnTo>
                  <a:lnTo>
                    <a:pt x="3953510" y="557911"/>
                  </a:lnTo>
                  <a:lnTo>
                    <a:pt x="3963771" y="558888"/>
                  </a:lnTo>
                  <a:lnTo>
                    <a:pt x="3973487" y="555726"/>
                  </a:lnTo>
                  <a:lnTo>
                    <a:pt x="3981577" y="549021"/>
                  </a:lnTo>
                  <a:lnTo>
                    <a:pt x="3986987" y="539369"/>
                  </a:lnTo>
                  <a:lnTo>
                    <a:pt x="3988536" y="528447"/>
                  </a:lnTo>
                  <a:close/>
                </a:path>
                <a:path w="4093210" h="4026535">
                  <a:moveTo>
                    <a:pt x="4029811" y="667740"/>
                  </a:moveTo>
                  <a:lnTo>
                    <a:pt x="4027373" y="657656"/>
                  </a:lnTo>
                  <a:lnTo>
                    <a:pt x="4021480" y="649490"/>
                  </a:lnTo>
                  <a:lnTo>
                    <a:pt x="4012590" y="644359"/>
                  </a:lnTo>
                  <a:lnTo>
                    <a:pt x="4002328" y="643382"/>
                  </a:lnTo>
                  <a:lnTo>
                    <a:pt x="3992600" y="646569"/>
                  </a:lnTo>
                  <a:lnTo>
                    <a:pt x="3984498" y="653288"/>
                  </a:lnTo>
                  <a:lnTo>
                    <a:pt x="3979100" y="662952"/>
                  </a:lnTo>
                  <a:lnTo>
                    <a:pt x="3977551" y="673849"/>
                  </a:lnTo>
                  <a:lnTo>
                    <a:pt x="3979976" y="683933"/>
                  </a:lnTo>
                  <a:lnTo>
                    <a:pt x="3985869" y="692086"/>
                  </a:lnTo>
                  <a:lnTo>
                    <a:pt x="3994721" y="697230"/>
                  </a:lnTo>
                  <a:lnTo>
                    <a:pt x="4005008" y="698195"/>
                  </a:lnTo>
                  <a:lnTo>
                    <a:pt x="4014749" y="695020"/>
                  </a:lnTo>
                  <a:lnTo>
                    <a:pt x="4022852" y="688301"/>
                  </a:lnTo>
                  <a:lnTo>
                    <a:pt x="4028262" y="678649"/>
                  </a:lnTo>
                  <a:lnTo>
                    <a:pt x="4029811" y="667740"/>
                  </a:lnTo>
                  <a:close/>
                </a:path>
                <a:path w="4093210" h="4026535">
                  <a:moveTo>
                    <a:pt x="4063949" y="809650"/>
                  </a:moveTo>
                  <a:lnTo>
                    <a:pt x="4061472" y="799376"/>
                  </a:lnTo>
                  <a:lnTo>
                    <a:pt x="4055453" y="791070"/>
                  </a:lnTo>
                  <a:lnTo>
                    <a:pt x="4046397" y="785837"/>
                  </a:lnTo>
                  <a:lnTo>
                    <a:pt x="4035920" y="784834"/>
                  </a:lnTo>
                  <a:lnTo>
                    <a:pt x="4026001" y="788060"/>
                  </a:lnTo>
                  <a:lnTo>
                    <a:pt x="4017734" y="794905"/>
                  </a:lnTo>
                  <a:lnTo>
                    <a:pt x="4012209" y="804773"/>
                  </a:lnTo>
                  <a:lnTo>
                    <a:pt x="4010634" y="815886"/>
                  </a:lnTo>
                  <a:lnTo>
                    <a:pt x="4013123" y="826173"/>
                  </a:lnTo>
                  <a:lnTo>
                    <a:pt x="4019143" y="834478"/>
                  </a:lnTo>
                  <a:lnTo>
                    <a:pt x="4028186" y="839711"/>
                  </a:lnTo>
                  <a:lnTo>
                    <a:pt x="4038663" y="840714"/>
                  </a:lnTo>
                  <a:lnTo>
                    <a:pt x="4048582" y="837488"/>
                  </a:lnTo>
                  <a:lnTo>
                    <a:pt x="4056850" y="830643"/>
                  </a:lnTo>
                  <a:lnTo>
                    <a:pt x="4062361" y="820775"/>
                  </a:lnTo>
                  <a:lnTo>
                    <a:pt x="4063949" y="809650"/>
                  </a:lnTo>
                  <a:close/>
                </a:path>
                <a:path w="4093210" h="4026535">
                  <a:moveTo>
                    <a:pt x="4092968" y="953528"/>
                  </a:moveTo>
                  <a:lnTo>
                    <a:pt x="4090200" y="942035"/>
                  </a:lnTo>
                  <a:lnTo>
                    <a:pt x="4083481" y="932713"/>
                  </a:lnTo>
                  <a:lnTo>
                    <a:pt x="4073372" y="926858"/>
                  </a:lnTo>
                  <a:lnTo>
                    <a:pt x="4061663" y="925753"/>
                  </a:lnTo>
                  <a:lnTo>
                    <a:pt x="4050563" y="929373"/>
                  </a:lnTo>
                  <a:lnTo>
                    <a:pt x="4041317" y="937044"/>
                  </a:lnTo>
                  <a:lnTo>
                    <a:pt x="4035145" y="948067"/>
                  </a:lnTo>
                  <a:lnTo>
                    <a:pt x="4033393" y="960488"/>
                  </a:lnTo>
                  <a:lnTo>
                    <a:pt x="4036174" y="971969"/>
                  </a:lnTo>
                  <a:lnTo>
                    <a:pt x="4042892" y="981278"/>
                  </a:lnTo>
                  <a:lnTo>
                    <a:pt x="4053001" y="987132"/>
                  </a:lnTo>
                  <a:lnTo>
                    <a:pt x="4064711" y="988237"/>
                  </a:lnTo>
                  <a:lnTo>
                    <a:pt x="4075798" y="984631"/>
                  </a:lnTo>
                  <a:lnTo>
                    <a:pt x="4085044" y="976972"/>
                  </a:lnTo>
                  <a:lnTo>
                    <a:pt x="4091203" y="965962"/>
                  </a:lnTo>
                  <a:lnTo>
                    <a:pt x="4092968" y="953528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35" name="object 42">
              <a:extLst>
                <a:ext uri="{FF2B5EF4-FFF2-40B4-BE49-F238E27FC236}">
                  <a16:creationId xmlns="" xmlns:a16="http://schemas.microsoft.com/office/drawing/2014/main" id="{33A3B2BB-1CE9-4942-B0C3-7C0F04ADFB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5842" y="3373659"/>
              <a:ext cx="73164" cy="767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36" name="object 43">
              <a:extLst>
                <a:ext uri="{FF2B5EF4-FFF2-40B4-BE49-F238E27FC236}">
                  <a16:creationId xmlns="" xmlns:a16="http://schemas.microsoft.com/office/drawing/2014/main" id="{BB11AA7B-4C12-43C1-BF22-3E37A5545291}"/>
                </a:ext>
              </a:extLst>
            </p:cNvPr>
            <p:cNvSpPr>
              <a:spLocks/>
            </p:cNvSpPr>
            <p:nvPr/>
          </p:nvSpPr>
          <p:spPr bwMode="auto">
            <a:xfrm>
              <a:off x="4929480" y="3527590"/>
              <a:ext cx="63500" cy="360045"/>
            </a:xfrm>
            <a:custGeom>
              <a:avLst/>
              <a:gdLst>
                <a:gd name="T0" fmla="*/ 59601 w 63500"/>
                <a:gd name="T1" fmla="*/ 325107 h 360045"/>
                <a:gd name="T2" fmla="*/ 56832 w 63500"/>
                <a:gd name="T3" fmla="*/ 313613 h 360045"/>
                <a:gd name="T4" fmla="*/ 50101 w 63500"/>
                <a:gd name="T5" fmla="*/ 304304 h 360045"/>
                <a:gd name="T6" fmla="*/ 39992 w 63500"/>
                <a:gd name="T7" fmla="*/ 298462 h 360045"/>
                <a:gd name="T8" fmla="*/ 28282 w 63500"/>
                <a:gd name="T9" fmla="*/ 297345 h 360045"/>
                <a:gd name="T10" fmla="*/ 17183 w 63500"/>
                <a:gd name="T11" fmla="*/ 300951 h 360045"/>
                <a:gd name="T12" fmla="*/ 7937 w 63500"/>
                <a:gd name="T13" fmla="*/ 308622 h 360045"/>
                <a:gd name="T14" fmla="*/ 1752 w 63500"/>
                <a:gd name="T15" fmla="*/ 319671 h 360045"/>
                <a:gd name="T16" fmla="*/ 0 w 63500"/>
                <a:gd name="T17" fmla="*/ 332079 h 360045"/>
                <a:gd name="T18" fmla="*/ 2781 w 63500"/>
                <a:gd name="T19" fmla="*/ 343547 h 360045"/>
                <a:gd name="T20" fmla="*/ 9512 w 63500"/>
                <a:gd name="T21" fmla="*/ 352844 h 360045"/>
                <a:gd name="T22" fmla="*/ 19634 w 63500"/>
                <a:gd name="T23" fmla="*/ 358686 h 360045"/>
                <a:gd name="T24" fmla="*/ 31343 w 63500"/>
                <a:gd name="T25" fmla="*/ 359803 h 360045"/>
                <a:gd name="T26" fmla="*/ 42430 w 63500"/>
                <a:gd name="T27" fmla="*/ 356196 h 360045"/>
                <a:gd name="T28" fmla="*/ 51663 w 63500"/>
                <a:gd name="T29" fmla="*/ 348564 h 360045"/>
                <a:gd name="T30" fmla="*/ 57823 w 63500"/>
                <a:gd name="T31" fmla="*/ 337566 h 360045"/>
                <a:gd name="T32" fmla="*/ 59601 w 63500"/>
                <a:gd name="T33" fmla="*/ 325107 h 360045"/>
                <a:gd name="T34" fmla="*/ 63119 w 63500"/>
                <a:gd name="T35" fmla="*/ 176745 h 360045"/>
                <a:gd name="T36" fmla="*/ 60540 w 63500"/>
                <a:gd name="T37" fmla="*/ 166065 h 360045"/>
                <a:gd name="T38" fmla="*/ 54292 w 63500"/>
                <a:gd name="T39" fmla="*/ 157416 h 360045"/>
                <a:gd name="T40" fmla="*/ 44881 w 63500"/>
                <a:gd name="T41" fmla="*/ 151968 h 360045"/>
                <a:gd name="T42" fmla="*/ 33997 w 63500"/>
                <a:gd name="T43" fmla="*/ 150939 h 360045"/>
                <a:gd name="T44" fmla="*/ 23685 w 63500"/>
                <a:gd name="T45" fmla="*/ 154292 h 360045"/>
                <a:gd name="T46" fmla="*/ 15100 w 63500"/>
                <a:gd name="T47" fmla="*/ 161417 h 360045"/>
                <a:gd name="T48" fmla="*/ 9359 w 63500"/>
                <a:gd name="T49" fmla="*/ 171640 h 360045"/>
                <a:gd name="T50" fmla="*/ 7721 w 63500"/>
                <a:gd name="T51" fmla="*/ 183222 h 360045"/>
                <a:gd name="T52" fmla="*/ 10299 w 63500"/>
                <a:gd name="T53" fmla="*/ 193916 h 360045"/>
                <a:gd name="T54" fmla="*/ 16548 w 63500"/>
                <a:gd name="T55" fmla="*/ 202565 h 360045"/>
                <a:gd name="T56" fmla="*/ 25946 w 63500"/>
                <a:gd name="T57" fmla="*/ 208000 h 360045"/>
                <a:gd name="T58" fmla="*/ 36842 w 63500"/>
                <a:gd name="T59" fmla="*/ 209042 h 360045"/>
                <a:gd name="T60" fmla="*/ 47155 w 63500"/>
                <a:gd name="T61" fmla="*/ 205676 h 360045"/>
                <a:gd name="T62" fmla="*/ 55753 w 63500"/>
                <a:gd name="T63" fmla="*/ 198551 h 360045"/>
                <a:gd name="T64" fmla="*/ 61480 w 63500"/>
                <a:gd name="T65" fmla="*/ 188277 h 360045"/>
                <a:gd name="T66" fmla="*/ 63119 w 63500"/>
                <a:gd name="T67" fmla="*/ 176745 h 360045"/>
                <a:gd name="T68" fmla="*/ 63423 w 63500"/>
                <a:gd name="T69" fmla="*/ 28244 h 360045"/>
                <a:gd name="T70" fmla="*/ 60617 w 63500"/>
                <a:gd name="T71" fmla="*/ 16548 h 360045"/>
                <a:gd name="T72" fmla="*/ 53771 w 63500"/>
                <a:gd name="T73" fmla="*/ 7073 h 360045"/>
                <a:gd name="T74" fmla="*/ 43484 w 63500"/>
                <a:gd name="T75" fmla="*/ 1130 h 360045"/>
                <a:gd name="T76" fmla="*/ 31584 w 63500"/>
                <a:gd name="T77" fmla="*/ 0 h 360045"/>
                <a:gd name="T78" fmla="*/ 20307 w 63500"/>
                <a:gd name="T79" fmla="*/ 3683 h 360045"/>
                <a:gd name="T80" fmla="*/ 10896 w 63500"/>
                <a:gd name="T81" fmla="*/ 11480 h 360045"/>
                <a:gd name="T82" fmla="*/ 4622 w 63500"/>
                <a:gd name="T83" fmla="*/ 22694 h 360045"/>
                <a:gd name="T84" fmla="*/ 2832 w 63500"/>
                <a:gd name="T85" fmla="*/ 35331 h 360045"/>
                <a:gd name="T86" fmla="*/ 5638 w 63500"/>
                <a:gd name="T87" fmla="*/ 47028 h 360045"/>
                <a:gd name="T88" fmla="*/ 12484 w 63500"/>
                <a:gd name="T89" fmla="*/ 56502 h 360045"/>
                <a:gd name="T90" fmla="*/ 22745 w 63500"/>
                <a:gd name="T91" fmla="*/ 62458 h 360045"/>
                <a:gd name="T92" fmla="*/ 34671 w 63500"/>
                <a:gd name="T93" fmla="*/ 63588 h 360045"/>
                <a:gd name="T94" fmla="*/ 45961 w 63500"/>
                <a:gd name="T95" fmla="*/ 59905 h 360045"/>
                <a:gd name="T96" fmla="*/ 55372 w 63500"/>
                <a:gd name="T97" fmla="*/ 52095 h 360045"/>
                <a:gd name="T98" fmla="*/ 61633 w 63500"/>
                <a:gd name="T99" fmla="*/ 40894 h 360045"/>
                <a:gd name="T100" fmla="*/ 63423 w 63500"/>
                <a:gd name="T101" fmla="*/ 28244 h 360045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</a:gdLst>
              <a:ahLst/>
              <a:cxnLst>
                <a:cxn ang="T102">
                  <a:pos x="T0" y="T1"/>
                </a:cxn>
                <a:cxn ang="T103">
                  <a:pos x="T2" y="T3"/>
                </a:cxn>
                <a:cxn ang="T104">
                  <a:pos x="T4" y="T5"/>
                </a:cxn>
                <a:cxn ang="T105">
                  <a:pos x="T6" y="T7"/>
                </a:cxn>
                <a:cxn ang="T106">
                  <a:pos x="T8" y="T9"/>
                </a:cxn>
                <a:cxn ang="T107">
                  <a:pos x="T10" y="T11"/>
                </a:cxn>
                <a:cxn ang="T108">
                  <a:pos x="T12" y="T13"/>
                </a:cxn>
                <a:cxn ang="T109">
                  <a:pos x="T14" y="T15"/>
                </a:cxn>
                <a:cxn ang="T110">
                  <a:pos x="T16" y="T17"/>
                </a:cxn>
                <a:cxn ang="T111">
                  <a:pos x="T18" y="T19"/>
                </a:cxn>
                <a:cxn ang="T112">
                  <a:pos x="T20" y="T21"/>
                </a:cxn>
                <a:cxn ang="T113">
                  <a:pos x="T22" y="T23"/>
                </a:cxn>
                <a:cxn ang="T114">
                  <a:pos x="T24" y="T25"/>
                </a:cxn>
                <a:cxn ang="T115">
                  <a:pos x="T26" y="T27"/>
                </a:cxn>
                <a:cxn ang="T116">
                  <a:pos x="T28" y="T29"/>
                </a:cxn>
                <a:cxn ang="T117">
                  <a:pos x="T30" y="T31"/>
                </a:cxn>
                <a:cxn ang="T118">
                  <a:pos x="T32" y="T33"/>
                </a:cxn>
                <a:cxn ang="T119">
                  <a:pos x="T34" y="T35"/>
                </a:cxn>
                <a:cxn ang="T120">
                  <a:pos x="T36" y="T37"/>
                </a:cxn>
                <a:cxn ang="T121">
                  <a:pos x="T38" y="T39"/>
                </a:cxn>
                <a:cxn ang="T122">
                  <a:pos x="T40" y="T41"/>
                </a:cxn>
                <a:cxn ang="T123">
                  <a:pos x="T42" y="T43"/>
                </a:cxn>
                <a:cxn ang="T124">
                  <a:pos x="T44" y="T45"/>
                </a:cxn>
                <a:cxn ang="T125">
                  <a:pos x="T46" y="T47"/>
                </a:cxn>
                <a:cxn ang="T126">
                  <a:pos x="T48" y="T49"/>
                </a:cxn>
                <a:cxn ang="T127">
                  <a:pos x="T50" y="T51"/>
                </a:cxn>
                <a:cxn ang="T128">
                  <a:pos x="T52" y="T53"/>
                </a:cxn>
                <a:cxn ang="T129">
                  <a:pos x="T54" y="T55"/>
                </a:cxn>
                <a:cxn ang="T130">
                  <a:pos x="T56" y="T57"/>
                </a:cxn>
                <a:cxn ang="T131">
                  <a:pos x="T58" y="T59"/>
                </a:cxn>
                <a:cxn ang="T132">
                  <a:pos x="T60" y="T61"/>
                </a:cxn>
                <a:cxn ang="T133">
                  <a:pos x="T62" y="T63"/>
                </a:cxn>
                <a:cxn ang="T134">
                  <a:pos x="T64" y="T65"/>
                </a:cxn>
                <a:cxn ang="T135">
                  <a:pos x="T66" y="T67"/>
                </a:cxn>
                <a:cxn ang="T136">
                  <a:pos x="T68" y="T69"/>
                </a:cxn>
                <a:cxn ang="T137">
                  <a:pos x="T70" y="T71"/>
                </a:cxn>
                <a:cxn ang="T138">
                  <a:pos x="T72" y="T73"/>
                </a:cxn>
                <a:cxn ang="T139">
                  <a:pos x="T74" y="T75"/>
                </a:cxn>
                <a:cxn ang="T140">
                  <a:pos x="T76" y="T77"/>
                </a:cxn>
                <a:cxn ang="T141">
                  <a:pos x="T78" y="T79"/>
                </a:cxn>
                <a:cxn ang="T142">
                  <a:pos x="T80" y="T81"/>
                </a:cxn>
                <a:cxn ang="T143">
                  <a:pos x="T82" y="T83"/>
                </a:cxn>
                <a:cxn ang="T144">
                  <a:pos x="T84" y="T85"/>
                </a:cxn>
                <a:cxn ang="T145">
                  <a:pos x="T86" y="T87"/>
                </a:cxn>
                <a:cxn ang="T146">
                  <a:pos x="T88" y="T89"/>
                </a:cxn>
                <a:cxn ang="T147">
                  <a:pos x="T90" y="T91"/>
                </a:cxn>
                <a:cxn ang="T148">
                  <a:pos x="T92" y="T93"/>
                </a:cxn>
                <a:cxn ang="T149">
                  <a:pos x="T94" y="T95"/>
                </a:cxn>
                <a:cxn ang="T150">
                  <a:pos x="T96" y="T97"/>
                </a:cxn>
                <a:cxn ang="T151">
                  <a:pos x="T98" y="T99"/>
                </a:cxn>
                <a:cxn ang="T152">
                  <a:pos x="T100" y="T101"/>
                </a:cxn>
              </a:cxnLst>
              <a:rect l="0" t="0" r="r" b="b"/>
              <a:pathLst>
                <a:path w="63500" h="360045">
                  <a:moveTo>
                    <a:pt x="59601" y="325107"/>
                  </a:moveTo>
                  <a:lnTo>
                    <a:pt x="56832" y="313613"/>
                  </a:lnTo>
                  <a:lnTo>
                    <a:pt x="50101" y="304304"/>
                  </a:lnTo>
                  <a:lnTo>
                    <a:pt x="39992" y="298462"/>
                  </a:lnTo>
                  <a:lnTo>
                    <a:pt x="28282" y="297345"/>
                  </a:lnTo>
                  <a:lnTo>
                    <a:pt x="17183" y="300951"/>
                  </a:lnTo>
                  <a:lnTo>
                    <a:pt x="7937" y="308622"/>
                  </a:lnTo>
                  <a:lnTo>
                    <a:pt x="1752" y="319671"/>
                  </a:lnTo>
                  <a:lnTo>
                    <a:pt x="0" y="332079"/>
                  </a:lnTo>
                  <a:lnTo>
                    <a:pt x="2781" y="343547"/>
                  </a:lnTo>
                  <a:lnTo>
                    <a:pt x="9512" y="352844"/>
                  </a:lnTo>
                  <a:lnTo>
                    <a:pt x="19634" y="358686"/>
                  </a:lnTo>
                  <a:lnTo>
                    <a:pt x="31343" y="359803"/>
                  </a:lnTo>
                  <a:lnTo>
                    <a:pt x="42430" y="356196"/>
                  </a:lnTo>
                  <a:lnTo>
                    <a:pt x="51663" y="348564"/>
                  </a:lnTo>
                  <a:lnTo>
                    <a:pt x="57823" y="337566"/>
                  </a:lnTo>
                  <a:lnTo>
                    <a:pt x="59601" y="325107"/>
                  </a:lnTo>
                  <a:close/>
                </a:path>
                <a:path w="63500" h="360045">
                  <a:moveTo>
                    <a:pt x="63119" y="176745"/>
                  </a:moveTo>
                  <a:lnTo>
                    <a:pt x="60540" y="166065"/>
                  </a:lnTo>
                  <a:lnTo>
                    <a:pt x="54292" y="157416"/>
                  </a:lnTo>
                  <a:lnTo>
                    <a:pt x="44881" y="151968"/>
                  </a:lnTo>
                  <a:lnTo>
                    <a:pt x="33997" y="150939"/>
                  </a:lnTo>
                  <a:lnTo>
                    <a:pt x="23685" y="154292"/>
                  </a:lnTo>
                  <a:lnTo>
                    <a:pt x="15100" y="161417"/>
                  </a:lnTo>
                  <a:lnTo>
                    <a:pt x="9359" y="171640"/>
                  </a:lnTo>
                  <a:lnTo>
                    <a:pt x="7721" y="183222"/>
                  </a:lnTo>
                  <a:lnTo>
                    <a:pt x="10299" y="193916"/>
                  </a:lnTo>
                  <a:lnTo>
                    <a:pt x="16548" y="202565"/>
                  </a:lnTo>
                  <a:lnTo>
                    <a:pt x="25946" y="208000"/>
                  </a:lnTo>
                  <a:lnTo>
                    <a:pt x="36842" y="209042"/>
                  </a:lnTo>
                  <a:lnTo>
                    <a:pt x="47155" y="205676"/>
                  </a:lnTo>
                  <a:lnTo>
                    <a:pt x="55753" y="198551"/>
                  </a:lnTo>
                  <a:lnTo>
                    <a:pt x="61480" y="188277"/>
                  </a:lnTo>
                  <a:lnTo>
                    <a:pt x="63119" y="176745"/>
                  </a:lnTo>
                  <a:close/>
                </a:path>
                <a:path w="63500" h="360045">
                  <a:moveTo>
                    <a:pt x="63423" y="28244"/>
                  </a:moveTo>
                  <a:lnTo>
                    <a:pt x="60617" y="16548"/>
                  </a:lnTo>
                  <a:lnTo>
                    <a:pt x="53771" y="7073"/>
                  </a:lnTo>
                  <a:lnTo>
                    <a:pt x="43484" y="1130"/>
                  </a:lnTo>
                  <a:lnTo>
                    <a:pt x="31584" y="0"/>
                  </a:lnTo>
                  <a:lnTo>
                    <a:pt x="20307" y="3683"/>
                  </a:lnTo>
                  <a:lnTo>
                    <a:pt x="10896" y="11480"/>
                  </a:lnTo>
                  <a:lnTo>
                    <a:pt x="4622" y="22694"/>
                  </a:lnTo>
                  <a:lnTo>
                    <a:pt x="2832" y="35331"/>
                  </a:lnTo>
                  <a:lnTo>
                    <a:pt x="5638" y="47028"/>
                  </a:lnTo>
                  <a:lnTo>
                    <a:pt x="12484" y="56502"/>
                  </a:lnTo>
                  <a:lnTo>
                    <a:pt x="22745" y="62458"/>
                  </a:lnTo>
                  <a:lnTo>
                    <a:pt x="34671" y="63588"/>
                  </a:lnTo>
                  <a:lnTo>
                    <a:pt x="45961" y="59905"/>
                  </a:lnTo>
                  <a:lnTo>
                    <a:pt x="55372" y="52095"/>
                  </a:lnTo>
                  <a:lnTo>
                    <a:pt x="61633" y="40894"/>
                  </a:lnTo>
                  <a:lnTo>
                    <a:pt x="63423" y="28244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37" name="object 44">
              <a:extLst>
                <a:ext uri="{FF2B5EF4-FFF2-40B4-BE49-F238E27FC236}">
                  <a16:creationId xmlns="" xmlns:a16="http://schemas.microsoft.com/office/drawing/2014/main" id="{B185264A-CB59-41F7-8776-6D18D833BB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3357" y="3970738"/>
              <a:ext cx="64798" cy="679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38" name="object 45">
              <a:extLst>
                <a:ext uri="{FF2B5EF4-FFF2-40B4-BE49-F238E27FC236}">
                  <a16:creationId xmlns="" xmlns:a16="http://schemas.microsoft.com/office/drawing/2014/main" id="{EFDE0147-719C-4099-834B-3F6CD38BBA13}"/>
                </a:ext>
              </a:extLst>
            </p:cNvPr>
            <p:cNvSpPr>
              <a:spLocks/>
            </p:cNvSpPr>
            <p:nvPr/>
          </p:nvSpPr>
          <p:spPr bwMode="auto">
            <a:xfrm>
              <a:off x="4823345" y="4120895"/>
              <a:ext cx="131445" cy="361315"/>
            </a:xfrm>
            <a:custGeom>
              <a:avLst/>
              <a:gdLst>
                <a:gd name="T0" fmla="*/ 70027 w 131445"/>
                <a:gd name="T1" fmla="*/ 320250 h 361314"/>
                <a:gd name="T2" fmla="*/ 66789 w 131445"/>
                <a:gd name="T3" fmla="*/ 306737 h 361314"/>
                <a:gd name="T4" fmla="*/ 65024 w 131445"/>
                <a:gd name="T5" fmla="*/ 304311 h 361314"/>
                <a:gd name="T6" fmla="*/ 7404 w 131445"/>
                <a:gd name="T7" fmla="*/ 304311 h 361314"/>
                <a:gd name="T8" fmla="*/ 2070 w 131445"/>
                <a:gd name="T9" fmla="*/ 313849 h 361314"/>
                <a:gd name="T10" fmla="*/ 0 w 131445"/>
                <a:gd name="T11" fmla="*/ 328441 h 361314"/>
                <a:gd name="T12" fmla="*/ 3263 w 131445"/>
                <a:gd name="T13" fmla="*/ 341929 h 361314"/>
                <a:gd name="T14" fmla="*/ 11176 w 131445"/>
                <a:gd name="T15" fmla="*/ 352851 h 361314"/>
                <a:gd name="T16" fmla="*/ 23063 w 131445"/>
                <a:gd name="T17" fmla="*/ 359721 h 361314"/>
                <a:gd name="T18" fmla="*/ 36830 w 131445"/>
                <a:gd name="T19" fmla="*/ 361029 h 361314"/>
                <a:gd name="T20" fmla="*/ 49860 w 131445"/>
                <a:gd name="T21" fmla="*/ 356800 h 361314"/>
                <a:gd name="T22" fmla="*/ 60718 w 131445"/>
                <a:gd name="T23" fmla="*/ 347809 h 361314"/>
                <a:gd name="T24" fmla="*/ 67957 w 131445"/>
                <a:gd name="T25" fmla="*/ 334880 h 361314"/>
                <a:gd name="T26" fmla="*/ 70027 w 131445"/>
                <a:gd name="T27" fmla="*/ 320250 h 361314"/>
                <a:gd name="T28" fmla="*/ 131356 w 131445"/>
                <a:gd name="T29" fmla="*/ 28257 h 361314"/>
                <a:gd name="T30" fmla="*/ 128536 w 131445"/>
                <a:gd name="T31" fmla="*/ 16560 h 361314"/>
                <a:gd name="T32" fmla="*/ 121704 w 131445"/>
                <a:gd name="T33" fmla="*/ 7099 h 361314"/>
                <a:gd name="T34" fmla="*/ 111417 w 131445"/>
                <a:gd name="T35" fmla="*/ 1143 h 361314"/>
                <a:gd name="T36" fmla="*/ 99491 w 131445"/>
                <a:gd name="T37" fmla="*/ 0 h 361314"/>
                <a:gd name="T38" fmla="*/ 88201 w 131445"/>
                <a:gd name="T39" fmla="*/ 3683 h 361314"/>
                <a:gd name="T40" fmla="*/ 78803 w 131445"/>
                <a:gd name="T41" fmla="*/ 11480 h 361314"/>
                <a:gd name="T42" fmla="*/ 72529 w 131445"/>
                <a:gd name="T43" fmla="*/ 22707 h 361314"/>
                <a:gd name="T44" fmla="*/ 70739 w 131445"/>
                <a:gd name="T45" fmla="*/ 35344 h 361314"/>
                <a:gd name="T46" fmla="*/ 73545 w 131445"/>
                <a:gd name="T47" fmla="*/ 47040 h 361314"/>
                <a:gd name="T48" fmla="*/ 80391 w 131445"/>
                <a:gd name="T49" fmla="*/ 56515 h 361314"/>
                <a:gd name="T50" fmla="*/ 90678 w 131445"/>
                <a:gd name="T51" fmla="*/ 62471 h 361314"/>
                <a:gd name="T52" fmla="*/ 102603 w 131445"/>
                <a:gd name="T53" fmla="*/ 63601 h 361314"/>
                <a:gd name="T54" fmla="*/ 113893 w 131445"/>
                <a:gd name="T55" fmla="*/ 59918 h 361314"/>
                <a:gd name="T56" fmla="*/ 123291 w 131445"/>
                <a:gd name="T57" fmla="*/ 52120 h 361314"/>
                <a:gd name="T58" fmla="*/ 129565 w 131445"/>
                <a:gd name="T59" fmla="*/ 40906 h 361314"/>
                <a:gd name="T60" fmla="*/ 131356 w 131445"/>
                <a:gd name="T61" fmla="*/ 28257 h 361314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</a:gdLst>
              <a:ahLst/>
              <a:cxnLst>
                <a:cxn ang="T62">
                  <a:pos x="T0" y="T1"/>
                </a:cxn>
                <a:cxn ang="T63">
                  <a:pos x="T2" y="T3"/>
                </a:cxn>
                <a:cxn ang="T64">
                  <a:pos x="T4" y="T5"/>
                </a:cxn>
                <a:cxn ang="T65">
                  <a:pos x="T6" y="T7"/>
                </a:cxn>
                <a:cxn ang="T66">
                  <a:pos x="T8" y="T9"/>
                </a:cxn>
                <a:cxn ang="T67">
                  <a:pos x="T10" y="T11"/>
                </a:cxn>
                <a:cxn ang="T68">
                  <a:pos x="T12" y="T13"/>
                </a:cxn>
                <a:cxn ang="T69">
                  <a:pos x="T14" y="T15"/>
                </a:cxn>
                <a:cxn ang="T70">
                  <a:pos x="T16" y="T17"/>
                </a:cxn>
                <a:cxn ang="T71">
                  <a:pos x="T18" y="T19"/>
                </a:cxn>
                <a:cxn ang="T72">
                  <a:pos x="T20" y="T21"/>
                </a:cxn>
                <a:cxn ang="T73">
                  <a:pos x="T22" y="T23"/>
                </a:cxn>
                <a:cxn ang="T74">
                  <a:pos x="T24" y="T25"/>
                </a:cxn>
                <a:cxn ang="T75">
                  <a:pos x="T26" y="T27"/>
                </a:cxn>
                <a:cxn ang="T76">
                  <a:pos x="T28" y="T29"/>
                </a:cxn>
                <a:cxn ang="T77">
                  <a:pos x="T30" y="T31"/>
                </a:cxn>
                <a:cxn ang="T78">
                  <a:pos x="T32" y="T33"/>
                </a:cxn>
                <a:cxn ang="T79">
                  <a:pos x="T34" y="T35"/>
                </a:cxn>
                <a:cxn ang="T80">
                  <a:pos x="T36" y="T37"/>
                </a:cxn>
                <a:cxn ang="T81">
                  <a:pos x="T38" y="T39"/>
                </a:cxn>
                <a:cxn ang="T82">
                  <a:pos x="T40" y="T41"/>
                </a:cxn>
                <a:cxn ang="T83">
                  <a:pos x="T42" y="T43"/>
                </a:cxn>
                <a:cxn ang="T84">
                  <a:pos x="T44" y="T45"/>
                </a:cxn>
                <a:cxn ang="T85">
                  <a:pos x="T46" y="T47"/>
                </a:cxn>
                <a:cxn ang="T86">
                  <a:pos x="T48" y="T49"/>
                </a:cxn>
                <a:cxn ang="T87">
                  <a:pos x="T50" y="T51"/>
                </a:cxn>
                <a:cxn ang="T88">
                  <a:pos x="T52" y="T53"/>
                </a:cxn>
                <a:cxn ang="T89">
                  <a:pos x="T54" y="T55"/>
                </a:cxn>
                <a:cxn ang="T90">
                  <a:pos x="T56" y="T57"/>
                </a:cxn>
                <a:cxn ang="T91">
                  <a:pos x="T58" y="T59"/>
                </a:cxn>
                <a:cxn ang="T92">
                  <a:pos x="T60" y="T61"/>
                </a:cxn>
              </a:cxnLst>
              <a:rect l="0" t="0" r="r" b="b"/>
              <a:pathLst>
                <a:path w="131445" h="361314">
                  <a:moveTo>
                    <a:pt x="70027" y="320243"/>
                  </a:moveTo>
                  <a:lnTo>
                    <a:pt x="66789" y="306730"/>
                  </a:lnTo>
                  <a:lnTo>
                    <a:pt x="65024" y="304304"/>
                  </a:lnTo>
                  <a:lnTo>
                    <a:pt x="7404" y="304304"/>
                  </a:lnTo>
                  <a:lnTo>
                    <a:pt x="2070" y="313842"/>
                  </a:lnTo>
                  <a:lnTo>
                    <a:pt x="0" y="328434"/>
                  </a:lnTo>
                  <a:lnTo>
                    <a:pt x="3263" y="341922"/>
                  </a:lnTo>
                  <a:lnTo>
                    <a:pt x="11176" y="352844"/>
                  </a:lnTo>
                  <a:lnTo>
                    <a:pt x="23063" y="359714"/>
                  </a:lnTo>
                  <a:lnTo>
                    <a:pt x="36830" y="361022"/>
                  </a:lnTo>
                  <a:lnTo>
                    <a:pt x="49860" y="356793"/>
                  </a:lnTo>
                  <a:lnTo>
                    <a:pt x="60718" y="347802"/>
                  </a:lnTo>
                  <a:lnTo>
                    <a:pt x="67957" y="334873"/>
                  </a:lnTo>
                  <a:lnTo>
                    <a:pt x="70027" y="320243"/>
                  </a:lnTo>
                  <a:close/>
                </a:path>
                <a:path w="131445" h="361314">
                  <a:moveTo>
                    <a:pt x="131356" y="28257"/>
                  </a:moveTo>
                  <a:lnTo>
                    <a:pt x="128536" y="16560"/>
                  </a:lnTo>
                  <a:lnTo>
                    <a:pt x="121704" y="7099"/>
                  </a:lnTo>
                  <a:lnTo>
                    <a:pt x="111417" y="1143"/>
                  </a:lnTo>
                  <a:lnTo>
                    <a:pt x="99491" y="0"/>
                  </a:lnTo>
                  <a:lnTo>
                    <a:pt x="88201" y="3683"/>
                  </a:lnTo>
                  <a:lnTo>
                    <a:pt x="78803" y="11480"/>
                  </a:lnTo>
                  <a:lnTo>
                    <a:pt x="72529" y="22707"/>
                  </a:lnTo>
                  <a:lnTo>
                    <a:pt x="70739" y="35344"/>
                  </a:lnTo>
                  <a:lnTo>
                    <a:pt x="73545" y="47040"/>
                  </a:lnTo>
                  <a:lnTo>
                    <a:pt x="80391" y="56515"/>
                  </a:lnTo>
                  <a:lnTo>
                    <a:pt x="90678" y="62471"/>
                  </a:lnTo>
                  <a:lnTo>
                    <a:pt x="102603" y="63601"/>
                  </a:lnTo>
                  <a:lnTo>
                    <a:pt x="113893" y="59918"/>
                  </a:lnTo>
                  <a:lnTo>
                    <a:pt x="123291" y="52120"/>
                  </a:lnTo>
                  <a:lnTo>
                    <a:pt x="129565" y="40906"/>
                  </a:lnTo>
                  <a:lnTo>
                    <a:pt x="131356" y="28257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39" name="object 46">
              <a:extLst>
                <a:ext uri="{FF2B5EF4-FFF2-40B4-BE49-F238E27FC236}">
                  <a16:creationId xmlns="" xmlns:a16="http://schemas.microsoft.com/office/drawing/2014/main" id="{93B791F1-4F8E-44A3-A589-50B47B5C0C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78946" y="4552098"/>
              <a:ext cx="70020" cy="734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440" name="object 47">
              <a:extLst>
                <a:ext uri="{FF2B5EF4-FFF2-40B4-BE49-F238E27FC236}">
                  <a16:creationId xmlns="" xmlns:a16="http://schemas.microsoft.com/office/drawing/2014/main" id="{37789E74-49A8-493C-98E7-0CBE766F88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5308" y="6251658"/>
              <a:ext cx="74201" cy="778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441" name="object 48">
              <a:extLst>
                <a:ext uri="{FF2B5EF4-FFF2-40B4-BE49-F238E27FC236}">
                  <a16:creationId xmlns="" xmlns:a16="http://schemas.microsoft.com/office/drawing/2014/main" id="{93119C0E-705D-4FB5-B713-5D97317303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80388" y="6303516"/>
              <a:ext cx="74209" cy="778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42" name="object 49">
              <a:extLst>
                <a:ext uri="{FF2B5EF4-FFF2-40B4-BE49-F238E27FC236}">
                  <a16:creationId xmlns="" xmlns:a16="http://schemas.microsoft.com/office/drawing/2014/main" id="{5B92882F-D542-4EED-A89B-96F3618901E2}"/>
                </a:ext>
              </a:extLst>
            </p:cNvPr>
            <p:cNvSpPr>
              <a:spLocks/>
            </p:cNvSpPr>
            <p:nvPr/>
          </p:nvSpPr>
          <p:spPr bwMode="auto">
            <a:xfrm>
              <a:off x="957072" y="2268232"/>
              <a:ext cx="4003675" cy="4151629"/>
            </a:xfrm>
            <a:custGeom>
              <a:avLst/>
              <a:gdLst>
                <a:gd name="T0" fmla="*/ 10947 w 4003675"/>
                <a:gd name="T1" fmla="*/ 3784295 h 4151629"/>
                <a:gd name="T2" fmla="*/ 3073 w 4003675"/>
                <a:gd name="T3" fmla="*/ 3807549 h 4151629"/>
                <a:gd name="T4" fmla="*/ 23825 w 4003675"/>
                <a:gd name="T5" fmla="*/ 3801287 h 4151629"/>
                <a:gd name="T6" fmla="*/ 137477 w 4003675"/>
                <a:gd name="T7" fmla="*/ 3866438 h 4151629"/>
                <a:gd name="T8" fmla="*/ 118732 w 4003675"/>
                <a:gd name="T9" fmla="*/ 3876852 h 4151629"/>
                <a:gd name="T10" fmla="*/ 136448 w 4003675"/>
                <a:gd name="T11" fmla="*/ 3882504 h 4151629"/>
                <a:gd name="T12" fmla="*/ 264820 w 4003675"/>
                <a:gd name="T13" fmla="*/ 3940340 h 4151629"/>
                <a:gd name="T14" fmla="*/ 240258 w 4003675"/>
                <a:gd name="T15" fmla="*/ 3932491 h 4151629"/>
                <a:gd name="T16" fmla="*/ 252387 w 4003675"/>
                <a:gd name="T17" fmla="*/ 3959085 h 4151629"/>
                <a:gd name="T18" fmla="*/ 264820 w 4003675"/>
                <a:gd name="T19" fmla="*/ 3940340 h 4151629"/>
                <a:gd name="T20" fmla="*/ 372313 w 4003675"/>
                <a:gd name="T21" fmla="*/ 3990187 h 4151629"/>
                <a:gd name="T22" fmla="*/ 363385 w 4003675"/>
                <a:gd name="T23" fmla="*/ 4016565 h 4151629"/>
                <a:gd name="T24" fmla="*/ 386930 w 4003675"/>
                <a:gd name="T25" fmla="*/ 4009466 h 4151629"/>
                <a:gd name="T26" fmla="*/ 513994 w 4003675"/>
                <a:gd name="T27" fmla="*/ 4048658 h 4151629"/>
                <a:gd name="T28" fmla="*/ 487934 w 4003675"/>
                <a:gd name="T29" fmla="*/ 4063047 h 4151629"/>
                <a:gd name="T30" fmla="*/ 512533 w 4003675"/>
                <a:gd name="T31" fmla="*/ 4070908 h 4151629"/>
                <a:gd name="T32" fmla="*/ 651167 w 4003675"/>
                <a:gd name="T33" fmla="*/ 4103992 h 4151629"/>
                <a:gd name="T34" fmla="*/ 639826 w 4003675"/>
                <a:gd name="T35" fmla="*/ 4088561 h 4151629"/>
                <a:gd name="T36" fmla="*/ 621284 w 4003675"/>
                <a:gd name="T37" fmla="*/ 4094454 h 4151629"/>
                <a:gd name="T38" fmla="*/ 618286 w 4003675"/>
                <a:gd name="T39" fmla="*/ 4114673 h 4151629"/>
                <a:gd name="T40" fmla="*/ 634809 w 4003675"/>
                <a:gd name="T41" fmla="*/ 4124096 h 4151629"/>
                <a:gd name="T42" fmla="*/ 650138 w 4003675"/>
                <a:gd name="T43" fmla="*/ 4111206 h 4151629"/>
                <a:gd name="T44" fmla="*/ 783018 w 4003675"/>
                <a:gd name="T45" fmla="*/ 4135907 h 4151629"/>
                <a:gd name="T46" fmla="*/ 766978 w 4003675"/>
                <a:gd name="T47" fmla="*/ 4126788 h 4151629"/>
                <a:gd name="T48" fmla="*/ 752106 w 4003675"/>
                <a:gd name="T49" fmla="*/ 4139273 h 4151629"/>
                <a:gd name="T50" fmla="*/ 782370 w 4003675"/>
                <a:gd name="T51" fmla="*/ 4151503 h 4151629"/>
                <a:gd name="T52" fmla="*/ 3806075 w 4003675"/>
                <a:gd name="T53" fmla="*/ 0 h 4151629"/>
                <a:gd name="T54" fmla="*/ 3783279 w 4003675"/>
                <a:gd name="T55" fmla="*/ 7696 h 4151629"/>
                <a:gd name="T56" fmla="*/ 3805758 w 4003675"/>
                <a:gd name="T57" fmla="*/ 558 h 4151629"/>
                <a:gd name="T58" fmla="*/ 3878211 w 4003675"/>
                <a:gd name="T59" fmla="*/ 101244 h 4151629"/>
                <a:gd name="T60" fmla="*/ 3858183 w 4003675"/>
                <a:gd name="T61" fmla="*/ 89827 h 4151629"/>
                <a:gd name="T62" fmla="*/ 3839603 w 4003675"/>
                <a:gd name="T63" fmla="*/ 105486 h 4151629"/>
                <a:gd name="T64" fmla="*/ 3845001 w 4003675"/>
                <a:gd name="T65" fmla="*/ 128790 h 4151629"/>
                <a:gd name="T66" fmla="*/ 3868102 w 4003675"/>
                <a:gd name="T67" fmla="*/ 131152 h 4151629"/>
                <a:gd name="T68" fmla="*/ 3880154 w 4003675"/>
                <a:gd name="T69" fmla="*/ 109308 h 4151629"/>
                <a:gd name="T70" fmla="*/ 3935742 w 4003675"/>
                <a:gd name="T71" fmla="*/ 223977 h 4151629"/>
                <a:gd name="T72" fmla="*/ 3912641 w 4003675"/>
                <a:gd name="T73" fmla="*/ 221602 h 4151629"/>
                <a:gd name="T74" fmla="*/ 3900576 w 4003675"/>
                <a:gd name="T75" fmla="*/ 243433 h 4151629"/>
                <a:gd name="T76" fmla="*/ 3914356 w 4003675"/>
                <a:gd name="T77" fmla="*/ 262115 h 4151629"/>
                <a:gd name="T78" fmla="*/ 3936835 w 4003675"/>
                <a:gd name="T79" fmla="*/ 255003 h 4151629"/>
                <a:gd name="T80" fmla="*/ 4003090 w 4003675"/>
                <a:gd name="T81" fmla="*/ 370916 h 4151629"/>
                <a:gd name="T82" fmla="*/ 3985882 w 4003675"/>
                <a:gd name="T83" fmla="*/ 347535 h 4151629"/>
                <a:gd name="T84" fmla="*/ 3957751 w 4003675"/>
                <a:gd name="T85" fmla="*/ 356438 h 4151629"/>
                <a:gd name="T86" fmla="*/ 3953243 w 4003675"/>
                <a:gd name="T87" fmla="*/ 387083 h 4151629"/>
                <a:gd name="T88" fmla="*/ 3978287 w 4003675"/>
                <a:gd name="T89" fmla="*/ 401332 h 4151629"/>
                <a:gd name="T90" fmla="*/ 4001554 w 4003675"/>
                <a:gd name="T91" fmla="*/ 381825 h 4151629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0" t="0" r="r" b="b"/>
              <a:pathLst>
                <a:path w="4003675" h="4151629">
                  <a:moveTo>
                    <a:pt x="25984" y="3794899"/>
                  </a:moveTo>
                  <a:lnTo>
                    <a:pt x="22923" y="3788118"/>
                  </a:lnTo>
                  <a:lnTo>
                    <a:pt x="10947" y="3784295"/>
                  </a:lnTo>
                  <a:lnTo>
                    <a:pt x="4330" y="3787991"/>
                  </a:lnTo>
                  <a:lnTo>
                    <a:pt x="0" y="3800818"/>
                  </a:lnTo>
                  <a:lnTo>
                    <a:pt x="3073" y="3807549"/>
                  </a:lnTo>
                  <a:lnTo>
                    <a:pt x="15062" y="3811371"/>
                  </a:lnTo>
                  <a:lnTo>
                    <a:pt x="21653" y="3807726"/>
                  </a:lnTo>
                  <a:lnTo>
                    <a:pt x="23825" y="3801287"/>
                  </a:lnTo>
                  <a:lnTo>
                    <a:pt x="25984" y="3794899"/>
                  </a:lnTo>
                  <a:close/>
                </a:path>
                <a:path w="4003675" h="4151629">
                  <a:moveTo>
                    <a:pt x="140017" y="3871976"/>
                  </a:moveTo>
                  <a:lnTo>
                    <a:pt x="137477" y="3866438"/>
                  </a:lnTo>
                  <a:lnTo>
                    <a:pt x="127723" y="3863327"/>
                  </a:lnTo>
                  <a:lnTo>
                    <a:pt x="122301" y="3866324"/>
                  </a:lnTo>
                  <a:lnTo>
                    <a:pt x="118732" y="3876852"/>
                  </a:lnTo>
                  <a:lnTo>
                    <a:pt x="121285" y="3882352"/>
                  </a:lnTo>
                  <a:lnTo>
                    <a:pt x="131038" y="3885463"/>
                  </a:lnTo>
                  <a:lnTo>
                    <a:pt x="136448" y="3882504"/>
                  </a:lnTo>
                  <a:lnTo>
                    <a:pt x="138239" y="3877221"/>
                  </a:lnTo>
                  <a:lnTo>
                    <a:pt x="140017" y="3871976"/>
                  </a:lnTo>
                  <a:close/>
                </a:path>
                <a:path w="4003675" h="4151629">
                  <a:moveTo>
                    <a:pt x="264820" y="3940340"/>
                  </a:moveTo>
                  <a:lnTo>
                    <a:pt x="261302" y="3932694"/>
                  </a:lnTo>
                  <a:lnTo>
                    <a:pt x="247726" y="3928364"/>
                  </a:lnTo>
                  <a:lnTo>
                    <a:pt x="240258" y="3932491"/>
                  </a:lnTo>
                  <a:lnTo>
                    <a:pt x="235331" y="3947071"/>
                  </a:lnTo>
                  <a:lnTo>
                    <a:pt x="238798" y="3954742"/>
                  </a:lnTo>
                  <a:lnTo>
                    <a:pt x="252387" y="3959085"/>
                  </a:lnTo>
                  <a:lnTo>
                    <a:pt x="259892" y="3954907"/>
                  </a:lnTo>
                  <a:lnTo>
                    <a:pt x="262343" y="3947642"/>
                  </a:lnTo>
                  <a:lnTo>
                    <a:pt x="264820" y="3940340"/>
                  </a:lnTo>
                  <a:close/>
                </a:path>
                <a:path w="4003675" h="4151629">
                  <a:moveTo>
                    <a:pt x="389407" y="4002163"/>
                  </a:moveTo>
                  <a:lnTo>
                    <a:pt x="385876" y="3994518"/>
                  </a:lnTo>
                  <a:lnTo>
                    <a:pt x="372313" y="3990187"/>
                  </a:lnTo>
                  <a:lnTo>
                    <a:pt x="364820" y="3994315"/>
                  </a:lnTo>
                  <a:lnTo>
                    <a:pt x="359879" y="4008932"/>
                  </a:lnTo>
                  <a:lnTo>
                    <a:pt x="363385" y="4016565"/>
                  </a:lnTo>
                  <a:lnTo>
                    <a:pt x="376948" y="4020896"/>
                  </a:lnTo>
                  <a:lnTo>
                    <a:pt x="384454" y="4016781"/>
                  </a:lnTo>
                  <a:lnTo>
                    <a:pt x="386930" y="4009466"/>
                  </a:lnTo>
                  <a:lnTo>
                    <a:pt x="389407" y="4002163"/>
                  </a:lnTo>
                  <a:close/>
                </a:path>
                <a:path w="4003675" h="4151629">
                  <a:moveTo>
                    <a:pt x="517461" y="4056329"/>
                  </a:moveTo>
                  <a:lnTo>
                    <a:pt x="513994" y="4048658"/>
                  </a:lnTo>
                  <a:lnTo>
                    <a:pt x="500392" y="4044315"/>
                  </a:lnTo>
                  <a:lnTo>
                    <a:pt x="492861" y="4048480"/>
                  </a:lnTo>
                  <a:lnTo>
                    <a:pt x="487934" y="4063047"/>
                  </a:lnTo>
                  <a:lnTo>
                    <a:pt x="491451" y="4070743"/>
                  </a:lnTo>
                  <a:lnTo>
                    <a:pt x="505053" y="4075087"/>
                  </a:lnTo>
                  <a:lnTo>
                    <a:pt x="512533" y="4070908"/>
                  </a:lnTo>
                  <a:lnTo>
                    <a:pt x="515010" y="4063593"/>
                  </a:lnTo>
                  <a:lnTo>
                    <a:pt x="517461" y="4056329"/>
                  </a:lnTo>
                  <a:close/>
                </a:path>
                <a:path w="4003675" h="4151629">
                  <a:moveTo>
                    <a:pt x="651167" y="4103992"/>
                  </a:moveTo>
                  <a:lnTo>
                    <a:pt x="649566" y="4097324"/>
                  </a:lnTo>
                  <a:lnTo>
                    <a:pt x="645680" y="4091940"/>
                  </a:lnTo>
                  <a:lnTo>
                    <a:pt x="639826" y="4088561"/>
                  </a:lnTo>
                  <a:lnTo>
                    <a:pt x="633044" y="4087914"/>
                  </a:lnTo>
                  <a:lnTo>
                    <a:pt x="626630" y="4090009"/>
                  </a:lnTo>
                  <a:lnTo>
                    <a:pt x="621284" y="4094454"/>
                  </a:lnTo>
                  <a:lnTo>
                    <a:pt x="617702" y="4100855"/>
                  </a:lnTo>
                  <a:lnTo>
                    <a:pt x="616686" y="4108031"/>
                  </a:lnTo>
                  <a:lnTo>
                    <a:pt x="618286" y="4114673"/>
                  </a:lnTo>
                  <a:lnTo>
                    <a:pt x="622185" y="4120057"/>
                  </a:lnTo>
                  <a:lnTo>
                    <a:pt x="628027" y="4123448"/>
                  </a:lnTo>
                  <a:lnTo>
                    <a:pt x="634809" y="4124096"/>
                  </a:lnTo>
                  <a:lnTo>
                    <a:pt x="641235" y="4122001"/>
                  </a:lnTo>
                  <a:lnTo>
                    <a:pt x="646582" y="4117568"/>
                  </a:lnTo>
                  <a:lnTo>
                    <a:pt x="650138" y="4111206"/>
                  </a:lnTo>
                  <a:lnTo>
                    <a:pt x="651167" y="4103992"/>
                  </a:lnTo>
                  <a:close/>
                </a:path>
                <a:path w="4003675" h="4151629">
                  <a:moveTo>
                    <a:pt x="784580" y="4142346"/>
                  </a:moveTo>
                  <a:lnTo>
                    <a:pt x="783018" y="4135907"/>
                  </a:lnTo>
                  <a:lnTo>
                    <a:pt x="779233" y="4130700"/>
                  </a:lnTo>
                  <a:lnTo>
                    <a:pt x="773557" y="4127423"/>
                  </a:lnTo>
                  <a:lnTo>
                    <a:pt x="766978" y="4126788"/>
                  </a:lnTo>
                  <a:lnTo>
                    <a:pt x="760755" y="4128808"/>
                  </a:lnTo>
                  <a:lnTo>
                    <a:pt x="755561" y="4133088"/>
                  </a:lnTo>
                  <a:lnTo>
                    <a:pt x="752106" y="4139273"/>
                  </a:lnTo>
                  <a:lnTo>
                    <a:pt x="751116" y="4146258"/>
                  </a:lnTo>
                  <a:lnTo>
                    <a:pt x="752386" y="4151503"/>
                  </a:lnTo>
                  <a:lnTo>
                    <a:pt x="782370" y="4151503"/>
                  </a:lnTo>
                  <a:lnTo>
                    <a:pt x="783602" y="4149318"/>
                  </a:lnTo>
                  <a:lnTo>
                    <a:pt x="784580" y="4142346"/>
                  </a:lnTo>
                  <a:close/>
                </a:path>
                <a:path w="4003675" h="4151629">
                  <a:moveTo>
                    <a:pt x="3806075" y="0"/>
                  </a:moveTo>
                  <a:lnTo>
                    <a:pt x="3773576" y="0"/>
                  </a:lnTo>
                  <a:lnTo>
                    <a:pt x="3776180" y="3594"/>
                  </a:lnTo>
                  <a:lnTo>
                    <a:pt x="3783279" y="7696"/>
                  </a:lnTo>
                  <a:lnTo>
                    <a:pt x="3791496" y="8483"/>
                  </a:lnTo>
                  <a:lnTo>
                    <a:pt x="3799281" y="5943"/>
                  </a:lnTo>
                  <a:lnTo>
                    <a:pt x="3805758" y="558"/>
                  </a:lnTo>
                  <a:lnTo>
                    <a:pt x="3806075" y="0"/>
                  </a:lnTo>
                  <a:close/>
                </a:path>
                <a:path w="4003675" h="4151629">
                  <a:moveTo>
                    <a:pt x="3880154" y="109308"/>
                  </a:moveTo>
                  <a:lnTo>
                    <a:pt x="3878211" y="101244"/>
                  </a:lnTo>
                  <a:lnTo>
                    <a:pt x="3873487" y="94716"/>
                  </a:lnTo>
                  <a:lnTo>
                    <a:pt x="3866388" y="90601"/>
                  </a:lnTo>
                  <a:lnTo>
                    <a:pt x="3858183" y="89827"/>
                  </a:lnTo>
                  <a:lnTo>
                    <a:pt x="3850411" y="92367"/>
                  </a:lnTo>
                  <a:lnTo>
                    <a:pt x="3843934" y="97751"/>
                  </a:lnTo>
                  <a:lnTo>
                    <a:pt x="3839603" y="105486"/>
                  </a:lnTo>
                  <a:lnTo>
                    <a:pt x="3838359" y="114211"/>
                  </a:lnTo>
                  <a:lnTo>
                    <a:pt x="3840302" y="122275"/>
                  </a:lnTo>
                  <a:lnTo>
                    <a:pt x="3845001" y="128790"/>
                  </a:lnTo>
                  <a:lnTo>
                    <a:pt x="3852087" y="132892"/>
                  </a:lnTo>
                  <a:lnTo>
                    <a:pt x="3860317" y="133680"/>
                  </a:lnTo>
                  <a:lnTo>
                    <a:pt x="3868102" y="131152"/>
                  </a:lnTo>
                  <a:lnTo>
                    <a:pt x="3874592" y="125768"/>
                  </a:lnTo>
                  <a:lnTo>
                    <a:pt x="3878923" y="118033"/>
                  </a:lnTo>
                  <a:lnTo>
                    <a:pt x="3880154" y="109308"/>
                  </a:lnTo>
                  <a:close/>
                </a:path>
                <a:path w="4003675" h="4151629">
                  <a:moveTo>
                    <a:pt x="3942397" y="238531"/>
                  </a:moveTo>
                  <a:lnTo>
                    <a:pt x="3940454" y="230492"/>
                  </a:lnTo>
                  <a:lnTo>
                    <a:pt x="3935742" y="223977"/>
                  </a:lnTo>
                  <a:lnTo>
                    <a:pt x="3928643" y="219862"/>
                  </a:lnTo>
                  <a:lnTo>
                    <a:pt x="3920426" y="219075"/>
                  </a:lnTo>
                  <a:lnTo>
                    <a:pt x="3912641" y="221602"/>
                  </a:lnTo>
                  <a:lnTo>
                    <a:pt x="3906151" y="226961"/>
                  </a:lnTo>
                  <a:lnTo>
                    <a:pt x="3901821" y="234683"/>
                  </a:lnTo>
                  <a:lnTo>
                    <a:pt x="3900576" y="243433"/>
                  </a:lnTo>
                  <a:lnTo>
                    <a:pt x="3902532" y="251498"/>
                  </a:lnTo>
                  <a:lnTo>
                    <a:pt x="3907256" y="258025"/>
                  </a:lnTo>
                  <a:lnTo>
                    <a:pt x="3914356" y="262115"/>
                  </a:lnTo>
                  <a:lnTo>
                    <a:pt x="3922572" y="262902"/>
                  </a:lnTo>
                  <a:lnTo>
                    <a:pt x="3930358" y="260375"/>
                  </a:lnTo>
                  <a:lnTo>
                    <a:pt x="3936835" y="255003"/>
                  </a:lnTo>
                  <a:lnTo>
                    <a:pt x="3941165" y="247243"/>
                  </a:lnTo>
                  <a:lnTo>
                    <a:pt x="3942397" y="238531"/>
                  </a:lnTo>
                  <a:close/>
                </a:path>
                <a:path w="4003675" h="4151629">
                  <a:moveTo>
                    <a:pt x="4003090" y="370916"/>
                  </a:moveTo>
                  <a:lnTo>
                    <a:pt x="4000652" y="360832"/>
                  </a:lnTo>
                  <a:lnTo>
                    <a:pt x="3994747" y="352666"/>
                  </a:lnTo>
                  <a:lnTo>
                    <a:pt x="3985882" y="347535"/>
                  </a:lnTo>
                  <a:lnTo>
                    <a:pt x="3975608" y="346557"/>
                  </a:lnTo>
                  <a:lnTo>
                    <a:pt x="3965867" y="349719"/>
                  </a:lnTo>
                  <a:lnTo>
                    <a:pt x="3957751" y="356438"/>
                  </a:lnTo>
                  <a:lnTo>
                    <a:pt x="3952341" y="366115"/>
                  </a:lnTo>
                  <a:lnTo>
                    <a:pt x="3950805" y="377012"/>
                  </a:lnTo>
                  <a:lnTo>
                    <a:pt x="3953243" y="387083"/>
                  </a:lnTo>
                  <a:lnTo>
                    <a:pt x="3959148" y="395236"/>
                  </a:lnTo>
                  <a:lnTo>
                    <a:pt x="3968026" y="400354"/>
                  </a:lnTo>
                  <a:lnTo>
                    <a:pt x="3978287" y="401332"/>
                  </a:lnTo>
                  <a:lnTo>
                    <a:pt x="3988028" y="398183"/>
                  </a:lnTo>
                  <a:lnTo>
                    <a:pt x="3996144" y="391477"/>
                  </a:lnTo>
                  <a:lnTo>
                    <a:pt x="4001554" y="381825"/>
                  </a:lnTo>
                  <a:lnTo>
                    <a:pt x="4003090" y="370916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43" name="object 50">
              <a:extLst>
                <a:ext uri="{FF2B5EF4-FFF2-40B4-BE49-F238E27FC236}">
                  <a16:creationId xmlns="" xmlns:a16="http://schemas.microsoft.com/office/drawing/2014/main" id="{BD62A166-670D-47AA-94E1-BF874E0CD1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8586" y="2742834"/>
              <a:ext cx="67940" cy="71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44" name="object 51">
              <a:extLst>
                <a:ext uri="{FF2B5EF4-FFF2-40B4-BE49-F238E27FC236}">
                  <a16:creationId xmlns="" xmlns:a16="http://schemas.microsoft.com/office/drawing/2014/main" id="{3E48E9B6-980E-4AC4-85CD-5AB90AEA5718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0058" y="2882023"/>
              <a:ext cx="36195" cy="199390"/>
            </a:xfrm>
            <a:custGeom>
              <a:avLst/>
              <a:gdLst>
                <a:gd name="T0" fmla="*/ 35648 w 36195"/>
                <a:gd name="T1" fmla="*/ 160090 h 199389"/>
                <a:gd name="T2" fmla="*/ 32397 w 36195"/>
                <a:gd name="T3" fmla="*/ 165919 h 199389"/>
                <a:gd name="T4" fmla="*/ 30137 w 36195"/>
                <a:gd name="T5" fmla="*/ 181845 h 199389"/>
                <a:gd name="T6" fmla="*/ 33680 w 36195"/>
                <a:gd name="T7" fmla="*/ 196552 h 199389"/>
                <a:gd name="T8" fmla="*/ 35648 w 36195"/>
                <a:gd name="T9" fmla="*/ 199282 h 199389"/>
                <a:gd name="T10" fmla="*/ 35648 w 36195"/>
                <a:gd name="T11" fmla="*/ 160090 h 199389"/>
                <a:gd name="T12" fmla="*/ 35661 w 36195"/>
                <a:gd name="T13" fmla="*/ 330 h 199389"/>
                <a:gd name="T14" fmla="*/ 2006 w 36195"/>
                <a:gd name="T15" fmla="*/ 25412 h 199389"/>
                <a:gd name="T16" fmla="*/ 0 w 36195"/>
                <a:gd name="T17" fmla="*/ 39573 h 199389"/>
                <a:gd name="T18" fmla="*/ 3149 w 36195"/>
                <a:gd name="T19" fmla="*/ 52679 h 199389"/>
                <a:gd name="T20" fmla="*/ 10820 w 36195"/>
                <a:gd name="T21" fmla="*/ 63284 h 199389"/>
                <a:gd name="T22" fmla="*/ 22352 w 36195"/>
                <a:gd name="T23" fmla="*/ 69964 h 199389"/>
                <a:gd name="T24" fmla="*/ 35661 w 36195"/>
                <a:gd name="T25" fmla="*/ 71234 h 199389"/>
                <a:gd name="T26" fmla="*/ 35661 w 36195"/>
                <a:gd name="T27" fmla="*/ 330 h 199389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0" t="0" r="r" b="b"/>
              <a:pathLst>
                <a:path w="36195" h="199389">
                  <a:moveTo>
                    <a:pt x="35648" y="160083"/>
                  </a:moveTo>
                  <a:lnTo>
                    <a:pt x="32397" y="165912"/>
                  </a:lnTo>
                  <a:lnTo>
                    <a:pt x="30137" y="181838"/>
                  </a:lnTo>
                  <a:lnTo>
                    <a:pt x="33680" y="196545"/>
                  </a:lnTo>
                  <a:lnTo>
                    <a:pt x="35648" y="199275"/>
                  </a:lnTo>
                  <a:lnTo>
                    <a:pt x="35648" y="160083"/>
                  </a:lnTo>
                  <a:close/>
                </a:path>
                <a:path w="36195" h="199389">
                  <a:moveTo>
                    <a:pt x="35661" y="330"/>
                  </a:moveTo>
                  <a:lnTo>
                    <a:pt x="2006" y="25412"/>
                  </a:lnTo>
                  <a:lnTo>
                    <a:pt x="0" y="39573"/>
                  </a:lnTo>
                  <a:lnTo>
                    <a:pt x="3149" y="52679"/>
                  </a:lnTo>
                  <a:lnTo>
                    <a:pt x="10820" y="63284"/>
                  </a:lnTo>
                  <a:lnTo>
                    <a:pt x="22352" y="69964"/>
                  </a:lnTo>
                  <a:lnTo>
                    <a:pt x="35661" y="71234"/>
                  </a:lnTo>
                  <a:lnTo>
                    <a:pt x="35661" y="330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45" name="object 52">
              <a:extLst>
                <a:ext uri="{FF2B5EF4-FFF2-40B4-BE49-F238E27FC236}">
                  <a16:creationId xmlns="" xmlns:a16="http://schemas.microsoft.com/office/drawing/2014/main" id="{480A7FE7-8A8F-4117-981B-B79D667C52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53001" y="4483590"/>
              <a:ext cx="72288" cy="898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446" name="object 53">
              <a:extLst>
                <a:ext uri="{FF2B5EF4-FFF2-40B4-BE49-F238E27FC236}">
                  <a16:creationId xmlns="" xmlns:a16="http://schemas.microsoft.com/office/drawing/2014/main" id="{F72C443B-6F6D-4359-9AFB-10BAE73E4D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594" y="4626617"/>
              <a:ext cx="85718" cy="898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47" name="object 54">
              <a:extLst>
                <a:ext uri="{FF2B5EF4-FFF2-40B4-BE49-F238E27FC236}">
                  <a16:creationId xmlns="" xmlns:a16="http://schemas.microsoft.com/office/drawing/2014/main" id="{75A34AD8-E8BF-4D92-A351-6839B0919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962875" y="2288997"/>
              <a:ext cx="4063365" cy="4131310"/>
            </a:xfrm>
            <a:custGeom>
              <a:avLst/>
              <a:gdLst>
                <a:gd name="T0" fmla="*/ 15595 w 4063365"/>
                <a:gd name="T1" fmla="*/ 3972877 h 4131310"/>
                <a:gd name="T2" fmla="*/ 2946 w 4063365"/>
                <a:gd name="T3" fmla="*/ 3972763 h 4131310"/>
                <a:gd name="T4" fmla="*/ 2095 w 4063365"/>
                <a:gd name="T5" fmla="*/ 3986098 h 4131310"/>
                <a:gd name="T6" fmla="*/ 14744 w 4063365"/>
                <a:gd name="T7" fmla="*/ 3986199 h 4131310"/>
                <a:gd name="T8" fmla="*/ 17691 w 4063365"/>
                <a:gd name="T9" fmla="*/ 3977475 h 4131310"/>
                <a:gd name="T10" fmla="*/ 138798 w 4063365"/>
                <a:gd name="T11" fmla="*/ 4040568 h 4131310"/>
                <a:gd name="T12" fmla="*/ 119392 w 4063365"/>
                <a:gd name="T13" fmla="*/ 4040390 h 4131310"/>
                <a:gd name="T14" fmla="*/ 118059 w 4063365"/>
                <a:gd name="T15" fmla="*/ 4060888 h 4131310"/>
                <a:gd name="T16" fmla="*/ 137477 w 4063365"/>
                <a:gd name="T17" fmla="*/ 4061028 h 4131310"/>
                <a:gd name="T18" fmla="*/ 142011 w 4063365"/>
                <a:gd name="T19" fmla="*/ 4047604 h 4131310"/>
                <a:gd name="T20" fmla="*/ 264833 w 4063365"/>
                <a:gd name="T21" fmla="*/ 4102176 h 4131310"/>
                <a:gd name="T22" fmla="*/ 240385 w 4063365"/>
                <a:gd name="T23" fmla="*/ 4101973 h 4131310"/>
                <a:gd name="T24" fmla="*/ 238734 w 4063365"/>
                <a:gd name="T25" fmla="*/ 4127766 h 4131310"/>
                <a:gd name="T26" fmla="*/ 258191 w 4063365"/>
                <a:gd name="T27" fmla="*/ 4130738 h 4131310"/>
                <a:gd name="T28" fmla="*/ 268884 w 4063365"/>
                <a:gd name="T29" fmla="*/ 4111066 h 4131310"/>
                <a:gd name="T30" fmla="*/ 2321382 w 4063365"/>
                <a:gd name="T31" fmla="*/ 4123893 h 4131310"/>
                <a:gd name="T32" fmla="*/ 2287371 w 4063365"/>
                <a:gd name="T33" fmla="*/ 4127614 h 4131310"/>
                <a:gd name="T34" fmla="*/ 2333206 w 4063365"/>
                <a:gd name="T35" fmla="*/ 4130738 h 4131310"/>
                <a:gd name="T36" fmla="*/ 2475801 w 4063365"/>
                <a:gd name="T37" fmla="*/ 4091025 h 4131310"/>
                <a:gd name="T38" fmla="*/ 2453068 w 4063365"/>
                <a:gd name="T39" fmla="*/ 4070566 h 4131310"/>
                <a:gd name="T40" fmla="*/ 2422271 w 4063365"/>
                <a:gd name="T41" fmla="*/ 4073944 h 4131310"/>
                <a:gd name="T42" fmla="*/ 2401468 w 4063365"/>
                <a:gd name="T43" fmla="*/ 4099179 h 4131310"/>
                <a:gd name="T44" fmla="*/ 2402624 w 4063365"/>
                <a:gd name="T45" fmla="*/ 4130725 h 4131310"/>
                <a:gd name="T46" fmla="*/ 2477160 w 4063365"/>
                <a:gd name="T47" fmla="*/ 4123334 h 4131310"/>
                <a:gd name="T48" fmla="*/ 4031996 w 4063365"/>
                <a:gd name="T49" fmla="*/ 30822 h 4131310"/>
                <a:gd name="T50" fmla="*/ 3995966 w 4063365"/>
                <a:gd name="T51" fmla="*/ 0 h 4131310"/>
                <a:gd name="T52" fmla="*/ 3983050 w 4063365"/>
                <a:gd name="T53" fmla="*/ 8699 h 4131310"/>
                <a:gd name="T54" fmla="*/ 3975468 w 4063365"/>
                <a:gd name="T55" fmla="*/ 30822 h 4131310"/>
                <a:gd name="T56" fmla="*/ 3978059 w 4063365"/>
                <a:gd name="T57" fmla="*/ 42392 h 4131310"/>
                <a:gd name="T58" fmla="*/ 3994302 w 4063365"/>
                <a:gd name="T59" fmla="*/ 57010 h 4131310"/>
                <a:gd name="T60" fmla="*/ 4016311 w 4063365"/>
                <a:gd name="T61" fmla="*/ 54597 h 4131310"/>
                <a:gd name="T62" fmla="*/ 4031183 w 4063365"/>
                <a:gd name="T63" fmla="*/ 36588 h 4131310"/>
                <a:gd name="T64" fmla="*/ 4031996 w 4063365"/>
                <a:gd name="T65" fmla="*/ 30822 h 4131310"/>
                <a:gd name="T66" fmla="*/ 4053052 w 4063365"/>
                <a:gd name="T67" fmla="*/ 130606 h 4131310"/>
                <a:gd name="T68" fmla="*/ 4037927 w 4063365"/>
                <a:gd name="T69" fmla="*/ 148958 h 4131310"/>
                <a:gd name="T70" fmla="*/ 4038892 w 4063365"/>
                <a:gd name="T71" fmla="*/ 172466 h 4131310"/>
                <a:gd name="T72" fmla="*/ 4055427 w 4063365"/>
                <a:gd name="T73" fmla="*/ 187337 h 4131310"/>
                <a:gd name="T74" fmla="*/ 4062831 w 4063365"/>
                <a:gd name="T75" fmla="*/ 127393 h 4131310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</a:gdLst>
              <a:ahLst/>
              <a:cxnLst>
                <a:cxn ang="T76">
                  <a:pos x="T0" y="T1"/>
                </a:cxn>
                <a:cxn ang="T77">
                  <a:pos x="T2" y="T3"/>
                </a:cxn>
                <a:cxn ang="T78">
                  <a:pos x="T4" y="T5"/>
                </a:cxn>
                <a:cxn ang="T79">
                  <a:pos x="T6" y="T7"/>
                </a:cxn>
                <a:cxn ang="T80">
                  <a:pos x="T8" y="T9"/>
                </a:cxn>
                <a:cxn ang="T81">
                  <a:pos x="T10" y="T11"/>
                </a:cxn>
                <a:cxn ang="T82">
                  <a:pos x="T12" y="T13"/>
                </a:cxn>
                <a:cxn ang="T83">
                  <a:pos x="T14" y="T15"/>
                </a:cxn>
                <a:cxn ang="T84">
                  <a:pos x="T16" y="T17"/>
                </a:cxn>
                <a:cxn ang="T85">
                  <a:pos x="T18" y="T19"/>
                </a:cxn>
                <a:cxn ang="T86">
                  <a:pos x="T20" y="T21"/>
                </a:cxn>
                <a:cxn ang="T87">
                  <a:pos x="T22" y="T23"/>
                </a:cxn>
                <a:cxn ang="T88">
                  <a:pos x="T24" y="T25"/>
                </a:cxn>
                <a:cxn ang="T89">
                  <a:pos x="T26" y="T27"/>
                </a:cxn>
                <a:cxn ang="T90">
                  <a:pos x="T28" y="T29"/>
                </a:cxn>
                <a:cxn ang="T91">
                  <a:pos x="T30" y="T31"/>
                </a:cxn>
                <a:cxn ang="T92">
                  <a:pos x="T32" y="T33"/>
                </a:cxn>
                <a:cxn ang="T93">
                  <a:pos x="T34" y="T35"/>
                </a:cxn>
                <a:cxn ang="T94">
                  <a:pos x="T36" y="T37"/>
                </a:cxn>
                <a:cxn ang="T95">
                  <a:pos x="T38" y="T39"/>
                </a:cxn>
                <a:cxn ang="T96">
                  <a:pos x="T40" y="T41"/>
                </a:cxn>
                <a:cxn ang="T97">
                  <a:pos x="T42" y="T43"/>
                </a:cxn>
                <a:cxn ang="T98">
                  <a:pos x="T44" y="T45"/>
                </a:cxn>
                <a:cxn ang="T99">
                  <a:pos x="T46" y="T47"/>
                </a:cxn>
                <a:cxn ang="T100">
                  <a:pos x="T48" y="T49"/>
                </a:cxn>
                <a:cxn ang="T101">
                  <a:pos x="T50" y="T51"/>
                </a:cxn>
                <a:cxn ang="T102">
                  <a:pos x="T52" y="T53"/>
                </a:cxn>
                <a:cxn ang="T103">
                  <a:pos x="T54" y="T55"/>
                </a:cxn>
                <a:cxn ang="T104">
                  <a:pos x="T56" y="T57"/>
                </a:cxn>
                <a:cxn ang="T105">
                  <a:pos x="T58" y="T59"/>
                </a:cxn>
                <a:cxn ang="T106">
                  <a:pos x="T60" y="T61"/>
                </a:cxn>
                <a:cxn ang="T107">
                  <a:pos x="T62" y="T63"/>
                </a:cxn>
                <a:cxn ang="T108">
                  <a:pos x="T64" y="T65"/>
                </a:cxn>
                <a:cxn ang="T109">
                  <a:pos x="T66" y="T67"/>
                </a:cxn>
                <a:cxn ang="T110">
                  <a:pos x="T68" y="T69"/>
                </a:cxn>
                <a:cxn ang="T111">
                  <a:pos x="T70" y="T71"/>
                </a:cxn>
                <a:cxn ang="T112">
                  <a:pos x="T72" y="T73"/>
                </a:cxn>
                <a:cxn ang="T113">
                  <a:pos x="T74" y="T75"/>
                </a:cxn>
              </a:cxnLst>
              <a:rect l="0" t="0" r="r" b="b"/>
              <a:pathLst>
                <a:path w="4063365" h="4131310">
                  <a:moveTo>
                    <a:pt x="17691" y="3977475"/>
                  </a:moveTo>
                  <a:lnTo>
                    <a:pt x="15595" y="3972877"/>
                  </a:lnTo>
                  <a:lnTo>
                    <a:pt x="7442" y="3970274"/>
                  </a:lnTo>
                  <a:lnTo>
                    <a:pt x="2946" y="3972763"/>
                  </a:lnTo>
                  <a:lnTo>
                    <a:pt x="0" y="3981500"/>
                  </a:lnTo>
                  <a:lnTo>
                    <a:pt x="2095" y="3986098"/>
                  </a:lnTo>
                  <a:lnTo>
                    <a:pt x="10248" y="3988689"/>
                  </a:lnTo>
                  <a:lnTo>
                    <a:pt x="14744" y="3986199"/>
                  </a:lnTo>
                  <a:lnTo>
                    <a:pt x="16230" y="3981793"/>
                  </a:lnTo>
                  <a:lnTo>
                    <a:pt x="17691" y="3977475"/>
                  </a:lnTo>
                  <a:close/>
                </a:path>
                <a:path w="4063365" h="4131310">
                  <a:moveTo>
                    <a:pt x="142011" y="4047604"/>
                  </a:moveTo>
                  <a:lnTo>
                    <a:pt x="138798" y="4040568"/>
                  </a:lnTo>
                  <a:lnTo>
                    <a:pt x="126276" y="4036568"/>
                  </a:lnTo>
                  <a:lnTo>
                    <a:pt x="119392" y="4040390"/>
                  </a:lnTo>
                  <a:lnTo>
                    <a:pt x="114858" y="4053802"/>
                  </a:lnTo>
                  <a:lnTo>
                    <a:pt x="118059" y="4060888"/>
                  </a:lnTo>
                  <a:lnTo>
                    <a:pt x="130568" y="4064889"/>
                  </a:lnTo>
                  <a:lnTo>
                    <a:pt x="137477" y="4061028"/>
                  </a:lnTo>
                  <a:lnTo>
                    <a:pt x="139725" y="4054360"/>
                  </a:lnTo>
                  <a:lnTo>
                    <a:pt x="142011" y="4047604"/>
                  </a:lnTo>
                  <a:close/>
                </a:path>
                <a:path w="4063365" h="4131310">
                  <a:moveTo>
                    <a:pt x="268884" y="4111066"/>
                  </a:moveTo>
                  <a:lnTo>
                    <a:pt x="264833" y="4102176"/>
                  </a:lnTo>
                  <a:lnTo>
                    <a:pt x="249085" y="4097159"/>
                  </a:lnTo>
                  <a:lnTo>
                    <a:pt x="240385" y="4101973"/>
                  </a:lnTo>
                  <a:lnTo>
                    <a:pt x="234670" y="4118889"/>
                  </a:lnTo>
                  <a:lnTo>
                    <a:pt x="238734" y="4127766"/>
                  </a:lnTo>
                  <a:lnTo>
                    <a:pt x="248005" y="4130738"/>
                  </a:lnTo>
                  <a:lnTo>
                    <a:pt x="258191" y="4130738"/>
                  </a:lnTo>
                  <a:lnTo>
                    <a:pt x="263169" y="4127982"/>
                  </a:lnTo>
                  <a:lnTo>
                    <a:pt x="268884" y="4111066"/>
                  </a:lnTo>
                  <a:close/>
                </a:path>
                <a:path w="4063365" h="4131310">
                  <a:moveTo>
                    <a:pt x="2333206" y="4130738"/>
                  </a:moveTo>
                  <a:lnTo>
                    <a:pt x="2321382" y="4123893"/>
                  </a:lnTo>
                  <a:lnTo>
                    <a:pt x="2303919" y="4122229"/>
                  </a:lnTo>
                  <a:lnTo>
                    <a:pt x="2287371" y="4127614"/>
                  </a:lnTo>
                  <a:lnTo>
                    <a:pt x="2283599" y="4130738"/>
                  </a:lnTo>
                  <a:lnTo>
                    <a:pt x="2333206" y="4130738"/>
                  </a:lnTo>
                  <a:close/>
                </a:path>
                <a:path w="4063365" h="4131310">
                  <a:moveTo>
                    <a:pt x="2479535" y="4106545"/>
                  </a:moveTo>
                  <a:lnTo>
                    <a:pt x="2475801" y="4091025"/>
                  </a:lnTo>
                  <a:lnTo>
                    <a:pt x="2466708" y="4078465"/>
                  </a:lnTo>
                  <a:lnTo>
                    <a:pt x="2453068" y="4070566"/>
                  </a:lnTo>
                  <a:lnTo>
                    <a:pt x="2437244" y="4069054"/>
                  </a:lnTo>
                  <a:lnTo>
                    <a:pt x="2422271" y="4073944"/>
                  </a:lnTo>
                  <a:lnTo>
                    <a:pt x="2409787" y="4084282"/>
                  </a:lnTo>
                  <a:lnTo>
                    <a:pt x="2401468" y="4099179"/>
                  </a:lnTo>
                  <a:lnTo>
                    <a:pt x="2399068" y="4115968"/>
                  </a:lnTo>
                  <a:lnTo>
                    <a:pt x="2402624" y="4130725"/>
                  </a:lnTo>
                  <a:lnTo>
                    <a:pt x="2473020" y="4130725"/>
                  </a:lnTo>
                  <a:lnTo>
                    <a:pt x="2477160" y="4123334"/>
                  </a:lnTo>
                  <a:lnTo>
                    <a:pt x="2479535" y="4106545"/>
                  </a:lnTo>
                  <a:close/>
                </a:path>
                <a:path w="4063365" h="4131310">
                  <a:moveTo>
                    <a:pt x="4031996" y="30822"/>
                  </a:moveTo>
                  <a:lnTo>
                    <a:pt x="4006875" y="5664"/>
                  </a:lnTo>
                  <a:lnTo>
                    <a:pt x="3995966" y="0"/>
                  </a:lnTo>
                  <a:lnTo>
                    <a:pt x="3991953" y="1308"/>
                  </a:lnTo>
                  <a:lnTo>
                    <a:pt x="3983050" y="8699"/>
                  </a:lnTo>
                  <a:lnTo>
                    <a:pt x="3977094" y="19329"/>
                  </a:lnTo>
                  <a:lnTo>
                    <a:pt x="3975468" y="30822"/>
                  </a:lnTo>
                  <a:lnTo>
                    <a:pt x="3975392" y="31318"/>
                  </a:lnTo>
                  <a:lnTo>
                    <a:pt x="3978059" y="42392"/>
                  </a:lnTo>
                  <a:lnTo>
                    <a:pt x="3984548" y="51358"/>
                  </a:lnTo>
                  <a:lnTo>
                    <a:pt x="3994302" y="57010"/>
                  </a:lnTo>
                  <a:lnTo>
                    <a:pt x="4005605" y="58089"/>
                  </a:lnTo>
                  <a:lnTo>
                    <a:pt x="4016311" y="54597"/>
                  </a:lnTo>
                  <a:lnTo>
                    <a:pt x="4025239" y="47218"/>
                  </a:lnTo>
                  <a:lnTo>
                    <a:pt x="4031183" y="36588"/>
                  </a:lnTo>
                  <a:lnTo>
                    <a:pt x="4031932" y="31318"/>
                  </a:lnTo>
                  <a:lnTo>
                    <a:pt x="4031996" y="30822"/>
                  </a:lnTo>
                  <a:close/>
                </a:path>
                <a:path w="4063365" h="4131310">
                  <a:moveTo>
                    <a:pt x="4062831" y="127393"/>
                  </a:moveTo>
                  <a:lnTo>
                    <a:pt x="4053052" y="130606"/>
                  </a:lnTo>
                  <a:lnTo>
                    <a:pt x="4043972" y="138137"/>
                  </a:lnTo>
                  <a:lnTo>
                    <a:pt x="4037927" y="148958"/>
                  </a:lnTo>
                  <a:lnTo>
                    <a:pt x="4036187" y="161175"/>
                  </a:lnTo>
                  <a:lnTo>
                    <a:pt x="4038892" y="172466"/>
                  </a:lnTo>
                  <a:lnTo>
                    <a:pt x="4045496" y="181597"/>
                  </a:lnTo>
                  <a:lnTo>
                    <a:pt x="4055427" y="187337"/>
                  </a:lnTo>
                  <a:lnTo>
                    <a:pt x="4062831" y="188048"/>
                  </a:lnTo>
                  <a:lnTo>
                    <a:pt x="4062831" y="127393"/>
                  </a:lnTo>
                  <a:close/>
                </a:path>
              </a:pathLst>
            </a:custGeom>
            <a:solidFill>
              <a:srgbClr val="F2F2F2">
                <a:alpha val="43921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6387" name="object 2">
            <a:extLst>
              <a:ext uri="{FF2B5EF4-FFF2-40B4-BE49-F238E27FC236}">
                <a16:creationId xmlns="" xmlns:a16="http://schemas.microsoft.com/office/drawing/2014/main" id="{403E8B6D-DF08-454C-ACF4-FED4560CF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1113" y="3367088"/>
            <a:ext cx="402272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163"/>
              </a:spcBef>
            </a:pPr>
            <a:r>
              <a:rPr lang="ru-RU" altLang="ru-RU" sz="2800">
                <a:solidFill>
                  <a:srgbClr val="F47629"/>
                </a:solidFill>
                <a:latin typeface="Inter Bold" panose="02000803000000020004" pitchFamily="2" charset="0"/>
              </a:rPr>
              <a:t>тонн продукции в год</a:t>
            </a:r>
          </a:p>
        </p:txBody>
      </p:sp>
      <p:sp>
        <p:nvSpPr>
          <p:cNvPr id="16388" name="object 3">
            <a:extLst>
              <a:ext uri="{FF2B5EF4-FFF2-40B4-BE49-F238E27FC236}">
                <a16:creationId xmlns="" xmlns:a16="http://schemas.microsoft.com/office/drawing/2014/main" id="{C4B56DA8-B85E-4F7D-B775-8DB0655C27A2}"/>
              </a:ext>
            </a:extLst>
          </p:cNvPr>
          <p:cNvSpPr txBox="1">
            <a:spLocks/>
          </p:cNvSpPr>
          <p:nvPr/>
        </p:nvSpPr>
        <p:spPr bwMode="auto">
          <a:xfrm>
            <a:off x="1287463" y="682625"/>
            <a:ext cx="6396037" cy="1327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5138"/>
              </a:lnSpc>
              <a:spcBef>
                <a:spcPts val="163"/>
              </a:spcBef>
            </a:pPr>
            <a:r>
              <a:rPr lang="ru-RU" altLang="ru-RU"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ЦЕХ ВОДНЫХ ПОКРЫТИЙ</a:t>
            </a:r>
          </a:p>
        </p:txBody>
      </p:sp>
      <p:sp>
        <p:nvSpPr>
          <p:cNvPr id="16389" name="object 5">
            <a:extLst>
              <a:ext uri="{FF2B5EF4-FFF2-40B4-BE49-F238E27FC236}">
                <a16:creationId xmlns="" xmlns:a16="http://schemas.microsoft.com/office/drawing/2014/main" id="{EC13D5D0-EB64-4961-B000-55688522CE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25063" y="677863"/>
            <a:ext cx="5273675" cy="1109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5138"/>
              </a:lnSpc>
              <a:spcBef>
                <a:spcPts val="163"/>
              </a:spcBef>
            </a:pPr>
            <a:r>
              <a:rPr lang="ru-RU" altLang="ru-RU" sz="4400" b="1">
                <a:solidFill>
                  <a:srgbClr val="656565"/>
                </a:solidFill>
                <a:latin typeface="Inter Extra Bold" panose="02000903000000020004" pitchFamily="2" charset="0"/>
              </a:rPr>
              <a:t>ЦЕХ ЭМАЛЕЙ</a:t>
            </a:r>
            <a:endParaRPr lang="ru-RU" altLang="ru-RU" sz="4400">
              <a:latin typeface="Inter Extra Bold" panose="02000903000000020004" pitchFamily="2" charset="0"/>
            </a:endParaRPr>
          </a:p>
          <a:p>
            <a:pPr eaLnBrk="1" hangingPunct="1">
              <a:lnSpc>
                <a:spcPts val="3438"/>
              </a:lnSpc>
            </a:pPr>
            <a:r>
              <a:rPr lang="ru-RU" altLang="ru-RU" sz="3000">
                <a:solidFill>
                  <a:srgbClr val="656565"/>
                </a:solidFill>
                <a:latin typeface="Inter Regular" panose="02000503000000020004" pitchFamily="2" charset="0"/>
              </a:rPr>
              <a:t>крупнотоннажные партии</a:t>
            </a:r>
            <a:endParaRPr lang="ru-RU" altLang="ru-RU" sz="3000">
              <a:latin typeface="Inter Regular" panose="02000503000000020004" pitchFamily="2" charset="0"/>
            </a:endParaRPr>
          </a:p>
        </p:txBody>
      </p:sp>
      <p:sp>
        <p:nvSpPr>
          <p:cNvPr id="16390" name="object 6">
            <a:extLst>
              <a:ext uri="{FF2B5EF4-FFF2-40B4-BE49-F238E27FC236}">
                <a16:creationId xmlns="" xmlns:a16="http://schemas.microsoft.com/office/drawing/2014/main" id="{39983741-5DE5-4E37-B4BF-B46163E55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75850" y="2114550"/>
            <a:ext cx="6224588" cy="1427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3000"/>
              </a:lnSpc>
              <a:spcBef>
                <a:spcPts val="163"/>
              </a:spcBef>
            </a:pPr>
            <a:r>
              <a:rPr lang="ru-RU" altLang="ru-RU" sz="9400">
                <a:solidFill>
                  <a:srgbClr val="F47629"/>
                </a:solidFill>
                <a:latin typeface="Inter Extra Bold" panose="02000903000000020004" pitchFamily="2" charset="0"/>
              </a:rPr>
              <a:t>90 000</a:t>
            </a:r>
          </a:p>
        </p:txBody>
      </p:sp>
      <p:sp>
        <p:nvSpPr>
          <p:cNvPr id="16391" name="name_150">
            <a:extLst>
              <a:ext uri="{FF2B5EF4-FFF2-40B4-BE49-F238E27FC236}">
                <a16:creationId xmlns="" xmlns:a16="http://schemas.microsoft.com/office/drawing/2014/main" id="{ADECBC66-92C5-4681-9F47-E767E740B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8563" y="2465388"/>
            <a:ext cx="5448300" cy="755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3000"/>
              </a:lnSpc>
            </a:pPr>
            <a:r>
              <a:rPr lang="ru-RU" altLang="ru-RU" sz="9400">
                <a:solidFill>
                  <a:srgbClr val="F47629"/>
                </a:solidFill>
                <a:latin typeface="Inter Bold" panose="02000803000000020004" pitchFamily="2" charset="0"/>
              </a:rPr>
              <a:t>30 000</a:t>
            </a:r>
          </a:p>
        </p:txBody>
      </p:sp>
      <p:sp>
        <p:nvSpPr>
          <p:cNvPr id="16392" name="object 2">
            <a:extLst>
              <a:ext uri="{FF2B5EF4-FFF2-40B4-BE49-F238E27FC236}">
                <a16:creationId xmlns="" xmlns:a16="http://schemas.microsoft.com/office/drawing/2014/main" id="{F86E1E5A-C046-4B8D-A211-46EE91CC30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66338" y="3355975"/>
            <a:ext cx="4022725" cy="45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163"/>
              </a:spcBef>
            </a:pPr>
            <a:r>
              <a:rPr lang="ru-RU" altLang="ru-RU" sz="2800">
                <a:solidFill>
                  <a:srgbClr val="F47629"/>
                </a:solidFill>
                <a:latin typeface="Inter Bold" panose="02000803000000020004" pitchFamily="2" charset="0"/>
              </a:rPr>
              <a:t>тонн продукции в год</a:t>
            </a:r>
          </a:p>
        </p:txBody>
      </p:sp>
      <p:graphicFrame>
        <p:nvGraphicFramePr>
          <p:cNvPr id="16393" name="Объект 1">
            <a:extLst>
              <a:ext uri="{FF2B5EF4-FFF2-40B4-BE49-F238E27FC236}">
                <a16:creationId xmlns="" xmlns:a16="http://schemas.microsoft.com/office/drawing/2014/main" id="{4E5C05C1-6889-40C6-A941-7CD7AFD29C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298738" y="211138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758" name="CorelDRAW" r:id="rId12" imgW="3876120" imgH="797040" progId="CorelDraw.Graphic.23">
                  <p:embed/>
                </p:oleObj>
              </mc:Choice>
              <mc:Fallback>
                <p:oleObj name="CorelDRAW" r:id="rId12" imgW="3876120" imgH="797040" progId="CorelDraw.Graphic.23">
                  <p:embed/>
                  <p:pic>
                    <p:nvPicPr>
                      <p:cNvPr id="0" name="Объект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98738" y="211138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4" name="object 4">
            <a:extLst>
              <a:ext uri="{FF2B5EF4-FFF2-40B4-BE49-F238E27FC236}">
                <a16:creationId xmlns="" xmlns:a16="http://schemas.microsoft.com/office/drawing/2014/main" id="{61603AB9-866F-4216-A3AE-570383F6D4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5550" y="4319588"/>
            <a:ext cx="6729413" cy="1716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2286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lnSpc>
                <a:spcPct val="110000"/>
              </a:lnSpc>
              <a:spcBef>
                <a:spcPts val="175"/>
              </a:spcBef>
            </a:pPr>
            <a:r>
              <a:rPr lang="ru-RU" altLang="ru-RU" sz="2000">
                <a:solidFill>
                  <a:srgbClr val="000000"/>
                </a:solidFill>
                <a:latin typeface="Inter Regular" panose="02000503000000020004" pitchFamily="2" charset="0"/>
              </a:rPr>
              <a:t>Высокий уровень автоматизации обеспечивает оперативность и гибкость производства в сочетании со стабильным качеством выпускаемой продукции. Этот современный цех построен в рамках программы по модернизации предприятия.</a:t>
            </a:r>
          </a:p>
        </p:txBody>
      </p:sp>
      <p:grpSp>
        <p:nvGrpSpPr>
          <p:cNvPr id="16395" name="object 8">
            <a:extLst>
              <a:ext uri="{FF2B5EF4-FFF2-40B4-BE49-F238E27FC236}">
                <a16:creationId xmlns="" xmlns:a16="http://schemas.microsoft.com/office/drawing/2014/main" id="{989CCB23-3A05-49B5-BBB0-094C2E788190}"/>
              </a:ext>
            </a:extLst>
          </p:cNvPr>
          <p:cNvGrpSpPr>
            <a:grpSpLocks/>
          </p:cNvGrpSpPr>
          <p:nvPr/>
        </p:nvGrpSpPr>
        <p:grpSpPr bwMode="auto">
          <a:xfrm>
            <a:off x="0" y="6742113"/>
            <a:ext cx="18288000" cy="1555750"/>
            <a:chOff x="144500" y="5076520"/>
            <a:chExt cx="10400030" cy="885825"/>
          </a:xfrm>
        </p:grpSpPr>
        <p:sp>
          <p:nvSpPr>
            <p:cNvPr id="16413" name="object 9">
              <a:extLst>
                <a:ext uri="{FF2B5EF4-FFF2-40B4-BE49-F238E27FC236}">
                  <a16:creationId xmlns="" xmlns:a16="http://schemas.microsoft.com/office/drawing/2014/main" id="{054EE187-178F-4960-9A47-01AB9E052E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500" y="5487412"/>
              <a:ext cx="10400030" cy="0"/>
            </a:xfrm>
            <a:custGeom>
              <a:avLst/>
              <a:gdLst>
                <a:gd name="T0" fmla="*/ 0 w 10400030"/>
                <a:gd name="T1" fmla="*/ 10399750 w 10400030"/>
                <a:gd name="T2" fmla="*/ 0 60000 65536"/>
                <a:gd name="T3" fmla="*/ 0 60000 65536"/>
              </a:gdLst>
              <a:ahLst/>
              <a:cxnLst>
                <a:cxn ang="T2">
                  <a:pos x="T0" y="0"/>
                </a:cxn>
                <a:cxn ang="T3">
                  <a:pos x="T1" y="0"/>
                </a:cxn>
              </a:cxnLst>
              <a:rect l="0" t="0" r="r" b="b"/>
              <a:pathLst>
                <a:path w="10400030">
                  <a:moveTo>
                    <a:pt x="0" y="0"/>
                  </a:moveTo>
                  <a:lnTo>
                    <a:pt x="10399750" y="0"/>
                  </a:lnTo>
                </a:path>
              </a:pathLst>
            </a:custGeom>
            <a:noFill/>
            <a:ln w="25400">
              <a:solidFill>
                <a:srgbClr val="71707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14" name="object 10">
              <a:extLst>
                <a:ext uri="{FF2B5EF4-FFF2-40B4-BE49-F238E27FC236}">
                  <a16:creationId xmlns="" xmlns:a16="http://schemas.microsoft.com/office/drawing/2014/main" id="{92354A53-E8F6-41C1-BF69-BD8A4CA4C3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31306" y="5080279"/>
              <a:ext cx="881938" cy="8819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415" name="object 11">
              <a:extLst>
                <a:ext uri="{FF2B5EF4-FFF2-40B4-BE49-F238E27FC236}">
                  <a16:creationId xmlns="" xmlns:a16="http://schemas.microsoft.com/office/drawing/2014/main" id="{A3A91FFA-5F17-4BF3-8D34-27734F70F9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40611" y="5080279"/>
              <a:ext cx="881951" cy="8819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16" name="object 12">
              <a:extLst>
                <a:ext uri="{FF2B5EF4-FFF2-40B4-BE49-F238E27FC236}">
                  <a16:creationId xmlns="" xmlns:a16="http://schemas.microsoft.com/office/drawing/2014/main" id="{94C67822-3BF3-465F-8CF2-EF66EB252BA7}"/>
                </a:ext>
              </a:extLst>
            </p:cNvPr>
            <p:cNvSpPr>
              <a:spLocks/>
            </p:cNvSpPr>
            <p:nvPr/>
          </p:nvSpPr>
          <p:spPr bwMode="auto">
            <a:xfrm>
              <a:off x="8174850" y="5362905"/>
              <a:ext cx="414020" cy="414020"/>
            </a:xfrm>
            <a:custGeom>
              <a:avLst/>
              <a:gdLst>
                <a:gd name="T0" fmla="*/ 413461 w 414020"/>
                <a:gd name="T1" fmla="*/ 0 h 414020"/>
                <a:gd name="T2" fmla="*/ 381660 w 414020"/>
                <a:gd name="T3" fmla="*/ 0 h 414020"/>
                <a:gd name="T4" fmla="*/ 381660 w 414020"/>
                <a:gd name="T5" fmla="*/ 31750 h 414020"/>
                <a:gd name="T6" fmla="*/ 381660 w 414020"/>
                <a:gd name="T7" fmla="*/ 382270 h 414020"/>
                <a:gd name="T8" fmla="*/ 31813 w 414020"/>
                <a:gd name="T9" fmla="*/ 382270 h 414020"/>
                <a:gd name="T10" fmla="*/ 31813 w 414020"/>
                <a:gd name="T11" fmla="*/ 31750 h 414020"/>
                <a:gd name="T12" fmla="*/ 381660 w 414020"/>
                <a:gd name="T13" fmla="*/ 31750 h 414020"/>
                <a:gd name="T14" fmla="*/ 381660 w 414020"/>
                <a:gd name="T15" fmla="*/ 0 h 414020"/>
                <a:gd name="T16" fmla="*/ 0 w 414020"/>
                <a:gd name="T17" fmla="*/ 0 h 414020"/>
                <a:gd name="T18" fmla="*/ 0 w 414020"/>
                <a:gd name="T19" fmla="*/ 31750 h 414020"/>
                <a:gd name="T20" fmla="*/ 0 w 414020"/>
                <a:gd name="T21" fmla="*/ 382270 h 414020"/>
                <a:gd name="T22" fmla="*/ 0 w 414020"/>
                <a:gd name="T23" fmla="*/ 414020 h 414020"/>
                <a:gd name="T24" fmla="*/ 413461 w 414020"/>
                <a:gd name="T25" fmla="*/ 414020 h 414020"/>
                <a:gd name="T26" fmla="*/ 413461 w 414020"/>
                <a:gd name="T27" fmla="*/ 382460 h 414020"/>
                <a:gd name="T28" fmla="*/ 413461 w 414020"/>
                <a:gd name="T29" fmla="*/ 382270 h 414020"/>
                <a:gd name="T30" fmla="*/ 413461 w 414020"/>
                <a:gd name="T31" fmla="*/ 31750 h 414020"/>
                <a:gd name="T32" fmla="*/ 413461 w 414020"/>
                <a:gd name="T33" fmla="*/ 31546 h 414020"/>
                <a:gd name="T34" fmla="*/ 413461 w 414020"/>
                <a:gd name="T35" fmla="*/ 0 h 414020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414020" h="414020">
                  <a:moveTo>
                    <a:pt x="413461" y="0"/>
                  </a:moveTo>
                  <a:lnTo>
                    <a:pt x="381660" y="0"/>
                  </a:lnTo>
                  <a:lnTo>
                    <a:pt x="381660" y="31750"/>
                  </a:lnTo>
                  <a:lnTo>
                    <a:pt x="381660" y="382270"/>
                  </a:lnTo>
                  <a:lnTo>
                    <a:pt x="31813" y="382270"/>
                  </a:lnTo>
                  <a:lnTo>
                    <a:pt x="31813" y="31750"/>
                  </a:lnTo>
                  <a:lnTo>
                    <a:pt x="381660" y="31750"/>
                  </a:lnTo>
                  <a:lnTo>
                    <a:pt x="381660" y="0"/>
                  </a:lnTo>
                  <a:lnTo>
                    <a:pt x="0" y="0"/>
                  </a:lnTo>
                  <a:lnTo>
                    <a:pt x="0" y="31750"/>
                  </a:lnTo>
                  <a:lnTo>
                    <a:pt x="0" y="382270"/>
                  </a:lnTo>
                  <a:lnTo>
                    <a:pt x="0" y="414020"/>
                  </a:lnTo>
                  <a:lnTo>
                    <a:pt x="413461" y="414020"/>
                  </a:lnTo>
                  <a:lnTo>
                    <a:pt x="413461" y="382460"/>
                  </a:lnTo>
                  <a:lnTo>
                    <a:pt x="413461" y="382270"/>
                  </a:lnTo>
                  <a:lnTo>
                    <a:pt x="413461" y="31750"/>
                  </a:lnTo>
                  <a:lnTo>
                    <a:pt x="413461" y="31546"/>
                  </a:lnTo>
                  <a:lnTo>
                    <a:pt x="4134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17" name="object 13">
              <a:extLst>
                <a:ext uri="{FF2B5EF4-FFF2-40B4-BE49-F238E27FC236}">
                  <a16:creationId xmlns="" xmlns:a16="http://schemas.microsoft.com/office/drawing/2014/main" id="{56C3D339-B471-49C2-BB1A-F27A4581D5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70272" y="5489867"/>
              <a:ext cx="222630" cy="2226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418" name="object 14">
              <a:extLst>
                <a:ext uri="{FF2B5EF4-FFF2-40B4-BE49-F238E27FC236}">
                  <a16:creationId xmlns="" xmlns:a16="http://schemas.microsoft.com/office/drawing/2014/main" id="{A9762098-F4FC-46EF-89BF-6B44BB223A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6063" y="5235048"/>
              <a:ext cx="371045" cy="223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19" name="object 15">
              <a:extLst>
                <a:ext uri="{FF2B5EF4-FFF2-40B4-BE49-F238E27FC236}">
                  <a16:creationId xmlns="" xmlns:a16="http://schemas.microsoft.com/office/drawing/2014/main" id="{6D02A621-C2ED-4575-A283-3B2FBB0543D8}"/>
                </a:ext>
              </a:extLst>
            </p:cNvPr>
            <p:cNvSpPr>
              <a:spLocks/>
            </p:cNvSpPr>
            <p:nvPr/>
          </p:nvSpPr>
          <p:spPr bwMode="auto">
            <a:xfrm>
              <a:off x="6079070" y="5675033"/>
              <a:ext cx="393065" cy="29209"/>
            </a:xfrm>
            <a:custGeom>
              <a:avLst/>
              <a:gdLst>
                <a:gd name="T0" fmla="*/ 392564 w 393064"/>
                <a:gd name="T1" fmla="*/ 0 h 29210"/>
                <a:gd name="T2" fmla="*/ 0 w 393064"/>
                <a:gd name="T3" fmla="*/ 0 h 29210"/>
                <a:gd name="T4" fmla="*/ 0 w 393064"/>
                <a:gd name="T5" fmla="*/ 29063 h 29210"/>
                <a:gd name="T6" fmla="*/ 392564 w 393064"/>
                <a:gd name="T7" fmla="*/ 29063 h 29210"/>
                <a:gd name="T8" fmla="*/ 392564 w 393064"/>
                <a:gd name="T9" fmla="*/ 0 h 2921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93064" h="29210">
                  <a:moveTo>
                    <a:pt x="392557" y="0"/>
                  </a:moveTo>
                  <a:lnTo>
                    <a:pt x="0" y="0"/>
                  </a:lnTo>
                  <a:lnTo>
                    <a:pt x="0" y="29070"/>
                  </a:lnTo>
                  <a:lnTo>
                    <a:pt x="392557" y="29070"/>
                  </a:lnTo>
                  <a:lnTo>
                    <a:pt x="39255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20" name="object 16">
              <a:extLst>
                <a:ext uri="{FF2B5EF4-FFF2-40B4-BE49-F238E27FC236}">
                  <a16:creationId xmlns="" xmlns:a16="http://schemas.microsoft.com/office/drawing/2014/main" id="{E886EE2F-FDC1-4FC6-9777-7BD72DDFD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22480" y="5675033"/>
              <a:ext cx="104698" cy="104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421" name="object 17">
              <a:extLst>
                <a:ext uri="{FF2B5EF4-FFF2-40B4-BE49-F238E27FC236}">
                  <a16:creationId xmlns="" xmlns:a16="http://schemas.microsoft.com/office/drawing/2014/main" id="{4C5796FC-F04C-47FF-9DFE-CF840ACFF3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26710" y="5675033"/>
              <a:ext cx="104698" cy="104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422" name="object 18">
              <a:extLst>
                <a:ext uri="{FF2B5EF4-FFF2-40B4-BE49-F238E27FC236}">
                  <a16:creationId xmlns="" xmlns:a16="http://schemas.microsoft.com/office/drawing/2014/main" id="{C6B9F31C-8A4D-41E9-BCA5-A2E8D031A0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9272" y="5675033"/>
              <a:ext cx="104698" cy="104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23" name="object 19">
              <a:extLst>
                <a:ext uri="{FF2B5EF4-FFF2-40B4-BE49-F238E27FC236}">
                  <a16:creationId xmlns="" xmlns:a16="http://schemas.microsoft.com/office/drawing/2014/main" id="{10CB1E1F-945C-469B-BF62-9F5A710A920A}"/>
                </a:ext>
              </a:extLst>
            </p:cNvPr>
            <p:cNvSpPr>
              <a:spLocks/>
            </p:cNvSpPr>
            <p:nvPr/>
          </p:nvSpPr>
          <p:spPr bwMode="auto">
            <a:xfrm>
              <a:off x="6026772" y="5282691"/>
              <a:ext cx="496570" cy="497205"/>
            </a:xfrm>
            <a:custGeom>
              <a:avLst/>
              <a:gdLst>
                <a:gd name="T0" fmla="*/ 444855 w 496570"/>
                <a:gd name="T1" fmla="*/ 467976 h 497204"/>
                <a:gd name="T2" fmla="*/ 52298 w 496570"/>
                <a:gd name="T3" fmla="*/ 467976 h 497204"/>
                <a:gd name="T4" fmla="*/ 52298 w 496570"/>
                <a:gd name="T5" fmla="*/ 497046 h 497204"/>
                <a:gd name="T6" fmla="*/ 444855 w 496570"/>
                <a:gd name="T7" fmla="*/ 497046 h 497204"/>
                <a:gd name="T8" fmla="*/ 444855 w 496570"/>
                <a:gd name="T9" fmla="*/ 467976 h 497204"/>
                <a:gd name="T10" fmla="*/ 496087 w 496570"/>
                <a:gd name="T11" fmla="*/ 0 h 497204"/>
                <a:gd name="T12" fmla="*/ 0 w 496570"/>
                <a:gd name="T13" fmla="*/ 0 h 497204"/>
                <a:gd name="T14" fmla="*/ 0 w 496570"/>
                <a:gd name="T15" fmla="*/ 29057 h 497204"/>
                <a:gd name="T16" fmla="*/ 180936 w 496570"/>
                <a:gd name="T17" fmla="*/ 29057 h 497204"/>
                <a:gd name="T18" fmla="*/ 180936 w 496570"/>
                <a:gd name="T19" fmla="*/ 29413 h 497204"/>
                <a:gd name="T20" fmla="*/ 180936 w 496570"/>
                <a:gd name="T21" fmla="*/ 58623 h 497204"/>
                <a:gd name="T22" fmla="*/ 180936 w 496570"/>
                <a:gd name="T23" fmla="*/ 86563 h 497204"/>
                <a:gd name="T24" fmla="*/ 233514 w 496570"/>
                <a:gd name="T25" fmla="*/ 86563 h 497204"/>
                <a:gd name="T26" fmla="*/ 233514 w 496570"/>
                <a:gd name="T27" fmla="*/ 119583 h 497204"/>
                <a:gd name="T28" fmla="*/ 98666 w 496570"/>
                <a:gd name="T29" fmla="*/ 119583 h 497204"/>
                <a:gd name="T30" fmla="*/ 98666 w 496570"/>
                <a:gd name="T31" fmla="*/ 148793 h 497204"/>
                <a:gd name="T32" fmla="*/ 98666 w 496570"/>
                <a:gd name="T33" fmla="*/ 191973 h 497204"/>
                <a:gd name="T34" fmla="*/ 127736 w 496570"/>
                <a:gd name="T35" fmla="*/ 191973 h 497204"/>
                <a:gd name="T36" fmla="*/ 127736 w 496570"/>
                <a:gd name="T37" fmla="*/ 148793 h 497204"/>
                <a:gd name="T38" fmla="*/ 368376 w 496570"/>
                <a:gd name="T39" fmla="*/ 148793 h 497204"/>
                <a:gd name="T40" fmla="*/ 368376 w 496570"/>
                <a:gd name="T41" fmla="*/ 191973 h 497204"/>
                <a:gd name="T42" fmla="*/ 397446 w 496570"/>
                <a:gd name="T43" fmla="*/ 191973 h 497204"/>
                <a:gd name="T44" fmla="*/ 397446 w 496570"/>
                <a:gd name="T45" fmla="*/ 148793 h 497204"/>
                <a:gd name="T46" fmla="*/ 397446 w 496570"/>
                <a:gd name="T47" fmla="*/ 119583 h 497204"/>
                <a:gd name="T48" fmla="*/ 262585 w 496570"/>
                <a:gd name="T49" fmla="*/ 119583 h 497204"/>
                <a:gd name="T50" fmla="*/ 262585 w 496570"/>
                <a:gd name="T51" fmla="*/ 86563 h 497204"/>
                <a:gd name="T52" fmla="*/ 315175 w 496570"/>
                <a:gd name="T53" fmla="*/ 86563 h 497204"/>
                <a:gd name="T54" fmla="*/ 315175 w 496570"/>
                <a:gd name="T55" fmla="*/ 58623 h 497204"/>
                <a:gd name="T56" fmla="*/ 210007 w 496570"/>
                <a:gd name="T57" fmla="*/ 58623 h 497204"/>
                <a:gd name="T58" fmla="*/ 210007 w 496570"/>
                <a:gd name="T59" fmla="*/ 29413 h 497204"/>
                <a:gd name="T60" fmla="*/ 286080 w 496570"/>
                <a:gd name="T61" fmla="*/ 29413 h 497204"/>
                <a:gd name="T62" fmla="*/ 286080 w 496570"/>
                <a:gd name="T63" fmla="*/ 58115 h 497204"/>
                <a:gd name="T64" fmla="*/ 315175 w 496570"/>
                <a:gd name="T65" fmla="*/ 58115 h 497204"/>
                <a:gd name="T66" fmla="*/ 315175 w 496570"/>
                <a:gd name="T67" fmla="*/ 29413 h 497204"/>
                <a:gd name="T68" fmla="*/ 315175 w 496570"/>
                <a:gd name="T69" fmla="*/ 29057 h 497204"/>
                <a:gd name="T70" fmla="*/ 496087 w 496570"/>
                <a:gd name="T71" fmla="*/ 29057 h 497204"/>
                <a:gd name="T72" fmla="*/ 496087 w 496570"/>
                <a:gd name="T73" fmla="*/ 0 h 497204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</a:gdLst>
              <a:ahLst/>
              <a:cxnLst>
                <a:cxn ang="T74">
                  <a:pos x="T0" y="T1"/>
                </a:cxn>
                <a:cxn ang="T75">
                  <a:pos x="T2" y="T3"/>
                </a:cxn>
                <a:cxn ang="T76">
                  <a:pos x="T4" y="T5"/>
                </a:cxn>
                <a:cxn ang="T77">
                  <a:pos x="T6" y="T7"/>
                </a:cxn>
                <a:cxn ang="T78">
                  <a:pos x="T8" y="T9"/>
                </a:cxn>
                <a:cxn ang="T79">
                  <a:pos x="T10" y="T11"/>
                </a:cxn>
                <a:cxn ang="T80">
                  <a:pos x="T12" y="T13"/>
                </a:cxn>
                <a:cxn ang="T81">
                  <a:pos x="T14" y="T15"/>
                </a:cxn>
                <a:cxn ang="T82">
                  <a:pos x="T16" y="T17"/>
                </a:cxn>
                <a:cxn ang="T83">
                  <a:pos x="T18" y="T19"/>
                </a:cxn>
                <a:cxn ang="T84">
                  <a:pos x="T20" y="T21"/>
                </a:cxn>
                <a:cxn ang="T85">
                  <a:pos x="T22" y="T23"/>
                </a:cxn>
                <a:cxn ang="T86">
                  <a:pos x="T24" y="T25"/>
                </a:cxn>
                <a:cxn ang="T87">
                  <a:pos x="T26" y="T27"/>
                </a:cxn>
                <a:cxn ang="T88">
                  <a:pos x="T28" y="T29"/>
                </a:cxn>
                <a:cxn ang="T89">
                  <a:pos x="T30" y="T31"/>
                </a:cxn>
                <a:cxn ang="T90">
                  <a:pos x="T32" y="T33"/>
                </a:cxn>
                <a:cxn ang="T91">
                  <a:pos x="T34" y="T35"/>
                </a:cxn>
                <a:cxn ang="T92">
                  <a:pos x="T36" y="T37"/>
                </a:cxn>
                <a:cxn ang="T93">
                  <a:pos x="T38" y="T39"/>
                </a:cxn>
                <a:cxn ang="T94">
                  <a:pos x="T40" y="T41"/>
                </a:cxn>
                <a:cxn ang="T95">
                  <a:pos x="T42" y="T43"/>
                </a:cxn>
                <a:cxn ang="T96">
                  <a:pos x="T44" y="T45"/>
                </a:cxn>
                <a:cxn ang="T97">
                  <a:pos x="T46" y="T47"/>
                </a:cxn>
                <a:cxn ang="T98">
                  <a:pos x="T48" y="T49"/>
                </a:cxn>
                <a:cxn ang="T99">
                  <a:pos x="T50" y="T51"/>
                </a:cxn>
                <a:cxn ang="T100">
                  <a:pos x="T52" y="T53"/>
                </a:cxn>
                <a:cxn ang="T101">
                  <a:pos x="T54" y="T55"/>
                </a:cxn>
                <a:cxn ang="T102">
                  <a:pos x="T56" y="T57"/>
                </a:cxn>
                <a:cxn ang="T103">
                  <a:pos x="T58" y="T59"/>
                </a:cxn>
                <a:cxn ang="T104">
                  <a:pos x="T60" y="T61"/>
                </a:cxn>
                <a:cxn ang="T105">
                  <a:pos x="T62" y="T63"/>
                </a:cxn>
                <a:cxn ang="T106">
                  <a:pos x="T64" y="T65"/>
                </a:cxn>
                <a:cxn ang="T107">
                  <a:pos x="T66" y="T67"/>
                </a:cxn>
                <a:cxn ang="T108">
                  <a:pos x="T68" y="T69"/>
                </a:cxn>
                <a:cxn ang="T109">
                  <a:pos x="T70" y="T71"/>
                </a:cxn>
                <a:cxn ang="T110">
                  <a:pos x="T72" y="T73"/>
                </a:cxn>
              </a:cxnLst>
              <a:rect l="0" t="0" r="r" b="b"/>
              <a:pathLst>
                <a:path w="496570" h="497204">
                  <a:moveTo>
                    <a:pt x="444855" y="467969"/>
                  </a:moveTo>
                  <a:lnTo>
                    <a:pt x="52298" y="467969"/>
                  </a:lnTo>
                  <a:lnTo>
                    <a:pt x="52298" y="497039"/>
                  </a:lnTo>
                  <a:lnTo>
                    <a:pt x="444855" y="497039"/>
                  </a:lnTo>
                  <a:lnTo>
                    <a:pt x="444855" y="467969"/>
                  </a:lnTo>
                  <a:close/>
                </a:path>
                <a:path w="496570" h="497204">
                  <a:moveTo>
                    <a:pt x="496087" y="0"/>
                  </a:moveTo>
                  <a:lnTo>
                    <a:pt x="0" y="0"/>
                  </a:lnTo>
                  <a:lnTo>
                    <a:pt x="0" y="29057"/>
                  </a:lnTo>
                  <a:lnTo>
                    <a:pt x="180936" y="29057"/>
                  </a:lnTo>
                  <a:lnTo>
                    <a:pt x="180936" y="29413"/>
                  </a:lnTo>
                  <a:lnTo>
                    <a:pt x="180936" y="58623"/>
                  </a:lnTo>
                  <a:lnTo>
                    <a:pt x="180936" y="86563"/>
                  </a:lnTo>
                  <a:lnTo>
                    <a:pt x="233514" y="86563"/>
                  </a:lnTo>
                  <a:lnTo>
                    <a:pt x="233514" y="119583"/>
                  </a:lnTo>
                  <a:lnTo>
                    <a:pt x="98666" y="119583"/>
                  </a:lnTo>
                  <a:lnTo>
                    <a:pt x="98666" y="148793"/>
                  </a:lnTo>
                  <a:lnTo>
                    <a:pt x="98666" y="191973"/>
                  </a:lnTo>
                  <a:lnTo>
                    <a:pt x="127736" y="191973"/>
                  </a:lnTo>
                  <a:lnTo>
                    <a:pt x="127736" y="148793"/>
                  </a:lnTo>
                  <a:lnTo>
                    <a:pt x="368376" y="148793"/>
                  </a:lnTo>
                  <a:lnTo>
                    <a:pt x="368376" y="191973"/>
                  </a:lnTo>
                  <a:lnTo>
                    <a:pt x="397446" y="191973"/>
                  </a:lnTo>
                  <a:lnTo>
                    <a:pt x="397446" y="148793"/>
                  </a:lnTo>
                  <a:lnTo>
                    <a:pt x="397446" y="119583"/>
                  </a:lnTo>
                  <a:lnTo>
                    <a:pt x="262585" y="119583"/>
                  </a:lnTo>
                  <a:lnTo>
                    <a:pt x="262585" y="86563"/>
                  </a:lnTo>
                  <a:lnTo>
                    <a:pt x="315175" y="86563"/>
                  </a:lnTo>
                  <a:lnTo>
                    <a:pt x="315175" y="58623"/>
                  </a:lnTo>
                  <a:lnTo>
                    <a:pt x="210007" y="58623"/>
                  </a:lnTo>
                  <a:lnTo>
                    <a:pt x="210007" y="29413"/>
                  </a:lnTo>
                  <a:lnTo>
                    <a:pt x="286080" y="29413"/>
                  </a:lnTo>
                  <a:lnTo>
                    <a:pt x="286080" y="58115"/>
                  </a:lnTo>
                  <a:lnTo>
                    <a:pt x="315175" y="58115"/>
                  </a:lnTo>
                  <a:lnTo>
                    <a:pt x="315175" y="29413"/>
                  </a:lnTo>
                  <a:lnTo>
                    <a:pt x="315175" y="29057"/>
                  </a:lnTo>
                  <a:lnTo>
                    <a:pt x="496087" y="29057"/>
                  </a:lnTo>
                  <a:lnTo>
                    <a:pt x="4960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24" name="object 20">
              <a:extLst>
                <a:ext uri="{FF2B5EF4-FFF2-40B4-BE49-F238E27FC236}">
                  <a16:creationId xmlns="" xmlns:a16="http://schemas.microsoft.com/office/drawing/2014/main" id="{5836CFA5-8C24-4E3E-ACA8-20E1AF3BC5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3228" y="5501335"/>
              <a:ext cx="203212" cy="203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425" name="object 21">
              <a:extLst>
                <a:ext uri="{FF2B5EF4-FFF2-40B4-BE49-F238E27FC236}">
                  <a16:creationId xmlns="" xmlns:a16="http://schemas.microsoft.com/office/drawing/2014/main" id="{4AC8EF7D-9128-43F8-A743-CEE70E45EB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29433" y="5076520"/>
              <a:ext cx="876312" cy="876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6426" name="object 22">
              <a:extLst>
                <a:ext uri="{FF2B5EF4-FFF2-40B4-BE49-F238E27FC236}">
                  <a16:creationId xmlns="" xmlns:a16="http://schemas.microsoft.com/office/drawing/2014/main" id="{5393DB70-12D3-4746-86F3-B4649E44F1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550" y="5076520"/>
              <a:ext cx="876325" cy="876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27" name="object 23">
              <a:extLst>
                <a:ext uri="{FF2B5EF4-FFF2-40B4-BE49-F238E27FC236}">
                  <a16:creationId xmlns="" xmlns:a16="http://schemas.microsoft.com/office/drawing/2014/main" id="{BCC6A12D-1FC7-44C3-9292-2BF8DBF1A716}"/>
                </a:ext>
              </a:extLst>
            </p:cNvPr>
            <p:cNvSpPr>
              <a:spLocks/>
            </p:cNvSpPr>
            <p:nvPr/>
          </p:nvSpPr>
          <p:spPr bwMode="auto">
            <a:xfrm>
              <a:off x="2682646" y="5216401"/>
              <a:ext cx="582295" cy="582295"/>
            </a:xfrm>
            <a:custGeom>
              <a:avLst/>
              <a:gdLst>
                <a:gd name="T0" fmla="*/ 233119 w 582295"/>
                <a:gd name="T1" fmla="*/ 5745 h 582295"/>
                <a:gd name="T2" fmla="*/ 128519 w 582295"/>
                <a:gd name="T3" fmla="*/ 49526 h 582295"/>
                <a:gd name="T4" fmla="*/ 49539 w 582295"/>
                <a:gd name="T5" fmla="*/ 128511 h 582295"/>
                <a:gd name="T6" fmla="*/ 5746 w 582295"/>
                <a:gd name="T7" fmla="*/ 233106 h 582295"/>
                <a:gd name="T8" fmla="*/ 1439 w 582295"/>
                <a:gd name="T9" fmla="*/ 320247 h 582295"/>
                <a:gd name="T10" fmla="*/ 35053 w 582295"/>
                <a:gd name="T11" fmla="*/ 429633 h 582295"/>
                <a:gd name="T12" fmla="*/ 106095 w 582295"/>
                <a:gd name="T13" fmla="*/ 515773 h 582295"/>
                <a:gd name="T14" fmla="*/ 205067 w 582295"/>
                <a:gd name="T15" fmla="*/ 569157 h 582295"/>
                <a:gd name="T16" fmla="*/ 291033 w 582295"/>
                <a:gd name="T17" fmla="*/ 582053 h 582295"/>
                <a:gd name="T18" fmla="*/ 348946 w 582295"/>
                <a:gd name="T19" fmla="*/ 576308 h 582295"/>
                <a:gd name="T20" fmla="*/ 404317 w 582295"/>
                <a:gd name="T21" fmla="*/ 559181 h 582295"/>
                <a:gd name="T22" fmla="*/ 291033 w 582295"/>
                <a:gd name="T23" fmla="*/ 547954 h 582295"/>
                <a:gd name="T24" fmla="*/ 201475 w 582295"/>
                <a:gd name="T25" fmla="*/ 531853 h 582295"/>
                <a:gd name="T26" fmla="*/ 125594 w 582295"/>
                <a:gd name="T27" fmla="*/ 487450 h 582295"/>
                <a:gd name="T28" fmla="*/ 69239 w 582295"/>
                <a:gd name="T29" fmla="*/ 420596 h 582295"/>
                <a:gd name="T30" fmla="*/ 38258 w 582295"/>
                <a:gd name="T31" fmla="*/ 337143 h 582295"/>
                <a:gd name="T32" fmla="*/ 38258 w 582295"/>
                <a:gd name="T33" fmla="*/ 244897 h 582295"/>
                <a:gd name="T34" fmla="*/ 69239 w 582295"/>
                <a:gd name="T35" fmla="*/ 161447 h 582295"/>
                <a:gd name="T36" fmla="*/ 125594 w 582295"/>
                <a:gd name="T37" fmla="*/ 94598 h 582295"/>
                <a:gd name="T38" fmla="*/ 201475 w 582295"/>
                <a:gd name="T39" fmla="*/ 50199 h 582295"/>
                <a:gd name="T40" fmla="*/ 291033 w 582295"/>
                <a:gd name="T41" fmla="*/ 34099 h 582295"/>
                <a:gd name="T42" fmla="*/ 404317 w 582295"/>
                <a:gd name="T43" fmla="*/ 22872 h 582295"/>
                <a:gd name="T44" fmla="*/ 348946 w 582295"/>
                <a:gd name="T45" fmla="*/ 5745 h 582295"/>
                <a:gd name="T46" fmla="*/ 291033 w 582295"/>
                <a:gd name="T47" fmla="*/ 0 h 582295"/>
                <a:gd name="T48" fmla="*/ 291033 w 582295"/>
                <a:gd name="T49" fmla="*/ 34099 h 582295"/>
                <a:gd name="T50" fmla="*/ 380590 w 582295"/>
                <a:gd name="T51" fmla="*/ 50199 h 582295"/>
                <a:gd name="T52" fmla="*/ 456471 w 582295"/>
                <a:gd name="T53" fmla="*/ 94598 h 582295"/>
                <a:gd name="T54" fmla="*/ 512826 w 582295"/>
                <a:gd name="T55" fmla="*/ 161447 h 582295"/>
                <a:gd name="T56" fmla="*/ 543807 w 582295"/>
                <a:gd name="T57" fmla="*/ 244897 h 582295"/>
                <a:gd name="T58" fmla="*/ 543807 w 582295"/>
                <a:gd name="T59" fmla="*/ 337143 h 582295"/>
                <a:gd name="T60" fmla="*/ 512826 w 582295"/>
                <a:gd name="T61" fmla="*/ 420596 h 582295"/>
                <a:gd name="T62" fmla="*/ 456471 w 582295"/>
                <a:gd name="T63" fmla="*/ 487450 h 582295"/>
                <a:gd name="T64" fmla="*/ 380590 w 582295"/>
                <a:gd name="T65" fmla="*/ 531853 h 582295"/>
                <a:gd name="T66" fmla="*/ 291033 w 582295"/>
                <a:gd name="T67" fmla="*/ 547954 h 582295"/>
                <a:gd name="T68" fmla="*/ 475970 w 582295"/>
                <a:gd name="T69" fmla="*/ 515773 h 582295"/>
                <a:gd name="T70" fmla="*/ 547012 w 582295"/>
                <a:gd name="T71" fmla="*/ 429633 h 582295"/>
                <a:gd name="T72" fmla="*/ 580626 w 582295"/>
                <a:gd name="T73" fmla="*/ 320247 h 582295"/>
                <a:gd name="T74" fmla="*/ 580626 w 582295"/>
                <a:gd name="T75" fmla="*/ 261795 h 582295"/>
                <a:gd name="T76" fmla="*/ 547012 w 582295"/>
                <a:gd name="T77" fmla="*/ 152420 h 582295"/>
                <a:gd name="T78" fmla="*/ 475970 w 582295"/>
                <a:gd name="T79" fmla="*/ 66274 h 582295"/>
                <a:gd name="T80" fmla="*/ 427675 w 582295"/>
                <a:gd name="T81" fmla="*/ 34099 h 582295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</a:gdLst>
              <a:ahLst/>
              <a:cxnLst>
                <a:cxn ang="T82">
                  <a:pos x="T0" y="T1"/>
                </a:cxn>
                <a:cxn ang="T83">
                  <a:pos x="T2" y="T3"/>
                </a:cxn>
                <a:cxn ang="T84">
                  <a:pos x="T4" y="T5"/>
                </a:cxn>
                <a:cxn ang="T85">
                  <a:pos x="T6" y="T7"/>
                </a:cxn>
                <a:cxn ang="T86">
                  <a:pos x="T8" y="T9"/>
                </a:cxn>
                <a:cxn ang="T87">
                  <a:pos x="T10" y="T11"/>
                </a:cxn>
                <a:cxn ang="T88">
                  <a:pos x="T12" y="T13"/>
                </a:cxn>
                <a:cxn ang="T89">
                  <a:pos x="T14" y="T15"/>
                </a:cxn>
                <a:cxn ang="T90">
                  <a:pos x="T16" y="T17"/>
                </a:cxn>
                <a:cxn ang="T91">
                  <a:pos x="T18" y="T19"/>
                </a:cxn>
                <a:cxn ang="T92">
                  <a:pos x="T20" y="T21"/>
                </a:cxn>
                <a:cxn ang="T93">
                  <a:pos x="T22" y="T23"/>
                </a:cxn>
                <a:cxn ang="T94">
                  <a:pos x="T24" y="T25"/>
                </a:cxn>
                <a:cxn ang="T95">
                  <a:pos x="T26" y="T27"/>
                </a:cxn>
                <a:cxn ang="T96">
                  <a:pos x="T28" y="T29"/>
                </a:cxn>
                <a:cxn ang="T97">
                  <a:pos x="T30" y="T31"/>
                </a:cxn>
                <a:cxn ang="T98">
                  <a:pos x="T32" y="T33"/>
                </a:cxn>
                <a:cxn ang="T99">
                  <a:pos x="T34" y="T35"/>
                </a:cxn>
                <a:cxn ang="T100">
                  <a:pos x="T36" y="T37"/>
                </a:cxn>
                <a:cxn ang="T101">
                  <a:pos x="T38" y="T39"/>
                </a:cxn>
                <a:cxn ang="T102">
                  <a:pos x="T40" y="T41"/>
                </a:cxn>
                <a:cxn ang="T103">
                  <a:pos x="T42" y="T43"/>
                </a:cxn>
                <a:cxn ang="T104">
                  <a:pos x="T44" y="T45"/>
                </a:cxn>
                <a:cxn ang="T105">
                  <a:pos x="T46" y="T47"/>
                </a:cxn>
                <a:cxn ang="T106">
                  <a:pos x="T48" y="T49"/>
                </a:cxn>
                <a:cxn ang="T107">
                  <a:pos x="T50" y="T51"/>
                </a:cxn>
                <a:cxn ang="T108">
                  <a:pos x="T52" y="T53"/>
                </a:cxn>
                <a:cxn ang="T109">
                  <a:pos x="T54" y="T55"/>
                </a:cxn>
                <a:cxn ang="T110">
                  <a:pos x="T56" y="T57"/>
                </a:cxn>
                <a:cxn ang="T111">
                  <a:pos x="T58" y="T59"/>
                </a:cxn>
                <a:cxn ang="T112">
                  <a:pos x="T60" y="T61"/>
                </a:cxn>
                <a:cxn ang="T113">
                  <a:pos x="T62" y="T63"/>
                </a:cxn>
                <a:cxn ang="T114">
                  <a:pos x="T64" y="T65"/>
                </a:cxn>
                <a:cxn ang="T115">
                  <a:pos x="T66" y="T67"/>
                </a:cxn>
                <a:cxn ang="T116">
                  <a:pos x="T68" y="T69"/>
                </a:cxn>
                <a:cxn ang="T117">
                  <a:pos x="T70" y="T71"/>
                </a:cxn>
                <a:cxn ang="T118">
                  <a:pos x="T72" y="T73"/>
                </a:cxn>
                <a:cxn ang="T119">
                  <a:pos x="T74" y="T75"/>
                </a:cxn>
                <a:cxn ang="T120">
                  <a:pos x="T76" y="T77"/>
                </a:cxn>
                <a:cxn ang="T121">
                  <a:pos x="T78" y="T79"/>
                </a:cxn>
                <a:cxn ang="T122">
                  <a:pos x="T80" y="T81"/>
                </a:cxn>
              </a:cxnLst>
              <a:rect l="0" t="0" r="r" b="b"/>
              <a:pathLst>
                <a:path w="582295" h="582295">
                  <a:moveTo>
                    <a:pt x="291033" y="0"/>
                  </a:moveTo>
                  <a:lnTo>
                    <a:pt x="233119" y="5745"/>
                  </a:lnTo>
                  <a:lnTo>
                    <a:pt x="177749" y="22872"/>
                  </a:lnTo>
                  <a:lnTo>
                    <a:pt x="128519" y="49526"/>
                  </a:lnTo>
                  <a:lnTo>
                    <a:pt x="85242" y="85229"/>
                  </a:lnTo>
                  <a:lnTo>
                    <a:pt x="49539" y="128511"/>
                  </a:lnTo>
                  <a:lnTo>
                    <a:pt x="22885" y="177736"/>
                  </a:lnTo>
                  <a:lnTo>
                    <a:pt x="5746" y="233106"/>
                  </a:lnTo>
                  <a:lnTo>
                    <a:pt x="0" y="291020"/>
                  </a:lnTo>
                  <a:lnTo>
                    <a:pt x="1439" y="320247"/>
                  </a:lnTo>
                  <a:lnTo>
                    <a:pt x="12901" y="376997"/>
                  </a:lnTo>
                  <a:lnTo>
                    <a:pt x="35053" y="429633"/>
                  </a:lnTo>
                  <a:lnTo>
                    <a:pt x="66287" y="475960"/>
                  </a:lnTo>
                  <a:lnTo>
                    <a:pt x="106095" y="515773"/>
                  </a:lnTo>
                  <a:lnTo>
                    <a:pt x="152431" y="547012"/>
                  </a:lnTo>
                  <a:lnTo>
                    <a:pt x="205067" y="569157"/>
                  </a:lnTo>
                  <a:lnTo>
                    <a:pt x="261807" y="580614"/>
                  </a:lnTo>
                  <a:lnTo>
                    <a:pt x="291033" y="582053"/>
                  </a:lnTo>
                  <a:lnTo>
                    <a:pt x="320258" y="580614"/>
                  </a:lnTo>
                  <a:lnTo>
                    <a:pt x="348946" y="576308"/>
                  </a:lnTo>
                  <a:lnTo>
                    <a:pt x="376999" y="569157"/>
                  </a:lnTo>
                  <a:lnTo>
                    <a:pt x="404317" y="559181"/>
                  </a:lnTo>
                  <a:lnTo>
                    <a:pt x="427675" y="547954"/>
                  </a:lnTo>
                  <a:lnTo>
                    <a:pt x="291033" y="547954"/>
                  </a:lnTo>
                  <a:lnTo>
                    <a:pt x="244910" y="543807"/>
                  </a:lnTo>
                  <a:lnTo>
                    <a:pt x="201475" y="531853"/>
                  </a:lnTo>
                  <a:lnTo>
                    <a:pt x="161460" y="512823"/>
                  </a:lnTo>
                  <a:lnTo>
                    <a:pt x="125594" y="487450"/>
                  </a:lnTo>
                  <a:lnTo>
                    <a:pt x="94610" y="456464"/>
                  </a:lnTo>
                  <a:lnTo>
                    <a:pt x="69239" y="420596"/>
                  </a:lnTo>
                  <a:lnTo>
                    <a:pt x="50211" y="380579"/>
                  </a:lnTo>
                  <a:lnTo>
                    <a:pt x="38258" y="337143"/>
                  </a:lnTo>
                  <a:lnTo>
                    <a:pt x="34112" y="291020"/>
                  </a:lnTo>
                  <a:lnTo>
                    <a:pt x="38258" y="244897"/>
                  </a:lnTo>
                  <a:lnTo>
                    <a:pt x="50211" y="201463"/>
                  </a:lnTo>
                  <a:lnTo>
                    <a:pt x="69239" y="161447"/>
                  </a:lnTo>
                  <a:lnTo>
                    <a:pt x="94610" y="125582"/>
                  </a:lnTo>
                  <a:lnTo>
                    <a:pt x="125594" y="94598"/>
                  </a:lnTo>
                  <a:lnTo>
                    <a:pt x="161460" y="69226"/>
                  </a:lnTo>
                  <a:lnTo>
                    <a:pt x="201475" y="50199"/>
                  </a:lnTo>
                  <a:lnTo>
                    <a:pt x="244910" y="38246"/>
                  </a:lnTo>
                  <a:lnTo>
                    <a:pt x="291033" y="34099"/>
                  </a:lnTo>
                  <a:lnTo>
                    <a:pt x="427675" y="34099"/>
                  </a:lnTo>
                  <a:lnTo>
                    <a:pt x="404317" y="22872"/>
                  </a:lnTo>
                  <a:lnTo>
                    <a:pt x="376999" y="12896"/>
                  </a:lnTo>
                  <a:lnTo>
                    <a:pt x="348946" y="5745"/>
                  </a:lnTo>
                  <a:lnTo>
                    <a:pt x="320258" y="1439"/>
                  </a:lnTo>
                  <a:lnTo>
                    <a:pt x="291033" y="0"/>
                  </a:lnTo>
                  <a:close/>
                </a:path>
                <a:path w="582295" h="582295">
                  <a:moveTo>
                    <a:pt x="427675" y="34099"/>
                  </a:moveTo>
                  <a:lnTo>
                    <a:pt x="291033" y="34099"/>
                  </a:lnTo>
                  <a:lnTo>
                    <a:pt x="337155" y="38246"/>
                  </a:lnTo>
                  <a:lnTo>
                    <a:pt x="380590" y="50199"/>
                  </a:lnTo>
                  <a:lnTo>
                    <a:pt x="420606" y="69226"/>
                  </a:lnTo>
                  <a:lnTo>
                    <a:pt x="456471" y="94598"/>
                  </a:lnTo>
                  <a:lnTo>
                    <a:pt x="487455" y="125582"/>
                  </a:lnTo>
                  <a:lnTo>
                    <a:pt x="512826" y="161447"/>
                  </a:lnTo>
                  <a:lnTo>
                    <a:pt x="531854" y="201463"/>
                  </a:lnTo>
                  <a:lnTo>
                    <a:pt x="543807" y="244897"/>
                  </a:lnTo>
                  <a:lnTo>
                    <a:pt x="547954" y="291020"/>
                  </a:lnTo>
                  <a:lnTo>
                    <a:pt x="543807" y="337143"/>
                  </a:lnTo>
                  <a:lnTo>
                    <a:pt x="531854" y="380579"/>
                  </a:lnTo>
                  <a:lnTo>
                    <a:pt x="512826" y="420596"/>
                  </a:lnTo>
                  <a:lnTo>
                    <a:pt x="487455" y="456464"/>
                  </a:lnTo>
                  <a:lnTo>
                    <a:pt x="456471" y="487450"/>
                  </a:lnTo>
                  <a:lnTo>
                    <a:pt x="420606" y="512823"/>
                  </a:lnTo>
                  <a:lnTo>
                    <a:pt x="380590" y="531853"/>
                  </a:lnTo>
                  <a:lnTo>
                    <a:pt x="337155" y="543807"/>
                  </a:lnTo>
                  <a:lnTo>
                    <a:pt x="291033" y="547954"/>
                  </a:lnTo>
                  <a:lnTo>
                    <a:pt x="427675" y="547954"/>
                  </a:lnTo>
                  <a:lnTo>
                    <a:pt x="475970" y="515773"/>
                  </a:lnTo>
                  <a:lnTo>
                    <a:pt x="515779" y="475960"/>
                  </a:lnTo>
                  <a:lnTo>
                    <a:pt x="547012" y="429633"/>
                  </a:lnTo>
                  <a:lnTo>
                    <a:pt x="569164" y="376997"/>
                  </a:lnTo>
                  <a:lnTo>
                    <a:pt x="580626" y="320247"/>
                  </a:lnTo>
                  <a:lnTo>
                    <a:pt x="582066" y="291020"/>
                  </a:lnTo>
                  <a:lnTo>
                    <a:pt x="580626" y="261795"/>
                  </a:lnTo>
                  <a:lnTo>
                    <a:pt x="569164" y="205054"/>
                  </a:lnTo>
                  <a:lnTo>
                    <a:pt x="547012" y="152420"/>
                  </a:lnTo>
                  <a:lnTo>
                    <a:pt x="515779" y="106088"/>
                  </a:lnTo>
                  <a:lnTo>
                    <a:pt x="475970" y="66274"/>
                  </a:lnTo>
                  <a:lnTo>
                    <a:pt x="429635" y="35041"/>
                  </a:lnTo>
                  <a:lnTo>
                    <a:pt x="427675" y="3409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28" name="object 24">
              <a:extLst>
                <a:ext uri="{FF2B5EF4-FFF2-40B4-BE49-F238E27FC236}">
                  <a16:creationId xmlns="" xmlns:a16="http://schemas.microsoft.com/office/drawing/2014/main" id="{593EF168-4FD6-4738-BD43-3A1BF98CC6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00987" y="5388199"/>
              <a:ext cx="219837" cy="2180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29" name="object 25">
              <a:extLst>
                <a:ext uri="{FF2B5EF4-FFF2-40B4-BE49-F238E27FC236}">
                  <a16:creationId xmlns="" xmlns:a16="http://schemas.microsoft.com/office/drawing/2014/main" id="{38D06285-DCC4-4416-9810-A18AFF3DF929}"/>
                </a:ext>
              </a:extLst>
            </p:cNvPr>
            <p:cNvSpPr>
              <a:spLocks/>
            </p:cNvSpPr>
            <p:nvPr/>
          </p:nvSpPr>
          <p:spPr bwMode="auto">
            <a:xfrm>
              <a:off x="2816733" y="5295930"/>
              <a:ext cx="314325" cy="416559"/>
            </a:xfrm>
            <a:custGeom>
              <a:avLst/>
              <a:gdLst>
                <a:gd name="T0" fmla="*/ 156946 w 314325"/>
                <a:gd name="T1" fmla="*/ 0 h 416560"/>
                <a:gd name="T2" fmla="*/ 121878 w 314325"/>
                <a:gd name="T3" fmla="*/ 36098 h 416560"/>
                <a:gd name="T4" fmla="*/ 73367 w 314325"/>
                <a:gd name="T5" fmla="*/ 94678 h 416560"/>
                <a:gd name="T6" fmla="*/ 41367 w 314325"/>
                <a:gd name="T7" fmla="*/ 141515 h 416560"/>
                <a:gd name="T8" fmla="*/ 18429 w 314325"/>
                <a:gd name="T9" fmla="*/ 184640 h 416560"/>
                <a:gd name="T10" fmla="*/ 4618 w 314325"/>
                <a:gd name="T11" fmla="*/ 223903 h 416560"/>
                <a:gd name="T12" fmla="*/ 0 w 314325"/>
                <a:gd name="T13" fmla="*/ 259174 h 416560"/>
                <a:gd name="T14" fmla="*/ 8014 w 314325"/>
                <a:gd name="T15" fmla="*/ 308727 h 416560"/>
                <a:gd name="T16" fmla="*/ 30322 w 314325"/>
                <a:gd name="T17" fmla="*/ 351804 h 416560"/>
                <a:gd name="T18" fmla="*/ 64317 w 314325"/>
                <a:gd name="T19" fmla="*/ 385798 h 416560"/>
                <a:gd name="T20" fmla="*/ 107393 w 314325"/>
                <a:gd name="T21" fmla="*/ 408106 h 416560"/>
                <a:gd name="T22" fmla="*/ 156946 w 314325"/>
                <a:gd name="T23" fmla="*/ 416121 h 416560"/>
                <a:gd name="T24" fmla="*/ 206499 w 314325"/>
                <a:gd name="T25" fmla="*/ 408106 h 416560"/>
                <a:gd name="T26" fmla="*/ 249576 w 314325"/>
                <a:gd name="T27" fmla="*/ 385798 h 416560"/>
                <a:gd name="T28" fmla="*/ 253353 w 314325"/>
                <a:gd name="T29" fmla="*/ 382021 h 416560"/>
                <a:gd name="T30" fmla="*/ 156946 w 314325"/>
                <a:gd name="T31" fmla="*/ 382021 h 416560"/>
                <a:gd name="T32" fmla="*/ 109180 w 314325"/>
                <a:gd name="T33" fmla="*/ 372353 h 416560"/>
                <a:gd name="T34" fmla="*/ 70130 w 314325"/>
                <a:gd name="T35" fmla="*/ 346001 h 416560"/>
                <a:gd name="T36" fmla="*/ 43780 w 314325"/>
                <a:gd name="T37" fmla="*/ 306948 h 416560"/>
                <a:gd name="T38" fmla="*/ 34112 w 314325"/>
                <a:gd name="T39" fmla="*/ 259174 h 416560"/>
                <a:gd name="T40" fmla="*/ 43719 w 314325"/>
                <a:gd name="T41" fmla="*/ 212458 h 416560"/>
                <a:gd name="T42" fmla="*/ 67847 w 314325"/>
                <a:gd name="T43" fmla="*/ 163420 h 416560"/>
                <a:gd name="T44" fmla="*/ 99455 w 314325"/>
                <a:gd name="T45" fmla="*/ 116660 h 416560"/>
                <a:gd name="T46" fmla="*/ 131501 w 314325"/>
                <a:gd name="T47" fmla="*/ 76799 h 416560"/>
                <a:gd name="T48" fmla="*/ 156946 w 314325"/>
                <a:gd name="T49" fmla="*/ 48450 h 416560"/>
                <a:gd name="T50" fmla="*/ 202778 w 314325"/>
                <a:gd name="T51" fmla="*/ 48450 h 416560"/>
                <a:gd name="T52" fmla="*/ 192014 w 314325"/>
                <a:gd name="T53" fmla="*/ 36098 h 416560"/>
                <a:gd name="T54" fmla="*/ 175742 w 314325"/>
                <a:gd name="T55" fmla="*/ 18699 h 416560"/>
                <a:gd name="T56" fmla="*/ 168897 w 314325"/>
                <a:gd name="T57" fmla="*/ 11760 h 416560"/>
                <a:gd name="T58" fmla="*/ 156946 w 314325"/>
                <a:gd name="T59" fmla="*/ 0 h 416560"/>
                <a:gd name="T60" fmla="*/ 202778 w 314325"/>
                <a:gd name="T61" fmla="*/ 48450 h 416560"/>
                <a:gd name="T62" fmla="*/ 156946 w 314325"/>
                <a:gd name="T63" fmla="*/ 48450 h 416560"/>
                <a:gd name="T64" fmla="*/ 182391 w 314325"/>
                <a:gd name="T65" fmla="*/ 76799 h 416560"/>
                <a:gd name="T66" fmla="*/ 214437 w 314325"/>
                <a:gd name="T67" fmla="*/ 116660 h 416560"/>
                <a:gd name="T68" fmla="*/ 246045 w 314325"/>
                <a:gd name="T69" fmla="*/ 163420 h 416560"/>
                <a:gd name="T70" fmla="*/ 270173 w 314325"/>
                <a:gd name="T71" fmla="*/ 212458 h 416560"/>
                <a:gd name="T72" fmla="*/ 279781 w 314325"/>
                <a:gd name="T73" fmla="*/ 259174 h 416560"/>
                <a:gd name="T74" fmla="*/ 270112 w 314325"/>
                <a:gd name="T75" fmla="*/ 306948 h 416560"/>
                <a:gd name="T76" fmla="*/ 243762 w 314325"/>
                <a:gd name="T77" fmla="*/ 346001 h 416560"/>
                <a:gd name="T78" fmla="*/ 204712 w 314325"/>
                <a:gd name="T79" fmla="*/ 372353 h 416560"/>
                <a:gd name="T80" fmla="*/ 156946 w 314325"/>
                <a:gd name="T81" fmla="*/ 382021 h 416560"/>
                <a:gd name="T82" fmla="*/ 253353 w 314325"/>
                <a:gd name="T83" fmla="*/ 382021 h 416560"/>
                <a:gd name="T84" fmla="*/ 283570 w 314325"/>
                <a:gd name="T85" fmla="*/ 351804 h 416560"/>
                <a:gd name="T86" fmla="*/ 305878 w 314325"/>
                <a:gd name="T87" fmla="*/ 308727 h 416560"/>
                <a:gd name="T88" fmla="*/ 313893 w 314325"/>
                <a:gd name="T89" fmla="*/ 259174 h 416560"/>
                <a:gd name="T90" fmla="*/ 309274 w 314325"/>
                <a:gd name="T91" fmla="*/ 223903 h 416560"/>
                <a:gd name="T92" fmla="*/ 295463 w 314325"/>
                <a:gd name="T93" fmla="*/ 184640 h 416560"/>
                <a:gd name="T94" fmla="*/ 272525 w 314325"/>
                <a:gd name="T95" fmla="*/ 141515 h 416560"/>
                <a:gd name="T96" fmla="*/ 240525 w 314325"/>
                <a:gd name="T97" fmla="*/ 94678 h 416560"/>
                <a:gd name="T98" fmla="*/ 214635 w 314325"/>
                <a:gd name="T99" fmla="*/ 62057 h 416560"/>
                <a:gd name="T100" fmla="*/ 202778 w 314325"/>
                <a:gd name="T101" fmla="*/ 48450 h 416560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</a:gdLst>
              <a:ahLst/>
              <a:cxnLst>
                <a:cxn ang="T102">
                  <a:pos x="T0" y="T1"/>
                </a:cxn>
                <a:cxn ang="T103">
                  <a:pos x="T2" y="T3"/>
                </a:cxn>
                <a:cxn ang="T104">
                  <a:pos x="T4" y="T5"/>
                </a:cxn>
                <a:cxn ang="T105">
                  <a:pos x="T6" y="T7"/>
                </a:cxn>
                <a:cxn ang="T106">
                  <a:pos x="T8" y="T9"/>
                </a:cxn>
                <a:cxn ang="T107">
                  <a:pos x="T10" y="T11"/>
                </a:cxn>
                <a:cxn ang="T108">
                  <a:pos x="T12" y="T13"/>
                </a:cxn>
                <a:cxn ang="T109">
                  <a:pos x="T14" y="T15"/>
                </a:cxn>
                <a:cxn ang="T110">
                  <a:pos x="T16" y="T17"/>
                </a:cxn>
                <a:cxn ang="T111">
                  <a:pos x="T18" y="T19"/>
                </a:cxn>
                <a:cxn ang="T112">
                  <a:pos x="T20" y="T21"/>
                </a:cxn>
                <a:cxn ang="T113">
                  <a:pos x="T22" y="T23"/>
                </a:cxn>
                <a:cxn ang="T114">
                  <a:pos x="T24" y="T25"/>
                </a:cxn>
                <a:cxn ang="T115">
                  <a:pos x="T26" y="T27"/>
                </a:cxn>
                <a:cxn ang="T116">
                  <a:pos x="T28" y="T29"/>
                </a:cxn>
                <a:cxn ang="T117">
                  <a:pos x="T30" y="T31"/>
                </a:cxn>
                <a:cxn ang="T118">
                  <a:pos x="T32" y="T33"/>
                </a:cxn>
                <a:cxn ang="T119">
                  <a:pos x="T34" y="T35"/>
                </a:cxn>
                <a:cxn ang="T120">
                  <a:pos x="T36" y="T37"/>
                </a:cxn>
                <a:cxn ang="T121">
                  <a:pos x="T38" y="T39"/>
                </a:cxn>
                <a:cxn ang="T122">
                  <a:pos x="T40" y="T41"/>
                </a:cxn>
                <a:cxn ang="T123">
                  <a:pos x="T42" y="T43"/>
                </a:cxn>
                <a:cxn ang="T124">
                  <a:pos x="T44" y="T45"/>
                </a:cxn>
                <a:cxn ang="T125">
                  <a:pos x="T46" y="T47"/>
                </a:cxn>
                <a:cxn ang="T126">
                  <a:pos x="T48" y="T49"/>
                </a:cxn>
                <a:cxn ang="T127">
                  <a:pos x="T50" y="T51"/>
                </a:cxn>
                <a:cxn ang="T128">
                  <a:pos x="T52" y="T53"/>
                </a:cxn>
                <a:cxn ang="T129">
                  <a:pos x="T54" y="T55"/>
                </a:cxn>
                <a:cxn ang="T130">
                  <a:pos x="T56" y="T57"/>
                </a:cxn>
                <a:cxn ang="T131">
                  <a:pos x="T58" y="T59"/>
                </a:cxn>
                <a:cxn ang="T132">
                  <a:pos x="T60" y="T61"/>
                </a:cxn>
                <a:cxn ang="T133">
                  <a:pos x="T62" y="T63"/>
                </a:cxn>
                <a:cxn ang="T134">
                  <a:pos x="T64" y="T65"/>
                </a:cxn>
                <a:cxn ang="T135">
                  <a:pos x="T66" y="T67"/>
                </a:cxn>
                <a:cxn ang="T136">
                  <a:pos x="T68" y="T69"/>
                </a:cxn>
                <a:cxn ang="T137">
                  <a:pos x="T70" y="T71"/>
                </a:cxn>
                <a:cxn ang="T138">
                  <a:pos x="T72" y="T73"/>
                </a:cxn>
                <a:cxn ang="T139">
                  <a:pos x="T74" y="T75"/>
                </a:cxn>
                <a:cxn ang="T140">
                  <a:pos x="T76" y="T77"/>
                </a:cxn>
                <a:cxn ang="T141">
                  <a:pos x="T78" y="T79"/>
                </a:cxn>
                <a:cxn ang="T142">
                  <a:pos x="T80" y="T81"/>
                </a:cxn>
                <a:cxn ang="T143">
                  <a:pos x="T82" y="T83"/>
                </a:cxn>
                <a:cxn ang="T144">
                  <a:pos x="T84" y="T85"/>
                </a:cxn>
                <a:cxn ang="T145">
                  <a:pos x="T86" y="T87"/>
                </a:cxn>
                <a:cxn ang="T146">
                  <a:pos x="T88" y="T89"/>
                </a:cxn>
                <a:cxn ang="T147">
                  <a:pos x="T90" y="T91"/>
                </a:cxn>
                <a:cxn ang="T148">
                  <a:pos x="T92" y="T93"/>
                </a:cxn>
                <a:cxn ang="T149">
                  <a:pos x="T94" y="T95"/>
                </a:cxn>
                <a:cxn ang="T150">
                  <a:pos x="T96" y="T97"/>
                </a:cxn>
                <a:cxn ang="T151">
                  <a:pos x="T98" y="T99"/>
                </a:cxn>
                <a:cxn ang="T152">
                  <a:pos x="T100" y="T101"/>
                </a:cxn>
              </a:cxnLst>
              <a:rect l="0" t="0" r="r" b="b"/>
              <a:pathLst>
                <a:path w="314325" h="416560">
                  <a:moveTo>
                    <a:pt x="156946" y="0"/>
                  </a:moveTo>
                  <a:lnTo>
                    <a:pt x="121878" y="36098"/>
                  </a:lnTo>
                  <a:lnTo>
                    <a:pt x="73367" y="94678"/>
                  </a:lnTo>
                  <a:lnTo>
                    <a:pt x="41367" y="141515"/>
                  </a:lnTo>
                  <a:lnTo>
                    <a:pt x="18429" y="184640"/>
                  </a:lnTo>
                  <a:lnTo>
                    <a:pt x="4618" y="223910"/>
                  </a:lnTo>
                  <a:lnTo>
                    <a:pt x="0" y="259181"/>
                  </a:lnTo>
                  <a:lnTo>
                    <a:pt x="8014" y="308734"/>
                  </a:lnTo>
                  <a:lnTo>
                    <a:pt x="30322" y="351811"/>
                  </a:lnTo>
                  <a:lnTo>
                    <a:pt x="64317" y="385805"/>
                  </a:lnTo>
                  <a:lnTo>
                    <a:pt x="107393" y="408113"/>
                  </a:lnTo>
                  <a:lnTo>
                    <a:pt x="156946" y="416128"/>
                  </a:lnTo>
                  <a:lnTo>
                    <a:pt x="206499" y="408113"/>
                  </a:lnTo>
                  <a:lnTo>
                    <a:pt x="249576" y="385805"/>
                  </a:lnTo>
                  <a:lnTo>
                    <a:pt x="253353" y="382028"/>
                  </a:lnTo>
                  <a:lnTo>
                    <a:pt x="156946" y="382028"/>
                  </a:lnTo>
                  <a:lnTo>
                    <a:pt x="109180" y="372360"/>
                  </a:lnTo>
                  <a:lnTo>
                    <a:pt x="70130" y="346008"/>
                  </a:lnTo>
                  <a:lnTo>
                    <a:pt x="43780" y="306955"/>
                  </a:lnTo>
                  <a:lnTo>
                    <a:pt x="34112" y="259181"/>
                  </a:lnTo>
                  <a:lnTo>
                    <a:pt x="43719" y="212465"/>
                  </a:lnTo>
                  <a:lnTo>
                    <a:pt x="67847" y="163420"/>
                  </a:lnTo>
                  <a:lnTo>
                    <a:pt x="99455" y="116660"/>
                  </a:lnTo>
                  <a:lnTo>
                    <a:pt x="131501" y="76799"/>
                  </a:lnTo>
                  <a:lnTo>
                    <a:pt x="156946" y="48450"/>
                  </a:lnTo>
                  <a:lnTo>
                    <a:pt x="202778" y="48450"/>
                  </a:lnTo>
                  <a:lnTo>
                    <a:pt x="192014" y="36098"/>
                  </a:lnTo>
                  <a:lnTo>
                    <a:pt x="175742" y="18699"/>
                  </a:lnTo>
                  <a:lnTo>
                    <a:pt x="168897" y="11760"/>
                  </a:lnTo>
                  <a:lnTo>
                    <a:pt x="156946" y="0"/>
                  </a:lnTo>
                  <a:close/>
                </a:path>
                <a:path w="314325" h="416560">
                  <a:moveTo>
                    <a:pt x="202778" y="48450"/>
                  </a:moveTo>
                  <a:lnTo>
                    <a:pt x="156946" y="48450"/>
                  </a:lnTo>
                  <a:lnTo>
                    <a:pt x="182391" y="76799"/>
                  </a:lnTo>
                  <a:lnTo>
                    <a:pt x="214437" y="116660"/>
                  </a:lnTo>
                  <a:lnTo>
                    <a:pt x="246045" y="163420"/>
                  </a:lnTo>
                  <a:lnTo>
                    <a:pt x="270173" y="212465"/>
                  </a:lnTo>
                  <a:lnTo>
                    <a:pt x="279781" y="259181"/>
                  </a:lnTo>
                  <a:lnTo>
                    <a:pt x="270112" y="306955"/>
                  </a:lnTo>
                  <a:lnTo>
                    <a:pt x="243762" y="346008"/>
                  </a:lnTo>
                  <a:lnTo>
                    <a:pt x="204712" y="372360"/>
                  </a:lnTo>
                  <a:lnTo>
                    <a:pt x="156946" y="382028"/>
                  </a:lnTo>
                  <a:lnTo>
                    <a:pt x="253353" y="382028"/>
                  </a:lnTo>
                  <a:lnTo>
                    <a:pt x="283570" y="351811"/>
                  </a:lnTo>
                  <a:lnTo>
                    <a:pt x="305878" y="308734"/>
                  </a:lnTo>
                  <a:lnTo>
                    <a:pt x="313893" y="259181"/>
                  </a:lnTo>
                  <a:lnTo>
                    <a:pt x="309274" y="223910"/>
                  </a:lnTo>
                  <a:lnTo>
                    <a:pt x="295463" y="184640"/>
                  </a:lnTo>
                  <a:lnTo>
                    <a:pt x="272525" y="141515"/>
                  </a:lnTo>
                  <a:lnTo>
                    <a:pt x="240525" y="94678"/>
                  </a:lnTo>
                  <a:lnTo>
                    <a:pt x="214635" y="62057"/>
                  </a:lnTo>
                  <a:lnTo>
                    <a:pt x="202778" y="4845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16430" name="object 26">
              <a:extLst>
                <a:ext uri="{FF2B5EF4-FFF2-40B4-BE49-F238E27FC236}">
                  <a16:creationId xmlns="" xmlns:a16="http://schemas.microsoft.com/office/drawing/2014/main" id="{AC50AAF7-4F1C-4E39-8766-ECEE353B7D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1795" y="5588311"/>
              <a:ext cx="113284" cy="935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431" name="object 27">
              <a:extLst>
                <a:ext uri="{FF2B5EF4-FFF2-40B4-BE49-F238E27FC236}">
                  <a16:creationId xmlns="" xmlns:a16="http://schemas.microsoft.com/office/drawing/2014/main" id="{B4D23302-2B73-43A4-8016-0C28B120CE3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5689" y="5242619"/>
              <a:ext cx="514350" cy="509270"/>
            </a:xfrm>
            <a:custGeom>
              <a:avLst/>
              <a:gdLst>
                <a:gd name="T0" fmla="*/ 295299 w 514350"/>
                <a:gd name="T1" fmla="*/ 460728 h 509270"/>
                <a:gd name="T2" fmla="*/ 392747 w 514350"/>
                <a:gd name="T3" fmla="*/ 509269 h 509270"/>
                <a:gd name="T4" fmla="*/ 472483 w 514350"/>
                <a:gd name="T5" fmla="*/ 478713 h 509270"/>
                <a:gd name="T6" fmla="*/ 327958 w 514350"/>
                <a:gd name="T7" fmla="*/ 451834 h 509270"/>
                <a:gd name="T8" fmla="*/ 240042 w 514350"/>
                <a:gd name="T9" fmla="*/ 61086 h 509270"/>
                <a:gd name="T10" fmla="*/ 119327 w 514350"/>
                <a:gd name="T11" fmla="*/ 137612 h 509270"/>
                <a:gd name="T12" fmla="*/ 71907 w 514350"/>
                <a:gd name="T13" fmla="*/ 272440 h 509270"/>
                <a:gd name="T14" fmla="*/ 21602 w 514350"/>
                <a:gd name="T15" fmla="*/ 504799 h 509270"/>
                <a:gd name="T16" fmla="*/ 243773 w 514350"/>
                <a:gd name="T17" fmla="*/ 432580 h 509270"/>
                <a:gd name="T18" fmla="*/ 277281 w 514350"/>
                <a:gd name="T19" fmla="*/ 428182 h 509270"/>
                <a:gd name="T20" fmla="*/ 304171 w 514350"/>
                <a:gd name="T21" fmla="*/ 402323 h 509270"/>
                <a:gd name="T22" fmla="*/ 102463 w 514350"/>
                <a:gd name="T23" fmla="*/ 380720 h 509270"/>
                <a:gd name="T24" fmla="*/ 123028 w 514350"/>
                <a:gd name="T25" fmla="*/ 186893 h 509270"/>
                <a:gd name="T26" fmla="*/ 209410 w 514350"/>
                <a:gd name="T27" fmla="*/ 121767 h 509270"/>
                <a:gd name="T28" fmla="*/ 270522 w 514350"/>
                <a:gd name="T29" fmla="*/ 85420 h 509270"/>
                <a:gd name="T30" fmla="*/ 362191 w 514350"/>
                <a:gd name="T31" fmla="*/ 64261 h 509270"/>
                <a:gd name="T32" fmla="*/ 464032 w 514350"/>
                <a:gd name="T33" fmla="*/ 40766 h 509270"/>
                <a:gd name="T34" fmla="*/ 474135 w 514350"/>
                <a:gd name="T35" fmla="*/ 295976 h 509270"/>
                <a:gd name="T36" fmla="*/ 454478 w 514350"/>
                <a:gd name="T37" fmla="*/ 318747 h 509270"/>
                <a:gd name="T38" fmla="*/ 477200 w 514350"/>
                <a:gd name="T39" fmla="*/ 422692 h 509270"/>
                <a:gd name="T40" fmla="*/ 392747 w 514350"/>
                <a:gd name="T41" fmla="*/ 478713 h 509270"/>
                <a:gd name="T42" fmla="*/ 507280 w 514350"/>
                <a:gd name="T43" fmla="*/ 428182 h 509270"/>
                <a:gd name="T44" fmla="*/ 498885 w 514350"/>
                <a:gd name="T45" fmla="*/ 325932 h 509270"/>
                <a:gd name="T46" fmla="*/ 474135 w 514350"/>
                <a:gd name="T47" fmla="*/ 295976 h 509270"/>
                <a:gd name="T48" fmla="*/ 278785 w 514350"/>
                <a:gd name="T49" fmla="*/ 342859 h 509270"/>
                <a:gd name="T50" fmla="*/ 270879 w 514350"/>
                <a:gd name="T51" fmla="*/ 387045 h 509270"/>
                <a:gd name="T52" fmla="*/ 261478 w 514350"/>
                <a:gd name="T53" fmla="*/ 400040 h 509270"/>
                <a:gd name="T54" fmla="*/ 232346 w 514350"/>
                <a:gd name="T55" fmla="*/ 402323 h 509270"/>
                <a:gd name="T56" fmla="*/ 310090 w 514350"/>
                <a:gd name="T57" fmla="*/ 347205 h 509270"/>
                <a:gd name="T58" fmla="*/ 178854 w 514350"/>
                <a:gd name="T59" fmla="*/ 121767 h 509270"/>
                <a:gd name="T60" fmla="*/ 145678 w 514350"/>
                <a:gd name="T61" fmla="*/ 380720 h 509270"/>
                <a:gd name="T62" fmla="*/ 331018 w 514350"/>
                <a:gd name="T63" fmla="*/ 318747 h 509270"/>
                <a:gd name="T64" fmla="*/ 474135 w 514350"/>
                <a:gd name="T65" fmla="*/ 295976 h 509270"/>
                <a:gd name="T66" fmla="*/ 252615 w 514350"/>
                <a:gd name="T67" fmla="*/ 273773 h 509270"/>
                <a:gd name="T68" fmla="*/ 385149 w 514350"/>
                <a:gd name="T69" fmla="*/ 265054 h 509270"/>
                <a:gd name="T70" fmla="*/ 312000 w 514350"/>
                <a:gd name="T71" fmla="*/ 295376 h 509270"/>
                <a:gd name="T72" fmla="*/ 442378 w 514350"/>
                <a:gd name="T73" fmla="*/ 270116 h 509270"/>
                <a:gd name="T74" fmla="*/ 385149 w 514350"/>
                <a:gd name="T75" fmla="*/ 265054 h 509270"/>
                <a:gd name="T76" fmla="*/ 270522 w 514350"/>
                <a:gd name="T77" fmla="*/ 212661 h 509270"/>
                <a:gd name="T78" fmla="*/ 292125 w 514350"/>
                <a:gd name="T79" fmla="*/ 234264 h 509270"/>
                <a:gd name="T80" fmla="*/ 322681 w 514350"/>
                <a:gd name="T81" fmla="*/ 203707 h 509270"/>
                <a:gd name="T82" fmla="*/ 301078 w 514350"/>
                <a:gd name="T83" fmla="*/ 85420 h 509270"/>
                <a:gd name="T84" fmla="*/ 416299 w 514350"/>
                <a:gd name="T85" fmla="*/ 247552 h 509270"/>
                <a:gd name="T86" fmla="*/ 411746 w 514350"/>
                <a:gd name="T87" fmla="*/ 266306 h 509270"/>
                <a:gd name="T88" fmla="*/ 450753 w 514350"/>
                <a:gd name="T89" fmla="*/ 234264 h 509270"/>
                <a:gd name="T90" fmla="*/ 426427 w 514350"/>
                <a:gd name="T91" fmla="*/ 203707 h 509270"/>
                <a:gd name="T92" fmla="*/ 392747 w 514350"/>
                <a:gd name="T93" fmla="*/ 64261 h 509270"/>
                <a:gd name="T94" fmla="*/ 301078 w 514350"/>
                <a:gd name="T95" fmla="*/ 182105 h 509270"/>
                <a:gd name="T96" fmla="*/ 471878 w 514350"/>
                <a:gd name="T97" fmla="*/ 142595 h 509270"/>
                <a:gd name="T98" fmla="*/ 392747 w 514350"/>
                <a:gd name="T99" fmla="*/ 64261 h 509270"/>
                <a:gd name="T100" fmla="*/ 447586 w 514350"/>
                <a:gd name="T101" fmla="*/ 112039 h 509270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</a:gdLst>
              <a:ahLst/>
              <a:cxnLst>
                <a:cxn ang="T102">
                  <a:pos x="T0" y="T1"/>
                </a:cxn>
                <a:cxn ang="T103">
                  <a:pos x="T2" y="T3"/>
                </a:cxn>
                <a:cxn ang="T104">
                  <a:pos x="T4" y="T5"/>
                </a:cxn>
                <a:cxn ang="T105">
                  <a:pos x="T6" y="T7"/>
                </a:cxn>
                <a:cxn ang="T106">
                  <a:pos x="T8" y="T9"/>
                </a:cxn>
                <a:cxn ang="T107">
                  <a:pos x="T10" y="T11"/>
                </a:cxn>
                <a:cxn ang="T108">
                  <a:pos x="T12" y="T13"/>
                </a:cxn>
                <a:cxn ang="T109">
                  <a:pos x="T14" y="T15"/>
                </a:cxn>
                <a:cxn ang="T110">
                  <a:pos x="T16" y="T17"/>
                </a:cxn>
                <a:cxn ang="T111">
                  <a:pos x="T18" y="T19"/>
                </a:cxn>
                <a:cxn ang="T112">
                  <a:pos x="T20" y="T21"/>
                </a:cxn>
                <a:cxn ang="T113">
                  <a:pos x="T22" y="T23"/>
                </a:cxn>
                <a:cxn ang="T114">
                  <a:pos x="T24" y="T25"/>
                </a:cxn>
                <a:cxn ang="T115">
                  <a:pos x="T26" y="T27"/>
                </a:cxn>
                <a:cxn ang="T116">
                  <a:pos x="T28" y="T29"/>
                </a:cxn>
                <a:cxn ang="T117">
                  <a:pos x="T30" y="T31"/>
                </a:cxn>
                <a:cxn ang="T118">
                  <a:pos x="T32" y="T33"/>
                </a:cxn>
                <a:cxn ang="T119">
                  <a:pos x="T34" y="T35"/>
                </a:cxn>
                <a:cxn ang="T120">
                  <a:pos x="T36" y="T37"/>
                </a:cxn>
                <a:cxn ang="T121">
                  <a:pos x="T38" y="T39"/>
                </a:cxn>
                <a:cxn ang="T122">
                  <a:pos x="T40" y="T41"/>
                </a:cxn>
                <a:cxn ang="T123">
                  <a:pos x="T42" y="T43"/>
                </a:cxn>
                <a:cxn ang="T124">
                  <a:pos x="T44" y="T45"/>
                </a:cxn>
                <a:cxn ang="T125">
                  <a:pos x="T46" y="T47"/>
                </a:cxn>
                <a:cxn ang="T126">
                  <a:pos x="T48" y="T49"/>
                </a:cxn>
                <a:cxn ang="T127">
                  <a:pos x="T50" y="T51"/>
                </a:cxn>
                <a:cxn ang="T128">
                  <a:pos x="T52" y="T53"/>
                </a:cxn>
                <a:cxn ang="T129">
                  <a:pos x="T54" y="T55"/>
                </a:cxn>
                <a:cxn ang="T130">
                  <a:pos x="T56" y="T57"/>
                </a:cxn>
                <a:cxn ang="T131">
                  <a:pos x="T58" y="T59"/>
                </a:cxn>
                <a:cxn ang="T132">
                  <a:pos x="T60" y="T61"/>
                </a:cxn>
                <a:cxn ang="T133">
                  <a:pos x="T62" y="T63"/>
                </a:cxn>
                <a:cxn ang="T134">
                  <a:pos x="T64" y="T65"/>
                </a:cxn>
                <a:cxn ang="T135">
                  <a:pos x="T66" y="T67"/>
                </a:cxn>
                <a:cxn ang="T136">
                  <a:pos x="T68" y="T69"/>
                </a:cxn>
                <a:cxn ang="T137">
                  <a:pos x="T70" y="T71"/>
                </a:cxn>
                <a:cxn ang="T138">
                  <a:pos x="T72" y="T73"/>
                </a:cxn>
                <a:cxn ang="T139">
                  <a:pos x="T74" y="T75"/>
                </a:cxn>
                <a:cxn ang="T140">
                  <a:pos x="T76" y="T77"/>
                </a:cxn>
                <a:cxn ang="T141">
                  <a:pos x="T78" y="T79"/>
                </a:cxn>
                <a:cxn ang="T142">
                  <a:pos x="T80" y="T81"/>
                </a:cxn>
                <a:cxn ang="T143">
                  <a:pos x="T82" y="T83"/>
                </a:cxn>
                <a:cxn ang="T144">
                  <a:pos x="T84" y="T85"/>
                </a:cxn>
                <a:cxn ang="T145">
                  <a:pos x="T86" y="T87"/>
                </a:cxn>
                <a:cxn ang="T146">
                  <a:pos x="T88" y="T89"/>
                </a:cxn>
                <a:cxn ang="T147">
                  <a:pos x="T90" y="T91"/>
                </a:cxn>
                <a:cxn ang="T148">
                  <a:pos x="T92" y="T93"/>
                </a:cxn>
                <a:cxn ang="T149">
                  <a:pos x="T94" y="T95"/>
                </a:cxn>
                <a:cxn ang="T150">
                  <a:pos x="T96" y="T97"/>
                </a:cxn>
                <a:cxn ang="T151">
                  <a:pos x="T98" y="T99"/>
                </a:cxn>
                <a:cxn ang="T152">
                  <a:pos x="T100" y="T101"/>
                </a:cxn>
              </a:cxnLst>
              <a:rect l="0" t="0" r="r" b="b"/>
              <a:pathLst>
                <a:path w="514350" h="509270">
                  <a:moveTo>
                    <a:pt x="311998" y="428182"/>
                  </a:moveTo>
                  <a:lnTo>
                    <a:pt x="277670" y="428182"/>
                  </a:lnTo>
                  <a:lnTo>
                    <a:pt x="295299" y="460728"/>
                  </a:lnTo>
                  <a:lnTo>
                    <a:pt x="321656" y="486409"/>
                  </a:lnTo>
                  <a:lnTo>
                    <a:pt x="354780" y="503233"/>
                  </a:lnTo>
                  <a:lnTo>
                    <a:pt x="392747" y="509269"/>
                  </a:lnTo>
                  <a:lnTo>
                    <a:pt x="433453" y="502426"/>
                  </a:lnTo>
                  <a:lnTo>
                    <a:pt x="466424" y="484970"/>
                  </a:lnTo>
                  <a:lnTo>
                    <a:pt x="472483" y="478713"/>
                  </a:lnTo>
                  <a:lnTo>
                    <a:pt x="392747" y="478713"/>
                  </a:lnTo>
                  <a:lnTo>
                    <a:pt x="357100" y="471498"/>
                  </a:lnTo>
                  <a:lnTo>
                    <a:pt x="327958" y="451834"/>
                  </a:lnTo>
                  <a:lnTo>
                    <a:pt x="311998" y="428182"/>
                  </a:lnTo>
                  <a:close/>
                </a:path>
                <a:path w="514350" h="509270">
                  <a:moveTo>
                    <a:pt x="504799" y="0"/>
                  </a:moveTo>
                  <a:lnTo>
                    <a:pt x="240042" y="61086"/>
                  </a:lnTo>
                  <a:lnTo>
                    <a:pt x="194029" y="77140"/>
                  </a:lnTo>
                  <a:lnTo>
                    <a:pt x="153317" y="103244"/>
                  </a:lnTo>
                  <a:lnTo>
                    <a:pt x="119327" y="137612"/>
                  </a:lnTo>
                  <a:lnTo>
                    <a:pt x="93481" y="178458"/>
                  </a:lnTo>
                  <a:lnTo>
                    <a:pt x="77201" y="223996"/>
                  </a:lnTo>
                  <a:lnTo>
                    <a:pt x="71907" y="272440"/>
                  </a:lnTo>
                  <a:lnTo>
                    <a:pt x="71907" y="411276"/>
                  </a:lnTo>
                  <a:lnTo>
                    <a:pt x="0" y="483184"/>
                  </a:lnTo>
                  <a:lnTo>
                    <a:pt x="21602" y="504799"/>
                  </a:lnTo>
                  <a:lnTo>
                    <a:pt x="93522" y="432879"/>
                  </a:lnTo>
                  <a:lnTo>
                    <a:pt x="232346" y="432879"/>
                  </a:lnTo>
                  <a:lnTo>
                    <a:pt x="243773" y="432580"/>
                  </a:lnTo>
                  <a:lnTo>
                    <a:pt x="255142" y="431684"/>
                  </a:lnTo>
                  <a:lnTo>
                    <a:pt x="266436" y="430195"/>
                  </a:lnTo>
                  <a:lnTo>
                    <a:pt x="277281" y="428182"/>
                  </a:lnTo>
                  <a:lnTo>
                    <a:pt x="311998" y="428182"/>
                  </a:lnTo>
                  <a:lnTo>
                    <a:pt x="308294" y="422692"/>
                  </a:lnTo>
                  <a:lnTo>
                    <a:pt x="304171" y="402323"/>
                  </a:lnTo>
                  <a:lnTo>
                    <a:pt x="124078" y="402323"/>
                  </a:lnTo>
                  <a:lnTo>
                    <a:pt x="145678" y="380720"/>
                  </a:lnTo>
                  <a:lnTo>
                    <a:pt x="102463" y="380720"/>
                  </a:lnTo>
                  <a:lnTo>
                    <a:pt x="102463" y="272440"/>
                  </a:lnTo>
                  <a:lnTo>
                    <a:pt x="107788" y="227805"/>
                  </a:lnTo>
                  <a:lnTo>
                    <a:pt x="123028" y="186893"/>
                  </a:lnTo>
                  <a:lnTo>
                    <a:pt x="147083" y="151085"/>
                  </a:lnTo>
                  <a:lnTo>
                    <a:pt x="178854" y="121767"/>
                  </a:lnTo>
                  <a:lnTo>
                    <a:pt x="209410" y="121767"/>
                  </a:lnTo>
                  <a:lnTo>
                    <a:pt x="209410" y="103771"/>
                  </a:lnTo>
                  <a:lnTo>
                    <a:pt x="246913" y="90868"/>
                  </a:lnTo>
                  <a:lnTo>
                    <a:pt x="270522" y="85420"/>
                  </a:lnTo>
                  <a:lnTo>
                    <a:pt x="301078" y="85420"/>
                  </a:lnTo>
                  <a:lnTo>
                    <a:pt x="301078" y="78358"/>
                  </a:lnTo>
                  <a:lnTo>
                    <a:pt x="362191" y="64261"/>
                  </a:lnTo>
                  <a:lnTo>
                    <a:pt x="392747" y="64261"/>
                  </a:lnTo>
                  <a:lnTo>
                    <a:pt x="392747" y="57213"/>
                  </a:lnTo>
                  <a:lnTo>
                    <a:pt x="464032" y="40766"/>
                  </a:lnTo>
                  <a:lnTo>
                    <a:pt x="495383" y="40766"/>
                  </a:lnTo>
                  <a:lnTo>
                    <a:pt x="504799" y="0"/>
                  </a:lnTo>
                  <a:close/>
                </a:path>
                <a:path w="514350" h="509270">
                  <a:moveTo>
                    <a:pt x="474135" y="295976"/>
                  </a:moveTo>
                  <a:lnTo>
                    <a:pt x="392752" y="295976"/>
                  </a:lnTo>
                  <a:lnTo>
                    <a:pt x="425602" y="301670"/>
                  </a:lnTo>
                  <a:lnTo>
                    <a:pt x="454478" y="318747"/>
                  </a:lnTo>
                  <a:lnTo>
                    <a:pt x="475407" y="347205"/>
                  </a:lnTo>
                  <a:lnTo>
                    <a:pt x="484416" y="387045"/>
                  </a:lnTo>
                  <a:lnTo>
                    <a:pt x="477200" y="422692"/>
                  </a:lnTo>
                  <a:lnTo>
                    <a:pt x="457536" y="451834"/>
                  </a:lnTo>
                  <a:lnTo>
                    <a:pt x="428394" y="471498"/>
                  </a:lnTo>
                  <a:lnTo>
                    <a:pt x="392747" y="478713"/>
                  </a:lnTo>
                  <a:lnTo>
                    <a:pt x="472483" y="478713"/>
                  </a:lnTo>
                  <a:lnTo>
                    <a:pt x="491190" y="459392"/>
                  </a:lnTo>
                  <a:lnTo>
                    <a:pt x="507280" y="428182"/>
                  </a:lnTo>
                  <a:lnTo>
                    <a:pt x="514222" y="393830"/>
                  </a:lnTo>
                  <a:lnTo>
                    <a:pt x="511546" y="358825"/>
                  </a:lnTo>
                  <a:lnTo>
                    <a:pt x="498885" y="325932"/>
                  </a:lnTo>
                  <a:lnTo>
                    <a:pt x="498780" y="325659"/>
                  </a:lnTo>
                  <a:lnTo>
                    <a:pt x="475454" y="296821"/>
                  </a:lnTo>
                  <a:lnTo>
                    <a:pt x="474135" y="295976"/>
                  </a:lnTo>
                  <a:close/>
                </a:path>
                <a:path w="514350" h="509270">
                  <a:moveTo>
                    <a:pt x="325733" y="325932"/>
                  </a:moveTo>
                  <a:lnTo>
                    <a:pt x="286931" y="325932"/>
                  </a:lnTo>
                  <a:lnTo>
                    <a:pt x="278785" y="342859"/>
                  </a:lnTo>
                  <a:lnTo>
                    <a:pt x="273372" y="360745"/>
                  </a:lnTo>
                  <a:lnTo>
                    <a:pt x="270766" y="379309"/>
                  </a:lnTo>
                  <a:lnTo>
                    <a:pt x="270879" y="387045"/>
                  </a:lnTo>
                  <a:lnTo>
                    <a:pt x="270978" y="393830"/>
                  </a:lnTo>
                  <a:lnTo>
                    <a:pt x="271043" y="398271"/>
                  </a:lnTo>
                  <a:lnTo>
                    <a:pt x="261478" y="400040"/>
                  </a:lnTo>
                  <a:lnTo>
                    <a:pt x="251828" y="401307"/>
                  </a:lnTo>
                  <a:lnTo>
                    <a:pt x="242111" y="402068"/>
                  </a:lnTo>
                  <a:lnTo>
                    <a:pt x="232346" y="402323"/>
                  </a:lnTo>
                  <a:lnTo>
                    <a:pt x="304171" y="402323"/>
                  </a:lnTo>
                  <a:lnTo>
                    <a:pt x="301078" y="387045"/>
                  </a:lnTo>
                  <a:lnTo>
                    <a:pt x="310090" y="347205"/>
                  </a:lnTo>
                  <a:lnTo>
                    <a:pt x="325733" y="325932"/>
                  </a:lnTo>
                  <a:close/>
                </a:path>
                <a:path w="514350" h="509270">
                  <a:moveTo>
                    <a:pt x="209410" y="121767"/>
                  </a:moveTo>
                  <a:lnTo>
                    <a:pt x="178854" y="121767"/>
                  </a:lnTo>
                  <a:lnTo>
                    <a:pt x="178854" y="304330"/>
                  </a:lnTo>
                  <a:lnTo>
                    <a:pt x="102463" y="380720"/>
                  </a:lnTo>
                  <a:lnTo>
                    <a:pt x="145678" y="380720"/>
                  </a:lnTo>
                  <a:lnTo>
                    <a:pt x="200456" y="325932"/>
                  </a:lnTo>
                  <a:lnTo>
                    <a:pt x="325733" y="325932"/>
                  </a:lnTo>
                  <a:lnTo>
                    <a:pt x="331018" y="318747"/>
                  </a:lnTo>
                  <a:lnTo>
                    <a:pt x="359894" y="301670"/>
                  </a:lnTo>
                  <a:lnTo>
                    <a:pt x="392752" y="295976"/>
                  </a:lnTo>
                  <a:lnTo>
                    <a:pt x="474135" y="295976"/>
                  </a:lnTo>
                  <a:lnTo>
                    <a:pt x="473198" y="295376"/>
                  </a:lnTo>
                  <a:lnTo>
                    <a:pt x="231012" y="295376"/>
                  </a:lnTo>
                  <a:lnTo>
                    <a:pt x="252615" y="273773"/>
                  </a:lnTo>
                  <a:lnTo>
                    <a:pt x="209410" y="273773"/>
                  </a:lnTo>
                  <a:lnTo>
                    <a:pt x="209410" y="121767"/>
                  </a:lnTo>
                  <a:close/>
                </a:path>
                <a:path w="514350" h="509270">
                  <a:moveTo>
                    <a:pt x="385149" y="265054"/>
                  </a:moveTo>
                  <a:lnTo>
                    <a:pt x="359044" y="269554"/>
                  </a:lnTo>
                  <a:lnTo>
                    <a:pt x="334354" y="279697"/>
                  </a:lnTo>
                  <a:lnTo>
                    <a:pt x="312000" y="295376"/>
                  </a:lnTo>
                  <a:lnTo>
                    <a:pt x="473198" y="295376"/>
                  </a:lnTo>
                  <a:lnTo>
                    <a:pt x="441096" y="274802"/>
                  </a:lnTo>
                  <a:lnTo>
                    <a:pt x="442378" y="270116"/>
                  </a:lnTo>
                  <a:lnTo>
                    <a:pt x="443293" y="266306"/>
                  </a:lnTo>
                  <a:lnTo>
                    <a:pt x="411746" y="266306"/>
                  </a:lnTo>
                  <a:lnTo>
                    <a:pt x="385149" y="265054"/>
                  </a:lnTo>
                  <a:close/>
                </a:path>
                <a:path w="514350" h="509270">
                  <a:moveTo>
                    <a:pt x="301078" y="85420"/>
                  </a:moveTo>
                  <a:lnTo>
                    <a:pt x="270522" y="85420"/>
                  </a:lnTo>
                  <a:lnTo>
                    <a:pt x="270522" y="212661"/>
                  </a:lnTo>
                  <a:lnTo>
                    <a:pt x="209410" y="273773"/>
                  </a:lnTo>
                  <a:lnTo>
                    <a:pt x="252615" y="273773"/>
                  </a:lnTo>
                  <a:lnTo>
                    <a:pt x="292125" y="234264"/>
                  </a:lnTo>
                  <a:lnTo>
                    <a:pt x="450753" y="234264"/>
                  </a:lnTo>
                  <a:lnTo>
                    <a:pt x="457795" y="203707"/>
                  </a:lnTo>
                  <a:lnTo>
                    <a:pt x="322681" y="203707"/>
                  </a:lnTo>
                  <a:lnTo>
                    <a:pt x="344284" y="182105"/>
                  </a:lnTo>
                  <a:lnTo>
                    <a:pt x="301078" y="182105"/>
                  </a:lnTo>
                  <a:lnTo>
                    <a:pt x="301078" y="85420"/>
                  </a:lnTo>
                  <a:close/>
                </a:path>
                <a:path w="514350" h="509270">
                  <a:moveTo>
                    <a:pt x="450753" y="234264"/>
                  </a:moveTo>
                  <a:lnTo>
                    <a:pt x="419379" y="234264"/>
                  </a:lnTo>
                  <a:lnTo>
                    <a:pt x="416299" y="247552"/>
                  </a:lnTo>
                  <a:lnTo>
                    <a:pt x="414434" y="255690"/>
                  </a:lnTo>
                  <a:lnTo>
                    <a:pt x="413237" y="260693"/>
                  </a:lnTo>
                  <a:lnTo>
                    <a:pt x="411746" y="266306"/>
                  </a:lnTo>
                  <a:lnTo>
                    <a:pt x="443293" y="266306"/>
                  </a:lnTo>
                  <a:lnTo>
                    <a:pt x="444537" y="261126"/>
                  </a:lnTo>
                  <a:lnTo>
                    <a:pt x="450753" y="234264"/>
                  </a:lnTo>
                  <a:close/>
                </a:path>
                <a:path w="514350" h="509270">
                  <a:moveTo>
                    <a:pt x="471878" y="142595"/>
                  </a:moveTo>
                  <a:lnTo>
                    <a:pt x="440524" y="142595"/>
                  </a:lnTo>
                  <a:lnTo>
                    <a:pt x="426427" y="203707"/>
                  </a:lnTo>
                  <a:lnTo>
                    <a:pt x="457795" y="203707"/>
                  </a:lnTo>
                  <a:lnTo>
                    <a:pt x="471878" y="142595"/>
                  </a:lnTo>
                  <a:close/>
                </a:path>
                <a:path w="514350" h="509270">
                  <a:moveTo>
                    <a:pt x="392747" y="64261"/>
                  </a:moveTo>
                  <a:lnTo>
                    <a:pt x="362191" y="64261"/>
                  </a:lnTo>
                  <a:lnTo>
                    <a:pt x="362191" y="120992"/>
                  </a:lnTo>
                  <a:lnTo>
                    <a:pt x="301078" y="182105"/>
                  </a:lnTo>
                  <a:lnTo>
                    <a:pt x="344284" y="182105"/>
                  </a:lnTo>
                  <a:lnTo>
                    <a:pt x="383794" y="142595"/>
                  </a:lnTo>
                  <a:lnTo>
                    <a:pt x="471878" y="142595"/>
                  </a:lnTo>
                  <a:lnTo>
                    <a:pt x="478922" y="112039"/>
                  </a:lnTo>
                  <a:lnTo>
                    <a:pt x="392747" y="112039"/>
                  </a:lnTo>
                  <a:lnTo>
                    <a:pt x="392747" y="64261"/>
                  </a:lnTo>
                  <a:close/>
                </a:path>
                <a:path w="514350" h="509270">
                  <a:moveTo>
                    <a:pt x="495383" y="40766"/>
                  </a:moveTo>
                  <a:lnTo>
                    <a:pt x="464032" y="40766"/>
                  </a:lnTo>
                  <a:lnTo>
                    <a:pt x="447586" y="112039"/>
                  </a:lnTo>
                  <a:lnTo>
                    <a:pt x="478922" y="112039"/>
                  </a:lnTo>
                  <a:lnTo>
                    <a:pt x="495383" y="4076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6396" name="object 28">
            <a:extLst>
              <a:ext uri="{FF2B5EF4-FFF2-40B4-BE49-F238E27FC236}">
                <a16:creationId xmlns="" xmlns:a16="http://schemas.microsoft.com/office/drawing/2014/main" id="{D2ED5DD9-AF76-4E61-A622-9CBA30CB94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6838" y="8697913"/>
            <a:ext cx="1662112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22860" rIns="0" bIns="0">
            <a:spAutoFit/>
          </a:bodyPr>
          <a:lstStyle>
            <a:lvl1pPr marL="127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175"/>
              </a:spcBef>
            </a:pPr>
            <a:r>
              <a:rPr lang="ru-RU" altLang="ru-RU" sz="1900" b="1">
                <a:solidFill>
                  <a:srgbClr val="1D1D1B"/>
                </a:solidFill>
                <a:latin typeface="Inter Regular" panose="02000503000000020004" pitchFamily="2" charset="0"/>
              </a:rPr>
              <a:t>Экологичная продукция</a:t>
            </a:r>
            <a:endParaRPr lang="ru-RU" altLang="ru-RU" sz="1900" b="1">
              <a:latin typeface="Inter Regular" panose="02000503000000020004" pitchFamily="2" charset="0"/>
            </a:endParaRPr>
          </a:p>
        </p:txBody>
      </p:sp>
      <p:sp>
        <p:nvSpPr>
          <p:cNvPr id="16397" name="object 29">
            <a:extLst>
              <a:ext uri="{FF2B5EF4-FFF2-40B4-BE49-F238E27FC236}">
                <a16:creationId xmlns="" xmlns:a16="http://schemas.microsoft.com/office/drawing/2014/main" id="{BC59ECF2-C743-4469-BC64-11B86BE1A2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9038" y="8707438"/>
            <a:ext cx="2663825" cy="9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22860" rIns="0" bIns="0">
            <a:spAutoFit/>
          </a:bodyPr>
          <a:lstStyle>
            <a:lvl1pPr marL="127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175"/>
              </a:spcBef>
            </a:pPr>
            <a:r>
              <a:rPr lang="ru-RU" altLang="ru-RU" sz="1900" b="1">
                <a:solidFill>
                  <a:srgbClr val="1D1D1B"/>
                </a:solidFill>
                <a:latin typeface="Inter Regular" panose="02000503000000020004" pitchFamily="2" charset="0"/>
              </a:rPr>
              <a:t>Полный ассортимент продуктов на водной основе</a:t>
            </a:r>
            <a:endParaRPr lang="ru-RU" altLang="ru-RU" sz="1900" b="1">
              <a:latin typeface="Inter Regular" panose="02000503000000020004" pitchFamily="2" charset="0"/>
            </a:endParaRPr>
          </a:p>
        </p:txBody>
      </p:sp>
      <p:sp>
        <p:nvSpPr>
          <p:cNvPr id="16398" name="object 40">
            <a:extLst>
              <a:ext uri="{FF2B5EF4-FFF2-40B4-BE49-F238E27FC236}">
                <a16:creationId xmlns="" xmlns:a16="http://schemas.microsoft.com/office/drawing/2014/main" id="{65AB0BC0-A028-426F-BA11-B40654F8AA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9750" y="8716963"/>
            <a:ext cx="2690813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22860" rIns="0" bIns="0">
            <a:spAutoFit/>
          </a:bodyPr>
          <a:lstStyle>
            <a:lvl1pPr marL="127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175"/>
              </a:spcBef>
            </a:pPr>
            <a:r>
              <a:rPr lang="ru-RU" altLang="ru-RU" sz="1900" b="1">
                <a:solidFill>
                  <a:srgbClr val="1D1D1B"/>
                </a:solidFill>
                <a:latin typeface="Inter Regular" panose="02000503000000020004" pitchFamily="2" charset="0"/>
              </a:rPr>
              <a:t>Автоматизированные фасовочные линии</a:t>
            </a:r>
            <a:endParaRPr lang="ru-RU" altLang="ru-RU" sz="1900" b="1">
              <a:latin typeface="Inter Regular" panose="02000503000000020004" pitchFamily="2" charset="0"/>
            </a:endParaRPr>
          </a:p>
        </p:txBody>
      </p:sp>
      <p:sp>
        <p:nvSpPr>
          <p:cNvPr id="16399" name="object 41">
            <a:extLst>
              <a:ext uri="{FF2B5EF4-FFF2-40B4-BE49-F238E27FC236}">
                <a16:creationId xmlns="" xmlns:a16="http://schemas.microsoft.com/office/drawing/2014/main" id="{D804A1DA-F1A7-4EC4-9EB5-52424DEA41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88938" y="8716963"/>
            <a:ext cx="3692525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22860" rIns="0" bIns="0">
            <a:spAutoFit/>
          </a:bodyPr>
          <a:lstStyle>
            <a:lvl1pPr marL="127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175"/>
              </a:spcBef>
            </a:pPr>
            <a:r>
              <a:rPr lang="ru-RU" altLang="ru-RU" sz="1900" b="1">
                <a:solidFill>
                  <a:srgbClr val="1D1D1B"/>
                </a:solidFill>
                <a:latin typeface="Inter Regular" panose="02000503000000020004" pitchFamily="2" charset="0"/>
              </a:rPr>
              <a:t>Оперативное выполнение крупнотоннажных заявок</a:t>
            </a:r>
            <a:endParaRPr lang="ru-RU" altLang="ru-RU" sz="1900" b="1">
              <a:latin typeface="Inter Regular" panose="02000503000000020004" pitchFamily="2" charset="0"/>
            </a:endParaRPr>
          </a:p>
        </p:txBody>
      </p:sp>
      <p:grpSp>
        <p:nvGrpSpPr>
          <p:cNvPr id="16400" name="object 8">
            <a:extLst>
              <a:ext uri="{FF2B5EF4-FFF2-40B4-BE49-F238E27FC236}">
                <a16:creationId xmlns="" xmlns:a16="http://schemas.microsoft.com/office/drawing/2014/main" id="{DE5CFE6B-1E90-4AD6-882F-D7815DF43DF9}"/>
              </a:ext>
            </a:extLst>
          </p:cNvPr>
          <p:cNvGrpSpPr>
            <a:grpSpLocks/>
          </p:cNvGrpSpPr>
          <p:nvPr/>
        </p:nvGrpSpPr>
        <p:grpSpPr bwMode="auto">
          <a:xfrm>
            <a:off x="2000250" y="8334375"/>
            <a:ext cx="66675" cy="277813"/>
            <a:chOff x="1369388" y="6047378"/>
            <a:chExt cx="38735" cy="203835"/>
          </a:xfrm>
        </p:grpSpPr>
        <p:sp>
          <p:nvSpPr>
            <p:cNvPr id="16411" name="object 9">
              <a:extLst>
                <a:ext uri="{FF2B5EF4-FFF2-40B4-BE49-F238E27FC236}">
                  <a16:creationId xmlns="" xmlns:a16="http://schemas.microsoft.com/office/drawing/2014/main" id="{6BE79051-15EC-4F7F-BAD2-13A7BAC38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8553" y="6066618"/>
              <a:ext cx="0" cy="165735"/>
            </a:xfrm>
            <a:custGeom>
              <a:avLst/>
              <a:gdLst>
                <a:gd name="T0" fmla="*/ 0 h 165735"/>
                <a:gd name="T1" fmla="*/ 165176 h 165735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165735">
                  <a:moveTo>
                    <a:pt x="0" y="0"/>
                  </a:moveTo>
                  <a:lnTo>
                    <a:pt x="0" y="165176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6412" name="object 10">
              <a:extLst>
                <a:ext uri="{FF2B5EF4-FFF2-40B4-BE49-F238E27FC236}">
                  <a16:creationId xmlns="" xmlns:a16="http://schemas.microsoft.com/office/drawing/2014/main" id="{54595268-F5EC-413E-B0B5-E533E327B3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9377" y="6047384"/>
              <a:ext cx="38735" cy="203835"/>
            </a:xfrm>
            <a:custGeom>
              <a:avLst/>
              <a:gdLst>
                <a:gd name="T0" fmla="*/ 38335 w 38734"/>
                <a:gd name="T1" fmla="*/ 184416 h 203835"/>
                <a:gd name="T2" fmla="*/ 36837 w 38734"/>
                <a:gd name="T3" fmla="*/ 176923 h 203835"/>
                <a:gd name="T4" fmla="*/ 32722 w 38734"/>
                <a:gd name="T5" fmla="*/ 170815 h 203835"/>
                <a:gd name="T6" fmla="*/ 26638 w 38734"/>
                <a:gd name="T7" fmla="*/ 166687 h 203835"/>
                <a:gd name="T8" fmla="*/ 19164 w 38734"/>
                <a:gd name="T9" fmla="*/ 165176 h 203835"/>
                <a:gd name="T10" fmla="*/ 11709 w 38734"/>
                <a:gd name="T11" fmla="*/ 166687 h 203835"/>
                <a:gd name="T12" fmla="*/ 5626 w 38734"/>
                <a:gd name="T13" fmla="*/ 170815 h 203835"/>
                <a:gd name="T14" fmla="*/ 1511 w 38734"/>
                <a:gd name="T15" fmla="*/ 176923 h 203835"/>
                <a:gd name="T16" fmla="*/ 0 w 38734"/>
                <a:gd name="T17" fmla="*/ 184416 h 203835"/>
                <a:gd name="T18" fmla="*/ 1511 w 38734"/>
                <a:gd name="T19" fmla="*/ 191909 h 203835"/>
                <a:gd name="T20" fmla="*/ 5626 w 38734"/>
                <a:gd name="T21" fmla="*/ 198018 h 203835"/>
                <a:gd name="T22" fmla="*/ 11709 w 38734"/>
                <a:gd name="T23" fmla="*/ 202145 h 203835"/>
                <a:gd name="T24" fmla="*/ 19164 w 38734"/>
                <a:gd name="T25" fmla="*/ 203657 h 203835"/>
                <a:gd name="T26" fmla="*/ 26638 w 38734"/>
                <a:gd name="T27" fmla="*/ 202145 h 203835"/>
                <a:gd name="T28" fmla="*/ 32722 w 38734"/>
                <a:gd name="T29" fmla="*/ 198018 h 203835"/>
                <a:gd name="T30" fmla="*/ 36837 w 38734"/>
                <a:gd name="T31" fmla="*/ 191909 h 203835"/>
                <a:gd name="T32" fmla="*/ 38335 w 38734"/>
                <a:gd name="T33" fmla="*/ 184416 h 203835"/>
                <a:gd name="T34" fmla="*/ 38335 w 38734"/>
                <a:gd name="T35" fmla="*/ 19240 h 203835"/>
                <a:gd name="T36" fmla="*/ 36837 w 38734"/>
                <a:gd name="T37" fmla="*/ 11747 h 203835"/>
                <a:gd name="T38" fmla="*/ 32722 w 38734"/>
                <a:gd name="T39" fmla="*/ 5638 h 203835"/>
                <a:gd name="T40" fmla="*/ 26638 w 38734"/>
                <a:gd name="T41" fmla="*/ 1511 h 203835"/>
                <a:gd name="T42" fmla="*/ 19164 w 38734"/>
                <a:gd name="T43" fmla="*/ 0 h 203835"/>
                <a:gd name="T44" fmla="*/ 11709 w 38734"/>
                <a:gd name="T45" fmla="*/ 1511 h 203835"/>
                <a:gd name="T46" fmla="*/ 5626 w 38734"/>
                <a:gd name="T47" fmla="*/ 5638 h 203835"/>
                <a:gd name="T48" fmla="*/ 1511 w 38734"/>
                <a:gd name="T49" fmla="*/ 11747 h 203835"/>
                <a:gd name="T50" fmla="*/ 0 w 38734"/>
                <a:gd name="T51" fmla="*/ 19240 h 203835"/>
                <a:gd name="T52" fmla="*/ 1511 w 38734"/>
                <a:gd name="T53" fmla="*/ 26733 h 203835"/>
                <a:gd name="T54" fmla="*/ 5626 w 38734"/>
                <a:gd name="T55" fmla="*/ 32842 h 203835"/>
                <a:gd name="T56" fmla="*/ 11709 w 38734"/>
                <a:gd name="T57" fmla="*/ 36969 h 203835"/>
                <a:gd name="T58" fmla="*/ 19164 w 38734"/>
                <a:gd name="T59" fmla="*/ 38481 h 203835"/>
                <a:gd name="T60" fmla="*/ 26638 w 38734"/>
                <a:gd name="T61" fmla="*/ 36969 h 203835"/>
                <a:gd name="T62" fmla="*/ 32722 w 38734"/>
                <a:gd name="T63" fmla="*/ 32842 h 203835"/>
                <a:gd name="T64" fmla="*/ 36837 w 38734"/>
                <a:gd name="T65" fmla="*/ 26733 h 203835"/>
                <a:gd name="T66" fmla="*/ 38335 w 38734"/>
                <a:gd name="T67" fmla="*/ 19240 h 203835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38734" h="203835">
                  <a:moveTo>
                    <a:pt x="38328" y="184416"/>
                  </a:moveTo>
                  <a:lnTo>
                    <a:pt x="36830" y="176923"/>
                  </a:lnTo>
                  <a:lnTo>
                    <a:pt x="32715" y="170815"/>
                  </a:lnTo>
                  <a:lnTo>
                    <a:pt x="26631" y="166687"/>
                  </a:lnTo>
                  <a:lnTo>
                    <a:pt x="19164" y="165176"/>
                  </a:lnTo>
                  <a:lnTo>
                    <a:pt x="11709" y="166687"/>
                  </a:lnTo>
                  <a:lnTo>
                    <a:pt x="5626" y="170815"/>
                  </a:lnTo>
                  <a:lnTo>
                    <a:pt x="1511" y="176923"/>
                  </a:lnTo>
                  <a:lnTo>
                    <a:pt x="0" y="184416"/>
                  </a:lnTo>
                  <a:lnTo>
                    <a:pt x="1511" y="191909"/>
                  </a:lnTo>
                  <a:lnTo>
                    <a:pt x="5626" y="198018"/>
                  </a:lnTo>
                  <a:lnTo>
                    <a:pt x="11709" y="202145"/>
                  </a:lnTo>
                  <a:lnTo>
                    <a:pt x="19164" y="203657"/>
                  </a:lnTo>
                  <a:lnTo>
                    <a:pt x="26631" y="202145"/>
                  </a:lnTo>
                  <a:lnTo>
                    <a:pt x="32715" y="198018"/>
                  </a:lnTo>
                  <a:lnTo>
                    <a:pt x="36830" y="191909"/>
                  </a:lnTo>
                  <a:lnTo>
                    <a:pt x="38328" y="184416"/>
                  </a:lnTo>
                  <a:close/>
                </a:path>
                <a:path w="38734" h="203835">
                  <a:moveTo>
                    <a:pt x="38328" y="19240"/>
                  </a:moveTo>
                  <a:lnTo>
                    <a:pt x="36830" y="11747"/>
                  </a:lnTo>
                  <a:lnTo>
                    <a:pt x="32715" y="5638"/>
                  </a:lnTo>
                  <a:lnTo>
                    <a:pt x="26631" y="1511"/>
                  </a:lnTo>
                  <a:lnTo>
                    <a:pt x="19164" y="0"/>
                  </a:lnTo>
                  <a:lnTo>
                    <a:pt x="11709" y="1511"/>
                  </a:lnTo>
                  <a:lnTo>
                    <a:pt x="5626" y="5638"/>
                  </a:lnTo>
                  <a:lnTo>
                    <a:pt x="1511" y="11747"/>
                  </a:lnTo>
                  <a:lnTo>
                    <a:pt x="0" y="19240"/>
                  </a:lnTo>
                  <a:lnTo>
                    <a:pt x="1511" y="26733"/>
                  </a:lnTo>
                  <a:lnTo>
                    <a:pt x="5626" y="32842"/>
                  </a:lnTo>
                  <a:lnTo>
                    <a:pt x="11709" y="36969"/>
                  </a:lnTo>
                  <a:lnTo>
                    <a:pt x="19164" y="38481"/>
                  </a:lnTo>
                  <a:lnTo>
                    <a:pt x="26631" y="36969"/>
                  </a:lnTo>
                  <a:lnTo>
                    <a:pt x="32715" y="32842"/>
                  </a:lnTo>
                  <a:lnTo>
                    <a:pt x="36830" y="26733"/>
                  </a:lnTo>
                  <a:lnTo>
                    <a:pt x="38328" y="192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6401" name="object 23">
            <a:extLst>
              <a:ext uri="{FF2B5EF4-FFF2-40B4-BE49-F238E27FC236}">
                <a16:creationId xmlns="" xmlns:a16="http://schemas.microsoft.com/office/drawing/2014/main" id="{17DC7E30-8B15-4636-AC05-78363F135D6A}"/>
              </a:ext>
            </a:extLst>
          </p:cNvPr>
          <p:cNvGrpSpPr>
            <a:grpSpLocks/>
          </p:cNvGrpSpPr>
          <p:nvPr/>
        </p:nvGrpSpPr>
        <p:grpSpPr bwMode="auto">
          <a:xfrm>
            <a:off x="4913313" y="8334375"/>
            <a:ext cx="66675" cy="277813"/>
            <a:chOff x="3471834" y="6047378"/>
            <a:chExt cx="38735" cy="203835"/>
          </a:xfrm>
        </p:grpSpPr>
        <p:sp>
          <p:nvSpPr>
            <p:cNvPr id="16409" name="object 24">
              <a:extLst>
                <a:ext uri="{FF2B5EF4-FFF2-40B4-BE49-F238E27FC236}">
                  <a16:creationId xmlns="" xmlns:a16="http://schemas.microsoft.com/office/drawing/2014/main" id="{628EF135-EB64-4515-BA4D-8873D66D214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0998" y="6066618"/>
              <a:ext cx="0" cy="165735"/>
            </a:xfrm>
            <a:custGeom>
              <a:avLst/>
              <a:gdLst>
                <a:gd name="T0" fmla="*/ 0 h 165735"/>
                <a:gd name="T1" fmla="*/ 165176 h 165735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165735">
                  <a:moveTo>
                    <a:pt x="0" y="0"/>
                  </a:moveTo>
                  <a:lnTo>
                    <a:pt x="0" y="165176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6410" name="object 25">
              <a:extLst>
                <a:ext uri="{FF2B5EF4-FFF2-40B4-BE49-F238E27FC236}">
                  <a16:creationId xmlns="" xmlns:a16="http://schemas.microsoft.com/office/drawing/2014/main" id="{245A95D5-E50D-48C5-AD4D-9A8EFFC180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1824" y="6047384"/>
              <a:ext cx="38735" cy="203835"/>
            </a:xfrm>
            <a:custGeom>
              <a:avLst/>
              <a:gdLst>
                <a:gd name="T0" fmla="*/ 38328 w 38735"/>
                <a:gd name="T1" fmla="*/ 184416 h 203835"/>
                <a:gd name="T2" fmla="*/ 36830 w 38735"/>
                <a:gd name="T3" fmla="*/ 176923 h 203835"/>
                <a:gd name="T4" fmla="*/ 32715 w 38735"/>
                <a:gd name="T5" fmla="*/ 170815 h 203835"/>
                <a:gd name="T6" fmla="*/ 26631 w 38735"/>
                <a:gd name="T7" fmla="*/ 166687 h 203835"/>
                <a:gd name="T8" fmla="*/ 19164 w 38735"/>
                <a:gd name="T9" fmla="*/ 165176 h 203835"/>
                <a:gd name="T10" fmla="*/ 11709 w 38735"/>
                <a:gd name="T11" fmla="*/ 166687 h 203835"/>
                <a:gd name="T12" fmla="*/ 5613 w 38735"/>
                <a:gd name="T13" fmla="*/ 170815 h 203835"/>
                <a:gd name="T14" fmla="*/ 1511 w 38735"/>
                <a:gd name="T15" fmla="*/ 176923 h 203835"/>
                <a:gd name="T16" fmla="*/ 0 w 38735"/>
                <a:gd name="T17" fmla="*/ 184416 h 203835"/>
                <a:gd name="T18" fmla="*/ 1511 w 38735"/>
                <a:gd name="T19" fmla="*/ 191909 h 203835"/>
                <a:gd name="T20" fmla="*/ 5613 w 38735"/>
                <a:gd name="T21" fmla="*/ 198018 h 203835"/>
                <a:gd name="T22" fmla="*/ 11709 w 38735"/>
                <a:gd name="T23" fmla="*/ 202145 h 203835"/>
                <a:gd name="T24" fmla="*/ 19164 w 38735"/>
                <a:gd name="T25" fmla="*/ 203657 h 203835"/>
                <a:gd name="T26" fmla="*/ 26631 w 38735"/>
                <a:gd name="T27" fmla="*/ 202145 h 203835"/>
                <a:gd name="T28" fmla="*/ 32715 w 38735"/>
                <a:gd name="T29" fmla="*/ 198018 h 203835"/>
                <a:gd name="T30" fmla="*/ 36830 w 38735"/>
                <a:gd name="T31" fmla="*/ 191909 h 203835"/>
                <a:gd name="T32" fmla="*/ 38328 w 38735"/>
                <a:gd name="T33" fmla="*/ 184416 h 203835"/>
                <a:gd name="T34" fmla="*/ 38328 w 38735"/>
                <a:gd name="T35" fmla="*/ 19240 h 203835"/>
                <a:gd name="T36" fmla="*/ 36830 w 38735"/>
                <a:gd name="T37" fmla="*/ 11747 h 203835"/>
                <a:gd name="T38" fmla="*/ 32715 w 38735"/>
                <a:gd name="T39" fmla="*/ 5638 h 203835"/>
                <a:gd name="T40" fmla="*/ 26631 w 38735"/>
                <a:gd name="T41" fmla="*/ 1511 h 203835"/>
                <a:gd name="T42" fmla="*/ 19164 w 38735"/>
                <a:gd name="T43" fmla="*/ 0 h 203835"/>
                <a:gd name="T44" fmla="*/ 11709 w 38735"/>
                <a:gd name="T45" fmla="*/ 1511 h 203835"/>
                <a:gd name="T46" fmla="*/ 5613 w 38735"/>
                <a:gd name="T47" fmla="*/ 5638 h 203835"/>
                <a:gd name="T48" fmla="*/ 1511 w 38735"/>
                <a:gd name="T49" fmla="*/ 11747 h 203835"/>
                <a:gd name="T50" fmla="*/ 0 w 38735"/>
                <a:gd name="T51" fmla="*/ 19240 h 203835"/>
                <a:gd name="T52" fmla="*/ 1511 w 38735"/>
                <a:gd name="T53" fmla="*/ 26733 h 203835"/>
                <a:gd name="T54" fmla="*/ 5613 w 38735"/>
                <a:gd name="T55" fmla="*/ 32842 h 203835"/>
                <a:gd name="T56" fmla="*/ 11709 w 38735"/>
                <a:gd name="T57" fmla="*/ 36969 h 203835"/>
                <a:gd name="T58" fmla="*/ 19164 w 38735"/>
                <a:gd name="T59" fmla="*/ 38481 h 203835"/>
                <a:gd name="T60" fmla="*/ 26631 w 38735"/>
                <a:gd name="T61" fmla="*/ 36969 h 203835"/>
                <a:gd name="T62" fmla="*/ 32715 w 38735"/>
                <a:gd name="T63" fmla="*/ 32842 h 203835"/>
                <a:gd name="T64" fmla="*/ 36830 w 38735"/>
                <a:gd name="T65" fmla="*/ 26733 h 203835"/>
                <a:gd name="T66" fmla="*/ 38328 w 38735"/>
                <a:gd name="T67" fmla="*/ 19240 h 203835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38735" h="203835">
                  <a:moveTo>
                    <a:pt x="38328" y="184416"/>
                  </a:moveTo>
                  <a:lnTo>
                    <a:pt x="36830" y="176923"/>
                  </a:lnTo>
                  <a:lnTo>
                    <a:pt x="32715" y="170815"/>
                  </a:lnTo>
                  <a:lnTo>
                    <a:pt x="26631" y="166687"/>
                  </a:lnTo>
                  <a:lnTo>
                    <a:pt x="19164" y="165176"/>
                  </a:lnTo>
                  <a:lnTo>
                    <a:pt x="11709" y="166687"/>
                  </a:lnTo>
                  <a:lnTo>
                    <a:pt x="5613" y="170815"/>
                  </a:lnTo>
                  <a:lnTo>
                    <a:pt x="1511" y="176923"/>
                  </a:lnTo>
                  <a:lnTo>
                    <a:pt x="0" y="184416"/>
                  </a:lnTo>
                  <a:lnTo>
                    <a:pt x="1511" y="191909"/>
                  </a:lnTo>
                  <a:lnTo>
                    <a:pt x="5613" y="198018"/>
                  </a:lnTo>
                  <a:lnTo>
                    <a:pt x="11709" y="202145"/>
                  </a:lnTo>
                  <a:lnTo>
                    <a:pt x="19164" y="203657"/>
                  </a:lnTo>
                  <a:lnTo>
                    <a:pt x="26631" y="202145"/>
                  </a:lnTo>
                  <a:lnTo>
                    <a:pt x="32715" y="198018"/>
                  </a:lnTo>
                  <a:lnTo>
                    <a:pt x="36830" y="191909"/>
                  </a:lnTo>
                  <a:lnTo>
                    <a:pt x="38328" y="184416"/>
                  </a:lnTo>
                  <a:close/>
                </a:path>
                <a:path w="38735" h="203835">
                  <a:moveTo>
                    <a:pt x="38328" y="19240"/>
                  </a:moveTo>
                  <a:lnTo>
                    <a:pt x="36830" y="11747"/>
                  </a:lnTo>
                  <a:lnTo>
                    <a:pt x="32715" y="5638"/>
                  </a:lnTo>
                  <a:lnTo>
                    <a:pt x="26631" y="1511"/>
                  </a:lnTo>
                  <a:lnTo>
                    <a:pt x="19164" y="0"/>
                  </a:lnTo>
                  <a:lnTo>
                    <a:pt x="11709" y="1511"/>
                  </a:lnTo>
                  <a:lnTo>
                    <a:pt x="5613" y="5638"/>
                  </a:lnTo>
                  <a:lnTo>
                    <a:pt x="1511" y="11747"/>
                  </a:lnTo>
                  <a:lnTo>
                    <a:pt x="0" y="19240"/>
                  </a:lnTo>
                  <a:lnTo>
                    <a:pt x="1511" y="26733"/>
                  </a:lnTo>
                  <a:lnTo>
                    <a:pt x="5613" y="32842"/>
                  </a:lnTo>
                  <a:lnTo>
                    <a:pt x="11709" y="36969"/>
                  </a:lnTo>
                  <a:lnTo>
                    <a:pt x="19164" y="38481"/>
                  </a:lnTo>
                  <a:lnTo>
                    <a:pt x="26631" y="36969"/>
                  </a:lnTo>
                  <a:lnTo>
                    <a:pt x="32715" y="32842"/>
                  </a:lnTo>
                  <a:lnTo>
                    <a:pt x="36830" y="26733"/>
                  </a:lnTo>
                  <a:lnTo>
                    <a:pt x="38328" y="192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6402" name="object 31">
            <a:extLst>
              <a:ext uri="{FF2B5EF4-FFF2-40B4-BE49-F238E27FC236}">
                <a16:creationId xmlns="" xmlns:a16="http://schemas.microsoft.com/office/drawing/2014/main" id="{45F2C204-992E-4AFC-BB76-280CDD4EA824}"/>
              </a:ext>
            </a:extLst>
          </p:cNvPr>
          <p:cNvGrpSpPr>
            <a:grpSpLocks/>
          </p:cNvGrpSpPr>
          <p:nvPr/>
        </p:nvGrpSpPr>
        <p:grpSpPr bwMode="auto">
          <a:xfrm>
            <a:off x="10774363" y="8334375"/>
            <a:ext cx="66675" cy="279400"/>
            <a:chOff x="6260327" y="6046858"/>
            <a:chExt cx="38735" cy="205104"/>
          </a:xfrm>
        </p:grpSpPr>
        <p:sp>
          <p:nvSpPr>
            <p:cNvPr id="16407" name="object 32">
              <a:extLst>
                <a:ext uri="{FF2B5EF4-FFF2-40B4-BE49-F238E27FC236}">
                  <a16:creationId xmlns="" xmlns:a16="http://schemas.microsoft.com/office/drawing/2014/main" id="{A17EF62C-7F7A-48E5-AECF-C540773327C4}"/>
                </a:ext>
              </a:extLst>
            </p:cNvPr>
            <p:cNvSpPr>
              <a:spLocks/>
            </p:cNvSpPr>
            <p:nvPr/>
          </p:nvSpPr>
          <p:spPr bwMode="auto">
            <a:xfrm>
              <a:off x="6279584" y="6066200"/>
              <a:ext cx="0" cy="166370"/>
            </a:xfrm>
            <a:custGeom>
              <a:avLst/>
              <a:gdLst>
                <a:gd name="T0" fmla="*/ 0 h 166370"/>
                <a:gd name="T1" fmla="*/ 166014 h 166370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166370">
                  <a:moveTo>
                    <a:pt x="0" y="0"/>
                  </a:moveTo>
                  <a:lnTo>
                    <a:pt x="0" y="166014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6408" name="object 33">
              <a:extLst>
                <a:ext uri="{FF2B5EF4-FFF2-40B4-BE49-F238E27FC236}">
                  <a16:creationId xmlns="" xmlns:a16="http://schemas.microsoft.com/office/drawing/2014/main" id="{3FD76D86-C495-47F0-B630-D58FF5ECAEE6}"/>
                </a:ext>
              </a:extLst>
            </p:cNvPr>
            <p:cNvSpPr>
              <a:spLocks/>
            </p:cNvSpPr>
            <p:nvPr/>
          </p:nvSpPr>
          <p:spPr bwMode="auto">
            <a:xfrm>
              <a:off x="6260325" y="6046863"/>
              <a:ext cx="38735" cy="205104"/>
            </a:xfrm>
            <a:custGeom>
              <a:avLst/>
              <a:gdLst>
                <a:gd name="T0" fmla="*/ 38519 w 38735"/>
                <a:gd name="T1" fmla="*/ 185356 h 205104"/>
                <a:gd name="T2" fmla="*/ 37007 w 38735"/>
                <a:gd name="T3" fmla="*/ 177825 h 205104"/>
                <a:gd name="T4" fmla="*/ 32867 w 38735"/>
                <a:gd name="T5" fmla="*/ 171678 h 205104"/>
                <a:gd name="T6" fmla="*/ 26746 w 38735"/>
                <a:gd name="T7" fmla="*/ 167538 h 205104"/>
                <a:gd name="T8" fmla="*/ 19253 w 38735"/>
                <a:gd name="T9" fmla="*/ 166014 h 205104"/>
                <a:gd name="T10" fmla="*/ 11760 w 38735"/>
                <a:gd name="T11" fmla="*/ 167538 h 205104"/>
                <a:gd name="T12" fmla="*/ 5638 w 38735"/>
                <a:gd name="T13" fmla="*/ 171678 h 205104"/>
                <a:gd name="T14" fmla="*/ 1511 w 38735"/>
                <a:gd name="T15" fmla="*/ 177825 h 205104"/>
                <a:gd name="T16" fmla="*/ 0 w 38735"/>
                <a:gd name="T17" fmla="*/ 185356 h 205104"/>
                <a:gd name="T18" fmla="*/ 1511 w 38735"/>
                <a:gd name="T19" fmla="*/ 192887 h 205104"/>
                <a:gd name="T20" fmla="*/ 5638 w 38735"/>
                <a:gd name="T21" fmla="*/ 199034 h 205104"/>
                <a:gd name="T22" fmla="*/ 11760 w 38735"/>
                <a:gd name="T23" fmla="*/ 203174 h 205104"/>
                <a:gd name="T24" fmla="*/ 19253 w 38735"/>
                <a:gd name="T25" fmla="*/ 204698 h 205104"/>
                <a:gd name="T26" fmla="*/ 26746 w 38735"/>
                <a:gd name="T27" fmla="*/ 203174 h 205104"/>
                <a:gd name="T28" fmla="*/ 32867 w 38735"/>
                <a:gd name="T29" fmla="*/ 199034 h 205104"/>
                <a:gd name="T30" fmla="*/ 37007 w 38735"/>
                <a:gd name="T31" fmla="*/ 192887 h 205104"/>
                <a:gd name="T32" fmla="*/ 38519 w 38735"/>
                <a:gd name="T33" fmla="*/ 185356 h 205104"/>
                <a:gd name="T34" fmla="*/ 38519 w 38735"/>
                <a:gd name="T35" fmla="*/ 19342 h 205104"/>
                <a:gd name="T36" fmla="*/ 37007 w 38735"/>
                <a:gd name="T37" fmla="*/ 11811 h 205104"/>
                <a:gd name="T38" fmla="*/ 32867 w 38735"/>
                <a:gd name="T39" fmla="*/ 5664 h 205104"/>
                <a:gd name="T40" fmla="*/ 26746 w 38735"/>
                <a:gd name="T41" fmla="*/ 1524 h 205104"/>
                <a:gd name="T42" fmla="*/ 19253 w 38735"/>
                <a:gd name="T43" fmla="*/ 0 h 205104"/>
                <a:gd name="T44" fmla="*/ 11760 w 38735"/>
                <a:gd name="T45" fmla="*/ 1524 h 205104"/>
                <a:gd name="T46" fmla="*/ 5638 w 38735"/>
                <a:gd name="T47" fmla="*/ 5664 h 205104"/>
                <a:gd name="T48" fmla="*/ 1511 w 38735"/>
                <a:gd name="T49" fmla="*/ 11811 h 205104"/>
                <a:gd name="T50" fmla="*/ 0 w 38735"/>
                <a:gd name="T51" fmla="*/ 19342 h 205104"/>
                <a:gd name="T52" fmla="*/ 1511 w 38735"/>
                <a:gd name="T53" fmla="*/ 26873 h 205104"/>
                <a:gd name="T54" fmla="*/ 5638 w 38735"/>
                <a:gd name="T55" fmla="*/ 33020 h 205104"/>
                <a:gd name="T56" fmla="*/ 11760 w 38735"/>
                <a:gd name="T57" fmla="*/ 37160 h 205104"/>
                <a:gd name="T58" fmla="*/ 19253 w 38735"/>
                <a:gd name="T59" fmla="*/ 38684 h 205104"/>
                <a:gd name="T60" fmla="*/ 26746 w 38735"/>
                <a:gd name="T61" fmla="*/ 37160 h 205104"/>
                <a:gd name="T62" fmla="*/ 32867 w 38735"/>
                <a:gd name="T63" fmla="*/ 33020 h 205104"/>
                <a:gd name="T64" fmla="*/ 37007 w 38735"/>
                <a:gd name="T65" fmla="*/ 26873 h 205104"/>
                <a:gd name="T66" fmla="*/ 38519 w 38735"/>
                <a:gd name="T67" fmla="*/ 19342 h 205104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38735" h="205104">
                  <a:moveTo>
                    <a:pt x="38519" y="185356"/>
                  </a:moveTo>
                  <a:lnTo>
                    <a:pt x="37007" y="177825"/>
                  </a:lnTo>
                  <a:lnTo>
                    <a:pt x="32867" y="171678"/>
                  </a:lnTo>
                  <a:lnTo>
                    <a:pt x="26746" y="167538"/>
                  </a:lnTo>
                  <a:lnTo>
                    <a:pt x="19253" y="166014"/>
                  </a:lnTo>
                  <a:lnTo>
                    <a:pt x="11760" y="167538"/>
                  </a:lnTo>
                  <a:lnTo>
                    <a:pt x="5638" y="171678"/>
                  </a:lnTo>
                  <a:lnTo>
                    <a:pt x="1511" y="177825"/>
                  </a:lnTo>
                  <a:lnTo>
                    <a:pt x="0" y="185356"/>
                  </a:lnTo>
                  <a:lnTo>
                    <a:pt x="1511" y="192887"/>
                  </a:lnTo>
                  <a:lnTo>
                    <a:pt x="5638" y="199034"/>
                  </a:lnTo>
                  <a:lnTo>
                    <a:pt x="11760" y="203174"/>
                  </a:lnTo>
                  <a:lnTo>
                    <a:pt x="19253" y="204698"/>
                  </a:lnTo>
                  <a:lnTo>
                    <a:pt x="26746" y="203174"/>
                  </a:lnTo>
                  <a:lnTo>
                    <a:pt x="32867" y="199034"/>
                  </a:lnTo>
                  <a:lnTo>
                    <a:pt x="37007" y="192887"/>
                  </a:lnTo>
                  <a:lnTo>
                    <a:pt x="38519" y="185356"/>
                  </a:lnTo>
                  <a:close/>
                </a:path>
                <a:path w="38735" h="205104">
                  <a:moveTo>
                    <a:pt x="38519" y="19342"/>
                  </a:moveTo>
                  <a:lnTo>
                    <a:pt x="37007" y="11811"/>
                  </a:lnTo>
                  <a:lnTo>
                    <a:pt x="32867" y="5664"/>
                  </a:lnTo>
                  <a:lnTo>
                    <a:pt x="26746" y="1524"/>
                  </a:lnTo>
                  <a:lnTo>
                    <a:pt x="19253" y="0"/>
                  </a:lnTo>
                  <a:lnTo>
                    <a:pt x="11760" y="1524"/>
                  </a:lnTo>
                  <a:lnTo>
                    <a:pt x="5638" y="5664"/>
                  </a:lnTo>
                  <a:lnTo>
                    <a:pt x="1511" y="11811"/>
                  </a:lnTo>
                  <a:lnTo>
                    <a:pt x="0" y="19342"/>
                  </a:lnTo>
                  <a:lnTo>
                    <a:pt x="1511" y="26873"/>
                  </a:lnTo>
                  <a:lnTo>
                    <a:pt x="5638" y="33020"/>
                  </a:lnTo>
                  <a:lnTo>
                    <a:pt x="11760" y="37160"/>
                  </a:lnTo>
                  <a:lnTo>
                    <a:pt x="19253" y="38684"/>
                  </a:lnTo>
                  <a:lnTo>
                    <a:pt x="26746" y="37160"/>
                  </a:lnTo>
                  <a:lnTo>
                    <a:pt x="32867" y="33020"/>
                  </a:lnTo>
                  <a:lnTo>
                    <a:pt x="37007" y="26873"/>
                  </a:lnTo>
                  <a:lnTo>
                    <a:pt x="38519" y="1934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6403" name="object 35">
            <a:extLst>
              <a:ext uri="{FF2B5EF4-FFF2-40B4-BE49-F238E27FC236}">
                <a16:creationId xmlns="" xmlns:a16="http://schemas.microsoft.com/office/drawing/2014/main" id="{C4BB003D-1AEE-46D5-980F-3B4DE9CDE833}"/>
              </a:ext>
            </a:extLst>
          </p:cNvPr>
          <p:cNvGrpSpPr>
            <a:grpSpLocks/>
          </p:cNvGrpSpPr>
          <p:nvPr/>
        </p:nvGrpSpPr>
        <p:grpSpPr bwMode="auto">
          <a:xfrm>
            <a:off x="14485938" y="8334375"/>
            <a:ext cx="66675" cy="279400"/>
            <a:chOff x="8358837" y="6046858"/>
            <a:chExt cx="38735" cy="205104"/>
          </a:xfrm>
        </p:grpSpPr>
        <p:sp>
          <p:nvSpPr>
            <p:cNvPr id="16405" name="object 36">
              <a:extLst>
                <a:ext uri="{FF2B5EF4-FFF2-40B4-BE49-F238E27FC236}">
                  <a16:creationId xmlns="" xmlns:a16="http://schemas.microsoft.com/office/drawing/2014/main" id="{149FCA26-8E8B-4991-9591-FEFE8E531AED}"/>
                </a:ext>
              </a:extLst>
            </p:cNvPr>
            <p:cNvSpPr>
              <a:spLocks/>
            </p:cNvSpPr>
            <p:nvPr/>
          </p:nvSpPr>
          <p:spPr bwMode="auto">
            <a:xfrm>
              <a:off x="8378093" y="6066200"/>
              <a:ext cx="0" cy="166370"/>
            </a:xfrm>
            <a:custGeom>
              <a:avLst/>
              <a:gdLst>
                <a:gd name="T0" fmla="*/ 0 h 166370"/>
                <a:gd name="T1" fmla="*/ 166014 h 166370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166370">
                  <a:moveTo>
                    <a:pt x="0" y="0"/>
                  </a:moveTo>
                  <a:lnTo>
                    <a:pt x="0" y="166014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6406" name="object 37">
              <a:extLst>
                <a:ext uri="{FF2B5EF4-FFF2-40B4-BE49-F238E27FC236}">
                  <a16:creationId xmlns="" xmlns:a16="http://schemas.microsoft.com/office/drawing/2014/main" id="{F78384FD-45AF-4F6E-B9ED-FD8B674C9F55}"/>
                </a:ext>
              </a:extLst>
            </p:cNvPr>
            <p:cNvSpPr>
              <a:spLocks/>
            </p:cNvSpPr>
            <p:nvPr/>
          </p:nvSpPr>
          <p:spPr bwMode="auto">
            <a:xfrm>
              <a:off x="8358835" y="6046863"/>
              <a:ext cx="38735" cy="205104"/>
            </a:xfrm>
            <a:custGeom>
              <a:avLst/>
              <a:gdLst>
                <a:gd name="T0" fmla="*/ 38526 w 38734"/>
                <a:gd name="T1" fmla="*/ 185356 h 205104"/>
                <a:gd name="T2" fmla="*/ 37014 w 38734"/>
                <a:gd name="T3" fmla="*/ 177825 h 205104"/>
                <a:gd name="T4" fmla="*/ 32874 w 38734"/>
                <a:gd name="T5" fmla="*/ 171678 h 205104"/>
                <a:gd name="T6" fmla="*/ 26753 w 38734"/>
                <a:gd name="T7" fmla="*/ 167538 h 205104"/>
                <a:gd name="T8" fmla="*/ 19253 w 38734"/>
                <a:gd name="T9" fmla="*/ 166014 h 205104"/>
                <a:gd name="T10" fmla="*/ 11760 w 38734"/>
                <a:gd name="T11" fmla="*/ 167538 h 205104"/>
                <a:gd name="T12" fmla="*/ 5638 w 38734"/>
                <a:gd name="T13" fmla="*/ 171678 h 205104"/>
                <a:gd name="T14" fmla="*/ 1511 w 38734"/>
                <a:gd name="T15" fmla="*/ 177825 h 205104"/>
                <a:gd name="T16" fmla="*/ 0 w 38734"/>
                <a:gd name="T17" fmla="*/ 185356 h 205104"/>
                <a:gd name="T18" fmla="*/ 1511 w 38734"/>
                <a:gd name="T19" fmla="*/ 192887 h 205104"/>
                <a:gd name="T20" fmla="*/ 5638 w 38734"/>
                <a:gd name="T21" fmla="*/ 199034 h 205104"/>
                <a:gd name="T22" fmla="*/ 11760 w 38734"/>
                <a:gd name="T23" fmla="*/ 203174 h 205104"/>
                <a:gd name="T24" fmla="*/ 19253 w 38734"/>
                <a:gd name="T25" fmla="*/ 204698 h 205104"/>
                <a:gd name="T26" fmla="*/ 26753 w 38734"/>
                <a:gd name="T27" fmla="*/ 203174 h 205104"/>
                <a:gd name="T28" fmla="*/ 32874 w 38734"/>
                <a:gd name="T29" fmla="*/ 199034 h 205104"/>
                <a:gd name="T30" fmla="*/ 37014 w 38734"/>
                <a:gd name="T31" fmla="*/ 192887 h 205104"/>
                <a:gd name="T32" fmla="*/ 38526 w 38734"/>
                <a:gd name="T33" fmla="*/ 185356 h 205104"/>
                <a:gd name="T34" fmla="*/ 38526 w 38734"/>
                <a:gd name="T35" fmla="*/ 19342 h 205104"/>
                <a:gd name="T36" fmla="*/ 37014 w 38734"/>
                <a:gd name="T37" fmla="*/ 11811 h 205104"/>
                <a:gd name="T38" fmla="*/ 32874 w 38734"/>
                <a:gd name="T39" fmla="*/ 5664 h 205104"/>
                <a:gd name="T40" fmla="*/ 26753 w 38734"/>
                <a:gd name="T41" fmla="*/ 1524 h 205104"/>
                <a:gd name="T42" fmla="*/ 19253 w 38734"/>
                <a:gd name="T43" fmla="*/ 0 h 205104"/>
                <a:gd name="T44" fmla="*/ 11760 w 38734"/>
                <a:gd name="T45" fmla="*/ 1524 h 205104"/>
                <a:gd name="T46" fmla="*/ 5638 w 38734"/>
                <a:gd name="T47" fmla="*/ 5664 h 205104"/>
                <a:gd name="T48" fmla="*/ 1511 w 38734"/>
                <a:gd name="T49" fmla="*/ 11811 h 205104"/>
                <a:gd name="T50" fmla="*/ 0 w 38734"/>
                <a:gd name="T51" fmla="*/ 19342 h 205104"/>
                <a:gd name="T52" fmla="*/ 1511 w 38734"/>
                <a:gd name="T53" fmla="*/ 26873 h 205104"/>
                <a:gd name="T54" fmla="*/ 5638 w 38734"/>
                <a:gd name="T55" fmla="*/ 33020 h 205104"/>
                <a:gd name="T56" fmla="*/ 11760 w 38734"/>
                <a:gd name="T57" fmla="*/ 37160 h 205104"/>
                <a:gd name="T58" fmla="*/ 19253 w 38734"/>
                <a:gd name="T59" fmla="*/ 38684 h 205104"/>
                <a:gd name="T60" fmla="*/ 26753 w 38734"/>
                <a:gd name="T61" fmla="*/ 37160 h 205104"/>
                <a:gd name="T62" fmla="*/ 32874 w 38734"/>
                <a:gd name="T63" fmla="*/ 33020 h 205104"/>
                <a:gd name="T64" fmla="*/ 37014 w 38734"/>
                <a:gd name="T65" fmla="*/ 26873 h 205104"/>
                <a:gd name="T66" fmla="*/ 38526 w 38734"/>
                <a:gd name="T67" fmla="*/ 19342 h 205104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38734" h="205104">
                  <a:moveTo>
                    <a:pt x="38519" y="185356"/>
                  </a:moveTo>
                  <a:lnTo>
                    <a:pt x="37007" y="177825"/>
                  </a:lnTo>
                  <a:lnTo>
                    <a:pt x="32867" y="171678"/>
                  </a:lnTo>
                  <a:lnTo>
                    <a:pt x="26746" y="167538"/>
                  </a:lnTo>
                  <a:lnTo>
                    <a:pt x="19253" y="166014"/>
                  </a:lnTo>
                  <a:lnTo>
                    <a:pt x="11760" y="167538"/>
                  </a:lnTo>
                  <a:lnTo>
                    <a:pt x="5638" y="171678"/>
                  </a:lnTo>
                  <a:lnTo>
                    <a:pt x="1511" y="177825"/>
                  </a:lnTo>
                  <a:lnTo>
                    <a:pt x="0" y="185356"/>
                  </a:lnTo>
                  <a:lnTo>
                    <a:pt x="1511" y="192887"/>
                  </a:lnTo>
                  <a:lnTo>
                    <a:pt x="5638" y="199034"/>
                  </a:lnTo>
                  <a:lnTo>
                    <a:pt x="11760" y="203174"/>
                  </a:lnTo>
                  <a:lnTo>
                    <a:pt x="19253" y="204698"/>
                  </a:lnTo>
                  <a:lnTo>
                    <a:pt x="26746" y="203174"/>
                  </a:lnTo>
                  <a:lnTo>
                    <a:pt x="32867" y="199034"/>
                  </a:lnTo>
                  <a:lnTo>
                    <a:pt x="37007" y="192887"/>
                  </a:lnTo>
                  <a:lnTo>
                    <a:pt x="38519" y="185356"/>
                  </a:lnTo>
                  <a:close/>
                </a:path>
                <a:path w="38734" h="205104">
                  <a:moveTo>
                    <a:pt x="38519" y="19342"/>
                  </a:moveTo>
                  <a:lnTo>
                    <a:pt x="37007" y="11811"/>
                  </a:lnTo>
                  <a:lnTo>
                    <a:pt x="32867" y="5664"/>
                  </a:lnTo>
                  <a:lnTo>
                    <a:pt x="26746" y="1524"/>
                  </a:lnTo>
                  <a:lnTo>
                    <a:pt x="19253" y="0"/>
                  </a:lnTo>
                  <a:lnTo>
                    <a:pt x="11760" y="1524"/>
                  </a:lnTo>
                  <a:lnTo>
                    <a:pt x="5638" y="5664"/>
                  </a:lnTo>
                  <a:lnTo>
                    <a:pt x="1511" y="11811"/>
                  </a:lnTo>
                  <a:lnTo>
                    <a:pt x="0" y="19342"/>
                  </a:lnTo>
                  <a:lnTo>
                    <a:pt x="1511" y="26873"/>
                  </a:lnTo>
                  <a:lnTo>
                    <a:pt x="5638" y="33020"/>
                  </a:lnTo>
                  <a:lnTo>
                    <a:pt x="11760" y="37160"/>
                  </a:lnTo>
                  <a:lnTo>
                    <a:pt x="19253" y="38684"/>
                  </a:lnTo>
                  <a:lnTo>
                    <a:pt x="26746" y="37160"/>
                  </a:lnTo>
                  <a:lnTo>
                    <a:pt x="32867" y="33020"/>
                  </a:lnTo>
                  <a:lnTo>
                    <a:pt x="37007" y="26873"/>
                  </a:lnTo>
                  <a:lnTo>
                    <a:pt x="38519" y="1934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6404" name="object 7">
            <a:extLst>
              <a:ext uri="{FF2B5EF4-FFF2-40B4-BE49-F238E27FC236}">
                <a16:creationId xmlns="" xmlns:a16="http://schemas.microsoft.com/office/drawing/2014/main" id="{31981AE5-7DA4-4D58-8DFB-622A058930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99663" y="4327525"/>
            <a:ext cx="7251700" cy="1695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270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lnSpc>
                <a:spcPct val="110000"/>
              </a:lnSpc>
              <a:spcBef>
                <a:spcPts val="100"/>
              </a:spcBef>
            </a:pPr>
            <a:r>
              <a:rPr lang="ru-RU" altLang="ru-RU" sz="2000">
                <a:solidFill>
                  <a:srgbClr val="000000"/>
                </a:solidFill>
                <a:latin typeface="Inter Regular" panose="02000503000000020004" pitchFamily="2" charset="0"/>
              </a:rPr>
              <a:t>За сутки цех может выпустить до 280 т лакокрасочных материалов. Здесь производится до 60% от годового объема готовой продукции компании. Цех оснащен современным оборудованием для производства крупных партий покрытий на органической основе (от 4 т).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Рисунок 4">
            <a:extLst>
              <a:ext uri="{FF2B5EF4-FFF2-40B4-BE49-F238E27FC236}">
                <a16:creationId xmlns="" xmlns:a16="http://schemas.microsoft.com/office/drawing/2014/main" id="{1F48E081-DF18-4901-896A-3303AF626A10}"/>
              </a:ext>
            </a:extLst>
          </p:cNvPr>
          <p:cNvGrpSpPr/>
          <p:nvPr/>
        </p:nvGrpSpPr>
        <p:grpSpPr>
          <a:xfrm>
            <a:off x="15035974" y="541205"/>
            <a:ext cx="2655647" cy="531405"/>
            <a:chOff x="10023982" y="360803"/>
            <a:chExt cx="1770431" cy="354270"/>
          </a:xfrm>
          <a:solidFill>
            <a:srgbClr val="FF8300"/>
          </a:solidFill>
        </p:grpSpPr>
        <p:sp>
          <p:nvSpPr>
            <p:cNvPr id="5" name="Полилиния: фигура 17">
              <a:extLst>
                <a:ext uri="{FF2B5EF4-FFF2-40B4-BE49-F238E27FC236}">
                  <a16:creationId xmlns="" xmlns:a16="http://schemas.microsoft.com/office/drawing/2014/main" id="{A4027B60-FAC4-4D35-808C-B284D4D05BAF}"/>
                </a:ext>
              </a:extLst>
            </p:cNvPr>
            <p:cNvSpPr/>
            <p:nvPr/>
          </p:nvSpPr>
          <p:spPr>
            <a:xfrm>
              <a:off x="11166284" y="361505"/>
              <a:ext cx="102616" cy="353250"/>
            </a:xfrm>
            <a:custGeom>
              <a:avLst/>
              <a:gdLst>
                <a:gd name="connsiteX0" fmla="*/ 0 w 102616"/>
                <a:gd name="connsiteY0" fmla="*/ 0 h 353250"/>
                <a:gd name="connsiteX1" fmla="*/ 102616 w 102616"/>
                <a:gd name="connsiteY1" fmla="*/ 0 h 353250"/>
                <a:gd name="connsiteX2" fmla="*/ 102616 w 102616"/>
                <a:gd name="connsiteY2" fmla="*/ 353251 h 353250"/>
                <a:gd name="connsiteX3" fmla="*/ 0 w 102616"/>
                <a:gd name="connsiteY3" fmla="*/ 353251 h 35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616" h="353250">
                  <a:moveTo>
                    <a:pt x="0" y="0"/>
                  </a:moveTo>
                  <a:lnTo>
                    <a:pt x="102616" y="0"/>
                  </a:lnTo>
                  <a:lnTo>
                    <a:pt x="102616" y="353251"/>
                  </a:lnTo>
                  <a:lnTo>
                    <a:pt x="0" y="353251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6" name="Полилиния: фигура 18">
              <a:extLst>
                <a:ext uri="{FF2B5EF4-FFF2-40B4-BE49-F238E27FC236}">
                  <a16:creationId xmlns="" xmlns:a16="http://schemas.microsoft.com/office/drawing/2014/main" id="{DEC85F07-0AB5-4594-ADA4-40C3AFAA2664}"/>
                </a:ext>
              </a:extLst>
            </p:cNvPr>
            <p:cNvSpPr/>
            <p:nvPr/>
          </p:nvSpPr>
          <p:spPr>
            <a:xfrm>
              <a:off x="10333291" y="361505"/>
              <a:ext cx="413892" cy="353377"/>
            </a:xfrm>
            <a:custGeom>
              <a:avLst/>
              <a:gdLst>
                <a:gd name="connsiteX0" fmla="*/ 406336 w 413892"/>
                <a:gd name="connsiteY0" fmla="*/ 0 h 353377"/>
                <a:gd name="connsiteX1" fmla="*/ 311340 w 413892"/>
                <a:gd name="connsiteY1" fmla="*/ 0 h 353377"/>
                <a:gd name="connsiteX2" fmla="*/ 216979 w 413892"/>
                <a:gd name="connsiteY2" fmla="*/ 199707 h 353377"/>
                <a:gd name="connsiteX3" fmla="*/ 119888 w 413892"/>
                <a:gd name="connsiteY3" fmla="*/ 0 h 353377"/>
                <a:gd name="connsiteX4" fmla="*/ 68263 w 413892"/>
                <a:gd name="connsiteY4" fmla="*/ 0 h 353377"/>
                <a:gd name="connsiteX5" fmla="*/ 5016 w 413892"/>
                <a:gd name="connsiteY5" fmla="*/ 0 h 353377"/>
                <a:gd name="connsiteX6" fmla="*/ 0 w 413892"/>
                <a:gd name="connsiteY6" fmla="*/ 0 h 353377"/>
                <a:gd name="connsiteX7" fmla="*/ 0 w 413892"/>
                <a:gd name="connsiteY7" fmla="*/ 353378 h 353377"/>
                <a:gd name="connsiteX8" fmla="*/ 68263 w 413892"/>
                <a:gd name="connsiteY8" fmla="*/ 353378 h 353377"/>
                <a:gd name="connsiteX9" fmla="*/ 68263 w 413892"/>
                <a:gd name="connsiteY9" fmla="*/ 155385 h 353377"/>
                <a:gd name="connsiteX10" fmla="*/ 166306 w 413892"/>
                <a:gd name="connsiteY10" fmla="*/ 353378 h 353377"/>
                <a:gd name="connsiteX11" fmla="*/ 216471 w 413892"/>
                <a:gd name="connsiteY11" fmla="*/ 353378 h 353377"/>
                <a:gd name="connsiteX12" fmla="*/ 311340 w 413892"/>
                <a:gd name="connsiteY12" fmla="*/ 150749 h 353377"/>
                <a:gd name="connsiteX13" fmla="*/ 311340 w 413892"/>
                <a:gd name="connsiteY13" fmla="*/ 353378 h 353377"/>
                <a:gd name="connsiteX14" fmla="*/ 413893 w 413892"/>
                <a:gd name="connsiteY14" fmla="*/ 353378 h 353377"/>
                <a:gd name="connsiteX15" fmla="*/ 413893 w 413892"/>
                <a:gd name="connsiteY15" fmla="*/ 0 h 353377"/>
                <a:gd name="connsiteX16" fmla="*/ 406336 w 413892"/>
                <a:gd name="connsiteY16" fmla="*/ 0 h 3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3892" h="353377">
                  <a:moveTo>
                    <a:pt x="406336" y="0"/>
                  </a:moveTo>
                  <a:lnTo>
                    <a:pt x="311340" y="0"/>
                  </a:lnTo>
                  <a:lnTo>
                    <a:pt x="216979" y="199707"/>
                  </a:lnTo>
                  <a:lnTo>
                    <a:pt x="119888" y="0"/>
                  </a:lnTo>
                  <a:lnTo>
                    <a:pt x="68263" y="0"/>
                  </a:lnTo>
                  <a:lnTo>
                    <a:pt x="5016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68263" y="353378"/>
                  </a:lnTo>
                  <a:lnTo>
                    <a:pt x="68263" y="155385"/>
                  </a:lnTo>
                  <a:lnTo>
                    <a:pt x="166306" y="353378"/>
                  </a:lnTo>
                  <a:lnTo>
                    <a:pt x="216471" y="353378"/>
                  </a:lnTo>
                  <a:lnTo>
                    <a:pt x="311340" y="150749"/>
                  </a:lnTo>
                  <a:lnTo>
                    <a:pt x="311340" y="353378"/>
                  </a:lnTo>
                  <a:lnTo>
                    <a:pt x="413893" y="353378"/>
                  </a:lnTo>
                  <a:lnTo>
                    <a:pt x="413893" y="0"/>
                  </a:lnTo>
                  <a:lnTo>
                    <a:pt x="406336" y="0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" name="Полилиния: фигура 19">
              <a:extLst>
                <a:ext uri="{FF2B5EF4-FFF2-40B4-BE49-F238E27FC236}">
                  <a16:creationId xmlns="" xmlns:a16="http://schemas.microsoft.com/office/drawing/2014/main" id="{14963F55-EF2A-4B55-BF6B-BC0E12427A87}"/>
                </a:ext>
              </a:extLst>
            </p:cNvPr>
            <p:cNvSpPr/>
            <p:nvPr/>
          </p:nvSpPr>
          <p:spPr>
            <a:xfrm>
              <a:off x="10023982" y="361505"/>
              <a:ext cx="259778" cy="353377"/>
            </a:xfrm>
            <a:custGeom>
              <a:avLst/>
              <a:gdLst>
                <a:gd name="connsiteX0" fmla="*/ 102553 w 259778"/>
                <a:gd name="connsiteY0" fmla="*/ 285877 h 353377"/>
                <a:gd name="connsiteX1" fmla="*/ 102553 w 259778"/>
                <a:gd name="connsiteY1" fmla="*/ 201359 h 353377"/>
                <a:gd name="connsiteX2" fmla="*/ 222759 w 259778"/>
                <a:gd name="connsiteY2" fmla="*/ 201359 h 353377"/>
                <a:gd name="connsiteX3" fmla="*/ 222759 w 259778"/>
                <a:gd name="connsiteY3" fmla="*/ 144780 h 353377"/>
                <a:gd name="connsiteX4" fmla="*/ 102553 w 259778"/>
                <a:gd name="connsiteY4" fmla="*/ 144780 h 353377"/>
                <a:gd name="connsiteX5" fmla="*/ 102553 w 259778"/>
                <a:gd name="connsiteY5" fmla="*/ 62928 h 353377"/>
                <a:gd name="connsiteX6" fmla="*/ 257175 w 259778"/>
                <a:gd name="connsiteY6" fmla="*/ 62928 h 353377"/>
                <a:gd name="connsiteX7" fmla="*/ 257175 w 259778"/>
                <a:gd name="connsiteY7" fmla="*/ 0 h 353377"/>
                <a:gd name="connsiteX8" fmla="*/ 102553 w 259778"/>
                <a:gd name="connsiteY8" fmla="*/ 0 h 353377"/>
                <a:gd name="connsiteX9" fmla="*/ 82677 w 259778"/>
                <a:gd name="connsiteY9" fmla="*/ 0 h 353377"/>
                <a:gd name="connsiteX10" fmla="*/ 0 w 259778"/>
                <a:gd name="connsiteY10" fmla="*/ 0 h 353377"/>
                <a:gd name="connsiteX11" fmla="*/ 0 w 259778"/>
                <a:gd name="connsiteY11" fmla="*/ 353378 h 353377"/>
                <a:gd name="connsiteX12" fmla="*/ 85344 w 259778"/>
                <a:gd name="connsiteY12" fmla="*/ 353378 h 353377"/>
                <a:gd name="connsiteX13" fmla="*/ 102553 w 259778"/>
                <a:gd name="connsiteY13" fmla="*/ 353378 h 353377"/>
                <a:gd name="connsiteX14" fmla="*/ 259779 w 259778"/>
                <a:gd name="connsiteY14" fmla="*/ 353378 h 353377"/>
                <a:gd name="connsiteX15" fmla="*/ 259779 w 259778"/>
                <a:gd name="connsiteY15" fmla="*/ 285877 h 353377"/>
                <a:gd name="connsiteX16" fmla="*/ 102553 w 259778"/>
                <a:gd name="connsiteY16" fmla="*/ 285877 h 3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9778" h="353377">
                  <a:moveTo>
                    <a:pt x="102553" y="285877"/>
                  </a:moveTo>
                  <a:lnTo>
                    <a:pt x="102553" y="201359"/>
                  </a:lnTo>
                  <a:lnTo>
                    <a:pt x="222759" y="201359"/>
                  </a:lnTo>
                  <a:lnTo>
                    <a:pt x="222759" y="144780"/>
                  </a:lnTo>
                  <a:lnTo>
                    <a:pt x="102553" y="144780"/>
                  </a:lnTo>
                  <a:lnTo>
                    <a:pt x="102553" y="62928"/>
                  </a:lnTo>
                  <a:lnTo>
                    <a:pt x="257175" y="62928"/>
                  </a:lnTo>
                  <a:lnTo>
                    <a:pt x="257175" y="0"/>
                  </a:lnTo>
                  <a:lnTo>
                    <a:pt x="102553" y="0"/>
                  </a:lnTo>
                  <a:lnTo>
                    <a:pt x="82677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85344" y="353378"/>
                  </a:lnTo>
                  <a:lnTo>
                    <a:pt x="102553" y="353378"/>
                  </a:lnTo>
                  <a:lnTo>
                    <a:pt x="259779" y="353378"/>
                  </a:lnTo>
                  <a:lnTo>
                    <a:pt x="259779" y="285877"/>
                  </a:lnTo>
                  <a:lnTo>
                    <a:pt x="102553" y="285877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" name="Полилиния: фигура 20">
              <a:extLst>
                <a:ext uri="{FF2B5EF4-FFF2-40B4-BE49-F238E27FC236}">
                  <a16:creationId xmlns="" xmlns:a16="http://schemas.microsoft.com/office/drawing/2014/main" id="{68F6BF51-4CDA-4BED-AE11-02B726B31B49}"/>
                </a:ext>
              </a:extLst>
            </p:cNvPr>
            <p:cNvSpPr/>
            <p:nvPr/>
          </p:nvSpPr>
          <p:spPr>
            <a:xfrm>
              <a:off x="11322748" y="361505"/>
              <a:ext cx="202057" cy="353568"/>
            </a:xfrm>
            <a:custGeom>
              <a:avLst/>
              <a:gdLst>
                <a:gd name="connsiteX0" fmla="*/ 102616 w 202057"/>
                <a:gd name="connsiteY0" fmla="*/ 285877 h 353568"/>
                <a:gd name="connsiteX1" fmla="*/ 102616 w 202057"/>
                <a:gd name="connsiteY1" fmla="*/ 0 h 353568"/>
                <a:gd name="connsiteX2" fmla="*/ 0 w 202057"/>
                <a:gd name="connsiteY2" fmla="*/ 0 h 353568"/>
                <a:gd name="connsiteX3" fmla="*/ 0 w 202057"/>
                <a:gd name="connsiteY3" fmla="*/ 353378 h 353568"/>
                <a:gd name="connsiteX4" fmla="*/ 9589 w 202057"/>
                <a:gd name="connsiteY4" fmla="*/ 353378 h 353568"/>
                <a:gd name="connsiteX5" fmla="*/ 9589 w 202057"/>
                <a:gd name="connsiteY5" fmla="*/ 353568 h 353568"/>
                <a:gd name="connsiteX6" fmla="*/ 171450 w 202057"/>
                <a:gd name="connsiteY6" fmla="*/ 353568 h 353568"/>
                <a:gd name="connsiteX7" fmla="*/ 202057 w 202057"/>
                <a:gd name="connsiteY7" fmla="*/ 285877 h 353568"/>
                <a:gd name="connsiteX8" fmla="*/ 102616 w 202057"/>
                <a:gd name="connsiteY8" fmla="*/ 285877 h 353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2057" h="353568">
                  <a:moveTo>
                    <a:pt x="102616" y="285877"/>
                  </a:moveTo>
                  <a:lnTo>
                    <a:pt x="102616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9589" y="353378"/>
                  </a:lnTo>
                  <a:lnTo>
                    <a:pt x="9589" y="353568"/>
                  </a:lnTo>
                  <a:lnTo>
                    <a:pt x="171450" y="353568"/>
                  </a:lnTo>
                  <a:lnTo>
                    <a:pt x="202057" y="285877"/>
                  </a:lnTo>
                  <a:lnTo>
                    <a:pt x="102616" y="285877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" name="Полилиния: фигура 21">
              <a:extLst>
                <a:ext uri="{FF2B5EF4-FFF2-40B4-BE49-F238E27FC236}">
                  <a16:creationId xmlns="" xmlns:a16="http://schemas.microsoft.com/office/drawing/2014/main" id="{6DD7BF4B-D64D-4A35-9494-5FC95CA77FDF}"/>
                </a:ext>
              </a:extLst>
            </p:cNvPr>
            <p:cNvSpPr/>
            <p:nvPr/>
          </p:nvSpPr>
          <p:spPr>
            <a:xfrm>
              <a:off x="10802873" y="361441"/>
              <a:ext cx="320802" cy="353441"/>
            </a:xfrm>
            <a:custGeom>
              <a:avLst/>
              <a:gdLst>
                <a:gd name="connsiteX0" fmla="*/ 191897 w 320802"/>
                <a:gd name="connsiteY0" fmla="*/ 64 h 353441"/>
                <a:gd name="connsiteX1" fmla="*/ 0 w 320802"/>
                <a:gd name="connsiteY1" fmla="*/ 64 h 353441"/>
                <a:gd name="connsiteX2" fmla="*/ 0 w 320802"/>
                <a:gd name="connsiteY2" fmla="*/ 353441 h 353441"/>
                <a:gd name="connsiteX3" fmla="*/ 102426 w 320802"/>
                <a:gd name="connsiteY3" fmla="*/ 353441 h 353441"/>
                <a:gd name="connsiteX4" fmla="*/ 102426 w 320802"/>
                <a:gd name="connsiteY4" fmla="*/ 268605 h 353441"/>
                <a:gd name="connsiteX5" fmla="*/ 140526 w 320802"/>
                <a:gd name="connsiteY5" fmla="*/ 268605 h 353441"/>
                <a:gd name="connsiteX6" fmla="*/ 140526 w 320802"/>
                <a:gd name="connsiteY6" fmla="*/ 267843 h 353441"/>
                <a:gd name="connsiteX7" fmla="*/ 191897 w 320802"/>
                <a:gd name="connsiteY7" fmla="*/ 267843 h 353441"/>
                <a:gd name="connsiteX8" fmla="*/ 320802 w 320802"/>
                <a:gd name="connsiteY8" fmla="*/ 138938 h 353441"/>
                <a:gd name="connsiteX9" fmla="*/ 320802 w 320802"/>
                <a:gd name="connsiteY9" fmla="*/ 128842 h 353441"/>
                <a:gd name="connsiteX10" fmla="*/ 191897 w 320802"/>
                <a:gd name="connsiteY10" fmla="*/ 0 h 353441"/>
                <a:gd name="connsiteX11" fmla="*/ 152971 w 320802"/>
                <a:gd name="connsiteY11" fmla="*/ 201422 h 353441"/>
                <a:gd name="connsiteX12" fmla="*/ 108458 w 320802"/>
                <a:gd name="connsiteY12" fmla="*/ 201422 h 353441"/>
                <a:gd name="connsiteX13" fmla="*/ 102426 w 320802"/>
                <a:gd name="connsiteY13" fmla="*/ 201168 h 353441"/>
                <a:gd name="connsiteX14" fmla="*/ 102426 w 320802"/>
                <a:gd name="connsiteY14" fmla="*/ 63373 h 353441"/>
                <a:gd name="connsiteX15" fmla="*/ 108458 w 320802"/>
                <a:gd name="connsiteY15" fmla="*/ 63056 h 353441"/>
                <a:gd name="connsiteX16" fmla="*/ 152971 w 320802"/>
                <a:gd name="connsiteY16" fmla="*/ 63056 h 353441"/>
                <a:gd name="connsiteX17" fmla="*/ 214122 w 320802"/>
                <a:gd name="connsiteY17" fmla="*/ 132271 h 353441"/>
                <a:gd name="connsiteX18" fmla="*/ 152971 w 320802"/>
                <a:gd name="connsiteY18" fmla="*/ 201422 h 35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20802" h="353441">
                  <a:moveTo>
                    <a:pt x="191897" y="64"/>
                  </a:moveTo>
                  <a:lnTo>
                    <a:pt x="0" y="64"/>
                  </a:lnTo>
                  <a:lnTo>
                    <a:pt x="0" y="353441"/>
                  </a:lnTo>
                  <a:lnTo>
                    <a:pt x="102426" y="353441"/>
                  </a:lnTo>
                  <a:lnTo>
                    <a:pt x="102426" y="268605"/>
                  </a:lnTo>
                  <a:lnTo>
                    <a:pt x="140526" y="268605"/>
                  </a:lnTo>
                  <a:lnTo>
                    <a:pt x="140526" y="267843"/>
                  </a:lnTo>
                  <a:lnTo>
                    <a:pt x="191897" y="267843"/>
                  </a:lnTo>
                  <a:cubicBezTo>
                    <a:pt x="263081" y="267843"/>
                    <a:pt x="320802" y="210122"/>
                    <a:pt x="320802" y="138938"/>
                  </a:cubicBezTo>
                  <a:lnTo>
                    <a:pt x="320802" y="128842"/>
                  </a:lnTo>
                  <a:cubicBezTo>
                    <a:pt x="320802" y="57658"/>
                    <a:pt x="263081" y="0"/>
                    <a:pt x="191897" y="0"/>
                  </a:cubicBezTo>
                  <a:moveTo>
                    <a:pt x="152971" y="201422"/>
                  </a:moveTo>
                  <a:lnTo>
                    <a:pt x="108458" y="201422"/>
                  </a:lnTo>
                  <a:cubicBezTo>
                    <a:pt x="106426" y="201422"/>
                    <a:pt x="104457" y="201422"/>
                    <a:pt x="102426" y="201168"/>
                  </a:cubicBezTo>
                  <a:lnTo>
                    <a:pt x="102426" y="63373"/>
                  </a:lnTo>
                  <a:cubicBezTo>
                    <a:pt x="104457" y="63183"/>
                    <a:pt x="106363" y="63056"/>
                    <a:pt x="108458" y="63056"/>
                  </a:cubicBezTo>
                  <a:lnTo>
                    <a:pt x="152971" y="63056"/>
                  </a:lnTo>
                  <a:cubicBezTo>
                    <a:pt x="186754" y="63056"/>
                    <a:pt x="214122" y="94044"/>
                    <a:pt x="214122" y="132271"/>
                  </a:cubicBezTo>
                  <a:cubicBezTo>
                    <a:pt x="214122" y="170497"/>
                    <a:pt x="186754" y="201422"/>
                    <a:pt x="152971" y="201422"/>
                  </a:cubicBezTo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" name="Полилиния: фигура 22">
              <a:extLst>
                <a:ext uri="{FF2B5EF4-FFF2-40B4-BE49-F238E27FC236}">
                  <a16:creationId xmlns="" xmlns:a16="http://schemas.microsoft.com/office/drawing/2014/main" id="{F8DA7F8A-457C-4EE8-BB34-3082DC88D4D2}"/>
                </a:ext>
              </a:extLst>
            </p:cNvPr>
            <p:cNvSpPr/>
            <p:nvPr/>
          </p:nvSpPr>
          <p:spPr>
            <a:xfrm>
              <a:off x="11520360" y="360803"/>
              <a:ext cx="274054" cy="354016"/>
            </a:xfrm>
            <a:custGeom>
              <a:avLst/>
              <a:gdLst>
                <a:gd name="connsiteX0" fmla="*/ 218313 w 274054"/>
                <a:gd name="connsiteY0" fmla="*/ 165294 h 354016"/>
                <a:gd name="connsiteX1" fmla="*/ 218313 w 274054"/>
                <a:gd name="connsiteY1" fmla="*/ 165294 h 354016"/>
                <a:gd name="connsiteX2" fmla="*/ 118808 w 274054"/>
                <a:gd name="connsiteY2" fmla="*/ 105985 h 354016"/>
                <a:gd name="connsiteX3" fmla="*/ 118808 w 274054"/>
                <a:gd name="connsiteY3" fmla="*/ 105985 h 354016"/>
                <a:gd name="connsiteX4" fmla="*/ 111379 w 274054"/>
                <a:gd name="connsiteY4" fmla="*/ 85284 h 354016"/>
                <a:gd name="connsiteX5" fmla="*/ 137605 w 274054"/>
                <a:gd name="connsiteY5" fmla="*/ 63694 h 354016"/>
                <a:gd name="connsiteX6" fmla="*/ 257111 w 274054"/>
                <a:gd name="connsiteY6" fmla="*/ 63694 h 354016"/>
                <a:gd name="connsiteX7" fmla="*/ 257111 w 274054"/>
                <a:gd name="connsiteY7" fmla="*/ 194 h 354016"/>
                <a:gd name="connsiteX8" fmla="*/ 117031 w 274054"/>
                <a:gd name="connsiteY8" fmla="*/ 194 h 354016"/>
                <a:gd name="connsiteX9" fmla="*/ 6033 w 274054"/>
                <a:gd name="connsiteY9" fmla="*/ 88332 h 354016"/>
                <a:gd name="connsiteX10" fmla="*/ 53531 w 274054"/>
                <a:gd name="connsiteY10" fmla="*/ 183519 h 354016"/>
                <a:gd name="connsiteX11" fmla="*/ 65786 w 274054"/>
                <a:gd name="connsiteY11" fmla="*/ 191012 h 354016"/>
                <a:gd name="connsiteX12" fmla="*/ 124334 w 274054"/>
                <a:gd name="connsiteY12" fmla="*/ 226762 h 354016"/>
                <a:gd name="connsiteX13" fmla="*/ 153162 w 274054"/>
                <a:gd name="connsiteY13" fmla="*/ 245304 h 354016"/>
                <a:gd name="connsiteX14" fmla="*/ 157226 w 274054"/>
                <a:gd name="connsiteY14" fmla="*/ 271657 h 354016"/>
                <a:gd name="connsiteX15" fmla="*/ 130175 w 274054"/>
                <a:gd name="connsiteY15" fmla="*/ 286516 h 354016"/>
                <a:gd name="connsiteX16" fmla="*/ 32512 w 274054"/>
                <a:gd name="connsiteY16" fmla="*/ 286516 h 354016"/>
                <a:gd name="connsiteX17" fmla="*/ 0 w 274054"/>
                <a:gd name="connsiteY17" fmla="*/ 354016 h 354016"/>
                <a:gd name="connsiteX18" fmla="*/ 167449 w 274054"/>
                <a:gd name="connsiteY18" fmla="*/ 354016 h 354016"/>
                <a:gd name="connsiteX19" fmla="*/ 269621 w 274054"/>
                <a:gd name="connsiteY19" fmla="*/ 280801 h 354016"/>
                <a:gd name="connsiteX20" fmla="*/ 218313 w 274054"/>
                <a:gd name="connsiteY20" fmla="*/ 165231 h 354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74054" h="354016">
                  <a:moveTo>
                    <a:pt x="218313" y="165294"/>
                  </a:moveTo>
                  <a:lnTo>
                    <a:pt x="218313" y="165294"/>
                  </a:lnTo>
                  <a:lnTo>
                    <a:pt x="118808" y="105985"/>
                  </a:lnTo>
                  <a:lnTo>
                    <a:pt x="118808" y="105985"/>
                  </a:lnTo>
                  <a:cubicBezTo>
                    <a:pt x="115253" y="102620"/>
                    <a:pt x="111379" y="96397"/>
                    <a:pt x="111379" y="85284"/>
                  </a:cubicBezTo>
                  <a:cubicBezTo>
                    <a:pt x="111379" y="68711"/>
                    <a:pt x="129921" y="64456"/>
                    <a:pt x="137605" y="63694"/>
                  </a:cubicBezTo>
                  <a:lnTo>
                    <a:pt x="257111" y="63694"/>
                  </a:lnTo>
                  <a:lnTo>
                    <a:pt x="257111" y="194"/>
                  </a:lnTo>
                  <a:lnTo>
                    <a:pt x="117031" y="194"/>
                  </a:lnTo>
                  <a:cubicBezTo>
                    <a:pt x="117031" y="194"/>
                    <a:pt x="15558" y="-8378"/>
                    <a:pt x="6033" y="88332"/>
                  </a:cubicBezTo>
                  <a:cubicBezTo>
                    <a:pt x="2604" y="137418"/>
                    <a:pt x="29083" y="166945"/>
                    <a:pt x="53531" y="183519"/>
                  </a:cubicBezTo>
                  <a:cubicBezTo>
                    <a:pt x="57721" y="186440"/>
                    <a:pt x="61849" y="188916"/>
                    <a:pt x="65786" y="191012"/>
                  </a:cubicBezTo>
                  <a:lnTo>
                    <a:pt x="124334" y="226762"/>
                  </a:lnTo>
                  <a:lnTo>
                    <a:pt x="153162" y="245304"/>
                  </a:lnTo>
                  <a:cubicBezTo>
                    <a:pt x="153162" y="245304"/>
                    <a:pt x="166433" y="256925"/>
                    <a:pt x="157226" y="271657"/>
                  </a:cubicBezTo>
                  <a:cubicBezTo>
                    <a:pt x="148082" y="286516"/>
                    <a:pt x="130175" y="286516"/>
                    <a:pt x="130175" y="286516"/>
                  </a:cubicBezTo>
                  <a:lnTo>
                    <a:pt x="32512" y="286516"/>
                  </a:lnTo>
                  <a:lnTo>
                    <a:pt x="0" y="354016"/>
                  </a:lnTo>
                  <a:lnTo>
                    <a:pt x="167449" y="354016"/>
                  </a:lnTo>
                  <a:cubicBezTo>
                    <a:pt x="167449" y="354016"/>
                    <a:pt x="248793" y="354143"/>
                    <a:pt x="269621" y="280801"/>
                  </a:cubicBezTo>
                  <a:cubicBezTo>
                    <a:pt x="289687" y="210125"/>
                    <a:pt x="236157" y="175962"/>
                    <a:pt x="218313" y="165231"/>
                  </a:cubicBezTo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" name="Полилиния: фигура 67">
            <a:extLst>
              <a:ext uri="{FF2B5EF4-FFF2-40B4-BE49-F238E27FC236}">
                <a16:creationId xmlns="" xmlns:a16="http://schemas.microsoft.com/office/drawing/2014/main" id="{0A26C659-6E44-4931-8759-D70A54D4174C}"/>
              </a:ext>
            </a:extLst>
          </p:cNvPr>
          <p:cNvSpPr/>
          <p:nvPr/>
        </p:nvSpPr>
        <p:spPr>
          <a:xfrm>
            <a:off x="10698448" y="816484"/>
            <a:ext cx="3954494" cy="32099"/>
          </a:xfrm>
          <a:custGeom>
            <a:avLst/>
            <a:gdLst>
              <a:gd name="connsiteX0" fmla="*/ 0 w 2636329"/>
              <a:gd name="connsiteY0" fmla="*/ 0 h 21399"/>
              <a:gd name="connsiteX1" fmla="*/ 2636330 w 2636329"/>
              <a:gd name="connsiteY1" fmla="*/ 0 h 21399"/>
              <a:gd name="connsiteX2" fmla="*/ 2636330 w 2636329"/>
              <a:gd name="connsiteY2" fmla="*/ 21400 h 21399"/>
              <a:gd name="connsiteX3" fmla="*/ 0 w 2636329"/>
              <a:gd name="connsiteY3" fmla="*/ 21400 h 21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36329" h="21399">
                <a:moveTo>
                  <a:pt x="0" y="0"/>
                </a:moveTo>
                <a:lnTo>
                  <a:pt x="2636330" y="0"/>
                </a:lnTo>
                <a:lnTo>
                  <a:pt x="2636330" y="21400"/>
                </a:lnTo>
                <a:lnTo>
                  <a:pt x="0" y="21400"/>
                </a:lnTo>
                <a:close/>
              </a:path>
            </a:pathLst>
          </a:custGeom>
          <a:solidFill>
            <a:srgbClr val="8C96A3"/>
          </a:solidFill>
          <a:ln w="6350" cap="flat">
            <a:noFill/>
            <a:prstDash val="solid"/>
            <a:miter/>
          </a:ln>
        </p:spPr>
        <p:txBody>
          <a:bodyPr lIns="137160" tIns="68580" rIns="137160" bIns="68580" rtlCol="0" anchor="ctr"/>
          <a:lstStyle/>
          <a:p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598300" y="546387"/>
            <a:ext cx="5131533" cy="6340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eaLnBrk="1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ПРОИЗВОДСТВО</a:t>
            </a:r>
            <a:endParaRPr lang="en-US" sz="4400" b="1" dirty="0">
              <a:solidFill>
                <a:srgbClr val="656565"/>
              </a:solidFill>
              <a:latin typeface="Inter Extra Bold" panose="02000903000000020004" pitchFamily="2" charset="0"/>
            </a:endParaRPr>
          </a:p>
        </p:txBody>
      </p:sp>
      <p:sp>
        <p:nvSpPr>
          <p:cNvPr id="17" name="object 18"/>
          <p:cNvSpPr txBox="1"/>
          <p:nvPr/>
        </p:nvSpPr>
        <p:spPr>
          <a:xfrm>
            <a:off x="10966825" y="4270886"/>
            <a:ext cx="6650583" cy="1895391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2700" marR="5080" algn="ctr">
              <a:spcBef>
                <a:spcPts val="380"/>
              </a:spcBef>
            </a:pPr>
            <a:r>
              <a:rPr lang="ru-RU" sz="4000" b="1" dirty="0" smtClean="0">
                <a:solidFill>
                  <a:schemeClr val="bg1">
                    <a:lumMod val="50000"/>
                  </a:schemeClr>
                </a:solidFill>
                <a:latin typeface="Inter Bold" charset="0"/>
                <a:ea typeface="Inter Bold" charset="0"/>
                <a:cs typeface="Inter Bold" charset="0"/>
              </a:rPr>
              <a:t>Производство </a:t>
            </a:r>
            <a:r>
              <a:rPr lang="ru-RU" sz="4000" b="1" dirty="0">
                <a:solidFill>
                  <a:schemeClr val="bg1">
                    <a:lumMod val="50000"/>
                  </a:schemeClr>
                </a:solidFill>
                <a:latin typeface="Inter Bold" charset="0"/>
                <a:ea typeface="Inter Bold" charset="0"/>
                <a:cs typeface="Inter Bold" charset="0"/>
              </a:rPr>
              <a:t>органических связующих для лаков</a:t>
            </a:r>
            <a:endParaRPr lang="ru-RU" sz="4000" b="1" spc="-10" dirty="0" smtClean="0">
              <a:solidFill>
                <a:schemeClr val="bg1">
                  <a:lumMod val="50000"/>
                </a:schemeClr>
              </a:solidFill>
              <a:latin typeface="Inter Bold" charset="0"/>
              <a:ea typeface="Inter Bold" charset="0"/>
              <a:cs typeface="Inter Bold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11169806" y="7632827"/>
            <a:ext cx="7002558" cy="12516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700" marR="5080" algn="ctr">
              <a:spcBef>
                <a:spcPts val="380"/>
              </a:spcBef>
            </a:pPr>
            <a:r>
              <a:rPr lang="ru-RU" sz="3600" b="1" dirty="0">
                <a:solidFill>
                  <a:schemeClr val="bg1">
                    <a:lumMod val="50000"/>
                  </a:schemeClr>
                </a:solidFill>
                <a:latin typeface="Inter Bold" charset="0"/>
                <a:ea typeface="Inter Bold" charset="0"/>
                <a:cs typeface="Inter Bold" charset="0"/>
              </a:rPr>
              <a:t>Востребованы у российских </a:t>
            </a:r>
          </a:p>
          <a:p>
            <a:pPr marL="12700" marR="5080" algn="ctr">
              <a:spcBef>
                <a:spcPts val="380"/>
              </a:spcBef>
            </a:pPr>
            <a:r>
              <a:rPr lang="ru-RU" sz="3600" b="1" dirty="0">
                <a:solidFill>
                  <a:schemeClr val="bg1">
                    <a:lumMod val="50000"/>
                  </a:schemeClr>
                </a:solidFill>
                <a:latin typeface="Inter Bold" charset="0"/>
                <a:ea typeface="Inter Bold" charset="0"/>
                <a:cs typeface="Inter Bold" charset="0"/>
              </a:rPr>
              <a:t>производителей ЛКМ</a:t>
            </a:r>
          </a:p>
        </p:txBody>
      </p:sp>
      <p:grpSp>
        <p:nvGrpSpPr>
          <p:cNvPr id="22" name="object 12"/>
          <p:cNvGrpSpPr/>
          <p:nvPr/>
        </p:nvGrpSpPr>
        <p:grpSpPr>
          <a:xfrm>
            <a:off x="14300049" y="6535578"/>
            <a:ext cx="99447" cy="539962"/>
            <a:chOff x="5099900" y="5831371"/>
            <a:chExt cx="52705" cy="278130"/>
          </a:xfrm>
        </p:grpSpPr>
        <p:sp>
          <p:nvSpPr>
            <p:cNvPr id="23" name="object 13"/>
            <p:cNvSpPr/>
            <p:nvPr/>
          </p:nvSpPr>
          <p:spPr>
            <a:xfrm>
              <a:off x="5126067" y="5857647"/>
              <a:ext cx="0" cy="226060"/>
            </a:xfrm>
            <a:custGeom>
              <a:avLst/>
              <a:gdLst/>
              <a:ahLst/>
              <a:cxnLst/>
              <a:rect l="l" t="t" r="r" b="b"/>
              <a:pathLst>
                <a:path h="226060">
                  <a:moveTo>
                    <a:pt x="0" y="0"/>
                  </a:moveTo>
                  <a:lnTo>
                    <a:pt x="0" y="22553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14"/>
            <p:cNvSpPr/>
            <p:nvPr/>
          </p:nvSpPr>
          <p:spPr>
            <a:xfrm>
              <a:off x="5099900" y="5831382"/>
              <a:ext cx="52705" cy="278130"/>
            </a:xfrm>
            <a:custGeom>
              <a:avLst/>
              <a:gdLst/>
              <a:ahLst/>
              <a:cxnLst/>
              <a:rect l="l" t="t" r="r" b="b"/>
              <a:pathLst>
                <a:path w="52704" h="278129">
                  <a:moveTo>
                    <a:pt x="52336" y="251815"/>
                  </a:moveTo>
                  <a:lnTo>
                    <a:pt x="50279" y="241579"/>
                  </a:lnTo>
                  <a:lnTo>
                    <a:pt x="44665" y="233235"/>
                  </a:lnTo>
                  <a:lnTo>
                    <a:pt x="36347" y="227596"/>
                  </a:lnTo>
                  <a:lnTo>
                    <a:pt x="26162" y="225539"/>
                  </a:lnTo>
                  <a:lnTo>
                    <a:pt x="15976" y="227596"/>
                  </a:lnTo>
                  <a:lnTo>
                    <a:pt x="7658" y="233235"/>
                  </a:lnTo>
                  <a:lnTo>
                    <a:pt x="2044" y="241579"/>
                  </a:lnTo>
                  <a:lnTo>
                    <a:pt x="0" y="251815"/>
                  </a:lnTo>
                  <a:lnTo>
                    <a:pt x="2044" y="262039"/>
                  </a:lnTo>
                  <a:lnTo>
                    <a:pt x="7658" y="270395"/>
                  </a:lnTo>
                  <a:lnTo>
                    <a:pt x="15976" y="276021"/>
                  </a:lnTo>
                  <a:lnTo>
                    <a:pt x="26162" y="278091"/>
                  </a:lnTo>
                  <a:lnTo>
                    <a:pt x="36347" y="276021"/>
                  </a:lnTo>
                  <a:lnTo>
                    <a:pt x="44665" y="270395"/>
                  </a:lnTo>
                  <a:lnTo>
                    <a:pt x="50279" y="262039"/>
                  </a:lnTo>
                  <a:lnTo>
                    <a:pt x="52336" y="251815"/>
                  </a:lnTo>
                  <a:close/>
                </a:path>
                <a:path w="52704" h="278129">
                  <a:moveTo>
                    <a:pt x="52336" y="26276"/>
                  </a:moveTo>
                  <a:lnTo>
                    <a:pt x="50279" y="16040"/>
                  </a:lnTo>
                  <a:lnTo>
                    <a:pt x="44665" y="7683"/>
                  </a:lnTo>
                  <a:lnTo>
                    <a:pt x="36347" y="2057"/>
                  </a:lnTo>
                  <a:lnTo>
                    <a:pt x="26162" y="0"/>
                  </a:lnTo>
                  <a:lnTo>
                    <a:pt x="15976" y="2057"/>
                  </a:lnTo>
                  <a:lnTo>
                    <a:pt x="7658" y="7683"/>
                  </a:lnTo>
                  <a:lnTo>
                    <a:pt x="2044" y="16040"/>
                  </a:lnTo>
                  <a:lnTo>
                    <a:pt x="0" y="26276"/>
                  </a:lnTo>
                  <a:lnTo>
                    <a:pt x="2044" y="36499"/>
                  </a:lnTo>
                  <a:lnTo>
                    <a:pt x="7658" y="44856"/>
                  </a:lnTo>
                  <a:lnTo>
                    <a:pt x="15976" y="50482"/>
                  </a:lnTo>
                  <a:lnTo>
                    <a:pt x="26162" y="52552"/>
                  </a:lnTo>
                  <a:lnTo>
                    <a:pt x="36347" y="50482"/>
                  </a:lnTo>
                  <a:lnTo>
                    <a:pt x="44665" y="44856"/>
                  </a:lnTo>
                  <a:lnTo>
                    <a:pt x="50279" y="36499"/>
                  </a:lnTo>
                  <a:lnTo>
                    <a:pt x="52336" y="2627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5842" name="Picture 2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3305" y="2419186"/>
            <a:ext cx="9953056" cy="66386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7" name="Прямоугольник 26"/>
          <p:cNvSpPr/>
          <p:nvPr/>
        </p:nvSpPr>
        <p:spPr>
          <a:xfrm>
            <a:off x="11037457" y="2414348"/>
            <a:ext cx="646555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700" marR="5080">
              <a:spcBef>
                <a:spcPts val="380"/>
              </a:spcBef>
            </a:pPr>
            <a:r>
              <a:rPr lang="ru-RU" sz="4000" b="1" dirty="0" smtClean="0">
                <a:solidFill>
                  <a:schemeClr val="bg1">
                    <a:lumMod val="50000"/>
                  </a:schemeClr>
                </a:solidFill>
                <a:latin typeface="Inter Bold" charset="0"/>
                <a:ea typeface="Inter Bold" charset="0"/>
                <a:cs typeface="Inter Bold" charset="0"/>
              </a:rPr>
              <a:t>Собственная </a:t>
            </a:r>
            <a:r>
              <a:rPr lang="ru-RU" sz="4000" b="1" dirty="0" err="1" smtClean="0">
                <a:solidFill>
                  <a:schemeClr val="bg1">
                    <a:lumMod val="50000"/>
                  </a:schemeClr>
                </a:solidFill>
                <a:latin typeface="Inter Bold" charset="0"/>
                <a:ea typeface="Inter Bold" charset="0"/>
                <a:cs typeface="Inter Bold" charset="0"/>
              </a:rPr>
              <a:t>лаковарка</a:t>
            </a:r>
            <a:endParaRPr lang="ru-RU" sz="4000" b="1" dirty="0">
              <a:solidFill>
                <a:schemeClr val="bg1">
                  <a:lumMod val="50000"/>
                </a:schemeClr>
              </a:solidFill>
              <a:latin typeface="Inter Bold" charset="0"/>
              <a:ea typeface="Inter Bold" charset="0"/>
              <a:cs typeface="Inter Bold" charset="0"/>
            </a:endParaRPr>
          </a:p>
        </p:txBody>
      </p:sp>
      <p:grpSp>
        <p:nvGrpSpPr>
          <p:cNvPr id="28" name="object 12"/>
          <p:cNvGrpSpPr/>
          <p:nvPr/>
        </p:nvGrpSpPr>
        <p:grpSpPr>
          <a:xfrm>
            <a:off x="14280492" y="3449478"/>
            <a:ext cx="99447" cy="539962"/>
            <a:chOff x="5099900" y="5831371"/>
            <a:chExt cx="52705" cy="278130"/>
          </a:xfrm>
        </p:grpSpPr>
        <p:sp>
          <p:nvSpPr>
            <p:cNvPr id="29" name="object 13"/>
            <p:cNvSpPr/>
            <p:nvPr/>
          </p:nvSpPr>
          <p:spPr>
            <a:xfrm>
              <a:off x="5126067" y="5857647"/>
              <a:ext cx="0" cy="226060"/>
            </a:xfrm>
            <a:custGeom>
              <a:avLst/>
              <a:gdLst/>
              <a:ahLst/>
              <a:cxnLst/>
              <a:rect l="l" t="t" r="r" b="b"/>
              <a:pathLst>
                <a:path h="226060">
                  <a:moveTo>
                    <a:pt x="0" y="0"/>
                  </a:moveTo>
                  <a:lnTo>
                    <a:pt x="0" y="22553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14"/>
            <p:cNvSpPr/>
            <p:nvPr/>
          </p:nvSpPr>
          <p:spPr>
            <a:xfrm>
              <a:off x="5099900" y="5831382"/>
              <a:ext cx="52705" cy="278130"/>
            </a:xfrm>
            <a:custGeom>
              <a:avLst/>
              <a:gdLst/>
              <a:ahLst/>
              <a:cxnLst/>
              <a:rect l="l" t="t" r="r" b="b"/>
              <a:pathLst>
                <a:path w="52704" h="278129">
                  <a:moveTo>
                    <a:pt x="52336" y="251815"/>
                  </a:moveTo>
                  <a:lnTo>
                    <a:pt x="50279" y="241579"/>
                  </a:lnTo>
                  <a:lnTo>
                    <a:pt x="44665" y="233235"/>
                  </a:lnTo>
                  <a:lnTo>
                    <a:pt x="36347" y="227596"/>
                  </a:lnTo>
                  <a:lnTo>
                    <a:pt x="26162" y="225539"/>
                  </a:lnTo>
                  <a:lnTo>
                    <a:pt x="15976" y="227596"/>
                  </a:lnTo>
                  <a:lnTo>
                    <a:pt x="7658" y="233235"/>
                  </a:lnTo>
                  <a:lnTo>
                    <a:pt x="2044" y="241579"/>
                  </a:lnTo>
                  <a:lnTo>
                    <a:pt x="0" y="251815"/>
                  </a:lnTo>
                  <a:lnTo>
                    <a:pt x="2044" y="262039"/>
                  </a:lnTo>
                  <a:lnTo>
                    <a:pt x="7658" y="270395"/>
                  </a:lnTo>
                  <a:lnTo>
                    <a:pt x="15976" y="276021"/>
                  </a:lnTo>
                  <a:lnTo>
                    <a:pt x="26162" y="278091"/>
                  </a:lnTo>
                  <a:lnTo>
                    <a:pt x="36347" y="276021"/>
                  </a:lnTo>
                  <a:lnTo>
                    <a:pt x="44665" y="270395"/>
                  </a:lnTo>
                  <a:lnTo>
                    <a:pt x="50279" y="262039"/>
                  </a:lnTo>
                  <a:lnTo>
                    <a:pt x="52336" y="251815"/>
                  </a:lnTo>
                  <a:close/>
                </a:path>
                <a:path w="52704" h="278129">
                  <a:moveTo>
                    <a:pt x="52336" y="26276"/>
                  </a:moveTo>
                  <a:lnTo>
                    <a:pt x="50279" y="16040"/>
                  </a:lnTo>
                  <a:lnTo>
                    <a:pt x="44665" y="7683"/>
                  </a:lnTo>
                  <a:lnTo>
                    <a:pt x="36347" y="2057"/>
                  </a:lnTo>
                  <a:lnTo>
                    <a:pt x="26162" y="0"/>
                  </a:lnTo>
                  <a:lnTo>
                    <a:pt x="15976" y="2057"/>
                  </a:lnTo>
                  <a:lnTo>
                    <a:pt x="7658" y="7683"/>
                  </a:lnTo>
                  <a:lnTo>
                    <a:pt x="2044" y="16040"/>
                  </a:lnTo>
                  <a:lnTo>
                    <a:pt x="0" y="26276"/>
                  </a:lnTo>
                  <a:lnTo>
                    <a:pt x="2044" y="36499"/>
                  </a:lnTo>
                  <a:lnTo>
                    <a:pt x="7658" y="44856"/>
                  </a:lnTo>
                  <a:lnTo>
                    <a:pt x="15976" y="50482"/>
                  </a:lnTo>
                  <a:lnTo>
                    <a:pt x="26162" y="52552"/>
                  </a:lnTo>
                  <a:lnTo>
                    <a:pt x="36347" y="50482"/>
                  </a:lnTo>
                  <a:lnTo>
                    <a:pt x="44665" y="44856"/>
                  </a:lnTo>
                  <a:lnTo>
                    <a:pt x="50279" y="36499"/>
                  </a:lnTo>
                  <a:lnTo>
                    <a:pt x="52336" y="2627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9046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object 2">
            <a:extLst>
              <a:ext uri="{FF2B5EF4-FFF2-40B4-BE49-F238E27FC236}">
                <a16:creationId xmlns="" xmlns:a16="http://schemas.microsoft.com/office/drawing/2014/main" id="{47B3BCFE-9585-4167-BAF7-3EC20D7E92FC}"/>
              </a:ext>
            </a:extLst>
          </p:cNvPr>
          <p:cNvSpPr>
            <a:spLocks/>
          </p:cNvSpPr>
          <p:nvPr/>
        </p:nvSpPr>
        <p:spPr bwMode="auto">
          <a:xfrm>
            <a:off x="1454150" y="4522788"/>
            <a:ext cx="16135350" cy="3827462"/>
          </a:xfrm>
          <a:custGeom>
            <a:avLst/>
            <a:gdLst>
              <a:gd name="T0" fmla="*/ 394015205 w 9434830"/>
              <a:gd name="T1" fmla="*/ 0 h 2813050"/>
              <a:gd name="T2" fmla="*/ 9653330 w 9434830"/>
              <a:gd name="T3" fmla="*/ 0 h 2813050"/>
              <a:gd name="T4" fmla="*/ 7714283 w 9434830"/>
              <a:gd name="T5" fmla="*/ 39743 h 2813050"/>
              <a:gd name="T6" fmla="*/ 5905311 w 9434830"/>
              <a:gd name="T7" fmla="*/ 153678 h 2813050"/>
              <a:gd name="T8" fmla="*/ 4265925 w 9434830"/>
              <a:gd name="T9" fmla="*/ 333777 h 2813050"/>
              <a:gd name="T10" fmla="*/ 2835833 w 9434830"/>
              <a:gd name="T11" fmla="*/ 572102 h 2813050"/>
              <a:gd name="T12" fmla="*/ 1654559 w 9434830"/>
              <a:gd name="T13" fmla="*/ 860618 h 2813050"/>
              <a:gd name="T14" fmla="*/ 761746 w 9434830"/>
              <a:gd name="T15" fmla="*/ 1191375 h 2813050"/>
              <a:gd name="T16" fmla="*/ 197029 w 9434830"/>
              <a:gd name="T17" fmla="*/ 1556367 h 2813050"/>
              <a:gd name="T18" fmla="*/ 0 w 9434830"/>
              <a:gd name="T19" fmla="*/ 1947612 h 2813050"/>
              <a:gd name="T20" fmla="*/ 0 w 9434830"/>
              <a:gd name="T21" fmla="*/ 22333486 h 2813050"/>
              <a:gd name="T22" fmla="*/ 197029 w 9434830"/>
              <a:gd name="T23" fmla="*/ 22724728 h 2813050"/>
              <a:gd name="T24" fmla="*/ 761746 w 9434830"/>
              <a:gd name="T25" fmla="*/ 23089715 h 2813050"/>
              <a:gd name="T26" fmla="*/ 1654559 w 9434830"/>
              <a:gd name="T27" fmla="*/ 23420465 h 2813050"/>
              <a:gd name="T28" fmla="*/ 2835833 w 9434830"/>
              <a:gd name="T29" fmla="*/ 23708993 h 2813050"/>
              <a:gd name="T30" fmla="*/ 4265925 w 9434830"/>
              <a:gd name="T31" fmla="*/ 23947305 h 2813050"/>
              <a:gd name="T32" fmla="*/ 5905311 w 9434830"/>
              <a:gd name="T33" fmla="*/ 24127414 h 2813050"/>
              <a:gd name="T34" fmla="*/ 7714283 w 9434830"/>
              <a:gd name="T35" fmla="*/ 24241338 h 2813050"/>
              <a:gd name="T36" fmla="*/ 9653330 w 9434830"/>
              <a:gd name="T37" fmla="*/ 24281096 h 2813050"/>
              <a:gd name="T38" fmla="*/ 394015205 w 9434830"/>
              <a:gd name="T39" fmla="*/ 24281096 h 2813050"/>
              <a:gd name="T40" fmla="*/ 395954381 w 9434830"/>
              <a:gd name="T41" fmla="*/ 24241338 h 2813050"/>
              <a:gd name="T42" fmla="*/ 397763500 w 9434830"/>
              <a:gd name="T43" fmla="*/ 24127414 h 2813050"/>
              <a:gd name="T44" fmla="*/ 399402886 w 9434830"/>
              <a:gd name="T45" fmla="*/ 23947305 h 2813050"/>
              <a:gd name="T46" fmla="*/ 400832935 w 9434830"/>
              <a:gd name="T47" fmla="*/ 23708993 h 2813050"/>
              <a:gd name="T48" fmla="*/ 402014175 w 9434830"/>
              <a:gd name="T49" fmla="*/ 23420465 h 2813050"/>
              <a:gd name="T50" fmla="*/ 402906870 w 9434830"/>
              <a:gd name="T51" fmla="*/ 23089715 h 2813050"/>
              <a:gd name="T52" fmla="*/ 403471572 w 9434830"/>
              <a:gd name="T53" fmla="*/ 22724728 h 2813050"/>
              <a:gd name="T54" fmla="*/ 403668565 w 9434830"/>
              <a:gd name="T55" fmla="*/ 22333486 h 2813050"/>
              <a:gd name="T56" fmla="*/ 403668565 w 9434830"/>
              <a:gd name="T57" fmla="*/ 1947612 h 2813050"/>
              <a:gd name="T58" fmla="*/ 403471572 w 9434830"/>
              <a:gd name="T59" fmla="*/ 1556367 h 2813050"/>
              <a:gd name="T60" fmla="*/ 402906870 w 9434830"/>
              <a:gd name="T61" fmla="*/ 1191375 h 2813050"/>
              <a:gd name="T62" fmla="*/ 402014175 w 9434830"/>
              <a:gd name="T63" fmla="*/ 860618 h 2813050"/>
              <a:gd name="T64" fmla="*/ 400832935 w 9434830"/>
              <a:gd name="T65" fmla="*/ 572102 h 2813050"/>
              <a:gd name="T66" fmla="*/ 399402886 w 9434830"/>
              <a:gd name="T67" fmla="*/ 333777 h 2813050"/>
              <a:gd name="T68" fmla="*/ 397763500 w 9434830"/>
              <a:gd name="T69" fmla="*/ 153678 h 2813050"/>
              <a:gd name="T70" fmla="*/ 395954381 w 9434830"/>
              <a:gd name="T71" fmla="*/ 39743 h 2813050"/>
              <a:gd name="T72" fmla="*/ 394015205 w 9434830"/>
              <a:gd name="T73" fmla="*/ 0 h 2813050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</a:gdLst>
            <a:ahLst/>
            <a:cxnLst>
              <a:cxn ang="T74">
                <a:pos x="T0" y="T1"/>
              </a:cxn>
              <a:cxn ang="T75">
                <a:pos x="T2" y="T3"/>
              </a:cxn>
              <a:cxn ang="T76">
                <a:pos x="T4" y="T5"/>
              </a:cxn>
              <a:cxn ang="T77">
                <a:pos x="T6" y="T7"/>
              </a:cxn>
              <a:cxn ang="T78">
                <a:pos x="T8" y="T9"/>
              </a:cxn>
              <a:cxn ang="T79">
                <a:pos x="T10" y="T11"/>
              </a:cxn>
              <a:cxn ang="T80">
                <a:pos x="T12" y="T13"/>
              </a:cxn>
              <a:cxn ang="T81">
                <a:pos x="T14" y="T15"/>
              </a:cxn>
              <a:cxn ang="T82">
                <a:pos x="T16" y="T17"/>
              </a:cxn>
              <a:cxn ang="T83">
                <a:pos x="T18" y="T19"/>
              </a:cxn>
              <a:cxn ang="T84">
                <a:pos x="T20" y="T21"/>
              </a:cxn>
              <a:cxn ang="T85">
                <a:pos x="T22" y="T23"/>
              </a:cxn>
              <a:cxn ang="T86">
                <a:pos x="T24" y="T25"/>
              </a:cxn>
              <a:cxn ang="T87">
                <a:pos x="T26" y="T27"/>
              </a:cxn>
              <a:cxn ang="T88">
                <a:pos x="T28" y="T29"/>
              </a:cxn>
              <a:cxn ang="T89">
                <a:pos x="T30" y="T31"/>
              </a:cxn>
              <a:cxn ang="T90">
                <a:pos x="T32" y="T33"/>
              </a:cxn>
              <a:cxn ang="T91">
                <a:pos x="T34" y="T35"/>
              </a:cxn>
              <a:cxn ang="T92">
                <a:pos x="T36" y="T37"/>
              </a:cxn>
              <a:cxn ang="T93">
                <a:pos x="T38" y="T39"/>
              </a:cxn>
              <a:cxn ang="T94">
                <a:pos x="T40" y="T41"/>
              </a:cxn>
              <a:cxn ang="T95">
                <a:pos x="T42" y="T43"/>
              </a:cxn>
              <a:cxn ang="T96">
                <a:pos x="T44" y="T45"/>
              </a:cxn>
              <a:cxn ang="T97">
                <a:pos x="T46" y="T47"/>
              </a:cxn>
              <a:cxn ang="T98">
                <a:pos x="T48" y="T49"/>
              </a:cxn>
              <a:cxn ang="T99">
                <a:pos x="T50" y="T51"/>
              </a:cxn>
              <a:cxn ang="T100">
                <a:pos x="T52" y="T53"/>
              </a:cxn>
              <a:cxn ang="T101">
                <a:pos x="T54" y="T55"/>
              </a:cxn>
              <a:cxn ang="T102">
                <a:pos x="T56" y="T57"/>
              </a:cxn>
              <a:cxn ang="T103">
                <a:pos x="T58" y="T59"/>
              </a:cxn>
              <a:cxn ang="T104">
                <a:pos x="T60" y="T61"/>
              </a:cxn>
              <a:cxn ang="T105">
                <a:pos x="T62" y="T63"/>
              </a:cxn>
              <a:cxn ang="T106">
                <a:pos x="T64" y="T65"/>
              </a:cxn>
              <a:cxn ang="T107">
                <a:pos x="T66" y="T67"/>
              </a:cxn>
              <a:cxn ang="T108">
                <a:pos x="T68" y="T69"/>
              </a:cxn>
              <a:cxn ang="T109">
                <a:pos x="T70" y="T71"/>
              </a:cxn>
              <a:cxn ang="T110">
                <a:pos x="T72" y="T73"/>
              </a:cxn>
            </a:cxnLst>
            <a:rect l="0" t="0" r="r" b="b"/>
            <a:pathLst>
              <a:path w="9434830" h="2813050">
                <a:moveTo>
                  <a:pt x="9208795" y="0"/>
                </a:moveTo>
                <a:lnTo>
                  <a:pt x="225615" y="0"/>
                </a:lnTo>
                <a:lnTo>
                  <a:pt x="180296" y="4604"/>
                </a:lnTo>
                <a:lnTo>
                  <a:pt x="138017" y="17802"/>
                </a:lnTo>
                <a:lnTo>
                  <a:pt x="99702" y="38666"/>
                </a:lnTo>
                <a:lnTo>
                  <a:pt x="66278" y="66273"/>
                </a:lnTo>
                <a:lnTo>
                  <a:pt x="38670" y="99696"/>
                </a:lnTo>
                <a:lnTo>
                  <a:pt x="17803" y="138011"/>
                </a:lnTo>
                <a:lnTo>
                  <a:pt x="4605" y="180293"/>
                </a:lnTo>
                <a:lnTo>
                  <a:pt x="0" y="225615"/>
                </a:lnTo>
                <a:lnTo>
                  <a:pt x="0" y="2587155"/>
                </a:lnTo>
                <a:lnTo>
                  <a:pt x="4605" y="2632477"/>
                </a:lnTo>
                <a:lnTo>
                  <a:pt x="17803" y="2674758"/>
                </a:lnTo>
                <a:lnTo>
                  <a:pt x="38670" y="2713073"/>
                </a:lnTo>
                <a:lnTo>
                  <a:pt x="66278" y="2746497"/>
                </a:lnTo>
                <a:lnTo>
                  <a:pt x="99702" y="2774103"/>
                </a:lnTo>
                <a:lnTo>
                  <a:pt x="138017" y="2794968"/>
                </a:lnTo>
                <a:lnTo>
                  <a:pt x="180296" y="2808165"/>
                </a:lnTo>
                <a:lnTo>
                  <a:pt x="225615" y="2812770"/>
                </a:lnTo>
                <a:lnTo>
                  <a:pt x="9208795" y="2812770"/>
                </a:lnTo>
                <a:lnTo>
                  <a:pt x="9254117" y="2808165"/>
                </a:lnTo>
                <a:lnTo>
                  <a:pt x="9296399" y="2794968"/>
                </a:lnTo>
                <a:lnTo>
                  <a:pt x="9334714" y="2774103"/>
                </a:lnTo>
                <a:lnTo>
                  <a:pt x="9368137" y="2746497"/>
                </a:lnTo>
                <a:lnTo>
                  <a:pt x="9395744" y="2713073"/>
                </a:lnTo>
                <a:lnTo>
                  <a:pt x="9416608" y="2674758"/>
                </a:lnTo>
                <a:lnTo>
                  <a:pt x="9429806" y="2632477"/>
                </a:lnTo>
                <a:lnTo>
                  <a:pt x="9434410" y="2587155"/>
                </a:lnTo>
                <a:lnTo>
                  <a:pt x="9434410" y="225615"/>
                </a:lnTo>
                <a:lnTo>
                  <a:pt x="9429806" y="180293"/>
                </a:lnTo>
                <a:lnTo>
                  <a:pt x="9416608" y="138011"/>
                </a:lnTo>
                <a:lnTo>
                  <a:pt x="9395744" y="99696"/>
                </a:lnTo>
                <a:lnTo>
                  <a:pt x="9368137" y="66273"/>
                </a:lnTo>
                <a:lnTo>
                  <a:pt x="9334714" y="38666"/>
                </a:lnTo>
                <a:lnTo>
                  <a:pt x="9296399" y="17802"/>
                </a:lnTo>
                <a:lnTo>
                  <a:pt x="9254117" y="4604"/>
                </a:lnTo>
                <a:lnTo>
                  <a:pt x="920879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endParaRPr lang="ru-RU"/>
          </a:p>
        </p:txBody>
      </p:sp>
      <p:sp>
        <p:nvSpPr>
          <p:cNvPr id="18435" name="object 3">
            <a:extLst>
              <a:ext uri="{FF2B5EF4-FFF2-40B4-BE49-F238E27FC236}">
                <a16:creationId xmlns="" xmlns:a16="http://schemas.microsoft.com/office/drawing/2014/main" id="{4EEBBBD8-A82B-48F8-B28B-D1EFE637B9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6013" y="6196013"/>
            <a:ext cx="3819525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Исключение пересортицы при отгрузке клиентам.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sp>
        <p:nvSpPr>
          <p:cNvPr id="18436" name="object 4">
            <a:extLst>
              <a:ext uri="{FF2B5EF4-FFF2-40B4-BE49-F238E27FC236}">
                <a16:creationId xmlns="" xmlns:a16="http://schemas.microsoft.com/office/drawing/2014/main" id="{3C6B3F93-F0F1-4C57-AC23-DCAF63ED54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92313" y="4768850"/>
            <a:ext cx="6708775" cy="1096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8884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4213"/>
              </a:lnSpc>
              <a:spcBef>
                <a:spcPts val="150"/>
              </a:spcBef>
            </a:pPr>
            <a:r>
              <a:rPr lang="ru-RU" altLang="ru-RU" sz="38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Система</a:t>
            </a:r>
            <a:endParaRPr lang="ru-RU" altLang="ru-RU" sz="3800" dirty="0">
              <a:latin typeface="Inter Extra Bold" panose="02000903000000020004" pitchFamily="2" charset="0"/>
            </a:endParaRPr>
          </a:p>
          <a:p>
            <a:pPr eaLnBrk="1" hangingPunct="1">
              <a:lnSpc>
                <a:spcPts val="4213"/>
              </a:lnSpc>
            </a:pPr>
            <a:r>
              <a:rPr lang="ru-RU" altLang="ru-RU" sz="38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управления складом WMS</a:t>
            </a:r>
            <a:endParaRPr lang="ru-RU" altLang="ru-RU" sz="3800" dirty="0">
              <a:latin typeface="Inter Extra Bold" panose="02000903000000020004" pitchFamily="2" charset="0"/>
            </a:endParaRPr>
          </a:p>
        </p:txBody>
      </p:sp>
      <p:sp>
        <p:nvSpPr>
          <p:cNvPr id="18437" name="object 5">
            <a:extLst>
              <a:ext uri="{FF2B5EF4-FFF2-40B4-BE49-F238E27FC236}">
                <a16:creationId xmlns="" xmlns:a16="http://schemas.microsoft.com/office/drawing/2014/main" id="{6BFAEAB2-3C19-4CDB-919A-3BDFC37950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9221" y="8824296"/>
            <a:ext cx="16092488" cy="7875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7890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3000"/>
              </a:lnSpc>
              <a:spcBef>
                <a:spcPts val="0"/>
              </a:spcBef>
            </a:pPr>
            <a:r>
              <a:rPr lang="ru-RU" altLang="ru-RU" sz="2500" b="1" dirty="0">
                <a:solidFill>
                  <a:srgbClr val="656565"/>
                </a:solidFill>
                <a:latin typeface="Inter Regular" panose="02000503000000020004" pitchFamily="2" charset="0"/>
              </a:rPr>
              <a:t>«</a:t>
            </a:r>
            <a:r>
              <a:rPr lang="ru-RU" altLang="ru-RU" sz="2500" b="1" dirty="0" err="1">
                <a:solidFill>
                  <a:srgbClr val="656565"/>
                </a:solidFill>
                <a:latin typeface="Inter Regular" panose="02000503000000020004" pitchFamily="2" charset="0"/>
              </a:rPr>
              <a:t>Эмпилс</a:t>
            </a:r>
            <a:r>
              <a:rPr lang="ru-RU" altLang="ru-RU" sz="2500" b="1" dirty="0">
                <a:solidFill>
                  <a:srgbClr val="656565"/>
                </a:solidFill>
                <a:latin typeface="Inter Regular" panose="02000503000000020004" pitchFamily="2" charset="0"/>
              </a:rPr>
              <a:t>» обеспечивает </a:t>
            </a:r>
            <a:r>
              <a:rPr lang="ru-RU" altLang="ru-RU" sz="2500" b="1" dirty="0">
                <a:solidFill>
                  <a:srgbClr val="F18324"/>
                </a:solidFill>
                <a:latin typeface="Inter Regular" panose="02000503000000020004" pitchFamily="2" charset="0"/>
              </a:rPr>
              <a:t>гибкий подход к объему партий</a:t>
            </a:r>
            <a:r>
              <a:rPr lang="ru-RU" altLang="ru-RU" sz="2500" b="1" dirty="0">
                <a:solidFill>
                  <a:srgbClr val="656565"/>
                </a:solidFill>
                <a:latin typeface="Inter Regular" panose="02000503000000020004" pitchFamily="2" charset="0"/>
              </a:rPr>
              <a:t>, доставляя грузы автомобильным и железнодорожным транспортом </a:t>
            </a:r>
            <a:r>
              <a:rPr lang="ru-RU" altLang="ru-RU" sz="2500" b="1" dirty="0">
                <a:solidFill>
                  <a:srgbClr val="F18324"/>
                </a:solidFill>
                <a:latin typeface="Inter Regular" panose="02000503000000020004" pitchFamily="2" charset="0"/>
              </a:rPr>
              <a:t>во все регионы страны и за рубеж </a:t>
            </a:r>
            <a:r>
              <a:rPr lang="ru-RU" altLang="ru-RU" sz="2500" b="1" dirty="0">
                <a:solidFill>
                  <a:srgbClr val="656565"/>
                </a:solidFill>
                <a:latin typeface="Inter Regular" panose="02000503000000020004" pitchFamily="2" charset="0"/>
              </a:rPr>
              <a:t>в оптимальные сроки.</a:t>
            </a:r>
            <a:endParaRPr lang="ru-RU" altLang="ru-RU" sz="2500" b="1" dirty="0">
              <a:latin typeface="Inter Regular" panose="02000503000000020004" pitchFamily="2" charset="0"/>
            </a:endParaRPr>
          </a:p>
        </p:txBody>
      </p:sp>
      <p:sp>
        <p:nvSpPr>
          <p:cNvPr id="18438" name="object 6">
            <a:extLst>
              <a:ext uri="{FF2B5EF4-FFF2-40B4-BE49-F238E27FC236}">
                <a16:creationId xmlns="" xmlns:a16="http://schemas.microsoft.com/office/drawing/2014/main" id="{4B2F3912-4C10-4938-A870-D842A772B0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45013" y="2163763"/>
            <a:ext cx="3840162" cy="2192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489994" rIns="0" bIns="0">
            <a:spAutoFit/>
          </a:bodyPr>
          <a:lstStyle>
            <a:lvl1pPr marL="58738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3863"/>
              </a:spcBef>
            </a:pPr>
            <a:r>
              <a:rPr lang="ru-RU" altLang="ru-RU" sz="6700" b="1" dirty="0">
                <a:solidFill>
                  <a:srgbClr val="F47629"/>
                </a:solidFill>
                <a:latin typeface="Roboto" panose="02000000000000000000" pitchFamily="2" charset="0"/>
              </a:rPr>
              <a:t>36 000</a:t>
            </a:r>
            <a:r>
              <a:rPr lang="ru-RU" altLang="ru-RU" sz="6700" b="1" dirty="0">
                <a:solidFill>
                  <a:srgbClr val="F08327"/>
                </a:solidFill>
                <a:latin typeface="Roboto" panose="02000000000000000000" pitchFamily="2" charset="0"/>
              </a:rPr>
              <a:t> </a:t>
            </a:r>
            <a:r>
              <a:rPr lang="ru-RU" altLang="ru-RU" sz="3600" b="1" dirty="0">
                <a:solidFill>
                  <a:srgbClr val="F47629"/>
                </a:solidFill>
                <a:latin typeface="Roboto" panose="02000000000000000000" pitchFamily="2" charset="0"/>
              </a:rPr>
              <a:t>м</a:t>
            </a:r>
            <a:r>
              <a:rPr lang="ru-RU" altLang="ru-RU" sz="3100" b="1" baseline="32000" dirty="0">
                <a:solidFill>
                  <a:srgbClr val="F47629"/>
                </a:solidFill>
                <a:latin typeface="Roboto" panose="02000000000000000000" pitchFamily="2" charset="0"/>
              </a:rPr>
              <a:t>2</a:t>
            </a:r>
            <a:endParaRPr lang="ru-RU" altLang="ru-RU" sz="3100" baseline="32000" dirty="0">
              <a:solidFill>
                <a:srgbClr val="F47629"/>
              </a:solidFill>
              <a:latin typeface="Roboto" panose="02000000000000000000" pitchFamily="2" charset="0"/>
            </a:endParaRPr>
          </a:p>
          <a:p>
            <a:pPr eaLnBrk="1" hangingPunct="1">
              <a:lnSpc>
                <a:spcPts val="1875"/>
              </a:lnSpc>
              <a:spcBef>
                <a:spcPts val="1400"/>
              </a:spcBef>
            </a:pPr>
            <a:r>
              <a:rPr lang="ru-RU" altLang="ru-RU" sz="1900" b="1" dirty="0">
                <a:solidFill>
                  <a:srgbClr val="4A4949"/>
                </a:solidFill>
                <a:latin typeface="Inter Bold" panose="02000803000000020004" pitchFamily="2" charset="0"/>
              </a:rPr>
              <a:t>площадь складов компании</a:t>
            </a:r>
            <a:endParaRPr lang="ru-RU" altLang="ru-RU" sz="1900" dirty="0">
              <a:latin typeface="Inter Bold" panose="02000803000000020004" pitchFamily="2" charset="0"/>
            </a:endParaRPr>
          </a:p>
        </p:txBody>
      </p:sp>
      <p:sp>
        <p:nvSpPr>
          <p:cNvPr id="18439" name="object 7">
            <a:extLst>
              <a:ext uri="{FF2B5EF4-FFF2-40B4-BE49-F238E27FC236}">
                <a16:creationId xmlns="" xmlns:a16="http://schemas.microsoft.com/office/drawing/2014/main" id="{57863A7C-0AB6-4E54-BEEE-0096AA635A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9175" y="2151063"/>
            <a:ext cx="3813175" cy="2192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489994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3863"/>
              </a:spcBef>
            </a:pPr>
            <a:r>
              <a:rPr lang="ru-RU" altLang="ru-RU" sz="6700" b="1" dirty="0">
                <a:solidFill>
                  <a:srgbClr val="F47629"/>
                </a:solidFill>
                <a:latin typeface="Roboto" panose="02000000000000000000" pitchFamily="2" charset="0"/>
              </a:rPr>
              <a:t>&gt;6 000 </a:t>
            </a:r>
            <a:r>
              <a:rPr lang="ru-RU" altLang="ru-RU" sz="3600" b="1" dirty="0">
                <a:solidFill>
                  <a:srgbClr val="F47629"/>
                </a:solidFill>
                <a:latin typeface="Roboto" panose="02000000000000000000" pitchFamily="2" charset="0"/>
              </a:rPr>
              <a:t>км</a:t>
            </a:r>
            <a:endParaRPr lang="ru-RU" altLang="ru-RU" sz="3600" dirty="0">
              <a:solidFill>
                <a:srgbClr val="F47629"/>
              </a:solidFill>
              <a:latin typeface="Roboto" panose="02000000000000000000" pitchFamily="2" charset="0"/>
            </a:endParaRPr>
          </a:p>
          <a:p>
            <a:pPr eaLnBrk="1" hangingPunct="1">
              <a:lnSpc>
                <a:spcPts val="1875"/>
              </a:lnSpc>
              <a:spcBef>
                <a:spcPts val="1400"/>
              </a:spcBef>
            </a:pPr>
            <a:r>
              <a:rPr lang="ru-RU" altLang="ru-RU" sz="1900" b="1" dirty="0">
                <a:solidFill>
                  <a:srgbClr val="4A4949"/>
                </a:solidFill>
                <a:latin typeface="Inter Regular" panose="02000503000000020004" pitchFamily="2" charset="0"/>
              </a:rPr>
              <a:t>максимальное расстояние транспортировки</a:t>
            </a:r>
            <a:endParaRPr lang="ru-RU" altLang="ru-RU" sz="1900" dirty="0">
              <a:latin typeface="Inter Regular" panose="02000503000000020004" pitchFamily="2" charset="0"/>
            </a:endParaRPr>
          </a:p>
        </p:txBody>
      </p:sp>
      <p:grpSp>
        <p:nvGrpSpPr>
          <p:cNvPr id="18441" name="object 9">
            <a:extLst>
              <a:ext uri="{FF2B5EF4-FFF2-40B4-BE49-F238E27FC236}">
                <a16:creationId xmlns="" xmlns:a16="http://schemas.microsoft.com/office/drawing/2014/main" id="{5744B19F-DF2B-4F29-B55C-F368B0FBE316}"/>
              </a:ext>
            </a:extLst>
          </p:cNvPr>
          <p:cNvGrpSpPr>
            <a:grpSpLocks/>
          </p:cNvGrpSpPr>
          <p:nvPr/>
        </p:nvGrpSpPr>
        <p:grpSpPr bwMode="auto">
          <a:xfrm>
            <a:off x="4084638" y="2794000"/>
            <a:ext cx="90487" cy="1296988"/>
            <a:chOff x="861432" y="1611623"/>
            <a:chExt cx="52705" cy="953769"/>
          </a:xfrm>
        </p:grpSpPr>
        <p:sp>
          <p:nvSpPr>
            <p:cNvPr id="18461" name="object 10">
              <a:extLst>
                <a:ext uri="{FF2B5EF4-FFF2-40B4-BE49-F238E27FC236}">
                  <a16:creationId xmlns="" xmlns:a16="http://schemas.microsoft.com/office/drawing/2014/main" id="{ABB84DE7-AF56-4512-84B6-1DD676147095}"/>
                </a:ext>
              </a:extLst>
            </p:cNvPr>
            <p:cNvSpPr>
              <a:spLocks/>
            </p:cNvSpPr>
            <p:nvPr/>
          </p:nvSpPr>
          <p:spPr bwMode="auto">
            <a:xfrm>
              <a:off x="887717" y="1637899"/>
              <a:ext cx="0" cy="901065"/>
            </a:xfrm>
            <a:custGeom>
              <a:avLst/>
              <a:gdLst>
                <a:gd name="T0" fmla="*/ 0 h 901064"/>
                <a:gd name="T1" fmla="*/ 900995 h 901064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901064">
                  <a:moveTo>
                    <a:pt x="0" y="0"/>
                  </a:moveTo>
                  <a:lnTo>
                    <a:pt x="0" y="900988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8462" name="object 11">
              <a:extLst>
                <a:ext uri="{FF2B5EF4-FFF2-40B4-BE49-F238E27FC236}">
                  <a16:creationId xmlns="" xmlns:a16="http://schemas.microsoft.com/office/drawing/2014/main" id="{30E9207F-7293-49FE-87E2-4E7850DE5AF4}"/>
                </a:ext>
              </a:extLst>
            </p:cNvPr>
            <p:cNvSpPr>
              <a:spLocks/>
            </p:cNvSpPr>
            <p:nvPr/>
          </p:nvSpPr>
          <p:spPr bwMode="auto">
            <a:xfrm>
              <a:off x="861428" y="1611629"/>
              <a:ext cx="52705" cy="953769"/>
            </a:xfrm>
            <a:custGeom>
              <a:avLst/>
              <a:gdLst>
                <a:gd name="T0" fmla="*/ 52565 w 52705"/>
                <a:gd name="T1" fmla="*/ 927265 h 953769"/>
                <a:gd name="T2" fmla="*/ 50495 w 52705"/>
                <a:gd name="T3" fmla="*/ 917041 h 953769"/>
                <a:gd name="T4" fmla="*/ 44869 w 52705"/>
                <a:gd name="T5" fmla="*/ 908685 h 953769"/>
                <a:gd name="T6" fmla="*/ 36512 w 52705"/>
                <a:gd name="T7" fmla="*/ 903058 h 953769"/>
                <a:gd name="T8" fmla="*/ 26289 w 52705"/>
                <a:gd name="T9" fmla="*/ 900988 h 953769"/>
                <a:gd name="T10" fmla="*/ 16052 w 52705"/>
                <a:gd name="T11" fmla="*/ 903058 h 953769"/>
                <a:gd name="T12" fmla="*/ 7696 w 52705"/>
                <a:gd name="T13" fmla="*/ 908685 h 953769"/>
                <a:gd name="T14" fmla="*/ 2070 w 52705"/>
                <a:gd name="T15" fmla="*/ 917041 h 953769"/>
                <a:gd name="T16" fmla="*/ 0 w 52705"/>
                <a:gd name="T17" fmla="*/ 927265 h 953769"/>
                <a:gd name="T18" fmla="*/ 2070 w 52705"/>
                <a:gd name="T19" fmla="*/ 937501 h 953769"/>
                <a:gd name="T20" fmla="*/ 7696 w 52705"/>
                <a:gd name="T21" fmla="*/ 945857 h 953769"/>
                <a:gd name="T22" fmla="*/ 16052 w 52705"/>
                <a:gd name="T23" fmla="*/ 951484 h 953769"/>
                <a:gd name="T24" fmla="*/ 26289 w 52705"/>
                <a:gd name="T25" fmla="*/ 953541 h 953769"/>
                <a:gd name="T26" fmla="*/ 36512 w 52705"/>
                <a:gd name="T27" fmla="*/ 951484 h 953769"/>
                <a:gd name="T28" fmla="*/ 44869 w 52705"/>
                <a:gd name="T29" fmla="*/ 945857 h 953769"/>
                <a:gd name="T30" fmla="*/ 50495 w 52705"/>
                <a:gd name="T31" fmla="*/ 937501 h 953769"/>
                <a:gd name="T32" fmla="*/ 52565 w 52705"/>
                <a:gd name="T33" fmla="*/ 927265 h 953769"/>
                <a:gd name="T34" fmla="*/ 52565 w 52705"/>
                <a:gd name="T35" fmla="*/ 26276 h 953769"/>
                <a:gd name="T36" fmla="*/ 50495 w 52705"/>
                <a:gd name="T37" fmla="*/ 16052 h 953769"/>
                <a:gd name="T38" fmla="*/ 44869 w 52705"/>
                <a:gd name="T39" fmla="*/ 7696 h 953769"/>
                <a:gd name="T40" fmla="*/ 36512 w 52705"/>
                <a:gd name="T41" fmla="*/ 2070 h 953769"/>
                <a:gd name="T42" fmla="*/ 26289 w 52705"/>
                <a:gd name="T43" fmla="*/ 0 h 953769"/>
                <a:gd name="T44" fmla="*/ 16052 w 52705"/>
                <a:gd name="T45" fmla="*/ 2070 h 953769"/>
                <a:gd name="T46" fmla="*/ 7696 w 52705"/>
                <a:gd name="T47" fmla="*/ 7696 h 953769"/>
                <a:gd name="T48" fmla="*/ 2070 w 52705"/>
                <a:gd name="T49" fmla="*/ 16052 h 953769"/>
                <a:gd name="T50" fmla="*/ 0 w 52705"/>
                <a:gd name="T51" fmla="*/ 26276 h 953769"/>
                <a:gd name="T52" fmla="*/ 2070 w 52705"/>
                <a:gd name="T53" fmla="*/ 36499 h 953769"/>
                <a:gd name="T54" fmla="*/ 7696 w 52705"/>
                <a:gd name="T55" fmla="*/ 44856 h 953769"/>
                <a:gd name="T56" fmla="*/ 16052 w 52705"/>
                <a:gd name="T57" fmla="*/ 50482 h 953769"/>
                <a:gd name="T58" fmla="*/ 26289 w 52705"/>
                <a:gd name="T59" fmla="*/ 52552 h 953769"/>
                <a:gd name="T60" fmla="*/ 36512 w 52705"/>
                <a:gd name="T61" fmla="*/ 50482 h 953769"/>
                <a:gd name="T62" fmla="*/ 44869 w 52705"/>
                <a:gd name="T63" fmla="*/ 44856 h 953769"/>
                <a:gd name="T64" fmla="*/ 50495 w 52705"/>
                <a:gd name="T65" fmla="*/ 36499 h 953769"/>
                <a:gd name="T66" fmla="*/ 52565 w 52705"/>
                <a:gd name="T67" fmla="*/ 26276 h 953769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52705" h="953769">
                  <a:moveTo>
                    <a:pt x="52565" y="927265"/>
                  </a:moveTo>
                  <a:lnTo>
                    <a:pt x="50495" y="917041"/>
                  </a:lnTo>
                  <a:lnTo>
                    <a:pt x="44869" y="908685"/>
                  </a:lnTo>
                  <a:lnTo>
                    <a:pt x="36512" y="903058"/>
                  </a:lnTo>
                  <a:lnTo>
                    <a:pt x="26289" y="900988"/>
                  </a:lnTo>
                  <a:lnTo>
                    <a:pt x="16052" y="903058"/>
                  </a:lnTo>
                  <a:lnTo>
                    <a:pt x="7696" y="908685"/>
                  </a:lnTo>
                  <a:lnTo>
                    <a:pt x="2070" y="917041"/>
                  </a:lnTo>
                  <a:lnTo>
                    <a:pt x="0" y="927265"/>
                  </a:lnTo>
                  <a:lnTo>
                    <a:pt x="2070" y="937501"/>
                  </a:lnTo>
                  <a:lnTo>
                    <a:pt x="7696" y="945857"/>
                  </a:lnTo>
                  <a:lnTo>
                    <a:pt x="16052" y="951484"/>
                  </a:lnTo>
                  <a:lnTo>
                    <a:pt x="26289" y="953541"/>
                  </a:lnTo>
                  <a:lnTo>
                    <a:pt x="36512" y="951484"/>
                  </a:lnTo>
                  <a:lnTo>
                    <a:pt x="44869" y="945857"/>
                  </a:lnTo>
                  <a:lnTo>
                    <a:pt x="50495" y="937501"/>
                  </a:lnTo>
                  <a:lnTo>
                    <a:pt x="52565" y="927265"/>
                  </a:lnTo>
                  <a:close/>
                </a:path>
                <a:path w="52705" h="953769">
                  <a:moveTo>
                    <a:pt x="52565" y="26276"/>
                  </a:moveTo>
                  <a:lnTo>
                    <a:pt x="50495" y="16052"/>
                  </a:lnTo>
                  <a:lnTo>
                    <a:pt x="44869" y="7696"/>
                  </a:lnTo>
                  <a:lnTo>
                    <a:pt x="36512" y="2070"/>
                  </a:lnTo>
                  <a:lnTo>
                    <a:pt x="26289" y="0"/>
                  </a:lnTo>
                  <a:lnTo>
                    <a:pt x="16052" y="2070"/>
                  </a:lnTo>
                  <a:lnTo>
                    <a:pt x="7696" y="7696"/>
                  </a:lnTo>
                  <a:lnTo>
                    <a:pt x="2070" y="16052"/>
                  </a:lnTo>
                  <a:lnTo>
                    <a:pt x="0" y="26276"/>
                  </a:lnTo>
                  <a:lnTo>
                    <a:pt x="2070" y="36499"/>
                  </a:lnTo>
                  <a:lnTo>
                    <a:pt x="7696" y="44856"/>
                  </a:lnTo>
                  <a:lnTo>
                    <a:pt x="16052" y="50482"/>
                  </a:lnTo>
                  <a:lnTo>
                    <a:pt x="26289" y="52552"/>
                  </a:lnTo>
                  <a:lnTo>
                    <a:pt x="36512" y="50482"/>
                  </a:lnTo>
                  <a:lnTo>
                    <a:pt x="44869" y="44856"/>
                  </a:lnTo>
                  <a:lnTo>
                    <a:pt x="50495" y="36499"/>
                  </a:lnTo>
                  <a:lnTo>
                    <a:pt x="52565" y="2627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pSp>
        <p:nvGrpSpPr>
          <p:cNvPr id="18442" name="object 12">
            <a:extLst>
              <a:ext uri="{FF2B5EF4-FFF2-40B4-BE49-F238E27FC236}">
                <a16:creationId xmlns="" xmlns:a16="http://schemas.microsoft.com/office/drawing/2014/main" id="{20075E67-9B97-40FA-B55B-B3FFC5E5E4CF}"/>
              </a:ext>
            </a:extLst>
          </p:cNvPr>
          <p:cNvGrpSpPr>
            <a:grpSpLocks/>
          </p:cNvGrpSpPr>
          <p:nvPr/>
        </p:nvGrpSpPr>
        <p:grpSpPr bwMode="auto">
          <a:xfrm>
            <a:off x="9458325" y="2781300"/>
            <a:ext cx="88900" cy="1296988"/>
            <a:chOff x="3924923" y="1611623"/>
            <a:chExt cx="52705" cy="953769"/>
          </a:xfrm>
        </p:grpSpPr>
        <p:sp>
          <p:nvSpPr>
            <p:cNvPr id="18459" name="object 13">
              <a:extLst>
                <a:ext uri="{FF2B5EF4-FFF2-40B4-BE49-F238E27FC236}">
                  <a16:creationId xmlns="" xmlns:a16="http://schemas.microsoft.com/office/drawing/2014/main" id="{17528BDB-B9BE-46E4-B173-66778E5EB4F6}"/>
                </a:ext>
              </a:extLst>
            </p:cNvPr>
            <p:cNvSpPr>
              <a:spLocks/>
            </p:cNvSpPr>
            <p:nvPr/>
          </p:nvSpPr>
          <p:spPr bwMode="auto">
            <a:xfrm>
              <a:off x="3951208" y="1637899"/>
              <a:ext cx="0" cy="901065"/>
            </a:xfrm>
            <a:custGeom>
              <a:avLst/>
              <a:gdLst>
                <a:gd name="T0" fmla="*/ 0 h 901064"/>
                <a:gd name="T1" fmla="*/ 900995 h 901064"/>
                <a:gd name="T2" fmla="*/ 0 60000 65536"/>
                <a:gd name="T3" fmla="*/ 0 60000 65536"/>
              </a:gdLst>
              <a:ahLst/>
              <a:cxnLst>
                <a:cxn ang="T2">
                  <a:pos x="0" y="T0"/>
                </a:cxn>
                <a:cxn ang="T3">
                  <a:pos x="0" y="T1"/>
                </a:cxn>
              </a:cxnLst>
              <a:rect l="0" t="0" r="r" b="b"/>
              <a:pathLst>
                <a:path h="901064">
                  <a:moveTo>
                    <a:pt x="0" y="0"/>
                  </a:moveTo>
                  <a:lnTo>
                    <a:pt x="0" y="900988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18460" name="object 14">
              <a:extLst>
                <a:ext uri="{FF2B5EF4-FFF2-40B4-BE49-F238E27FC236}">
                  <a16:creationId xmlns="" xmlns:a16="http://schemas.microsoft.com/office/drawing/2014/main" id="{634053E7-8A88-4B67-BE74-7B49C7FDE512}"/>
                </a:ext>
              </a:extLst>
            </p:cNvPr>
            <p:cNvSpPr>
              <a:spLocks/>
            </p:cNvSpPr>
            <p:nvPr/>
          </p:nvSpPr>
          <p:spPr bwMode="auto">
            <a:xfrm>
              <a:off x="3924922" y="1611629"/>
              <a:ext cx="52705" cy="953769"/>
            </a:xfrm>
            <a:custGeom>
              <a:avLst/>
              <a:gdLst>
                <a:gd name="T0" fmla="*/ 52572 w 52704"/>
                <a:gd name="T1" fmla="*/ 927265 h 953769"/>
                <a:gd name="T2" fmla="*/ 50502 w 52704"/>
                <a:gd name="T3" fmla="*/ 917041 h 953769"/>
                <a:gd name="T4" fmla="*/ 44876 w 52704"/>
                <a:gd name="T5" fmla="*/ 908685 h 953769"/>
                <a:gd name="T6" fmla="*/ 36519 w 52704"/>
                <a:gd name="T7" fmla="*/ 903058 h 953769"/>
                <a:gd name="T8" fmla="*/ 26289 w 52704"/>
                <a:gd name="T9" fmla="*/ 900988 h 953769"/>
                <a:gd name="T10" fmla="*/ 16052 w 52704"/>
                <a:gd name="T11" fmla="*/ 903058 h 953769"/>
                <a:gd name="T12" fmla="*/ 7696 w 52704"/>
                <a:gd name="T13" fmla="*/ 908685 h 953769"/>
                <a:gd name="T14" fmla="*/ 2057 w 52704"/>
                <a:gd name="T15" fmla="*/ 917041 h 953769"/>
                <a:gd name="T16" fmla="*/ 0 w 52704"/>
                <a:gd name="T17" fmla="*/ 927265 h 953769"/>
                <a:gd name="T18" fmla="*/ 2057 w 52704"/>
                <a:gd name="T19" fmla="*/ 937501 h 953769"/>
                <a:gd name="T20" fmla="*/ 7696 w 52704"/>
                <a:gd name="T21" fmla="*/ 945857 h 953769"/>
                <a:gd name="T22" fmla="*/ 16052 w 52704"/>
                <a:gd name="T23" fmla="*/ 951484 h 953769"/>
                <a:gd name="T24" fmla="*/ 26289 w 52704"/>
                <a:gd name="T25" fmla="*/ 953541 h 953769"/>
                <a:gd name="T26" fmla="*/ 36519 w 52704"/>
                <a:gd name="T27" fmla="*/ 951484 h 953769"/>
                <a:gd name="T28" fmla="*/ 44876 w 52704"/>
                <a:gd name="T29" fmla="*/ 945857 h 953769"/>
                <a:gd name="T30" fmla="*/ 50502 w 52704"/>
                <a:gd name="T31" fmla="*/ 937501 h 953769"/>
                <a:gd name="T32" fmla="*/ 52572 w 52704"/>
                <a:gd name="T33" fmla="*/ 927265 h 953769"/>
                <a:gd name="T34" fmla="*/ 52572 w 52704"/>
                <a:gd name="T35" fmla="*/ 26276 h 953769"/>
                <a:gd name="T36" fmla="*/ 50502 w 52704"/>
                <a:gd name="T37" fmla="*/ 16052 h 953769"/>
                <a:gd name="T38" fmla="*/ 44876 w 52704"/>
                <a:gd name="T39" fmla="*/ 7696 h 953769"/>
                <a:gd name="T40" fmla="*/ 36519 w 52704"/>
                <a:gd name="T41" fmla="*/ 2070 h 953769"/>
                <a:gd name="T42" fmla="*/ 26289 w 52704"/>
                <a:gd name="T43" fmla="*/ 0 h 953769"/>
                <a:gd name="T44" fmla="*/ 16052 w 52704"/>
                <a:gd name="T45" fmla="*/ 2070 h 953769"/>
                <a:gd name="T46" fmla="*/ 7696 w 52704"/>
                <a:gd name="T47" fmla="*/ 7696 h 953769"/>
                <a:gd name="T48" fmla="*/ 2057 w 52704"/>
                <a:gd name="T49" fmla="*/ 16052 h 953769"/>
                <a:gd name="T50" fmla="*/ 0 w 52704"/>
                <a:gd name="T51" fmla="*/ 26276 h 953769"/>
                <a:gd name="T52" fmla="*/ 2057 w 52704"/>
                <a:gd name="T53" fmla="*/ 36499 h 953769"/>
                <a:gd name="T54" fmla="*/ 7696 w 52704"/>
                <a:gd name="T55" fmla="*/ 44856 h 953769"/>
                <a:gd name="T56" fmla="*/ 16052 w 52704"/>
                <a:gd name="T57" fmla="*/ 50482 h 953769"/>
                <a:gd name="T58" fmla="*/ 26289 w 52704"/>
                <a:gd name="T59" fmla="*/ 52552 h 953769"/>
                <a:gd name="T60" fmla="*/ 36519 w 52704"/>
                <a:gd name="T61" fmla="*/ 50482 h 953769"/>
                <a:gd name="T62" fmla="*/ 44876 w 52704"/>
                <a:gd name="T63" fmla="*/ 44856 h 953769"/>
                <a:gd name="T64" fmla="*/ 50502 w 52704"/>
                <a:gd name="T65" fmla="*/ 36499 h 953769"/>
                <a:gd name="T66" fmla="*/ 52572 w 52704"/>
                <a:gd name="T67" fmla="*/ 26276 h 953769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</a:gdLst>
              <a:ahLst/>
              <a:cxnLst>
                <a:cxn ang="T68">
                  <a:pos x="T0" y="T1"/>
                </a:cxn>
                <a:cxn ang="T69">
                  <a:pos x="T2" y="T3"/>
                </a:cxn>
                <a:cxn ang="T70">
                  <a:pos x="T4" y="T5"/>
                </a:cxn>
                <a:cxn ang="T71">
                  <a:pos x="T6" y="T7"/>
                </a:cxn>
                <a:cxn ang="T72">
                  <a:pos x="T8" y="T9"/>
                </a:cxn>
                <a:cxn ang="T73">
                  <a:pos x="T10" y="T11"/>
                </a:cxn>
                <a:cxn ang="T74">
                  <a:pos x="T12" y="T13"/>
                </a:cxn>
                <a:cxn ang="T75">
                  <a:pos x="T14" y="T15"/>
                </a:cxn>
                <a:cxn ang="T76">
                  <a:pos x="T16" y="T17"/>
                </a:cxn>
                <a:cxn ang="T77">
                  <a:pos x="T18" y="T19"/>
                </a:cxn>
                <a:cxn ang="T78">
                  <a:pos x="T20" y="T21"/>
                </a:cxn>
                <a:cxn ang="T79">
                  <a:pos x="T22" y="T23"/>
                </a:cxn>
                <a:cxn ang="T80">
                  <a:pos x="T24" y="T25"/>
                </a:cxn>
                <a:cxn ang="T81">
                  <a:pos x="T26" y="T27"/>
                </a:cxn>
                <a:cxn ang="T82">
                  <a:pos x="T28" y="T29"/>
                </a:cxn>
                <a:cxn ang="T83">
                  <a:pos x="T30" y="T31"/>
                </a:cxn>
                <a:cxn ang="T84">
                  <a:pos x="T32" y="T33"/>
                </a:cxn>
                <a:cxn ang="T85">
                  <a:pos x="T34" y="T35"/>
                </a:cxn>
                <a:cxn ang="T86">
                  <a:pos x="T36" y="T37"/>
                </a:cxn>
                <a:cxn ang="T87">
                  <a:pos x="T38" y="T39"/>
                </a:cxn>
                <a:cxn ang="T88">
                  <a:pos x="T40" y="T41"/>
                </a:cxn>
                <a:cxn ang="T89">
                  <a:pos x="T42" y="T43"/>
                </a:cxn>
                <a:cxn ang="T90">
                  <a:pos x="T44" y="T45"/>
                </a:cxn>
                <a:cxn ang="T91">
                  <a:pos x="T46" y="T47"/>
                </a:cxn>
                <a:cxn ang="T92">
                  <a:pos x="T48" y="T49"/>
                </a:cxn>
                <a:cxn ang="T93">
                  <a:pos x="T50" y="T51"/>
                </a:cxn>
                <a:cxn ang="T94">
                  <a:pos x="T52" y="T53"/>
                </a:cxn>
                <a:cxn ang="T95">
                  <a:pos x="T54" y="T55"/>
                </a:cxn>
                <a:cxn ang="T96">
                  <a:pos x="T56" y="T57"/>
                </a:cxn>
                <a:cxn ang="T97">
                  <a:pos x="T58" y="T59"/>
                </a:cxn>
                <a:cxn ang="T98">
                  <a:pos x="T60" y="T61"/>
                </a:cxn>
                <a:cxn ang="T99">
                  <a:pos x="T62" y="T63"/>
                </a:cxn>
                <a:cxn ang="T100">
                  <a:pos x="T64" y="T65"/>
                </a:cxn>
                <a:cxn ang="T101">
                  <a:pos x="T66" y="T67"/>
                </a:cxn>
              </a:cxnLst>
              <a:rect l="0" t="0" r="r" b="b"/>
              <a:pathLst>
                <a:path w="52704" h="953769">
                  <a:moveTo>
                    <a:pt x="52565" y="927265"/>
                  </a:moveTo>
                  <a:lnTo>
                    <a:pt x="50495" y="917041"/>
                  </a:lnTo>
                  <a:lnTo>
                    <a:pt x="44869" y="908685"/>
                  </a:lnTo>
                  <a:lnTo>
                    <a:pt x="36512" y="903058"/>
                  </a:lnTo>
                  <a:lnTo>
                    <a:pt x="26289" y="900988"/>
                  </a:lnTo>
                  <a:lnTo>
                    <a:pt x="16052" y="903058"/>
                  </a:lnTo>
                  <a:lnTo>
                    <a:pt x="7696" y="908685"/>
                  </a:lnTo>
                  <a:lnTo>
                    <a:pt x="2057" y="917041"/>
                  </a:lnTo>
                  <a:lnTo>
                    <a:pt x="0" y="927265"/>
                  </a:lnTo>
                  <a:lnTo>
                    <a:pt x="2057" y="937501"/>
                  </a:lnTo>
                  <a:lnTo>
                    <a:pt x="7696" y="945857"/>
                  </a:lnTo>
                  <a:lnTo>
                    <a:pt x="16052" y="951484"/>
                  </a:lnTo>
                  <a:lnTo>
                    <a:pt x="26289" y="953541"/>
                  </a:lnTo>
                  <a:lnTo>
                    <a:pt x="36512" y="951484"/>
                  </a:lnTo>
                  <a:lnTo>
                    <a:pt x="44869" y="945857"/>
                  </a:lnTo>
                  <a:lnTo>
                    <a:pt x="50495" y="937501"/>
                  </a:lnTo>
                  <a:lnTo>
                    <a:pt x="52565" y="927265"/>
                  </a:lnTo>
                  <a:close/>
                </a:path>
                <a:path w="52704" h="953769">
                  <a:moveTo>
                    <a:pt x="52565" y="26276"/>
                  </a:moveTo>
                  <a:lnTo>
                    <a:pt x="50495" y="16052"/>
                  </a:lnTo>
                  <a:lnTo>
                    <a:pt x="44869" y="7696"/>
                  </a:lnTo>
                  <a:lnTo>
                    <a:pt x="36512" y="2070"/>
                  </a:lnTo>
                  <a:lnTo>
                    <a:pt x="26289" y="0"/>
                  </a:lnTo>
                  <a:lnTo>
                    <a:pt x="16052" y="2070"/>
                  </a:lnTo>
                  <a:lnTo>
                    <a:pt x="7696" y="7696"/>
                  </a:lnTo>
                  <a:lnTo>
                    <a:pt x="2057" y="16052"/>
                  </a:lnTo>
                  <a:lnTo>
                    <a:pt x="0" y="26276"/>
                  </a:lnTo>
                  <a:lnTo>
                    <a:pt x="2057" y="36499"/>
                  </a:lnTo>
                  <a:lnTo>
                    <a:pt x="7696" y="44856"/>
                  </a:lnTo>
                  <a:lnTo>
                    <a:pt x="16052" y="50482"/>
                  </a:lnTo>
                  <a:lnTo>
                    <a:pt x="26289" y="52552"/>
                  </a:lnTo>
                  <a:lnTo>
                    <a:pt x="36512" y="50482"/>
                  </a:lnTo>
                  <a:lnTo>
                    <a:pt x="44869" y="44856"/>
                  </a:lnTo>
                  <a:lnTo>
                    <a:pt x="50495" y="36499"/>
                  </a:lnTo>
                  <a:lnTo>
                    <a:pt x="52565" y="2627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sp>
        <p:nvSpPr>
          <p:cNvPr id="18444" name="object 24">
            <a:extLst>
              <a:ext uri="{FF2B5EF4-FFF2-40B4-BE49-F238E27FC236}">
                <a16:creationId xmlns="" xmlns:a16="http://schemas.microsoft.com/office/drawing/2014/main" id="{EAA88C5F-6616-42DE-8833-0B4578414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7938" y="6196013"/>
            <a:ext cx="41148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Соблюдение обязательств в части гарантийного срока.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sp>
        <p:nvSpPr>
          <p:cNvPr id="18445" name="object 25">
            <a:extLst>
              <a:ext uri="{FF2B5EF4-FFF2-40B4-BE49-F238E27FC236}">
                <a16:creationId xmlns="" xmlns:a16="http://schemas.microsoft.com/office/drawing/2014/main" id="{150B18B0-62C7-45F6-AED6-564B9520F2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88963" y="6196013"/>
            <a:ext cx="3592512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Качественная и быстрая отработка претензий.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sp>
        <p:nvSpPr>
          <p:cNvPr id="18446" name="object 26">
            <a:extLst>
              <a:ext uri="{FF2B5EF4-FFF2-40B4-BE49-F238E27FC236}">
                <a16:creationId xmlns="" xmlns:a16="http://schemas.microsoft.com/office/drawing/2014/main" id="{3565D29A-BD99-47D8-8724-B186414240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6013" y="7351713"/>
            <a:ext cx="3541712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Исключение нарушений в очередности отгрузок.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sp>
        <p:nvSpPr>
          <p:cNvPr id="18447" name="object 27">
            <a:extLst>
              <a:ext uri="{FF2B5EF4-FFF2-40B4-BE49-F238E27FC236}">
                <a16:creationId xmlns="" xmlns:a16="http://schemas.microsoft.com/office/drawing/2014/main" id="{A4DDB0E5-5943-4B23-925B-5B00469DCB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7938" y="7351713"/>
            <a:ext cx="4295775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200">
                <a:solidFill>
                  <a:srgbClr val="1D1D1B"/>
                </a:solidFill>
                <a:latin typeface="Inter Regular" panose="02000503000000020004" pitchFamily="2" charset="0"/>
              </a:rPr>
              <a:t>Строгое соблюдение условий хранения продукции.</a:t>
            </a:r>
            <a:endParaRPr lang="ru-RU" altLang="ru-RU" sz="2200">
              <a:latin typeface="Inter Regular" panose="02000503000000020004" pitchFamily="2" charset="0"/>
            </a:endParaRPr>
          </a:p>
        </p:txBody>
      </p:sp>
      <p:sp>
        <p:nvSpPr>
          <p:cNvPr id="55" name="object 32">
            <a:extLst>
              <a:ext uri="{FF2B5EF4-FFF2-40B4-BE49-F238E27FC236}">
                <a16:creationId xmlns="" xmlns:a16="http://schemas.microsoft.com/office/drawing/2014/main" id="{916ECEFD-C687-40D6-A0B0-42E218FC7A1E}"/>
              </a:ext>
            </a:extLst>
          </p:cNvPr>
          <p:cNvSpPr txBox="1">
            <a:spLocks/>
          </p:cNvSpPr>
          <p:nvPr/>
        </p:nvSpPr>
        <p:spPr>
          <a:xfrm>
            <a:off x="1282700" y="579438"/>
            <a:ext cx="9925050" cy="1377298"/>
          </a:xfrm>
          <a:prstGeom prst="rect">
            <a:avLst/>
          </a:prstGeom>
        </p:spPr>
        <p:txBody>
          <a:bodyPr lIns="0" tIns="22858" rIns="0" bIns="0">
            <a:sp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9878" algn="l" fontAlgn="auto">
              <a:spcBef>
                <a:spcPts val="178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rgbClr val="656565"/>
                </a:solidFill>
                <a:latin typeface="Inter Extra Bold" panose="02000903000000020004" pitchFamily="2" charset="0"/>
                <a:ea typeface="+mn-ea"/>
                <a:cs typeface="Arial" panose="020B0604020202020204" pitchFamily="34" charset="0"/>
              </a:rPr>
              <a:t>ЛОГИСТИКА И СКЛАДСКОЙ КОМПЛЕКС</a:t>
            </a:r>
          </a:p>
        </p:txBody>
      </p:sp>
      <p:grpSp>
        <p:nvGrpSpPr>
          <p:cNvPr id="18449" name="object 18">
            <a:extLst>
              <a:ext uri="{FF2B5EF4-FFF2-40B4-BE49-F238E27FC236}">
                <a16:creationId xmlns="" xmlns:a16="http://schemas.microsoft.com/office/drawing/2014/main" id="{AE07CCF0-535A-4C69-AF89-DB54DBFF27BC}"/>
              </a:ext>
            </a:extLst>
          </p:cNvPr>
          <p:cNvGrpSpPr>
            <a:grpSpLocks/>
          </p:cNvGrpSpPr>
          <p:nvPr/>
        </p:nvGrpSpPr>
        <p:grpSpPr bwMode="auto">
          <a:xfrm>
            <a:off x="1992313" y="6318250"/>
            <a:ext cx="11106150" cy="1296988"/>
            <a:chOff x="1190838" y="4644674"/>
            <a:chExt cx="6468110" cy="791845"/>
          </a:xfrm>
        </p:grpSpPr>
        <p:pic>
          <p:nvPicPr>
            <p:cNvPr id="18452" name="object 19">
              <a:extLst>
                <a:ext uri="{FF2B5EF4-FFF2-40B4-BE49-F238E27FC236}">
                  <a16:creationId xmlns="" xmlns:a16="http://schemas.microsoft.com/office/drawing/2014/main" id="{43428F9E-B8EB-48F7-8C0E-126A5D9D0C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838" y="4644674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8453" name="object 20">
              <a:extLst>
                <a:ext uri="{FF2B5EF4-FFF2-40B4-BE49-F238E27FC236}">
                  <a16:creationId xmlns="" xmlns:a16="http://schemas.microsoft.com/office/drawing/2014/main" id="{DE8A6AF6-37A7-4C08-867A-89E3686767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56473" y="4644674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8454" name="object 21">
              <a:extLst>
                <a:ext uri="{FF2B5EF4-FFF2-40B4-BE49-F238E27FC236}">
                  <a16:creationId xmlns="" xmlns:a16="http://schemas.microsoft.com/office/drawing/2014/main" id="{0EBE98C9-1ED9-4FC0-B5E8-21DF39125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65772" y="4644674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8455" name="object 22">
              <a:extLst>
                <a:ext uri="{FF2B5EF4-FFF2-40B4-BE49-F238E27FC236}">
                  <a16:creationId xmlns="" xmlns:a16="http://schemas.microsoft.com/office/drawing/2014/main" id="{D792F46A-6344-4160-8898-874B6FBC4E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838" y="5343727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8456" name="object 23">
              <a:extLst>
                <a:ext uri="{FF2B5EF4-FFF2-40B4-BE49-F238E27FC236}">
                  <a16:creationId xmlns="" xmlns:a16="http://schemas.microsoft.com/office/drawing/2014/main" id="{FF078D75-1146-4BB3-A299-03F95FBAE3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56473" y="5343727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18450" name="Объект 65">
            <a:extLst>
              <a:ext uri="{FF2B5EF4-FFF2-40B4-BE49-F238E27FC236}">
                <a16:creationId xmlns="" xmlns:a16="http://schemas.microsoft.com/office/drawing/2014/main" id="{2A8203E1-9457-47D8-A6F9-EE4F7639867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7920044"/>
              </p:ext>
            </p:extLst>
          </p:nvPr>
        </p:nvGraphicFramePr>
        <p:xfrm>
          <a:off x="14295438" y="635752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774" name="CorelDRAW" r:id="rId6" imgW="3876120" imgH="797040" progId="CorelDraw.Graphic.23">
                  <p:embed/>
                </p:oleObj>
              </mc:Choice>
              <mc:Fallback>
                <p:oleObj name="CorelDRAW" r:id="rId6" imgW="3876120" imgH="797040" progId="CorelDraw.Graphic.23">
                  <p:embed/>
                  <p:pic>
                    <p:nvPicPr>
                      <p:cNvPr id="0" name="Объект 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635752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9" name="Line 1" descr="preencoded.png">
            <a:extLst>
              <a:ext uri="{FF2B5EF4-FFF2-40B4-BE49-F238E27FC236}">
                <a16:creationId xmlns="" xmlns:a16="http://schemas.microsoft.com/office/drawing/2014/main" id="{8B642401-B320-47B4-8445-1676200EDC5D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20488" t="-130527" r="33652" b="-273784"/>
          <a:stretch/>
        </p:blipFill>
        <p:spPr>
          <a:xfrm>
            <a:off x="9776174" y="833926"/>
            <a:ext cx="4114827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="" xmlns:a16="http://schemas.microsoft.com/office/drawing/2014/main" id="{219D98CA-1D33-4644-A3D8-D415ECF15C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0" y="1570507"/>
            <a:ext cx="8051800" cy="8160969"/>
          </a:xfrm>
          <a:custGeom>
            <a:avLst/>
            <a:gdLst>
              <a:gd name="connsiteX0" fmla="*/ -983 w 6720839"/>
              <a:gd name="connsiteY0" fmla="*/ -996 h 6811962"/>
              <a:gd name="connsiteX1" fmla="*/ 6719857 w 6720839"/>
              <a:gd name="connsiteY1" fmla="*/ -996 h 6811962"/>
              <a:gd name="connsiteX2" fmla="*/ 6719857 w 6720839"/>
              <a:gd name="connsiteY2" fmla="*/ 6810967 h 6811962"/>
              <a:gd name="connsiteX3" fmla="*/ -983 w 6720839"/>
              <a:gd name="connsiteY3" fmla="*/ 6810967 h 6811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20839" h="6811962">
                <a:moveTo>
                  <a:pt x="-983" y="-996"/>
                </a:moveTo>
                <a:lnTo>
                  <a:pt x="6719857" y="-996"/>
                </a:lnTo>
                <a:lnTo>
                  <a:pt x="6719857" y="6810967"/>
                </a:lnTo>
                <a:lnTo>
                  <a:pt x="-983" y="6810967"/>
                </a:lnTo>
                <a:close/>
              </a:path>
            </a:pathLst>
          </a:custGeom>
        </p:spPr>
      </p:pic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1034A54D-104B-45D1-B1C3-D67C999EEE7D}"/>
              </a:ext>
            </a:extLst>
          </p:cNvPr>
          <p:cNvSpPr txBox="1"/>
          <p:nvPr/>
        </p:nvSpPr>
        <p:spPr>
          <a:xfrm>
            <a:off x="9521243" y="5290470"/>
            <a:ext cx="3551934" cy="1508105"/>
          </a:xfrm>
          <a:prstGeom prst="rect">
            <a:avLst/>
          </a:prstGeom>
          <a:noFill/>
        </p:spPr>
        <p:txBody>
          <a:bodyPr wrap="none" lIns="137160" tIns="68580" rIns="137160" bIns="68580" rtlCol="0">
            <a:spAutoFit/>
          </a:bodyPr>
          <a:lstStyle/>
          <a:p>
            <a:pPr algn="l"/>
            <a:r>
              <a:rPr lang="ru-RU" sz="89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2 900 т</a:t>
            </a:r>
          </a:p>
        </p:txBody>
      </p:sp>
      <p:grpSp>
        <p:nvGrpSpPr>
          <p:cNvPr id="17" name="Рисунок 4">
            <a:extLst>
              <a:ext uri="{FF2B5EF4-FFF2-40B4-BE49-F238E27FC236}">
                <a16:creationId xmlns="" xmlns:a16="http://schemas.microsoft.com/office/drawing/2014/main" id="{1F48E081-DF18-4901-896A-3303AF626A10}"/>
              </a:ext>
            </a:extLst>
          </p:cNvPr>
          <p:cNvGrpSpPr/>
          <p:nvPr/>
        </p:nvGrpSpPr>
        <p:grpSpPr>
          <a:xfrm>
            <a:off x="15035974" y="541205"/>
            <a:ext cx="2655647" cy="531405"/>
            <a:chOff x="10023982" y="360803"/>
            <a:chExt cx="1770431" cy="354270"/>
          </a:xfrm>
          <a:solidFill>
            <a:srgbClr val="FF8300"/>
          </a:solidFill>
        </p:grpSpPr>
        <p:sp>
          <p:nvSpPr>
            <p:cNvPr id="18" name="Полилиния: фигура 17">
              <a:extLst>
                <a:ext uri="{FF2B5EF4-FFF2-40B4-BE49-F238E27FC236}">
                  <a16:creationId xmlns="" xmlns:a16="http://schemas.microsoft.com/office/drawing/2014/main" id="{A4027B60-FAC4-4D35-808C-B284D4D05BAF}"/>
                </a:ext>
              </a:extLst>
            </p:cNvPr>
            <p:cNvSpPr/>
            <p:nvPr/>
          </p:nvSpPr>
          <p:spPr>
            <a:xfrm>
              <a:off x="11166284" y="361505"/>
              <a:ext cx="102616" cy="353250"/>
            </a:xfrm>
            <a:custGeom>
              <a:avLst/>
              <a:gdLst>
                <a:gd name="connsiteX0" fmla="*/ 0 w 102616"/>
                <a:gd name="connsiteY0" fmla="*/ 0 h 353250"/>
                <a:gd name="connsiteX1" fmla="*/ 102616 w 102616"/>
                <a:gd name="connsiteY1" fmla="*/ 0 h 353250"/>
                <a:gd name="connsiteX2" fmla="*/ 102616 w 102616"/>
                <a:gd name="connsiteY2" fmla="*/ 353251 h 353250"/>
                <a:gd name="connsiteX3" fmla="*/ 0 w 102616"/>
                <a:gd name="connsiteY3" fmla="*/ 353251 h 35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616" h="353250">
                  <a:moveTo>
                    <a:pt x="0" y="0"/>
                  </a:moveTo>
                  <a:lnTo>
                    <a:pt x="102616" y="0"/>
                  </a:lnTo>
                  <a:lnTo>
                    <a:pt x="102616" y="353251"/>
                  </a:lnTo>
                  <a:lnTo>
                    <a:pt x="0" y="353251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="" xmlns:a16="http://schemas.microsoft.com/office/drawing/2014/main" id="{DEC85F07-0AB5-4594-ADA4-40C3AFAA2664}"/>
                </a:ext>
              </a:extLst>
            </p:cNvPr>
            <p:cNvSpPr/>
            <p:nvPr/>
          </p:nvSpPr>
          <p:spPr>
            <a:xfrm>
              <a:off x="10333291" y="361505"/>
              <a:ext cx="413892" cy="353377"/>
            </a:xfrm>
            <a:custGeom>
              <a:avLst/>
              <a:gdLst>
                <a:gd name="connsiteX0" fmla="*/ 406336 w 413892"/>
                <a:gd name="connsiteY0" fmla="*/ 0 h 353377"/>
                <a:gd name="connsiteX1" fmla="*/ 311340 w 413892"/>
                <a:gd name="connsiteY1" fmla="*/ 0 h 353377"/>
                <a:gd name="connsiteX2" fmla="*/ 216979 w 413892"/>
                <a:gd name="connsiteY2" fmla="*/ 199707 h 353377"/>
                <a:gd name="connsiteX3" fmla="*/ 119888 w 413892"/>
                <a:gd name="connsiteY3" fmla="*/ 0 h 353377"/>
                <a:gd name="connsiteX4" fmla="*/ 68263 w 413892"/>
                <a:gd name="connsiteY4" fmla="*/ 0 h 353377"/>
                <a:gd name="connsiteX5" fmla="*/ 5016 w 413892"/>
                <a:gd name="connsiteY5" fmla="*/ 0 h 353377"/>
                <a:gd name="connsiteX6" fmla="*/ 0 w 413892"/>
                <a:gd name="connsiteY6" fmla="*/ 0 h 353377"/>
                <a:gd name="connsiteX7" fmla="*/ 0 w 413892"/>
                <a:gd name="connsiteY7" fmla="*/ 353378 h 353377"/>
                <a:gd name="connsiteX8" fmla="*/ 68263 w 413892"/>
                <a:gd name="connsiteY8" fmla="*/ 353378 h 353377"/>
                <a:gd name="connsiteX9" fmla="*/ 68263 w 413892"/>
                <a:gd name="connsiteY9" fmla="*/ 155385 h 353377"/>
                <a:gd name="connsiteX10" fmla="*/ 166306 w 413892"/>
                <a:gd name="connsiteY10" fmla="*/ 353378 h 353377"/>
                <a:gd name="connsiteX11" fmla="*/ 216471 w 413892"/>
                <a:gd name="connsiteY11" fmla="*/ 353378 h 353377"/>
                <a:gd name="connsiteX12" fmla="*/ 311340 w 413892"/>
                <a:gd name="connsiteY12" fmla="*/ 150749 h 353377"/>
                <a:gd name="connsiteX13" fmla="*/ 311340 w 413892"/>
                <a:gd name="connsiteY13" fmla="*/ 353378 h 353377"/>
                <a:gd name="connsiteX14" fmla="*/ 413893 w 413892"/>
                <a:gd name="connsiteY14" fmla="*/ 353378 h 353377"/>
                <a:gd name="connsiteX15" fmla="*/ 413893 w 413892"/>
                <a:gd name="connsiteY15" fmla="*/ 0 h 353377"/>
                <a:gd name="connsiteX16" fmla="*/ 406336 w 413892"/>
                <a:gd name="connsiteY16" fmla="*/ 0 h 3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3892" h="353377">
                  <a:moveTo>
                    <a:pt x="406336" y="0"/>
                  </a:moveTo>
                  <a:lnTo>
                    <a:pt x="311340" y="0"/>
                  </a:lnTo>
                  <a:lnTo>
                    <a:pt x="216979" y="199707"/>
                  </a:lnTo>
                  <a:lnTo>
                    <a:pt x="119888" y="0"/>
                  </a:lnTo>
                  <a:lnTo>
                    <a:pt x="68263" y="0"/>
                  </a:lnTo>
                  <a:lnTo>
                    <a:pt x="5016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68263" y="353378"/>
                  </a:lnTo>
                  <a:lnTo>
                    <a:pt x="68263" y="155385"/>
                  </a:lnTo>
                  <a:lnTo>
                    <a:pt x="166306" y="353378"/>
                  </a:lnTo>
                  <a:lnTo>
                    <a:pt x="216471" y="353378"/>
                  </a:lnTo>
                  <a:lnTo>
                    <a:pt x="311340" y="150749"/>
                  </a:lnTo>
                  <a:lnTo>
                    <a:pt x="311340" y="353378"/>
                  </a:lnTo>
                  <a:lnTo>
                    <a:pt x="413893" y="353378"/>
                  </a:lnTo>
                  <a:lnTo>
                    <a:pt x="413893" y="0"/>
                  </a:lnTo>
                  <a:lnTo>
                    <a:pt x="406336" y="0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="" xmlns:a16="http://schemas.microsoft.com/office/drawing/2014/main" id="{14963F55-EF2A-4B55-BF6B-BC0E12427A87}"/>
                </a:ext>
              </a:extLst>
            </p:cNvPr>
            <p:cNvSpPr/>
            <p:nvPr/>
          </p:nvSpPr>
          <p:spPr>
            <a:xfrm>
              <a:off x="10023982" y="361505"/>
              <a:ext cx="259778" cy="353377"/>
            </a:xfrm>
            <a:custGeom>
              <a:avLst/>
              <a:gdLst>
                <a:gd name="connsiteX0" fmla="*/ 102553 w 259778"/>
                <a:gd name="connsiteY0" fmla="*/ 285877 h 353377"/>
                <a:gd name="connsiteX1" fmla="*/ 102553 w 259778"/>
                <a:gd name="connsiteY1" fmla="*/ 201359 h 353377"/>
                <a:gd name="connsiteX2" fmla="*/ 222759 w 259778"/>
                <a:gd name="connsiteY2" fmla="*/ 201359 h 353377"/>
                <a:gd name="connsiteX3" fmla="*/ 222759 w 259778"/>
                <a:gd name="connsiteY3" fmla="*/ 144780 h 353377"/>
                <a:gd name="connsiteX4" fmla="*/ 102553 w 259778"/>
                <a:gd name="connsiteY4" fmla="*/ 144780 h 353377"/>
                <a:gd name="connsiteX5" fmla="*/ 102553 w 259778"/>
                <a:gd name="connsiteY5" fmla="*/ 62928 h 353377"/>
                <a:gd name="connsiteX6" fmla="*/ 257175 w 259778"/>
                <a:gd name="connsiteY6" fmla="*/ 62928 h 353377"/>
                <a:gd name="connsiteX7" fmla="*/ 257175 w 259778"/>
                <a:gd name="connsiteY7" fmla="*/ 0 h 353377"/>
                <a:gd name="connsiteX8" fmla="*/ 102553 w 259778"/>
                <a:gd name="connsiteY8" fmla="*/ 0 h 353377"/>
                <a:gd name="connsiteX9" fmla="*/ 82677 w 259778"/>
                <a:gd name="connsiteY9" fmla="*/ 0 h 353377"/>
                <a:gd name="connsiteX10" fmla="*/ 0 w 259778"/>
                <a:gd name="connsiteY10" fmla="*/ 0 h 353377"/>
                <a:gd name="connsiteX11" fmla="*/ 0 w 259778"/>
                <a:gd name="connsiteY11" fmla="*/ 353378 h 353377"/>
                <a:gd name="connsiteX12" fmla="*/ 85344 w 259778"/>
                <a:gd name="connsiteY12" fmla="*/ 353378 h 353377"/>
                <a:gd name="connsiteX13" fmla="*/ 102553 w 259778"/>
                <a:gd name="connsiteY13" fmla="*/ 353378 h 353377"/>
                <a:gd name="connsiteX14" fmla="*/ 259779 w 259778"/>
                <a:gd name="connsiteY14" fmla="*/ 353378 h 353377"/>
                <a:gd name="connsiteX15" fmla="*/ 259779 w 259778"/>
                <a:gd name="connsiteY15" fmla="*/ 285877 h 353377"/>
                <a:gd name="connsiteX16" fmla="*/ 102553 w 259778"/>
                <a:gd name="connsiteY16" fmla="*/ 285877 h 3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9778" h="353377">
                  <a:moveTo>
                    <a:pt x="102553" y="285877"/>
                  </a:moveTo>
                  <a:lnTo>
                    <a:pt x="102553" y="201359"/>
                  </a:lnTo>
                  <a:lnTo>
                    <a:pt x="222759" y="201359"/>
                  </a:lnTo>
                  <a:lnTo>
                    <a:pt x="222759" y="144780"/>
                  </a:lnTo>
                  <a:lnTo>
                    <a:pt x="102553" y="144780"/>
                  </a:lnTo>
                  <a:lnTo>
                    <a:pt x="102553" y="62928"/>
                  </a:lnTo>
                  <a:lnTo>
                    <a:pt x="257175" y="62928"/>
                  </a:lnTo>
                  <a:lnTo>
                    <a:pt x="257175" y="0"/>
                  </a:lnTo>
                  <a:lnTo>
                    <a:pt x="102553" y="0"/>
                  </a:lnTo>
                  <a:lnTo>
                    <a:pt x="82677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85344" y="353378"/>
                  </a:lnTo>
                  <a:lnTo>
                    <a:pt x="102553" y="353378"/>
                  </a:lnTo>
                  <a:lnTo>
                    <a:pt x="259779" y="353378"/>
                  </a:lnTo>
                  <a:lnTo>
                    <a:pt x="259779" y="285877"/>
                  </a:lnTo>
                  <a:lnTo>
                    <a:pt x="102553" y="285877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="" xmlns:a16="http://schemas.microsoft.com/office/drawing/2014/main" id="{68F6BF51-4CDA-4BED-AE11-02B726B31B49}"/>
                </a:ext>
              </a:extLst>
            </p:cNvPr>
            <p:cNvSpPr/>
            <p:nvPr/>
          </p:nvSpPr>
          <p:spPr>
            <a:xfrm>
              <a:off x="11322748" y="361505"/>
              <a:ext cx="202057" cy="353568"/>
            </a:xfrm>
            <a:custGeom>
              <a:avLst/>
              <a:gdLst>
                <a:gd name="connsiteX0" fmla="*/ 102616 w 202057"/>
                <a:gd name="connsiteY0" fmla="*/ 285877 h 353568"/>
                <a:gd name="connsiteX1" fmla="*/ 102616 w 202057"/>
                <a:gd name="connsiteY1" fmla="*/ 0 h 353568"/>
                <a:gd name="connsiteX2" fmla="*/ 0 w 202057"/>
                <a:gd name="connsiteY2" fmla="*/ 0 h 353568"/>
                <a:gd name="connsiteX3" fmla="*/ 0 w 202057"/>
                <a:gd name="connsiteY3" fmla="*/ 353378 h 353568"/>
                <a:gd name="connsiteX4" fmla="*/ 9589 w 202057"/>
                <a:gd name="connsiteY4" fmla="*/ 353378 h 353568"/>
                <a:gd name="connsiteX5" fmla="*/ 9589 w 202057"/>
                <a:gd name="connsiteY5" fmla="*/ 353568 h 353568"/>
                <a:gd name="connsiteX6" fmla="*/ 171450 w 202057"/>
                <a:gd name="connsiteY6" fmla="*/ 353568 h 353568"/>
                <a:gd name="connsiteX7" fmla="*/ 202057 w 202057"/>
                <a:gd name="connsiteY7" fmla="*/ 285877 h 353568"/>
                <a:gd name="connsiteX8" fmla="*/ 102616 w 202057"/>
                <a:gd name="connsiteY8" fmla="*/ 285877 h 353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2057" h="353568">
                  <a:moveTo>
                    <a:pt x="102616" y="285877"/>
                  </a:moveTo>
                  <a:lnTo>
                    <a:pt x="102616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9589" y="353378"/>
                  </a:lnTo>
                  <a:lnTo>
                    <a:pt x="9589" y="353568"/>
                  </a:lnTo>
                  <a:lnTo>
                    <a:pt x="171450" y="353568"/>
                  </a:lnTo>
                  <a:lnTo>
                    <a:pt x="202057" y="285877"/>
                  </a:lnTo>
                  <a:lnTo>
                    <a:pt x="102616" y="285877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="" xmlns:a16="http://schemas.microsoft.com/office/drawing/2014/main" id="{6DD7BF4B-D64D-4A35-9494-5FC95CA77FDF}"/>
                </a:ext>
              </a:extLst>
            </p:cNvPr>
            <p:cNvSpPr/>
            <p:nvPr/>
          </p:nvSpPr>
          <p:spPr>
            <a:xfrm>
              <a:off x="10802873" y="361441"/>
              <a:ext cx="320802" cy="353441"/>
            </a:xfrm>
            <a:custGeom>
              <a:avLst/>
              <a:gdLst>
                <a:gd name="connsiteX0" fmla="*/ 191897 w 320802"/>
                <a:gd name="connsiteY0" fmla="*/ 64 h 353441"/>
                <a:gd name="connsiteX1" fmla="*/ 0 w 320802"/>
                <a:gd name="connsiteY1" fmla="*/ 64 h 353441"/>
                <a:gd name="connsiteX2" fmla="*/ 0 w 320802"/>
                <a:gd name="connsiteY2" fmla="*/ 353441 h 353441"/>
                <a:gd name="connsiteX3" fmla="*/ 102426 w 320802"/>
                <a:gd name="connsiteY3" fmla="*/ 353441 h 353441"/>
                <a:gd name="connsiteX4" fmla="*/ 102426 w 320802"/>
                <a:gd name="connsiteY4" fmla="*/ 268605 h 353441"/>
                <a:gd name="connsiteX5" fmla="*/ 140526 w 320802"/>
                <a:gd name="connsiteY5" fmla="*/ 268605 h 353441"/>
                <a:gd name="connsiteX6" fmla="*/ 140526 w 320802"/>
                <a:gd name="connsiteY6" fmla="*/ 267843 h 353441"/>
                <a:gd name="connsiteX7" fmla="*/ 191897 w 320802"/>
                <a:gd name="connsiteY7" fmla="*/ 267843 h 353441"/>
                <a:gd name="connsiteX8" fmla="*/ 320802 w 320802"/>
                <a:gd name="connsiteY8" fmla="*/ 138938 h 353441"/>
                <a:gd name="connsiteX9" fmla="*/ 320802 w 320802"/>
                <a:gd name="connsiteY9" fmla="*/ 128842 h 353441"/>
                <a:gd name="connsiteX10" fmla="*/ 191897 w 320802"/>
                <a:gd name="connsiteY10" fmla="*/ 0 h 353441"/>
                <a:gd name="connsiteX11" fmla="*/ 152971 w 320802"/>
                <a:gd name="connsiteY11" fmla="*/ 201422 h 353441"/>
                <a:gd name="connsiteX12" fmla="*/ 108458 w 320802"/>
                <a:gd name="connsiteY12" fmla="*/ 201422 h 353441"/>
                <a:gd name="connsiteX13" fmla="*/ 102426 w 320802"/>
                <a:gd name="connsiteY13" fmla="*/ 201168 h 353441"/>
                <a:gd name="connsiteX14" fmla="*/ 102426 w 320802"/>
                <a:gd name="connsiteY14" fmla="*/ 63373 h 353441"/>
                <a:gd name="connsiteX15" fmla="*/ 108458 w 320802"/>
                <a:gd name="connsiteY15" fmla="*/ 63056 h 353441"/>
                <a:gd name="connsiteX16" fmla="*/ 152971 w 320802"/>
                <a:gd name="connsiteY16" fmla="*/ 63056 h 353441"/>
                <a:gd name="connsiteX17" fmla="*/ 214122 w 320802"/>
                <a:gd name="connsiteY17" fmla="*/ 132271 h 353441"/>
                <a:gd name="connsiteX18" fmla="*/ 152971 w 320802"/>
                <a:gd name="connsiteY18" fmla="*/ 201422 h 35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20802" h="353441">
                  <a:moveTo>
                    <a:pt x="191897" y="64"/>
                  </a:moveTo>
                  <a:lnTo>
                    <a:pt x="0" y="64"/>
                  </a:lnTo>
                  <a:lnTo>
                    <a:pt x="0" y="353441"/>
                  </a:lnTo>
                  <a:lnTo>
                    <a:pt x="102426" y="353441"/>
                  </a:lnTo>
                  <a:lnTo>
                    <a:pt x="102426" y="268605"/>
                  </a:lnTo>
                  <a:lnTo>
                    <a:pt x="140526" y="268605"/>
                  </a:lnTo>
                  <a:lnTo>
                    <a:pt x="140526" y="267843"/>
                  </a:lnTo>
                  <a:lnTo>
                    <a:pt x="191897" y="267843"/>
                  </a:lnTo>
                  <a:cubicBezTo>
                    <a:pt x="263081" y="267843"/>
                    <a:pt x="320802" y="210122"/>
                    <a:pt x="320802" y="138938"/>
                  </a:cubicBezTo>
                  <a:lnTo>
                    <a:pt x="320802" y="128842"/>
                  </a:lnTo>
                  <a:cubicBezTo>
                    <a:pt x="320802" y="57658"/>
                    <a:pt x="263081" y="0"/>
                    <a:pt x="191897" y="0"/>
                  </a:cubicBezTo>
                  <a:moveTo>
                    <a:pt x="152971" y="201422"/>
                  </a:moveTo>
                  <a:lnTo>
                    <a:pt x="108458" y="201422"/>
                  </a:lnTo>
                  <a:cubicBezTo>
                    <a:pt x="106426" y="201422"/>
                    <a:pt x="104457" y="201422"/>
                    <a:pt x="102426" y="201168"/>
                  </a:cubicBezTo>
                  <a:lnTo>
                    <a:pt x="102426" y="63373"/>
                  </a:lnTo>
                  <a:cubicBezTo>
                    <a:pt x="104457" y="63183"/>
                    <a:pt x="106363" y="63056"/>
                    <a:pt x="108458" y="63056"/>
                  </a:cubicBezTo>
                  <a:lnTo>
                    <a:pt x="152971" y="63056"/>
                  </a:lnTo>
                  <a:cubicBezTo>
                    <a:pt x="186754" y="63056"/>
                    <a:pt x="214122" y="94044"/>
                    <a:pt x="214122" y="132271"/>
                  </a:cubicBezTo>
                  <a:cubicBezTo>
                    <a:pt x="214122" y="170497"/>
                    <a:pt x="186754" y="201422"/>
                    <a:pt x="152971" y="201422"/>
                  </a:cubicBezTo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="" xmlns:a16="http://schemas.microsoft.com/office/drawing/2014/main" id="{F8DA7F8A-457C-4EE8-BB34-3082DC88D4D2}"/>
                </a:ext>
              </a:extLst>
            </p:cNvPr>
            <p:cNvSpPr/>
            <p:nvPr/>
          </p:nvSpPr>
          <p:spPr>
            <a:xfrm>
              <a:off x="11520360" y="360803"/>
              <a:ext cx="274054" cy="354016"/>
            </a:xfrm>
            <a:custGeom>
              <a:avLst/>
              <a:gdLst>
                <a:gd name="connsiteX0" fmla="*/ 218313 w 274054"/>
                <a:gd name="connsiteY0" fmla="*/ 165294 h 354016"/>
                <a:gd name="connsiteX1" fmla="*/ 218313 w 274054"/>
                <a:gd name="connsiteY1" fmla="*/ 165294 h 354016"/>
                <a:gd name="connsiteX2" fmla="*/ 118808 w 274054"/>
                <a:gd name="connsiteY2" fmla="*/ 105985 h 354016"/>
                <a:gd name="connsiteX3" fmla="*/ 118808 w 274054"/>
                <a:gd name="connsiteY3" fmla="*/ 105985 h 354016"/>
                <a:gd name="connsiteX4" fmla="*/ 111379 w 274054"/>
                <a:gd name="connsiteY4" fmla="*/ 85284 h 354016"/>
                <a:gd name="connsiteX5" fmla="*/ 137605 w 274054"/>
                <a:gd name="connsiteY5" fmla="*/ 63694 h 354016"/>
                <a:gd name="connsiteX6" fmla="*/ 257111 w 274054"/>
                <a:gd name="connsiteY6" fmla="*/ 63694 h 354016"/>
                <a:gd name="connsiteX7" fmla="*/ 257111 w 274054"/>
                <a:gd name="connsiteY7" fmla="*/ 194 h 354016"/>
                <a:gd name="connsiteX8" fmla="*/ 117031 w 274054"/>
                <a:gd name="connsiteY8" fmla="*/ 194 h 354016"/>
                <a:gd name="connsiteX9" fmla="*/ 6033 w 274054"/>
                <a:gd name="connsiteY9" fmla="*/ 88332 h 354016"/>
                <a:gd name="connsiteX10" fmla="*/ 53531 w 274054"/>
                <a:gd name="connsiteY10" fmla="*/ 183519 h 354016"/>
                <a:gd name="connsiteX11" fmla="*/ 65786 w 274054"/>
                <a:gd name="connsiteY11" fmla="*/ 191012 h 354016"/>
                <a:gd name="connsiteX12" fmla="*/ 124334 w 274054"/>
                <a:gd name="connsiteY12" fmla="*/ 226762 h 354016"/>
                <a:gd name="connsiteX13" fmla="*/ 153162 w 274054"/>
                <a:gd name="connsiteY13" fmla="*/ 245304 h 354016"/>
                <a:gd name="connsiteX14" fmla="*/ 157226 w 274054"/>
                <a:gd name="connsiteY14" fmla="*/ 271657 h 354016"/>
                <a:gd name="connsiteX15" fmla="*/ 130175 w 274054"/>
                <a:gd name="connsiteY15" fmla="*/ 286516 h 354016"/>
                <a:gd name="connsiteX16" fmla="*/ 32512 w 274054"/>
                <a:gd name="connsiteY16" fmla="*/ 286516 h 354016"/>
                <a:gd name="connsiteX17" fmla="*/ 0 w 274054"/>
                <a:gd name="connsiteY17" fmla="*/ 354016 h 354016"/>
                <a:gd name="connsiteX18" fmla="*/ 167449 w 274054"/>
                <a:gd name="connsiteY18" fmla="*/ 354016 h 354016"/>
                <a:gd name="connsiteX19" fmla="*/ 269621 w 274054"/>
                <a:gd name="connsiteY19" fmla="*/ 280801 h 354016"/>
                <a:gd name="connsiteX20" fmla="*/ 218313 w 274054"/>
                <a:gd name="connsiteY20" fmla="*/ 165231 h 354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74054" h="354016">
                  <a:moveTo>
                    <a:pt x="218313" y="165294"/>
                  </a:moveTo>
                  <a:lnTo>
                    <a:pt x="218313" y="165294"/>
                  </a:lnTo>
                  <a:lnTo>
                    <a:pt x="118808" y="105985"/>
                  </a:lnTo>
                  <a:lnTo>
                    <a:pt x="118808" y="105985"/>
                  </a:lnTo>
                  <a:cubicBezTo>
                    <a:pt x="115253" y="102620"/>
                    <a:pt x="111379" y="96397"/>
                    <a:pt x="111379" y="85284"/>
                  </a:cubicBezTo>
                  <a:cubicBezTo>
                    <a:pt x="111379" y="68711"/>
                    <a:pt x="129921" y="64456"/>
                    <a:pt x="137605" y="63694"/>
                  </a:cubicBezTo>
                  <a:lnTo>
                    <a:pt x="257111" y="63694"/>
                  </a:lnTo>
                  <a:lnTo>
                    <a:pt x="257111" y="194"/>
                  </a:lnTo>
                  <a:lnTo>
                    <a:pt x="117031" y="194"/>
                  </a:lnTo>
                  <a:cubicBezTo>
                    <a:pt x="117031" y="194"/>
                    <a:pt x="15558" y="-8378"/>
                    <a:pt x="6033" y="88332"/>
                  </a:cubicBezTo>
                  <a:cubicBezTo>
                    <a:pt x="2604" y="137418"/>
                    <a:pt x="29083" y="166945"/>
                    <a:pt x="53531" y="183519"/>
                  </a:cubicBezTo>
                  <a:cubicBezTo>
                    <a:pt x="57721" y="186440"/>
                    <a:pt x="61849" y="188916"/>
                    <a:pt x="65786" y="191012"/>
                  </a:cubicBezTo>
                  <a:lnTo>
                    <a:pt x="124334" y="226762"/>
                  </a:lnTo>
                  <a:lnTo>
                    <a:pt x="153162" y="245304"/>
                  </a:lnTo>
                  <a:cubicBezTo>
                    <a:pt x="153162" y="245304"/>
                    <a:pt x="166433" y="256925"/>
                    <a:pt x="157226" y="271657"/>
                  </a:cubicBezTo>
                  <a:cubicBezTo>
                    <a:pt x="148082" y="286516"/>
                    <a:pt x="130175" y="286516"/>
                    <a:pt x="130175" y="286516"/>
                  </a:cubicBezTo>
                  <a:lnTo>
                    <a:pt x="32512" y="286516"/>
                  </a:lnTo>
                  <a:lnTo>
                    <a:pt x="0" y="354016"/>
                  </a:lnTo>
                  <a:lnTo>
                    <a:pt x="167449" y="354016"/>
                  </a:lnTo>
                  <a:cubicBezTo>
                    <a:pt x="167449" y="354016"/>
                    <a:pt x="248793" y="354143"/>
                    <a:pt x="269621" y="280801"/>
                  </a:cubicBezTo>
                  <a:cubicBezTo>
                    <a:pt x="289687" y="210125"/>
                    <a:pt x="236157" y="175962"/>
                    <a:pt x="218313" y="165231"/>
                  </a:cubicBezTo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2" name="Группа 1"/>
          <p:cNvGrpSpPr/>
          <p:nvPr/>
        </p:nvGrpSpPr>
        <p:grpSpPr>
          <a:xfrm>
            <a:off x="9429295" y="3840163"/>
            <a:ext cx="7261580" cy="1239798"/>
            <a:chOff x="9746073" y="6253036"/>
            <a:chExt cx="7261580" cy="1239798"/>
          </a:xfrm>
        </p:grpSpPr>
        <p:sp>
          <p:nvSpPr>
            <p:cNvPr id="24" name="TextBox 23">
              <a:extLst>
                <a:ext uri="{FF2B5EF4-FFF2-40B4-BE49-F238E27FC236}">
                  <a16:creationId xmlns="" xmlns:a16="http://schemas.microsoft.com/office/drawing/2014/main" id="{3C76D195-ABB2-4B96-99F3-F67F972F2C23}"/>
                </a:ext>
              </a:extLst>
            </p:cNvPr>
            <p:cNvSpPr txBox="1"/>
            <p:nvPr/>
          </p:nvSpPr>
          <p:spPr>
            <a:xfrm>
              <a:off x="9746073" y="6253036"/>
              <a:ext cx="2232662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Собственный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="" xmlns:a16="http://schemas.microsoft.com/office/drawing/2014/main" id="{5BD4F65F-3521-4486-B508-914E83E4BAB9}"/>
                </a:ext>
              </a:extLst>
            </p:cNvPr>
            <p:cNvSpPr txBox="1"/>
            <p:nvPr/>
          </p:nvSpPr>
          <p:spPr>
            <a:xfrm>
              <a:off x="11685459" y="6253036"/>
              <a:ext cx="708720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 spc="275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="" xmlns:a16="http://schemas.microsoft.com/office/drawing/2014/main" id="{DD361E8C-6696-4672-8653-CCBFAB694452}"/>
                </a:ext>
              </a:extLst>
            </p:cNvPr>
            <p:cNvSpPr txBox="1"/>
            <p:nvPr/>
          </p:nvSpPr>
          <p:spPr>
            <a:xfrm>
              <a:off x="12113513" y="6253036"/>
              <a:ext cx="1122044" cy="556260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резер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="" xmlns:a16="http://schemas.microsoft.com/office/drawing/2014/main" id="{5E17A4AE-CBE5-40DE-A07C-95F1B68F2885}"/>
                </a:ext>
              </a:extLst>
            </p:cNvPr>
            <p:cNvSpPr txBox="1"/>
            <p:nvPr/>
          </p:nvSpPr>
          <p:spPr>
            <a:xfrm>
              <a:off x="12959999" y="6253036"/>
              <a:ext cx="442109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в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="" xmlns:a16="http://schemas.microsoft.com/office/drawing/2014/main" id="{660A8699-AB64-47EF-86CB-28306E484F6B}"/>
                </a:ext>
              </a:extLst>
            </p:cNvPr>
            <p:cNvSpPr txBox="1"/>
            <p:nvPr/>
          </p:nvSpPr>
          <p:spPr>
            <a:xfrm>
              <a:off x="13122782" y="6253036"/>
              <a:ext cx="1383071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уарный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="" xmlns:a16="http://schemas.microsoft.com/office/drawing/2014/main" id="{893E15C4-6EE6-4E1C-B0B9-2093B0EF1AC2}"/>
                </a:ext>
              </a:extLst>
            </p:cNvPr>
            <p:cNvSpPr txBox="1"/>
            <p:nvPr/>
          </p:nvSpPr>
          <p:spPr>
            <a:xfrm>
              <a:off x="14219394" y="6253036"/>
              <a:ext cx="708720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 spc="275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="" xmlns:a16="http://schemas.microsoft.com/office/drawing/2014/main" id="{5C27A0D9-664A-4199-8F51-C9FE39676626}"/>
                </a:ext>
              </a:extLst>
            </p:cNvPr>
            <p:cNvSpPr txBox="1"/>
            <p:nvPr/>
          </p:nvSpPr>
          <p:spPr>
            <a:xfrm>
              <a:off x="14647448" y="6253036"/>
              <a:ext cx="960120" cy="556260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парк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="" xmlns:a16="http://schemas.microsoft.com/office/drawing/2014/main" id="{41249ECE-1EBB-41E3-A533-F38AF5124797}"/>
                </a:ext>
              </a:extLst>
            </p:cNvPr>
            <p:cNvSpPr txBox="1"/>
            <p:nvPr/>
          </p:nvSpPr>
          <p:spPr>
            <a:xfrm>
              <a:off x="15329438" y="6253036"/>
              <a:ext cx="708720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 spc="275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="" xmlns:a16="http://schemas.microsoft.com/office/drawing/2014/main" id="{EAE640D6-8618-4A91-B2E3-8C3F3C9DEE59}"/>
                </a:ext>
              </a:extLst>
            </p:cNvPr>
            <p:cNvSpPr txBox="1"/>
            <p:nvPr/>
          </p:nvSpPr>
          <p:spPr>
            <a:xfrm>
              <a:off x="15757491" y="6253036"/>
              <a:ext cx="1226820" cy="556260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сырья 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="" xmlns:a16="http://schemas.microsoft.com/office/drawing/2014/main" id="{7C2382E2-6093-43DC-9218-5A621B487E7D}"/>
                </a:ext>
              </a:extLst>
            </p:cNvPr>
            <p:cNvSpPr txBox="1"/>
            <p:nvPr/>
          </p:nvSpPr>
          <p:spPr>
            <a:xfrm>
              <a:off x="9746073" y="6595936"/>
              <a:ext cx="397225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г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="" xmlns:a16="http://schemas.microsoft.com/office/drawing/2014/main" id="{7C8FDBF8-AE29-4E2A-86F3-42B58052019D}"/>
                </a:ext>
              </a:extLst>
            </p:cNvPr>
            <p:cNvSpPr txBox="1"/>
            <p:nvPr/>
          </p:nvSpPr>
          <p:spPr>
            <a:xfrm>
              <a:off x="9863421" y="6595936"/>
              <a:ext cx="1294906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аранти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="" xmlns:a16="http://schemas.microsoft.com/office/drawing/2014/main" id="{A5DAD387-D2AD-45F7-8F68-5C9403D977E1}"/>
                </a:ext>
              </a:extLst>
            </p:cNvPr>
            <p:cNvSpPr txBox="1"/>
            <p:nvPr/>
          </p:nvSpPr>
          <p:spPr>
            <a:xfrm>
              <a:off x="10873549" y="6595936"/>
              <a:ext cx="455294" cy="556260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р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="" xmlns:a16="http://schemas.microsoft.com/office/drawing/2014/main" id="{6AAF8E6B-8F68-4E6A-902E-BD9291D04539}"/>
                </a:ext>
              </a:extLst>
            </p:cNvPr>
            <p:cNvSpPr txBox="1"/>
            <p:nvPr/>
          </p:nvSpPr>
          <p:spPr>
            <a:xfrm>
              <a:off x="11051189" y="6595936"/>
              <a:ext cx="426720" cy="556260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 spc="-27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у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="" xmlns:a16="http://schemas.microsoft.com/office/drawing/2014/main" id="{051C54D7-CEB5-4329-B7F2-39B50C325941}"/>
                </a:ext>
              </a:extLst>
            </p:cNvPr>
            <p:cNvSpPr txBox="1"/>
            <p:nvPr/>
          </p:nvSpPr>
          <p:spPr>
            <a:xfrm>
              <a:off x="11202921" y="6595936"/>
              <a:ext cx="445770" cy="556260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е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="" xmlns:a16="http://schemas.microsoft.com/office/drawing/2014/main" id="{E9C470C2-D3A0-49F1-A919-5ABA1BA1F917}"/>
                </a:ext>
              </a:extLst>
            </p:cNvPr>
            <p:cNvSpPr txBox="1"/>
            <p:nvPr/>
          </p:nvSpPr>
          <p:spPr>
            <a:xfrm>
              <a:off x="11372181" y="6595936"/>
              <a:ext cx="407670" cy="556260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="" xmlns:a16="http://schemas.microsoft.com/office/drawing/2014/main" id="{23AACE46-FAFA-4A2E-B1AB-0C0BE2903A3D}"/>
                </a:ext>
              </a:extLst>
            </p:cNvPr>
            <p:cNvSpPr txBox="1"/>
            <p:nvPr/>
          </p:nvSpPr>
          <p:spPr>
            <a:xfrm>
              <a:off x="11504960" y="6595936"/>
              <a:ext cx="431721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 spc="59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="" xmlns:a16="http://schemas.microsoft.com/office/drawing/2014/main" id="{E0F0AA0A-BCD9-4FBF-BFD2-D71DA7B8F576}"/>
                </a:ext>
              </a:extLst>
            </p:cNvPr>
            <p:cNvSpPr txBox="1"/>
            <p:nvPr/>
          </p:nvSpPr>
          <p:spPr>
            <a:xfrm>
              <a:off x="11657741" y="6595936"/>
              <a:ext cx="1653979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дистрибь</a:t>
              </a:r>
              <a:endParaRPr lang="ru-RU" sz="27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="" xmlns:a16="http://schemas.microsoft.com/office/drawing/2014/main" id="{E8D7ED65-713B-42DC-82D9-64DD29E3F661}"/>
                </a:ext>
              </a:extLst>
            </p:cNvPr>
            <p:cNvSpPr txBox="1"/>
            <p:nvPr/>
          </p:nvSpPr>
          <p:spPr>
            <a:xfrm>
              <a:off x="13021530" y="6595936"/>
              <a:ext cx="521970" cy="556260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ю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="" xmlns:a16="http://schemas.microsoft.com/office/drawing/2014/main" id="{FD4027CE-9A18-416C-BB5E-3A08004107D2}"/>
                </a:ext>
              </a:extLst>
            </p:cNvPr>
            <p:cNvSpPr txBox="1"/>
            <p:nvPr/>
          </p:nvSpPr>
          <p:spPr>
            <a:xfrm>
              <a:off x="13266417" y="6595936"/>
              <a:ext cx="407670" cy="556260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 spc="-27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="" xmlns:a16="http://schemas.microsoft.com/office/drawing/2014/main" id="{F692C182-21AC-474D-BD00-CCDAB40A9CD3}"/>
                </a:ext>
              </a:extLst>
            </p:cNvPr>
            <p:cNvSpPr txBox="1"/>
            <p:nvPr/>
          </p:nvSpPr>
          <p:spPr>
            <a:xfrm>
              <a:off x="13395387" y="6595936"/>
              <a:ext cx="1040028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орам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="" xmlns:a16="http://schemas.microsoft.com/office/drawing/2014/main" id="{1FB33362-01C7-4FF5-807F-12A073D4DAFE}"/>
                </a:ext>
              </a:extLst>
            </p:cNvPr>
            <p:cNvSpPr txBox="1"/>
            <p:nvPr/>
          </p:nvSpPr>
          <p:spPr>
            <a:xfrm>
              <a:off x="14152529" y="6595936"/>
              <a:ext cx="431721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 spc="59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="" xmlns:a16="http://schemas.microsoft.com/office/drawing/2014/main" id="{412B1069-2584-4657-80FC-128A6913F422}"/>
                </a:ext>
              </a:extLst>
            </p:cNvPr>
            <p:cNvSpPr txBox="1"/>
            <p:nvPr/>
          </p:nvSpPr>
          <p:spPr>
            <a:xfrm>
              <a:off x="14305310" y="6595936"/>
              <a:ext cx="2702343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бесперебойные 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="" xmlns:a16="http://schemas.microsoft.com/office/drawing/2014/main" id="{AEE4CFF9-E755-4CCD-B073-4E2B9EBF8207}"/>
                </a:ext>
              </a:extLst>
            </p:cNvPr>
            <p:cNvSpPr txBox="1"/>
            <p:nvPr/>
          </p:nvSpPr>
          <p:spPr>
            <a:xfrm>
              <a:off x="9746073" y="6938836"/>
              <a:ext cx="1686039" cy="553998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7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п</a:t>
              </a:r>
              <a:r>
                <a:rPr lang="ru-RU" sz="27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оставки.</a:t>
              </a:r>
              <a:endParaRPr lang="ru-RU" sz="27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</p:grpSp>
      <p:sp>
        <p:nvSpPr>
          <p:cNvPr id="68" name="Полилиния: фигура 67">
            <a:extLst>
              <a:ext uri="{FF2B5EF4-FFF2-40B4-BE49-F238E27FC236}">
                <a16:creationId xmlns="" xmlns:a16="http://schemas.microsoft.com/office/drawing/2014/main" id="{0A26C659-6E44-4931-8759-D70A54D4174C}"/>
              </a:ext>
            </a:extLst>
          </p:cNvPr>
          <p:cNvSpPr/>
          <p:nvPr/>
        </p:nvSpPr>
        <p:spPr>
          <a:xfrm>
            <a:off x="10698448" y="816484"/>
            <a:ext cx="3954494" cy="32099"/>
          </a:xfrm>
          <a:custGeom>
            <a:avLst/>
            <a:gdLst>
              <a:gd name="connsiteX0" fmla="*/ 0 w 2636329"/>
              <a:gd name="connsiteY0" fmla="*/ 0 h 21399"/>
              <a:gd name="connsiteX1" fmla="*/ 2636330 w 2636329"/>
              <a:gd name="connsiteY1" fmla="*/ 0 h 21399"/>
              <a:gd name="connsiteX2" fmla="*/ 2636330 w 2636329"/>
              <a:gd name="connsiteY2" fmla="*/ 21400 h 21399"/>
              <a:gd name="connsiteX3" fmla="*/ 0 w 2636329"/>
              <a:gd name="connsiteY3" fmla="*/ 21400 h 21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36329" h="21399">
                <a:moveTo>
                  <a:pt x="0" y="0"/>
                </a:moveTo>
                <a:lnTo>
                  <a:pt x="2636330" y="0"/>
                </a:lnTo>
                <a:lnTo>
                  <a:pt x="2636330" y="21400"/>
                </a:lnTo>
                <a:lnTo>
                  <a:pt x="0" y="21400"/>
                </a:lnTo>
                <a:close/>
              </a:path>
            </a:pathLst>
          </a:custGeom>
          <a:solidFill>
            <a:srgbClr val="8C96A3"/>
          </a:solidFill>
          <a:ln w="6350" cap="flat">
            <a:noFill/>
            <a:prstDash val="solid"/>
            <a:miter/>
          </a:ln>
        </p:spPr>
        <p:txBody>
          <a:bodyPr lIns="137160" tIns="68580" rIns="137160" bIns="68580" rtlCol="0" anchor="ctr"/>
          <a:lstStyle/>
          <a:p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598301" y="407339"/>
            <a:ext cx="7586372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9878" eaLnBrk="1" fontAlgn="auto" hangingPunct="1">
              <a:spcBef>
                <a:spcPts val="178"/>
              </a:spcBef>
              <a:spcAft>
                <a:spcPts val="0"/>
              </a:spcAft>
              <a:defRPr/>
            </a:pPr>
            <a:r>
              <a:rPr lang="ru-RU"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СКЛАДСКОЙ КОМПЛЕКС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6643" y="7103375"/>
            <a:ext cx="733329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b="1" dirty="0">
                <a:solidFill>
                  <a:srgbClr val="F18324"/>
                </a:solidFill>
                <a:latin typeface="Calibri"/>
                <a:ea typeface="Calibri"/>
                <a:cs typeface="Calibri"/>
                <a:rtl val="0"/>
              </a:rPr>
              <a:t>МЫ </a:t>
            </a:r>
            <a:r>
              <a:rPr lang="ru-RU" sz="3200" b="1" dirty="0" smtClean="0">
                <a:solidFill>
                  <a:srgbClr val="F18324"/>
                </a:solidFill>
                <a:latin typeface="Calibri"/>
                <a:ea typeface="Calibri"/>
                <a:cs typeface="Calibri"/>
                <a:rtl val="0"/>
              </a:rPr>
              <a:t>ВЫПОЛНЯЕМ ОБЯЗАТЕЛЬСТВА </a:t>
            </a:r>
          </a:p>
          <a:p>
            <a:r>
              <a:rPr lang="ru-RU" sz="3200" b="1" dirty="0" smtClean="0">
                <a:solidFill>
                  <a:srgbClr val="F18324"/>
                </a:solidFill>
                <a:latin typeface="Calibri"/>
                <a:ea typeface="Calibri"/>
                <a:cs typeface="Calibri"/>
                <a:rtl val="0"/>
              </a:rPr>
              <a:t>НЕЗАВИСИМО </a:t>
            </a:r>
            <a:r>
              <a:rPr lang="ru-RU" sz="3200" b="1" dirty="0">
                <a:solidFill>
                  <a:srgbClr val="F18324"/>
                </a:solidFill>
                <a:latin typeface="Calibri"/>
                <a:ea typeface="Calibri"/>
                <a:cs typeface="Calibri"/>
                <a:rtl val="0"/>
              </a:rPr>
              <a:t>ОТ ВНЕШНИХ ФАКТОРОВ.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9858" y="1760561"/>
            <a:ext cx="7059561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5600" b="1" dirty="0" smtClean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rtl val="0"/>
              </a:rPr>
              <a:t>Автоматизированный</a:t>
            </a:r>
          </a:p>
          <a:p>
            <a:r>
              <a:rPr lang="ru-RU" sz="5600" b="1" dirty="0" smtClean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rtl val="0"/>
              </a:rPr>
              <a:t>резервуарный </a:t>
            </a:r>
            <a:r>
              <a:rPr lang="ru-RU" sz="56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rtl val="0"/>
              </a:rPr>
              <a:t>парк</a:t>
            </a:r>
          </a:p>
        </p:txBody>
      </p:sp>
    </p:spTree>
    <p:extLst>
      <p:ext uri="{BB962C8B-B14F-4D97-AF65-F5344CB8AC3E}">
        <p14:creationId xmlns:p14="http://schemas.microsoft.com/office/powerpoint/2010/main" val="1665377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12001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18" name="Объект 90">
            <a:extLst>
              <a:ext uri="{FF2B5EF4-FFF2-40B4-BE49-F238E27FC236}">
                <a16:creationId xmlns:a16="http://schemas.microsoft.com/office/drawing/2014/main" xmlns="" id="{2597C0FB-F8F0-43F5-80DE-06AD191337A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295438" y="9906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848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9906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720000" y="3596725"/>
            <a:ext cx="16848000" cy="1446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800" b="1" dirty="0">
                <a:solidFill>
                  <a:srgbClr val="F47629"/>
                </a:solidFill>
                <a:latin typeface="Proxima Nova Regular"/>
              </a:rPr>
              <a:t>ГЕОГРАФИЯ БИЗНЕСА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0000" y="4983008"/>
            <a:ext cx="1684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dirty="0" err="1">
                <a:latin typeface="+mn-lt"/>
              </a:rPr>
              <a:t>Дистрибуция</a:t>
            </a:r>
            <a:r>
              <a:rPr sz="3200" b="1" dirty="0">
                <a:latin typeface="+mn-lt"/>
              </a:rPr>
              <a:t> в </a:t>
            </a:r>
            <a:r>
              <a:rPr sz="3200" b="1" dirty="0" err="1">
                <a:latin typeface="+mn-lt"/>
              </a:rPr>
              <a:t>России</a:t>
            </a:r>
            <a:r>
              <a:rPr sz="3200" b="1" dirty="0">
                <a:latin typeface="+mn-lt"/>
              </a:rPr>
              <a:t> и </a:t>
            </a:r>
            <a:r>
              <a:rPr sz="3200" b="1" dirty="0" err="1">
                <a:latin typeface="+mn-lt"/>
              </a:rPr>
              <a:t>экспорт</a:t>
            </a:r>
            <a:r>
              <a:rPr sz="3200" b="1" dirty="0">
                <a:latin typeface="+mn-lt"/>
              </a:rPr>
              <a:t> в </a:t>
            </a:r>
            <a:r>
              <a:rPr sz="3200" b="1" dirty="0" err="1">
                <a:latin typeface="+mn-lt"/>
              </a:rPr>
              <a:t>страны</a:t>
            </a:r>
            <a:r>
              <a:rPr sz="3200" b="1" dirty="0">
                <a:latin typeface="+mn-lt"/>
              </a:rPr>
              <a:t> СНГ</a:t>
            </a:r>
          </a:p>
        </p:txBody>
      </p:sp>
    </p:spTree>
    <p:extLst>
      <p:ext uri="{BB962C8B-B14F-4D97-AF65-F5344CB8AC3E}">
        <p14:creationId xmlns:p14="http://schemas.microsoft.com/office/powerpoint/2010/main" val="802141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Maps" descr="preencoded.png">
            <a:extLst>
              <a:ext uri="{FF2B5EF4-FFF2-40B4-BE49-F238E27FC236}">
                <a16:creationId xmlns="" xmlns:a16="http://schemas.microsoft.com/office/drawing/2014/main" id="{DCE7BE84-F94C-4017-B644-C9C77E3FE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00225"/>
            <a:ext cx="17849850" cy="848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7" name="Ellipse 2">
            <a:extLst>
              <a:ext uri="{FF2B5EF4-FFF2-40B4-BE49-F238E27FC236}">
                <a16:creationId xmlns="" xmlns:a16="http://schemas.microsoft.com/office/drawing/2014/main" id="{36A5D5DB-64EE-43D9-A1D5-F1BB999D4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9850" y="4171950"/>
            <a:ext cx="4171950" cy="4171950"/>
          </a:xfrm>
          <a:prstGeom prst="ellipse">
            <a:avLst/>
          </a:prstGeom>
          <a:solidFill>
            <a:srgbClr val="F4762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6148" name="Ellipse 3">
            <a:extLst>
              <a:ext uri="{FF2B5EF4-FFF2-40B4-BE49-F238E27FC236}">
                <a16:creationId xmlns="" xmlns:a16="http://schemas.microsoft.com/office/drawing/2014/main" id="{F2AB8CBF-5B0D-41C9-974F-D6173A5D7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3050" y="2855913"/>
            <a:ext cx="3762375" cy="3762375"/>
          </a:xfrm>
          <a:prstGeom prst="ellipse">
            <a:avLst/>
          </a:prstGeom>
          <a:solidFill>
            <a:srgbClr val="F4762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6149" name="name_100">
            <a:extLst>
              <a:ext uri="{FF2B5EF4-FFF2-40B4-BE49-F238E27FC236}">
                <a16:creationId xmlns="" xmlns:a16="http://schemas.microsoft.com/office/drawing/2014/main" id="{6F47B57C-C32E-4FC6-834C-C8929BC290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3525" y="3998913"/>
            <a:ext cx="3781425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03000"/>
              </a:lnSpc>
            </a:pPr>
            <a:r>
              <a:rPr lang="en-US" altLang="ru-RU" sz="9600" dirty="0">
                <a:solidFill>
                  <a:srgbClr val="FFFFFF"/>
                </a:solidFill>
                <a:latin typeface="Inter Extra Bold" panose="02000903000000020004" pitchFamily="2" charset="0"/>
              </a:rPr>
              <a:t>&gt;100</a:t>
            </a:r>
            <a:endParaRPr lang="en-US" altLang="ru-RU" sz="9600" dirty="0"/>
          </a:p>
        </p:txBody>
      </p:sp>
      <p:sp>
        <p:nvSpPr>
          <p:cNvPr id="6150" name="name_150">
            <a:extLst>
              <a:ext uri="{FF2B5EF4-FFF2-40B4-BE49-F238E27FC236}">
                <a16:creationId xmlns="" xmlns:a16="http://schemas.microsoft.com/office/drawing/2014/main" id="{53832D40-194C-40B0-9F77-2BDFD0E3FD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325" y="5758833"/>
            <a:ext cx="4191000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03000"/>
              </a:lnSpc>
            </a:pPr>
            <a:r>
              <a:rPr lang="en-US" altLang="ru-RU" sz="9600" dirty="0" smtClean="0">
                <a:solidFill>
                  <a:srgbClr val="FFFFFF"/>
                </a:solidFill>
                <a:latin typeface="Inter Extra Bold" panose="02000903000000020004" pitchFamily="2" charset="0"/>
              </a:rPr>
              <a:t>&gt;150</a:t>
            </a:r>
            <a:endParaRPr lang="en-US" altLang="ru-RU" sz="9600" dirty="0"/>
          </a:p>
        </p:txBody>
      </p:sp>
      <p:sp>
        <p:nvSpPr>
          <p:cNvPr id="8" name="default_name">
            <a:extLst>
              <a:ext uri="{FF2B5EF4-FFF2-40B4-BE49-F238E27FC236}">
                <a16:creationId xmlns="" xmlns:a16="http://schemas.microsoft.com/office/drawing/2014/main" id="{C1C1A752-0261-4DE9-AA13-4155AE692524}"/>
              </a:ext>
            </a:extLst>
          </p:cNvPr>
          <p:cNvSpPr/>
          <p:nvPr/>
        </p:nvSpPr>
        <p:spPr>
          <a:xfrm>
            <a:off x="1543050" y="6645275"/>
            <a:ext cx="3781425" cy="504825"/>
          </a:xfrm>
          <a:prstGeom prst="rect">
            <a:avLst/>
          </a:prstGeom>
          <a:noFill/>
          <a:ln/>
        </p:spPr>
        <p:txBody>
          <a:bodyPr lIns="0" tIns="0" rIns="0" bIns="0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200" b="1" spc="100" dirty="0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дистрибьюторов</a:t>
            </a:r>
            <a:endParaRPr lang="en-US" sz="3200" b="1" spc="1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="" xmlns:a16="http://schemas.microsoft.com/office/drawing/2014/main" id="{F3C6BC28-83AE-4A46-9BBC-FFEF86CF4601}"/>
              </a:ext>
            </a:extLst>
          </p:cNvPr>
          <p:cNvSpPr/>
          <p:nvPr/>
        </p:nvSpPr>
        <p:spPr>
          <a:xfrm>
            <a:off x="6784975" y="8405813"/>
            <a:ext cx="3441700" cy="504825"/>
          </a:xfrm>
          <a:prstGeom prst="rect">
            <a:avLst/>
          </a:prstGeom>
          <a:noFill/>
          <a:ln/>
        </p:spPr>
        <p:txBody>
          <a:bodyPr lIns="0" tIns="0" rIns="0" bIns="0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200" b="1" spc="100" dirty="0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городах России</a:t>
            </a:r>
            <a:endParaRPr lang="en-US" sz="3200" spc="1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6153" name="Text 6">
            <a:extLst>
              <a:ext uri="{FF2B5EF4-FFF2-40B4-BE49-F238E27FC236}">
                <a16:creationId xmlns="" xmlns:a16="http://schemas.microsoft.com/office/drawing/2014/main" id="{48A7FD74-F93F-4835-8EF5-F7A46BA41E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6888" y="7175500"/>
            <a:ext cx="33147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10000"/>
              </a:lnSpc>
            </a:pPr>
            <a:r>
              <a:rPr lang="en-US" altLang="ru-RU" sz="3200" b="1" spc="100" dirty="0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в </a:t>
            </a:r>
            <a:r>
              <a:rPr lang="en-US" altLang="ru-RU" sz="3200" b="1" spc="100" dirty="0" err="1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России</a:t>
            </a:r>
            <a:r>
              <a:rPr lang="en-US" altLang="ru-RU" sz="3200" b="1" spc="100" dirty="0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 и </a:t>
            </a:r>
            <a:r>
              <a:rPr lang="en-US" altLang="ru-RU" sz="3200" b="1" spc="100" dirty="0" err="1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за</a:t>
            </a:r>
            <a:r>
              <a:rPr lang="en-US" altLang="ru-RU" sz="3200" b="1" spc="100" dirty="0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 </a:t>
            </a:r>
            <a:r>
              <a:rPr lang="en-US" altLang="ru-RU" sz="3200" b="1" spc="100" dirty="0" err="1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рубежом</a:t>
            </a:r>
            <a:endParaRPr lang="en-US" altLang="ru-RU" sz="3200" b="1" spc="100" dirty="0">
              <a:latin typeface="Proxima Nova Regular" panose="02000506030000020004" pitchFamily="2" charset="0"/>
              <a:ea typeface="Proxima Nova Bold" pitchFamily="34" charset="-122"/>
              <a:cs typeface="Proxima Nova Bold" pitchFamily="34" charset="-120"/>
            </a:endParaRPr>
          </a:p>
        </p:txBody>
      </p:sp>
      <p:sp>
        <p:nvSpPr>
          <p:cNvPr id="6154" name="Text 7">
            <a:extLst>
              <a:ext uri="{FF2B5EF4-FFF2-40B4-BE49-F238E27FC236}">
                <a16:creationId xmlns="" xmlns:a16="http://schemas.microsoft.com/office/drawing/2014/main" id="{328E24FE-CD4F-4F09-A583-C81D44C346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4675" y="5265669"/>
            <a:ext cx="3314700" cy="5619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10000"/>
              </a:lnSpc>
            </a:pPr>
            <a:r>
              <a:rPr lang="en-US" altLang="ru-RU" sz="2800" dirty="0" smtClean="0">
                <a:solidFill>
                  <a:srgbClr val="FFFFFF"/>
                </a:solidFill>
                <a:latin typeface="Inter Extra Bold" panose="02000903000000020004" pitchFamily="2" charset="0"/>
              </a:rPr>
              <a:t>П</a:t>
            </a:r>
            <a:r>
              <a:rPr lang="ru-RU" altLang="ru-RU" sz="2800" dirty="0" smtClean="0">
                <a:solidFill>
                  <a:srgbClr val="FFFFFF"/>
                </a:solidFill>
                <a:latin typeface="Inter Extra Bold" panose="02000903000000020004" pitchFamily="2" charset="0"/>
              </a:rPr>
              <a:t>РОДАЖИ</a:t>
            </a:r>
            <a:endParaRPr lang="en-US" altLang="ru-RU" sz="2800" dirty="0">
              <a:solidFill>
                <a:srgbClr val="FFFFFF"/>
              </a:solidFill>
              <a:latin typeface="Inter Extra Bold" panose="02000903000000020004" pitchFamily="2" charset="0"/>
            </a:endParaRPr>
          </a:p>
        </p:txBody>
      </p:sp>
      <p:sp>
        <p:nvSpPr>
          <p:cNvPr id="6155" name="Text 8">
            <a:extLst>
              <a:ext uri="{FF2B5EF4-FFF2-40B4-BE49-F238E27FC236}">
                <a16:creationId xmlns="" xmlns:a16="http://schemas.microsoft.com/office/drawing/2014/main" id="{A9FB96BA-B522-4F95-9860-97161724B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8100" y="987425"/>
            <a:ext cx="65817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en-US" altLang="ru-RU"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ГЕОГРАФИЯ БИЗНЕСА</a:t>
            </a:r>
          </a:p>
        </p:txBody>
      </p:sp>
      <p:sp>
        <p:nvSpPr>
          <p:cNvPr id="6156" name="Ellipse 2">
            <a:extLst>
              <a:ext uri="{FF2B5EF4-FFF2-40B4-BE49-F238E27FC236}">
                <a16:creationId xmlns="" xmlns:a16="http://schemas.microsoft.com/office/drawing/2014/main" id="{C8AEDC6F-6858-42CE-84C1-BBE540C50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6700" y="2408238"/>
            <a:ext cx="4824413" cy="4824412"/>
          </a:xfrm>
          <a:prstGeom prst="ellipse">
            <a:avLst/>
          </a:prstGeom>
          <a:solidFill>
            <a:srgbClr val="F4762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ru-RU" altLang="ru-RU"/>
          </a:p>
        </p:txBody>
      </p:sp>
      <p:sp>
        <p:nvSpPr>
          <p:cNvPr id="6159" name="Text 6">
            <a:extLst>
              <a:ext uri="{FF2B5EF4-FFF2-40B4-BE49-F238E27FC236}">
                <a16:creationId xmlns="" xmlns:a16="http://schemas.microsoft.com/office/drawing/2014/main" id="{7AA6EE4A-E65F-47F7-8CE7-E2ABA59448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6700" y="7324725"/>
            <a:ext cx="4824413" cy="174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10000"/>
              </a:lnSpc>
            </a:pPr>
            <a:r>
              <a:rPr lang="ru-RU" altLang="ru-RU" sz="3200" b="1" spc="100" dirty="0" smtClean="0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федеральных </a:t>
            </a:r>
            <a:r>
              <a:rPr lang="ru-RU" altLang="ru-RU" sz="3200" b="1" spc="100" dirty="0"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и региональных торговых сетях DIY</a:t>
            </a:r>
          </a:p>
        </p:txBody>
      </p:sp>
      <p:pic>
        <p:nvPicPr>
          <p:cNvPr id="21" name="Line 1" descr="preencoded.png">
            <a:extLst>
              <a:ext uri="{FF2B5EF4-FFF2-40B4-BE49-F238E27FC236}">
                <a16:creationId xmlns="" xmlns:a16="http://schemas.microsoft.com/office/drawing/2014/main" id="{A5E3E89E-D1BE-4767-A7CB-038B6ADAA58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7962895" y="1251927"/>
            <a:ext cx="8972555" cy="3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161" name="H1">
            <a:extLst>
              <a:ext uri="{FF2B5EF4-FFF2-40B4-BE49-F238E27FC236}">
                <a16:creationId xmlns="" xmlns:a16="http://schemas.microsoft.com/office/drawing/2014/main" id="{ECA2789F-5FE2-4E9C-B5F7-2C432F551E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9324975"/>
            <a:ext cx="12954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75000"/>
              </a:lnSpc>
            </a:pPr>
            <a:endParaRPr lang="en-US" altLang="ru-RU" sz="1100">
              <a:solidFill>
                <a:srgbClr val="8690A1"/>
              </a:solidFill>
            </a:endParaRPr>
          </a:p>
        </p:txBody>
      </p:sp>
      <p:sp>
        <p:nvSpPr>
          <p:cNvPr id="19" name="name_150">
            <a:extLst>
              <a:ext uri="{FF2B5EF4-FFF2-40B4-BE49-F238E27FC236}">
                <a16:creationId xmlns="" xmlns:a16="http://schemas.microsoft.com/office/drawing/2014/main" id="{53832D40-194C-40B0-9F77-2BDFD0E3FD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13406" y="4335580"/>
            <a:ext cx="4191000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03000"/>
              </a:lnSpc>
            </a:pPr>
            <a:r>
              <a:rPr lang="en-US" altLang="ru-RU" sz="9600" dirty="0" smtClean="0">
                <a:solidFill>
                  <a:srgbClr val="FFFFFF"/>
                </a:solidFill>
                <a:latin typeface="Inter Extra Bold" panose="02000903000000020004" pitchFamily="2" charset="0"/>
              </a:rPr>
              <a:t>&gt;</a:t>
            </a:r>
            <a:r>
              <a:rPr lang="ru-RU" altLang="ru-RU" sz="9600" dirty="0" smtClean="0">
                <a:solidFill>
                  <a:srgbClr val="FFFFFF"/>
                </a:solidFill>
                <a:latin typeface="Inter Extra Bold" panose="02000903000000020004" pitchFamily="2" charset="0"/>
              </a:rPr>
              <a:t>40</a:t>
            </a:r>
            <a:endParaRPr lang="en-US" altLang="ru-RU" sz="9600" dirty="0"/>
          </a:p>
        </p:txBody>
      </p:sp>
      <p:sp>
        <p:nvSpPr>
          <p:cNvPr id="20" name="Text 7">
            <a:extLst>
              <a:ext uri="{FF2B5EF4-FFF2-40B4-BE49-F238E27FC236}">
                <a16:creationId xmlns="" xmlns:a16="http://schemas.microsoft.com/office/drawing/2014/main" id="{328E24FE-CD4F-4F09-A583-C81D44C346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82736" y="3924305"/>
            <a:ext cx="4358149" cy="479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10000"/>
              </a:lnSpc>
            </a:pPr>
            <a:r>
              <a:rPr lang="en-US" altLang="ru-RU" sz="2800" dirty="0" smtClean="0">
                <a:solidFill>
                  <a:srgbClr val="FFFFFF"/>
                </a:solidFill>
                <a:latin typeface="Inter Extra Bold" panose="02000903000000020004" pitchFamily="2" charset="0"/>
              </a:rPr>
              <a:t>П</a:t>
            </a:r>
            <a:r>
              <a:rPr lang="ru-RU" altLang="ru-RU" sz="2800" dirty="0" smtClean="0">
                <a:solidFill>
                  <a:srgbClr val="FFFFFF"/>
                </a:solidFill>
                <a:latin typeface="Inter Extra Bold" panose="02000903000000020004" pitchFamily="2" charset="0"/>
              </a:rPr>
              <a:t>РЕДСТАВЛЕННОСТЬ</a:t>
            </a:r>
            <a:endParaRPr lang="en-US" altLang="ru-RU" sz="4400" dirty="0">
              <a:solidFill>
                <a:srgbClr val="FFFFFF"/>
              </a:solidFill>
              <a:latin typeface="Inter Extra Bold" panose="020009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Maps" descr="preencoded.png">
            <a:extLst>
              <a:ext uri="{FF2B5EF4-FFF2-40B4-BE49-F238E27FC236}">
                <a16:creationId xmlns="" xmlns:a16="http://schemas.microsoft.com/office/drawing/2014/main" id="{47B890F9-BBC6-49C8-B431-76870BBC5C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5" name="Line 1" descr="preencoded.png">
            <a:extLst>
              <a:ext uri="{FF2B5EF4-FFF2-40B4-BE49-F238E27FC236}">
                <a16:creationId xmlns="" xmlns:a16="http://schemas.microsoft.com/office/drawing/2014/main" id="{018E6273-523F-4831-9F61-D4D6A1C642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7675" y="1244600"/>
            <a:ext cx="5791200" cy="39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6" name="Rectangle 3" descr="preencoded.png">
            <a:extLst>
              <a:ext uri="{FF2B5EF4-FFF2-40B4-BE49-F238E27FC236}">
                <a16:creationId xmlns="" xmlns:a16="http://schemas.microsoft.com/office/drawing/2014/main" id="{D6C5E4AE-73CF-4A15-BCE6-FBFDCB1D45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3" y="2606675"/>
            <a:ext cx="2663825" cy="815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7" name="Rectangle 15" descr="preencoded.png">
            <a:extLst>
              <a:ext uri="{FF2B5EF4-FFF2-40B4-BE49-F238E27FC236}">
                <a16:creationId xmlns="" xmlns:a16="http://schemas.microsoft.com/office/drawing/2014/main" id="{8F277593-835D-4F09-9CBA-FAF6CF9878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2575" y="5056188"/>
            <a:ext cx="2206625" cy="82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8" name="Rectangle 16" descr="preencoded.png">
            <a:extLst>
              <a:ext uri="{FF2B5EF4-FFF2-40B4-BE49-F238E27FC236}">
                <a16:creationId xmlns="" xmlns:a16="http://schemas.microsoft.com/office/drawing/2014/main" id="{08F6670C-2AB5-4A4C-9536-2906160B78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5050" y="7053263"/>
            <a:ext cx="2492375" cy="81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9" name="Rectangle 18" descr="preencoded.png">
            <a:extLst>
              <a:ext uri="{FF2B5EF4-FFF2-40B4-BE49-F238E27FC236}">
                <a16:creationId xmlns="" xmlns:a16="http://schemas.microsoft.com/office/drawing/2014/main" id="{D0AAE141-0B6A-4E0B-B1C8-3B694D174F3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8113" y="7053263"/>
            <a:ext cx="3654425" cy="81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0" name="Rectangle 17" descr="preencoded.png">
            <a:extLst>
              <a:ext uri="{FF2B5EF4-FFF2-40B4-BE49-F238E27FC236}">
                <a16:creationId xmlns="" xmlns:a16="http://schemas.microsoft.com/office/drawing/2014/main" id="{95635CA4-F5DA-47DA-91BA-68C353BF10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275" y="7966075"/>
            <a:ext cx="3816350" cy="814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1" name="Rectangle 19" descr="preencoded.png">
            <a:extLst>
              <a:ext uri="{FF2B5EF4-FFF2-40B4-BE49-F238E27FC236}">
                <a16:creationId xmlns="" xmlns:a16="http://schemas.microsoft.com/office/drawing/2014/main" id="{00BF8761-8B8E-4E98-9E70-7CE0472433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6013" y="3551238"/>
            <a:ext cx="2986087" cy="81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2" name="Rectangle 12" descr="preencoded.png">
            <a:extLst>
              <a:ext uri="{FF2B5EF4-FFF2-40B4-BE49-F238E27FC236}">
                <a16:creationId xmlns="" xmlns:a16="http://schemas.microsoft.com/office/drawing/2014/main" id="{668F723A-1046-45A6-A396-E468B594D1F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4363" y="2606675"/>
            <a:ext cx="2986087" cy="814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3" name="Rectangle 13" descr="preencoded.png">
            <a:extLst>
              <a:ext uri="{FF2B5EF4-FFF2-40B4-BE49-F238E27FC236}">
                <a16:creationId xmlns="" xmlns:a16="http://schemas.microsoft.com/office/drawing/2014/main" id="{426419BA-84D6-4E28-9A53-173A6E30966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5100" y="3560763"/>
            <a:ext cx="3167063" cy="81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4" name="Rectangle 14" descr="preencoded.png">
            <a:extLst>
              <a:ext uri="{FF2B5EF4-FFF2-40B4-BE49-F238E27FC236}">
                <a16:creationId xmlns="" xmlns:a16="http://schemas.microsoft.com/office/drawing/2014/main" id="{9FA030D4-411D-410D-9D20-6C873A4CF22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238" y="3560763"/>
            <a:ext cx="3328987" cy="81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5" name="Line 2" descr="preencoded.png">
            <a:extLst>
              <a:ext uri="{FF2B5EF4-FFF2-40B4-BE49-F238E27FC236}">
                <a16:creationId xmlns="" xmlns:a16="http://schemas.microsoft.com/office/drawing/2014/main" id="{03DB8922-5427-49B8-BF78-35E850276F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7650" y="3121025"/>
            <a:ext cx="515938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6" name="Line 6" descr="preencoded.png">
            <a:extLst>
              <a:ext uri="{FF2B5EF4-FFF2-40B4-BE49-F238E27FC236}">
                <a16:creationId xmlns="" xmlns:a16="http://schemas.microsoft.com/office/drawing/2014/main" id="{01CAB3AE-6F32-4264-ADD7-9CD949E8D66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8038" y="3306763"/>
            <a:ext cx="39687" cy="866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7" name="Line 12" descr="preencoded.png">
            <a:extLst>
              <a:ext uri="{FF2B5EF4-FFF2-40B4-BE49-F238E27FC236}">
                <a16:creationId xmlns="" xmlns:a16="http://schemas.microsoft.com/office/drawing/2014/main" id="{07757C34-A1D6-46F2-B8AB-143C60E6640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5938" y="4224338"/>
            <a:ext cx="1100137" cy="1633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8" name="Line 10" descr="preencoded.png">
            <a:extLst>
              <a:ext uri="{FF2B5EF4-FFF2-40B4-BE49-F238E27FC236}">
                <a16:creationId xmlns="" xmlns:a16="http://schemas.microsoft.com/office/drawing/2014/main" id="{AC919B9E-1019-4035-8D2D-81C7BB64D39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513" y="6677025"/>
            <a:ext cx="852487" cy="1350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09" name="Line 7" descr="preencoded.png">
            <a:extLst>
              <a:ext uri="{FF2B5EF4-FFF2-40B4-BE49-F238E27FC236}">
                <a16:creationId xmlns="" xmlns:a16="http://schemas.microsoft.com/office/drawing/2014/main" id="{1397C5BA-FD7E-4CD6-8800-0D992ACADB1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6313" y="4243388"/>
            <a:ext cx="446087" cy="131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0" name="Line 8" descr="preencoded.png">
            <a:extLst>
              <a:ext uri="{FF2B5EF4-FFF2-40B4-BE49-F238E27FC236}">
                <a16:creationId xmlns="" xmlns:a16="http://schemas.microsoft.com/office/drawing/2014/main" id="{90964F4C-7CF4-47A6-B3E6-5BD474DDEDA4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3788" y="5475288"/>
            <a:ext cx="757237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1" name="Line 9" descr="preencoded.png">
            <a:extLst>
              <a:ext uri="{FF2B5EF4-FFF2-40B4-BE49-F238E27FC236}">
                <a16:creationId xmlns="" xmlns:a16="http://schemas.microsoft.com/office/drawing/2014/main" id="{0462EA72-A88C-42C4-A59D-4CBA0E28AC7E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0688" y="6389688"/>
            <a:ext cx="660400" cy="81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2" name="Line 13" descr="preencoded.png">
            <a:extLst>
              <a:ext uri="{FF2B5EF4-FFF2-40B4-BE49-F238E27FC236}">
                <a16:creationId xmlns="" xmlns:a16="http://schemas.microsoft.com/office/drawing/2014/main" id="{C2A61419-8F65-4F27-B468-FC9462FDCDA0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2363" y="4192588"/>
            <a:ext cx="652462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3" name="Line 11" descr="preencoded.png">
            <a:extLst>
              <a:ext uri="{FF2B5EF4-FFF2-40B4-BE49-F238E27FC236}">
                <a16:creationId xmlns="" xmlns:a16="http://schemas.microsoft.com/office/drawing/2014/main" id="{416A8FA4-10F8-495C-BD9C-25713D93614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8238" y="6545263"/>
            <a:ext cx="841375" cy="595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4" name="Vector" descr="preencoded.png">
            <a:extLst>
              <a:ext uri="{FF2B5EF4-FFF2-40B4-BE49-F238E27FC236}">
                <a16:creationId xmlns="" xmlns:a16="http://schemas.microsoft.com/office/drawing/2014/main" id="{7BC4BACD-3B32-47FD-B88D-0B2052AB5E29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7288" y="3370263"/>
            <a:ext cx="487362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5" name="Vector" descr="preencoded.png">
            <a:extLst>
              <a:ext uri="{FF2B5EF4-FFF2-40B4-BE49-F238E27FC236}">
                <a16:creationId xmlns="" xmlns:a16="http://schemas.microsoft.com/office/drawing/2014/main" id="{C4DB3C9D-3ED8-43C7-97D8-7E6E9B78CF38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7375" y="4094163"/>
            <a:ext cx="487363" cy="620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6" name="Vector" descr="preencoded.png">
            <a:extLst>
              <a:ext uri="{FF2B5EF4-FFF2-40B4-BE49-F238E27FC236}">
                <a16:creationId xmlns="" xmlns:a16="http://schemas.microsoft.com/office/drawing/2014/main" id="{ABB72E7A-6853-414B-8E6A-CC1842EFA5AD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0025" y="5689600"/>
            <a:ext cx="496888" cy="620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7" name="Vector" descr="preencoded.png">
            <a:extLst>
              <a:ext uri="{FF2B5EF4-FFF2-40B4-BE49-F238E27FC236}">
                <a16:creationId xmlns="" xmlns:a16="http://schemas.microsoft.com/office/drawing/2014/main" id="{AF62E507-3065-4480-BD08-343BED683722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2438" y="6251575"/>
            <a:ext cx="487362" cy="611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8" name="Vector" descr="preencoded.png">
            <a:extLst>
              <a:ext uri="{FF2B5EF4-FFF2-40B4-BE49-F238E27FC236}">
                <a16:creationId xmlns="" xmlns:a16="http://schemas.microsoft.com/office/drawing/2014/main" id="{D0FFFA45-1FA1-4ACD-AE25-8A9CE7C52636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5418138"/>
            <a:ext cx="487362" cy="620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19" name="Vector" descr="preencoded.png">
            <a:extLst>
              <a:ext uri="{FF2B5EF4-FFF2-40B4-BE49-F238E27FC236}">
                <a16:creationId xmlns="" xmlns:a16="http://schemas.microsoft.com/office/drawing/2014/main" id="{BA0DBE88-AE9E-428B-B747-2FB86D75FADB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4188" y="5568950"/>
            <a:ext cx="487362" cy="611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20" name="Vector" descr="preencoded.png">
            <a:extLst>
              <a:ext uri="{FF2B5EF4-FFF2-40B4-BE49-F238E27FC236}">
                <a16:creationId xmlns="" xmlns:a16="http://schemas.microsoft.com/office/drawing/2014/main" id="{A83ABB8D-4E25-409C-9ACD-B13A86BC7AE7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5959475"/>
            <a:ext cx="48895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21" name="Vector" descr="preencoded.png">
            <a:extLst>
              <a:ext uri="{FF2B5EF4-FFF2-40B4-BE49-F238E27FC236}">
                <a16:creationId xmlns="" xmlns:a16="http://schemas.microsoft.com/office/drawing/2014/main" id="{DE980B75-9F3C-4D53-AFD9-872A6F8AD851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04863" y="4926013"/>
            <a:ext cx="496887" cy="620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222" name="Vector" descr="preencoded.png">
            <a:extLst>
              <a:ext uri="{FF2B5EF4-FFF2-40B4-BE49-F238E27FC236}">
                <a16:creationId xmlns="" xmlns:a16="http://schemas.microsoft.com/office/drawing/2014/main" id="{1E216101-5FD7-4465-9840-33F2C71B2776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8363" y="6191250"/>
            <a:ext cx="487362" cy="620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223" name="Text 0">
            <a:extLst>
              <a:ext uri="{FF2B5EF4-FFF2-40B4-BE49-F238E27FC236}">
                <a16:creationId xmlns="" xmlns:a16="http://schemas.microsoft.com/office/drawing/2014/main" id="{F5EF2E14-87B3-46B5-9145-DED4BC536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0" y="949325"/>
            <a:ext cx="65817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en-US" altLang="ru-RU"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ГЕОГРАФИЯ БИЗНЕСА</a:t>
            </a:r>
          </a:p>
        </p:txBody>
      </p:sp>
      <p:sp>
        <p:nvSpPr>
          <p:cNvPr id="8224" name="default_name">
            <a:extLst>
              <a:ext uri="{FF2B5EF4-FFF2-40B4-BE49-F238E27FC236}">
                <a16:creationId xmlns="" xmlns:a16="http://schemas.microsoft.com/office/drawing/2014/main" id="{70B898A2-36AC-484E-9812-1032D010A5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73200" y="967141"/>
            <a:ext cx="28670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en-US" altLang="ru-RU" sz="4800" b="1" dirty="0">
                <a:solidFill>
                  <a:srgbClr val="EA5900"/>
                </a:solidFill>
                <a:latin typeface="Proxima Nova Regular" panose="02000506030000020004" pitchFamily="2" charset="0"/>
              </a:rPr>
              <a:t>ЭКСПОРТ</a:t>
            </a:r>
            <a:endParaRPr lang="en-US" altLang="ru-RU" sz="4800" b="1" dirty="0"/>
          </a:p>
        </p:txBody>
      </p:sp>
      <p:sp>
        <p:nvSpPr>
          <p:cNvPr id="33" name="default_name">
            <a:extLst>
              <a:ext uri="{FF2B5EF4-FFF2-40B4-BE49-F238E27FC236}">
                <a16:creationId xmlns="" xmlns:a16="http://schemas.microsoft.com/office/drawing/2014/main" id="{6CE77E83-0A7B-41CD-8EBC-EBB7B12D1147}"/>
              </a:ext>
            </a:extLst>
          </p:cNvPr>
          <p:cNvSpPr/>
          <p:nvPr/>
        </p:nvSpPr>
        <p:spPr>
          <a:xfrm>
            <a:off x="3419475" y="2747963"/>
            <a:ext cx="2116138" cy="4572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00" b="1" kern="0" spc="300" dirty="0">
                <a:solidFill>
                  <a:srgbClr val="FFFFFF"/>
                </a:solidFill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БЕЛАРУСЬ</a:t>
            </a:r>
            <a:endParaRPr lang="en-US" sz="2700" spc="3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34" name="default_name">
            <a:extLst>
              <a:ext uri="{FF2B5EF4-FFF2-40B4-BE49-F238E27FC236}">
                <a16:creationId xmlns="" xmlns:a16="http://schemas.microsoft.com/office/drawing/2014/main" id="{E0758CB9-CD59-48AA-A35E-ECCC6C5E5F30}"/>
              </a:ext>
            </a:extLst>
          </p:cNvPr>
          <p:cNvSpPr/>
          <p:nvPr/>
        </p:nvSpPr>
        <p:spPr>
          <a:xfrm>
            <a:off x="7258050" y="2752725"/>
            <a:ext cx="2398713" cy="4572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00" b="1" kern="0" spc="300" dirty="0">
                <a:solidFill>
                  <a:srgbClr val="FFFFFF"/>
                </a:solidFill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КАЗАХСТАН</a:t>
            </a:r>
            <a:endParaRPr lang="en-US" sz="2700" spc="3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36" name="default_name">
            <a:extLst>
              <a:ext uri="{FF2B5EF4-FFF2-40B4-BE49-F238E27FC236}">
                <a16:creationId xmlns="" xmlns:a16="http://schemas.microsoft.com/office/drawing/2014/main" id="{BC96B2C6-F5B8-4BA1-976C-DED5E8048471}"/>
              </a:ext>
            </a:extLst>
          </p:cNvPr>
          <p:cNvSpPr/>
          <p:nvPr/>
        </p:nvSpPr>
        <p:spPr>
          <a:xfrm>
            <a:off x="10058400" y="3706813"/>
            <a:ext cx="2765425" cy="4572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00" b="1" kern="0" spc="300" dirty="0">
                <a:solidFill>
                  <a:srgbClr val="FFFFFF"/>
                </a:solidFill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КЫРГЫЗСТАН</a:t>
            </a:r>
            <a:endParaRPr lang="en-US" sz="2700" spc="3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37" name="default_name">
            <a:extLst>
              <a:ext uri="{FF2B5EF4-FFF2-40B4-BE49-F238E27FC236}">
                <a16:creationId xmlns="" xmlns:a16="http://schemas.microsoft.com/office/drawing/2014/main" id="{4A1FF161-FACB-4D2F-B0D7-469AEA5ACCBC}"/>
              </a:ext>
            </a:extLst>
          </p:cNvPr>
          <p:cNvSpPr/>
          <p:nvPr/>
        </p:nvSpPr>
        <p:spPr>
          <a:xfrm>
            <a:off x="14135100" y="3711575"/>
            <a:ext cx="2325688" cy="4572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00" b="1" kern="0" spc="300" dirty="0">
                <a:solidFill>
                  <a:srgbClr val="FFFFFF"/>
                </a:solidFill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МОНГОЛИЯ</a:t>
            </a:r>
            <a:endParaRPr lang="en-US" sz="2700" spc="3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38" name="default_name">
            <a:extLst>
              <a:ext uri="{FF2B5EF4-FFF2-40B4-BE49-F238E27FC236}">
                <a16:creationId xmlns="" xmlns:a16="http://schemas.microsoft.com/office/drawing/2014/main" id="{ECA6142B-660D-43CB-B787-475025DEDA19}"/>
              </a:ext>
            </a:extLst>
          </p:cNvPr>
          <p:cNvSpPr/>
          <p:nvPr/>
        </p:nvSpPr>
        <p:spPr>
          <a:xfrm>
            <a:off x="9296400" y="7213600"/>
            <a:ext cx="3089275" cy="4572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00" b="1" kern="0" spc="300" dirty="0">
                <a:solidFill>
                  <a:srgbClr val="FFFFFF"/>
                </a:solidFill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ТАДЖИКИСТАН</a:t>
            </a:r>
            <a:endParaRPr lang="en-US" sz="2700" spc="3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39" name="default_name">
            <a:extLst>
              <a:ext uri="{FF2B5EF4-FFF2-40B4-BE49-F238E27FC236}">
                <a16:creationId xmlns="" xmlns:a16="http://schemas.microsoft.com/office/drawing/2014/main" id="{8AF5CA2E-BA77-4332-8F95-B87F6A0097D1}"/>
              </a:ext>
            </a:extLst>
          </p:cNvPr>
          <p:cNvSpPr/>
          <p:nvPr/>
        </p:nvSpPr>
        <p:spPr>
          <a:xfrm>
            <a:off x="5267325" y="8107363"/>
            <a:ext cx="3259138" cy="4572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00" b="1" kern="0" spc="300" dirty="0">
                <a:solidFill>
                  <a:srgbClr val="FFFFFF"/>
                </a:solidFill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ТУРКМЕНИСТАН</a:t>
            </a:r>
            <a:endParaRPr lang="en-US" sz="2700" spc="3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40" name="default_name">
            <a:extLst>
              <a:ext uri="{FF2B5EF4-FFF2-40B4-BE49-F238E27FC236}">
                <a16:creationId xmlns="" xmlns:a16="http://schemas.microsoft.com/office/drawing/2014/main" id="{42D2FAB0-9CB6-4B63-AB75-F776CBE74DA1}"/>
              </a:ext>
            </a:extLst>
          </p:cNvPr>
          <p:cNvSpPr/>
          <p:nvPr/>
        </p:nvSpPr>
        <p:spPr>
          <a:xfrm>
            <a:off x="2552700" y="7204075"/>
            <a:ext cx="1985963" cy="4572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00" b="1" kern="0" spc="300" dirty="0">
                <a:solidFill>
                  <a:srgbClr val="FFFFFF"/>
                </a:solidFill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АРМЕНИЯ</a:t>
            </a:r>
            <a:endParaRPr lang="en-US" sz="2700" spc="3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41" name="default_name">
            <a:extLst>
              <a:ext uri="{FF2B5EF4-FFF2-40B4-BE49-F238E27FC236}">
                <a16:creationId xmlns="" xmlns:a16="http://schemas.microsoft.com/office/drawing/2014/main" id="{399A30B2-EBDB-4051-B0DC-BB86831C8688}"/>
              </a:ext>
            </a:extLst>
          </p:cNvPr>
          <p:cNvSpPr/>
          <p:nvPr/>
        </p:nvSpPr>
        <p:spPr>
          <a:xfrm>
            <a:off x="1847850" y="5207000"/>
            <a:ext cx="1563688" cy="4572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00" b="1" kern="0" spc="300" dirty="0">
                <a:solidFill>
                  <a:srgbClr val="FFFFFF"/>
                </a:solidFill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ГРУЗИЯ</a:t>
            </a:r>
            <a:endParaRPr lang="en-US" sz="2700" spc="300" dirty="0">
              <a:latin typeface="Proxima Nova Regular" panose="02000506030000020004" pitchFamily="2" charset="0"/>
              <a:cs typeface="+mn-cs"/>
            </a:endParaRPr>
          </a:p>
        </p:txBody>
      </p:sp>
      <p:sp>
        <p:nvSpPr>
          <p:cNvPr id="8234" name="H1">
            <a:extLst>
              <a:ext uri="{FF2B5EF4-FFF2-40B4-BE49-F238E27FC236}">
                <a16:creationId xmlns="" xmlns:a16="http://schemas.microsoft.com/office/drawing/2014/main" id="{AB580976-CF22-4793-ABEA-2F963FC8DD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2550" y="9324975"/>
            <a:ext cx="10953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75000"/>
              </a:lnSpc>
            </a:pPr>
            <a:endParaRPr lang="en-US" altLang="ru-RU" sz="1100">
              <a:solidFill>
                <a:srgbClr val="8690A1"/>
              </a:solidFill>
            </a:endParaRPr>
          </a:p>
        </p:txBody>
      </p:sp>
      <p:sp>
        <p:nvSpPr>
          <p:cNvPr id="43" name="default_name">
            <a:extLst>
              <a:ext uri="{FF2B5EF4-FFF2-40B4-BE49-F238E27FC236}">
                <a16:creationId xmlns="" xmlns:a16="http://schemas.microsoft.com/office/drawing/2014/main" id="{E0758CB9-CD59-48AA-A35E-ECCC6C5E5F30}"/>
              </a:ext>
            </a:extLst>
          </p:cNvPr>
          <p:cNvSpPr/>
          <p:nvPr/>
        </p:nvSpPr>
        <p:spPr>
          <a:xfrm>
            <a:off x="4192433" y="3706648"/>
            <a:ext cx="2642394" cy="4572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 algn="ct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700" b="1" kern="0" spc="300" dirty="0" smtClean="0">
                <a:solidFill>
                  <a:srgbClr val="FFFFFF"/>
                </a:solidFill>
                <a:latin typeface="Proxima Nova Regular" panose="02000506030000020004" pitchFamily="2" charset="0"/>
                <a:ea typeface="Proxima Nova Bold" pitchFamily="34" charset="-122"/>
                <a:cs typeface="Proxima Nova Bold" pitchFamily="34" charset="-120"/>
              </a:rPr>
              <a:t>УЗБЕКИСТАН</a:t>
            </a:r>
            <a:endParaRPr lang="en-US" sz="2700" spc="300" dirty="0">
              <a:latin typeface="Proxima Nova Regular" panose="02000506030000020004" pitchFamily="2" charset="0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12001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18" name="Объект 90">
            <a:extLst>
              <a:ext uri="{FF2B5EF4-FFF2-40B4-BE49-F238E27FC236}">
                <a16:creationId xmlns:a16="http://schemas.microsoft.com/office/drawing/2014/main" xmlns="" id="{2597C0FB-F8F0-43F5-80DE-06AD191337A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295438" y="9906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896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9906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700950" y="3693921"/>
            <a:ext cx="16848000" cy="15696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9600" b="1" dirty="0" smtClean="0">
                <a:solidFill>
                  <a:srgbClr val="F47629"/>
                </a:solidFill>
                <a:latin typeface="+mn-lt"/>
              </a:rPr>
              <a:t>ПОРТФОЛИО</a:t>
            </a:r>
            <a:endParaRPr lang="en-US" sz="9600" b="1" dirty="0">
              <a:solidFill>
                <a:srgbClr val="F47629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4750" y="5227976"/>
            <a:ext cx="16848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dirty="0" err="1">
                <a:latin typeface="+mn-lt"/>
              </a:rPr>
              <a:t>Реальные</a:t>
            </a:r>
            <a:r>
              <a:rPr sz="4000" b="1" dirty="0">
                <a:latin typeface="+mn-lt"/>
              </a:rPr>
              <a:t> </a:t>
            </a:r>
            <a:r>
              <a:rPr sz="4000" b="1" dirty="0" err="1">
                <a:latin typeface="+mn-lt"/>
              </a:rPr>
              <a:t>кейсы</a:t>
            </a:r>
            <a:r>
              <a:rPr sz="4000" b="1" dirty="0">
                <a:latin typeface="+mn-lt"/>
              </a:rPr>
              <a:t> и </a:t>
            </a:r>
            <a:r>
              <a:rPr sz="4000" b="1" dirty="0" err="1">
                <a:latin typeface="+mn-lt"/>
              </a:rPr>
              <a:t>промышленные</a:t>
            </a:r>
            <a:r>
              <a:rPr sz="4000" b="1" dirty="0">
                <a:latin typeface="+mn-lt"/>
              </a:rPr>
              <a:t> </a:t>
            </a:r>
            <a:r>
              <a:rPr sz="4000" b="1" dirty="0" err="1">
                <a:latin typeface="+mn-lt"/>
              </a:rPr>
              <a:t>партнёры</a:t>
            </a:r>
            <a:endParaRPr sz="4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58932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object 7">
            <a:extLst>
              <a:ext uri="{FF2B5EF4-FFF2-40B4-BE49-F238E27FC236}">
                <a16:creationId xmlns="" xmlns:a16="http://schemas.microsoft.com/office/drawing/2014/main" id="{F2D4F6D5-E16E-4682-8810-59F7B468F506}"/>
              </a:ext>
            </a:extLst>
          </p:cNvPr>
          <p:cNvSpPr txBox="1">
            <a:spLocks noGrp="1" noChangeArrowheads="1"/>
          </p:cNvSpPr>
          <p:nvPr>
            <p:ph type="title"/>
          </p:nvPr>
        </p:nvSpPr>
        <p:spPr bwMode="auto">
          <a:xfrm>
            <a:off x="196850" y="679602"/>
            <a:ext cx="4945063" cy="69517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tIns="17890" numCol="1" anchor="t" anchorCtr="0" compatLnSpc="1">
            <a:prstTxWarp prst="textNoShape">
              <a:avLst/>
            </a:prstTxWarp>
            <a:spAutoFit/>
          </a:bodyPr>
          <a:lstStyle/>
          <a:p>
            <a:pPr marL="19050" eaLnBrk="1" hangingPunct="1">
              <a:spcBef>
                <a:spcPts val="138"/>
              </a:spcBef>
            </a:pPr>
            <a:r>
              <a:rPr lang="ru-RU" altLang="ru-RU" sz="4400" dirty="0">
                <a:solidFill>
                  <a:srgbClr val="656565"/>
                </a:solidFill>
                <a:latin typeface="Inter Extra Bold" panose="02000903000000020004" pitchFamily="2" charset="0"/>
                <a:ea typeface="+mn-ea"/>
                <a:cs typeface="Arial" panose="020B0604020202020204" pitchFamily="34" charset="0"/>
              </a:rPr>
              <a:t>ПРОДУКЦИЯ</a:t>
            </a:r>
          </a:p>
        </p:txBody>
      </p:sp>
      <p:graphicFrame>
        <p:nvGraphicFramePr>
          <p:cNvPr id="20509" name="Объект 35">
            <a:extLst>
              <a:ext uri="{FF2B5EF4-FFF2-40B4-BE49-F238E27FC236}">
                <a16:creationId xmlns="" xmlns:a16="http://schemas.microsoft.com/office/drawing/2014/main" id="{B36B34F9-A57F-463E-8581-5D09490A452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6482121"/>
              </p:ext>
            </p:extLst>
          </p:nvPr>
        </p:nvGraphicFramePr>
        <p:xfrm>
          <a:off x="14295438" y="796308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45" name="CorelDRAW" r:id="rId4" imgW="3876120" imgH="797040" progId="CorelDraw.Graphic.23">
                  <p:embed/>
                </p:oleObj>
              </mc:Choice>
              <mc:Fallback>
                <p:oleObj name="CorelDRAW" r:id="rId4" imgW="3876120" imgH="797040" progId="CorelDraw.Graphic.23">
                  <p:embed/>
                  <p:pic>
                    <p:nvPicPr>
                      <p:cNvPr id="0" name="Объект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796308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0609" name="Picture 129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700" y="1864410"/>
            <a:ext cx="16298863" cy="81289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4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1047750"/>
            <a:ext cx="4931683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5">
            <a:extLst>
              <a:ext uri="{FF2B5EF4-FFF2-40B4-BE49-F238E27FC236}">
                <a16:creationId xmlns="" xmlns:a16="http://schemas.microsoft.com/office/drawing/2014/main" id="{B36B34F9-A57F-463E-8581-5D09490A452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548329"/>
              </p:ext>
            </p:extLst>
          </p:nvPr>
        </p:nvGraphicFramePr>
        <p:xfrm>
          <a:off x="14295438" y="93506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10" name="CorelDRAW" r:id="rId4" imgW="3876120" imgH="797040" progId="CorelDraw.Graphic.23">
                  <p:embed/>
                </p:oleObj>
              </mc:Choice>
              <mc:Fallback>
                <p:oleObj name="CorelDRAW" r:id="rId4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93506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1200150"/>
            <a:ext cx="4931683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299" y="3492501"/>
            <a:ext cx="8254855" cy="530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75" name="Picture 3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8899" y="3492500"/>
            <a:ext cx="8671001" cy="5326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object 7">
            <a:extLst>
              <a:ext uri="{FF2B5EF4-FFF2-40B4-BE49-F238E27FC236}">
                <a16:creationId xmlns="" xmlns:a16="http://schemas.microsoft.com/office/drawing/2014/main" id="{F2D4F6D5-E16E-4682-8810-59F7B468F506}"/>
              </a:ext>
            </a:extLst>
          </p:cNvPr>
          <p:cNvSpPr txBox="1">
            <a:spLocks noGrp="1" noChangeArrowheads="1"/>
          </p:cNvSpPr>
          <p:nvPr>
            <p:ph type="title"/>
          </p:nvPr>
        </p:nvSpPr>
        <p:spPr bwMode="auto">
          <a:xfrm>
            <a:off x="438150" y="550863"/>
            <a:ext cx="5492750" cy="137228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tIns="17890" numCol="1" anchor="t" anchorCtr="0" compatLnSpc="1">
            <a:prstTxWarp prst="textNoShape">
              <a:avLst/>
            </a:prstTxWarp>
            <a:spAutoFit/>
          </a:bodyPr>
          <a:lstStyle/>
          <a:p>
            <a:pPr marL="19050" algn="l" eaLnBrk="1" hangingPunct="1">
              <a:spcBef>
                <a:spcPts val="138"/>
              </a:spcBef>
            </a:pPr>
            <a:r>
              <a:rPr lang="ru-RU" altLang="ru-RU" sz="4400" dirty="0">
                <a:solidFill>
                  <a:srgbClr val="656565"/>
                </a:solidFill>
                <a:latin typeface="Inter Extra Bold" panose="02000903000000020004" pitchFamily="2" charset="0"/>
                <a:ea typeface="+mn-ea"/>
                <a:cs typeface="Arial" panose="020B0604020202020204" pitchFamily="34" charset="0"/>
              </a:rPr>
              <a:t>КЕЙСЫ ПРИМЕНЕНИЯ</a:t>
            </a:r>
          </a:p>
        </p:txBody>
      </p:sp>
    </p:spTree>
    <p:extLst>
      <p:ext uri="{BB962C8B-B14F-4D97-AF65-F5344CB8AC3E}">
        <p14:creationId xmlns:p14="http://schemas.microsoft.com/office/powerpoint/2010/main" val="26613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5">
            <a:extLst>
              <a:ext uri="{FF2B5EF4-FFF2-40B4-BE49-F238E27FC236}">
                <a16:creationId xmlns="" xmlns:a16="http://schemas.microsoft.com/office/drawing/2014/main" id="{B36B34F9-A57F-463E-8581-5D09490A452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41152436"/>
              </p:ext>
            </p:extLst>
          </p:nvPr>
        </p:nvGraphicFramePr>
        <p:xfrm>
          <a:off x="14295438" y="10033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933" name="CorelDRAW" r:id="rId4" imgW="3876120" imgH="797040" progId="CorelDraw.Graphic.23">
                  <p:embed/>
                </p:oleObj>
              </mc:Choice>
              <mc:Fallback>
                <p:oleObj name="CorelDRAW" r:id="rId4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10033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1200150"/>
            <a:ext cx="4931683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object 7">
            <a:extLst>
              <a:ext uri="{FF2B5EF4-FFF2-40B4-BE49-F238E27FC236}">
                <a16:creationId xmlns="" xmlns:a16="http://schemas.microsoft.com/office/drawing/2014/main" id="{F2D4F6D5-E16E-4682-8810-59F7B468F506}"/>
              </a:ext>
            </a:extLst>
          </p:cNvPr>
          <p:cNvSpPr txBox="1">
            <a:spLocks noGrp="1" noChangeArrowheads="1"/>
          </p:cNvSpPr>
          <p:nvPr>
            <p:ph type="title"/>
          </p:nvPr>
        </p:nvSpPr>
        <p:spPr bwMode="auto">
          <a:xfrm>
            <a:off x="395678" y="563563"/>
            <a:ext cx="7046521" cy="137228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tIns="17890" numCol="1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ru-RU" sz="4400" dirty="0">
                <a:solidFill>
                  <a:srgbClr val="656565"/>
                </a:solidFill>
                <a:latin typeface="Inter Extra Bold" panose="02000903000000020004" pitchFamily="2" charset="0"/>
                <a:ea typeface="+mn-ea"/>
                <a:cs typeface="Arial" panose="020B0604020202020204" pitchFamily="34" charset="0"/>
              </a:rPr>
              <a:t>ПРОМЫШЛЕННЫЕ ПАРТНЕРЫ</a:t>
            </a: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30199" y="3902023"/>
            <a:ext cx="8582810" cy="52078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82100" y="3914723"/>
            <a:ext cx="8674100" cy="52078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53305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12001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18" name="Объект 90">
            <a:extLst>
              <a:ext uri="{FF2B5EF4-FFF2-40B4-BE49-F238E27FC236}">
                <a16:creationId xmlns:a16="http://schemas.microsoft.com/office/drawing/2014/main" xmlns="" id="{2597C0FB-F8F0-43F5-80DE-06AD191337A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295438" y="9906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872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9906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700950" y="3137859"/>
            <a:ext cx="16848000" cy="415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8800" b="1" dirty="0" smtClean="0">
                <a:solidFill>
                  <a:srgbClr val="F47629"/>
                </a:solidFill>
                <a:latin typeface="+mn-lt"/>
              </a:rPr>
              <a:t>АССОРТИМЕНТ </a:t>
            </a:r>
          </a:p>
          <a:p>
            <a:pPr algn="ctr"/>
            <a:r>
              <a:rPr lang="ru-RU" sz="8800" b="1" dirty="0" smtClean="0">
                <a:solidFill>
                  <a:srgbClr val="F47629"/>
                </a:solidFill>
                <a:latin typeface="+mn-lt"/>
              </a:rPr>
              <a:t>И </a:t>
            </a:r>
          </a:p>
          <a:p>
            <a:pPr algn="ctr"/>
            <a:r>
              <a:rPr lang="ru-RU" sz="8800" b="1" dirty="0" smtClean="0">
                <a:solidFill>
                  <a:srgbClr val="F47629"/>
                </a:solidFill>
                <a:latin typeface="+mn-lt"/>
              </a:rPr>
              <a:t>ЦЕНОВОЕ ПОЗИЦИОНИРОВАНИЕ</a:t>
            </a:r>
            <a:endParaRPr lang="ru-RU" sz="8800" b="1" dirty="0">
              <a:solidFill>
                <a:srgbClr val="F47629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79481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42">
            <a:extLst>
              <a:ext uri="{FF2B5EF4-FFF2-40B4-BE49-F238E27FC236}">
                <a16:creationId xmlns="" xmlns:a16="http://schemas.microsoft.com/office/drawing/2014/main" id="{54EF1EDD-D60C-4558-9CFA-F95AB1FBBDB6}"/>
              </a:ext>
            </a:extLst>
          </p:cNvPr>
          <p:cNvSpPr/>
          <p:nvPr/>
        </p:nvSpPr>
        <p:spPr>
          <a:xfrm>
            <a:off x="3100388" y="1131888"/>
            <a:ext cx="11787187" cy="7756525"/>
          </a:xfrm>
          <a:prstGeom prst="rect">
            <a:avLst/>
          </a:prstGeom>
          <a:solidFill>
            <a:schemeClr val="bg1">
              <a:lumMod val="95000"/>
              <a:alpha val="24000"/>
            </a:schemeClr>
          </a:solidFill>
          <a:ln>
            <a:noFill/>
          </a:ln>
        </p:spPr>
        <p:txBody>
          <a:bodyPr spcFirstLastPara="1" lIns="182850" tIns="182850" rIns="182850" bIns="182850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>
              <a:latin typeface="+mn-lt"/>
              <a:cs typeface="+mn-cs"/>
            </a:endParaRPr>
          </a:p>
        </p:txBody>
      </p:sp>
      <p:sp>
        <p:nvSpPr>
          <p:cNvPr id="59" name="Google Shape;371;p42">
            <a:extLst>
              <a:ext uri="{FF2B5EF4-FFF2-40B4-BE49-F238E27FC236}">
                <a16:creationId xmlns="" xmlns:a16="http://schemas.microsoft.com/office/drawing/2014/main" id="{98CCC257-2226-406B-A3A4-33E820629EC6}"/>
              </a:ext>
            </a:extLst>
          </p:cNvPr>
          <p:cNvSpPr/>
          <p:nvPr/>
        </p:nvSpPr>
        <p:spPr>
          <a:xfrm>
            <a:off x="5543550" y="1131888"/>
            <a:ext cx="9344025" cy="7756525"/>
          </a:xfrm>
          <a:prstGeom prst="rect">
            <a:avLst/>
          </a:prstGeom>
          <a:solidFill>
            <a:schemeClr val="tx2">
              <a:lumMod val="90000"/>
              <a:alpha val="24000"/>
            </a:schemeClr>
          </a:solidFill>
          <a:ln>
            <a:noFill/>
          </a:ln>
        </p:spPr>
        <p:txBody>
          <a:bodyPr spcFirstLastPara="1" lIns="182850" tIns="182850" rIns="182850" bIns="182850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>
              <a:latin typeface="+mn-lt"/>
              <a:cs typeface="+mn-cs"/>
            </a:endParaRPr>
          </a:p>
        </p:txBody>
      </p:sp>
      <p:sp>
        <p:nvSpPr>
          <p:cNvPr id="60" name="Google Shape;371;p42">
            <a:extLst>
              <a:ext uri="{FF2B5EF4-FFF2-40B4-BE49-F238E27FC236}">
                <a16:creationId xmlns="" xmlns:a16="http://schemas.microsoft.com/office/drawing/2014/main" id="{88BD6EA8-6B6C-48B3-805F-CC929AF9BAB4}"/>
              </a:ext>
            </a:extLst>
          </p:cNvPr>
          <p:cNvSpPr/>
          <p:nvPr/>
        </p:nvSpPr>
        <p:spPr>
          <a:xfrm>
            <a:off x="7848600" y="1131888"/>
            <a:ext cx="7038975" cy="7756525"/>
          </a:xfrm>
          <a:prstGeom prst="rect">
            <a:avLst/>
          </a:prstGeom>
          <a:solidFill>
            <a:schemeClr val="bg1">
              <a:lumMod val="85000"/>
              <a:alpha val="24000"/>
            </a:schemeClr>
          </a:solidFill>
          <a:ln>
            <a:noFill/>
          </a:ln>
        </p:spPr>
        <p:txBody>
          <a:bodyPr spcFirstLastPara="1" lIns="182850" tIns="182850" rIns="182850" bIns="182850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>
              <a:latin typeface="+mn-lt"/>
              <a:cs typeface="+mn-cs"/>
            </a:endParaRPr>
          </a:p>
        </p:txBody>
      </p:sp>
      <p:sp>
        <p:nvSpPr>
          <p:cNvPr id="61" name="Google Shape;371;p42">
            <a:extLst>
              <a:ext uri="{FF2B5EF4-FFF2-40B4-BE49-F238E27FC236}">
                <a16:creationId xmlns="" xmlns:a16="http://schemas.microsoft.com/office/drawing/2014/main" id="{4447E3B2-32FC-4537-861C-052B83ADEFE3}"/>
              </a:ext>
            </a:extLst>
          </p:cNvPr>
          <p:cNvSpPr/>
          <p:nvPr/>
        </p:nvSpPr>
        <p:spPr>
          <a:xfrm>
            <a:off x="10152063" y="1131888"/>
            <a:ext cx="4735512" cy="7756525"/>
          </a:xfrm>
          <a:prstGeom prst="rect">
            <a:avLst/>
          </a:prstGeom>
          <a:solidFill>
            <a:schemeClr val="bg1">
              <a:lumMod val="85000"/>
              <a:alpha val="24000"/>
            </a:schemeClr>
          </a:solidFill>
          <a:ln>
            <a:noFill/>
          </a:ln>
        </p:spPr>
        <p:txBody>
          <a:bodyPr spcFirstLastPara="1" lIns="182850" tIns="182850" rIns="182850" bIns="182850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>
              <a:latin typeface="+mn-lt"/>
              <a:cs typeface="+mn-cs"/>
            </a:endParaRPr>
          </a:p>
        </p:txBody>
      </p:sp>
      <p:sp>
        <p:nvSpPr>
          <p:cNvPr id="62" name="Google Shape;371;p42">
            <a:extLst>
              <a:ext uri="{FF2B5EF4-FFF2-40B4-BE49-F238E27FC236}">
                <a16:creationId xmlns="" xmlns:a16="http://schemas.microsoft.com/office/drawing/2014/main" id="{C9570150-55DF-4617-8A56-0E529CEE02E8}"/>
              </a:ext>
            </a:extLst>
          </p:cNvPr>
          <p:cNvSpPr/>
          <p:nvPr/>
        </p:nvSpPr>
        <p:spPr>
          <a:xfrm>
            <a:off x="12457113" y="1131888"/>
            <a:ext cx="2430462" cy="7756525"/>
          </a:xfrm>
          <a:prstGeom prst="rect">
            <a:avLst/>
          </a:prstGeom>
          <a:solidFill>
            <a:schemeClr val="bg1">
              <a:lumMod val="75000"/>
              <a:alpha val="24000"/>
            </a:schemeClr>
          </a:solidFill>
          <a:ln>
            <a:noFill/>
          </a:ln>
        </p:spPr>
        <p:txBody>
          <a:bodyPr spcFirstLastPara="1" lIns="182850" tIns="182850" rIns="182850" bIns="182850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>
              <a:latin typeface="+mn-lt"/>
              <a:cs typeface="+mn-cs"/>
            </a:endParaRPr>
          </a:p>
        </p:txBody>
      </p:sp>
      <p:pic>
        <p:nvPicPr>
          <p:cNvPr id="21511" name="Picture 7" descr="E:\Реклама\LOGOS\RASCVET\с черной плашкой\RASCVET_logo_1.png">
            <a:extLst>
              <a:ext uri="{FF2B5EF4-FFF2-40B4-BE49-F238E27FC236}">
                <a16:creationId xmlns="" xmlns:a16="http://schemas.microsoft.com/office/drawing/2014/main" id="{847E94F2-1161-4B9D-8CF1-22BE71AB0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8600" y="2424113"/>
            <a:ext cx="2303463" cy="1335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12" name="Google Shape;375;p42">
            <a:extLst>
              <a:ext uri="{FF2B5EF4-FFF2-40B4-BE49-F238E27FC236}">
                <a16:creationId xmlns="" xmlns:a16="http://schemas.microsoft.com/office/drawing/2014/main" id="{4CEC067B-174B-4C64-8312-0DB647EEA5DD}"/>
              </a:ext>
            </a:extLst>
          </p:cNvPr>
          <p:cNvSpPr txBox="1">
            <a:spLocks noGrp="1"/>
          </p:cNvSpPr>
          <p:nvPr>
            <p:ph type="ctrTitle"/>
          </p:nvPr>
        </p:nvSpPr>
        <p:spPr bwMode="auto">
          <a:xfrm rot="5400000">
            <a:off x="12158663" y="4894262"/>
            <a:ext cx="9029700" cy="9747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  <a:spcAft>
                <a:spcPct val="0"/>
              </a:spcAft>
            </a:pPr>
            <a:r>
              <a:rPr lang="ru-RU" altLang="ru-RU">
                <a:latin typeface="Proxima Nova Semibold"/>
              </a:rPr>
              <a:t>ЦЕНОВОЕ ПОЗИЦИОНИРОВАНИЕ</a:t>
            </a:r>
          </a:p>
        </p:txBody>
      </p:sp>
      <p:graphicFrame>
        <p:nvGraphicFramePr>
          <p:cNvPr id="376" name="Google Shape;376;p42">
            <a:extLst>
              <a:ext uri="{FF2B5EF4-FFF2-40B4-BE49-F238E27FC236}">
                <a16:creationId xmlns="" xmlns:a16="http://schemas.microsoft.com/office/drawing/2014/main" id="{9148211B-853C-413A-86D9-D64F5EB8A1E8}"/>
              </a:ext>
            </a:extLst>
          </p:cNvPr>
          <p:cNvGraphicFramePr/>
          <p:nvPr/>
        </p:nvGraphicFramePr>
        <p:xfrm>
          <a:off x="3240088" y="1131888"/>
          <a:ext cx="11520485" cy="7756526"/>
        </p:xfrm>
        <a:graphic>
          <a:graphicData uri="http://schemas.openxmlformats.org/drawingml/2006/table">
            <a:tbl>
              <a:tblPr>
                <a:tableStyleId>{0E3FDE45-AF77-4B5C-9715-49D594BDF05E}</a:tableStyleId>
              </a:tblPr>
              <a:tblGrid>
                <a:gridCol w="230409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304097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304097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304097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304097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94999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000" dirty="0">
                          <a:sym typeface="Livvic"/>
                        </a:rPr>
                        <a:t>СУБЭКОНОМ</a:t>
                      </a:r>
                      <a:endParaRPr sz="2200" b="1" dirty="0">
                        <a:solidFill>
                          <a:schemeClr val="dk1"/>
                        </a:solidFill>
                        <a:latin typeface="Livvic"/>
                        <a:ea typeface="Livvic"/>
                        <a:cs typeface="Livvic"/>
                        <a:sym typeface="Livvic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000" dirty="0">
                          <a:sym typeface="Livvic"/>
                        </a:rPr>
                        <a:t>ЭКОНОМ</a:t>
                      </a:r>
                      <a:endParaRPr sz="2100" b="1" dirty="0">
                        <a:solidFill>
                          <a:schemeClr val="dk1"/>
                        </a:solidFill>
                        <a:latin typeface="Livvic"/>
                        <a:ea typeface="Livvic"/>
                        <a:cs typeface="Livvic"/>
                        <a:sym typeface="Livvic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000" dirty="0">
                          <a:sym typeface="Livvic"/>
                        </a:rPr>
                        <a:t>СРЕДНИЙ</a:t>
                      </a:r>
                      <a:endParaRPr sz="2100" b="1" dirty="0">
                        <a:solidFill>
                          <a:schemeClr val="dk1"/>
                        </a:solidFill>
                        <a:latin typeface="Livvic"/>
                        <a:ea typeface="Livvic"/>
                        <a:cs typeface="Livvic"/>
                        <a:sym typeface="Livvic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000" dirty="0">
                          <a:sym typeface="Livvic"/>
                        </a:rPr>
                        <a:t>СРЕДНИЙ </a:t>
                      </a:r>
                      <a:r>
                        <a:rPr lang="ru-RU" sz="2100" dirty="0">
                          <a:sym typeface="Livvic"/>
                        </a:rPr>
                        <a:t>+</a:t>
                      </a:r>
                      <a:endParaRPr sz="2100" b="1" dirty="0">
                        <a:solidFill>
                          <a:schemeClr val="dk1"/>
                        </a:solidFill>
                        <a:latin typeface="Livvic"/>
                        <a:ea typeface="Livvic"/>
                        <a:cs typeface="Livvic"/>
                        <a:sym typeface="Livvic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000" dirty="0">
                          <a:sym typeface="Livvic"/>
                        </a:rPr>
                        <a:t>ПРЕМИУМ</a:t>
                      </a:r>
                      <a:endParaRPr sz="2100" b="1" dirty="0">
                        <a:solidFill>
                          <a:schemeClr val="dk1"/>
                        </a:solidFill>
                        <a:latin typeface="Livvic"/>
                        <a:ea typeface="Livvic"/>
                        <a:cs typeface="Livvic"/>
                        <a:sym typeface="Livvic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268844"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dirty="0">
                        <a:solidFill>
                          <a:schemeClr val="lt1"/>
                        </a:solidFill>
                        <a:latin typeface="Livvic"/>
                        <a:ea typeface="Livvic"/>
                        <a:cs typeface="Livvic"/>
                        <a:sym typeface="Livvic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268844">
                <a:tc vMerge="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dirty="0">
                        <a:solidFill>
                          <a:schemeClr val="lt1"/>
                        </a:solidFill>
                        <a:latin typeface="Livvic"/>
                        <a:ea typeface="Livvic"/>
                        <a:cs typeface="Livvic"/>
                        <a:sym typeface="Livvic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26884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dirty="0">
                        <a:solidFill>
                          <a:schemeClr val="lt1"/>
                        </a:solidFill>
                        <a:latin typeface="Livvic"/>
                        <a:ea typeface="Livvic"/>
                        <a:cs typeface="Livvic"/>
                        <a:sym typeface="Livvic"/>
                      </a:endParaRPr>
                    </a:p>
                  </a:txBody>
                  <a:tcPr marL="182837" marR="182837" marT="182874" marB="18287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182837" marR="182837" marT="182874" marB="1828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dk1"/>
                        </a:solidFill>
                        <a:latin typeface="Livvic Light"/>
                        <a:ea typeface="Livvic Light"/>
                        <a:cs typeface="Livvic Light"/>
                        <a:sym typeface="Livvic Light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Прямая соединительная линия 2">
            <a:extLst>
              <a:ext uri="{FF2B5EF4-FFF2-40B4-BE49-F238E27FC236}">
                <a16:creationId xmlns="" xmlns:a16="http://schemas.microsoft.com/office/drawing/2014/main" id="{98320D1E-6A08-451C-8E27-8FB773BE6B5F}"/>
              </a:ext>
            </a:extLst>
          </p:cNvPr>
          <p:cNvCxnSpPr/>
          <p:nvPr/>
        </p:nvCxnSpPr>
        <p:spPr>
          <a:xfrm flipH="1">
            <a:off x="501650" y="2078369"/>
            <a:ext cx="2305050" cy="0"/>
          </a:xfrm>
          <a:prstGeom prst="line">
            <a:avLst/>
          </a:prstGeom>
          <a:ln w="2159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="" xmlns:a16="http://schemas.microsoft.com/office/drawing/2014/main" id="{38006BB0-FE3C-4803-94B8-2D88FA25462A}"/>
              </a:ext>
            </a:extLst>
          </p:cNvPr>
          <p:cNvCxnSpPr/>
          <p:nvPr/>
        </p:nvCxnSpPr>
        <p:spPr>
          <a:xfrm flipH="1">
            <a:off x="501650" y="4309754"/>
            <a:ext cx="2305050" cy="0"/>
          </a:xfrm>
          <a:prstGeom prst="line">
            <a:avLst/>
          </a:prstGeom>
          <a:ln w="2159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="" xmlns:a16="http://schemas.microsoft.com/office/drawing/2014/main" id="{666A9C7D-26BB-4FEF-BC46-A58A7A7E4B62}"/>
              </a:ext>
            </a:extLst>
          </p:cNvPr>
          <p:cNvCxnSpPr/>
          <p:nvPr/>
        </p:nvCxnSpPr>
        <p:spPr>
          <a:xfrm flipH="1">
            <a:off x="501650" y="6624307"/>
            <a:ext cx="2305050" cy="38100"/>
          </a:xfrm>
          <a:prstGeom prst="line">
            <a:avLst/>
          </a:prstGeom>
          <a:ln w="2159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41" name="Прямоугольник 6">
            <a:extLst>
              <a:ext uri="{FF2B5EF4-FFF2-40B4-BE49-F238E27FC236}">
                <a16:creationId xmlns="" xmlns:a16="http://schemas.microsoft.com/office/drawing/2014/main" id="{96C9725E-ACFE-4475-9E1C-3289AA08E3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650" y="2843936"/>
            <a:ext cx="2562225" cy="49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82880" tIns="91440" rIns="182880" bIns="9144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ru-RU" sz="2000" b="1" dirty="0">
                <a:solidFill>
                  <a:schemeClr val="bg1">
                    <a:lumMod val="50000"/>
                  </a:schemeClr>
                </a:solidFill>
                <a:latin typeface="Livvic"/>
                <a:ea typeface="Livvic"/>
                <a:cs typeface="Livvic"/>
                <a:sym typeface="Livvic"/>
              </a:rPr>
              <a:t>ОРГАНИЧЕСКИЕ</a:t>
            </a:r>
            <a:endParaRPr lang="ru-RU" altLang="ru-RU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542" name="Прямоугольник 15">
            <a:extLst>
              <a:ext uri="{FF2B5EF4-FFF2-40B4-BE49-F238E27FC236}">
                <a16:creationId xmlns="" xmlns:a16="http://schemas.microsoft.com/office/drawing/2014/main" id="{A03222DE-B255-4511-B66A-B67AB665B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650" y="5164507"/>
            <a:ext cx="2562225" cy="492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82880" tIns="91440" rIns="182880" bIns="9144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ru-RU" sz="2000" b="1" dirty="0">
                <a:solidFill>
                  <a:schemeClr val="bg1">
                    <a:lumMod val="50000"/>
                  </a:schemeClr>
                </a:solidFill>
                <a:latin typeface="Livvic"/>
                <a:sym typeface="Livvic"/>
              </a:rPr>
              <a:t>ВОДНЫЕ</a:t>
            </a:r>
            <a:endParaRPr lang="ru-RU" altLang="ru-RU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543" name="Прямоугольник 16">
            <a:extLst>
              <a:ext uri="{FF2B5EF4-FFF2-40B4-BE49-F238E27FC236}">
                <a16:creationId xmlns="" xmlns:a16="http://schemas.microsoft.com/office/drawing/2014/main" id="{ED8EC4BF-92E7-425D-9165-C1996CE89B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825" y="7335282"/>
            <a:ext cx="2559050" cy="492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82880" tIns="91440" rIns="182880" bIns="91440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ru-RU" sz="2000" b="1" dirty="0">
                <a:solidFill>
                  <a:schemeClr val="bg1">
                    <a:lumMod val="50000"/>
                  </a:schemeClr>
                </a:solidFill>
                <a:latin typeface="Livvic"/>
                <a:ea typeface="Livvic"/>
                <a:cs typeface="Livvic"/>
                <a:sym typeface="Livvic"/>
              </a:rPr>
              <a:t>СПЕЦПРОДУКТЫ</a:t>
            </a:r>
            <a:endParaRPr lang="ru-RU" altLang="ru-RU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1544" name="Группа 22">
            <a:extLst>
              <a:ext uri="{FF2B5EF4-FFF2-40B4-BE49-F238E27FC236}">
                <a16:creationId xmlns="" xmlns:a16="http://schemas.microsoft.com/office/drawing/2014/main" id="{EB3293EB-C25D-4D87-BC02-24686DEA1ECF}"/>
              </a:ext>
            </a:extLst>
          </p:cNvPr>
          <p:cNvGrpSpPr>
            <a:grpSpLocks/>
          </p:cNvGrpSpPr>
          <p:nvPr/>
        </p:nvGrpSpPr>
        <p:grpSpPr bwMode="auto">
          <a:xfrm>
            <a:off x="3265488" y="3773488"/>
            <a:ext cx="2133600" cy="1127125"/>
            <a:chOff x="2695140" y="3445895"/>
            <a:chExt cx="1436370" cy="758825"/>
          </a:xfrm>
        </p:grpSpPr>
        <p:sp>
          <p:nvSpPr>
            <p:cNvPr id="21554" name="object 22">
              <a:extLst>
                <a:ext uri="{FF2B5EF4-FFF2-40B4-BE49-F238E27FC236}">
                  <a16:creationId xmlns="" xmlns:a16="http://schemas.microsoft.com/office/drawing/2014/main" id="{1E3E6846-335C-41F0-810F-38A26175A2ED}"/>
                </a:ext>
              </a:extLst>
            </p:cNvPr>
            <p:cNvSpPr>
              <a:spLocks/>
            </p:cNvSpPr>
            <p:nvPr/>
          </p:nvSpPr>
          <p:spPr bwMode="auto">
            <a:xfrm>
              <a:off x="2695140" y="3445895"/>
              <a:ext cx="1436370" cy="758825"/>
            </a:xfrm>
            <a:custGeom>
              <a:avLst/>
              <a:gdLst>
                <a:gd name="T0" fmla="*/ 218452 w 1436370"/>
                <a:gd name="T1" fmla="*/ 739368 h 758825"/>
                <a:gd name="T2" fmla="*/ 19392 w 1436370"/>
                <a:gd name="T3" fmla="*/ 739368 h 758825"/>
                <a:gd name="T4" fmla="*/ 19392 w 1436370"/>
                <a:gd name="T5" fmla="*/ 555218 h 758825"/>
                <a:gd name="T6" fmla="*/ 0 w 1436370"/>
                <a:gd name="T7" fmla="*/ 555218 h 758825"/>
                <a:gd name="T8" fmla="*/ 0 w 1436370"/>
                <a:gd name="T9" fmla="*/ 739368 h 758825"/>
                <a:gd name="T10" fmla="*/ 0 w 1436370"/>
                <a:gd name="T11" fmla="*/ 758418 h 758825"/>
                <a:gd name="T12" fmla="*/ 218452 w 1436370"/>
                <a:gd name="T13" fmla="*/ 758418 h 758825"/>
                <a:gd name="T14" fmla="*/ 218452 w 1436370"/>
                <a:gd name="T15" fmla="*/ 739368 h 758825"/>
                <a:gd name="T16" fmla="*/ 218452 w 1436370"/>
                <a:gd name="T17" fmla="*/ 0 h 758825"/>
                <a:gd name="T18" fmla="*/ 0 w 1436370"/>
                <a:gd name="T19" fmla="*/ 0 h 758825"/>
                <a:gd name="T20" fmla="*/ 0 w 1436370"/>
                <a:gd name="T21" fmla="*/ 19050 h 758825"/>
                <a:gd name="T22" fmla="*/ 0 w 1436370"/>
                <a:gd name="T23" fmla="*/ 203200 h 758825"/>
                <a:gd name="T24" fmla="*/ 19392 w 1436370"/>
                <a:gd name="T25" fmla="*/ 203200 h 758825"/>
                <a:gd name="T26" fmla="*/ 19392 w 1436370"/>
                <a:gd name="T27" fmla="*/ 19050 h 758825"/>
                <a:gd name="T28" fmla="*/ 218452 w 1436370"/>
                <a:gd name="T29" fmla="*/ 19050 h 758825"/>
                <a:gd name="T30" fmla="*/ 218452 w 1436370"/>
                <a:gd name="T31" fmla="*/ 0 h 758825"/>
                <a:gd name="T32" fmla="*/ 1436293 w 1436370"/>
                <a:gd name="T33" fmla="*/ 555218 h 758825"/>
                <a:gd name="T34" fmla="*/ 1416900 w 1436370"/>
                <a:gd name="T35" fmla="*/ 555218 h 758825"/>
                <a:gd name="T36" fmla="*/ 1416900 w 1436370"/>
                <a:gd name="T37" fmla="*/ 739368 h 758825"/>
                <a:gd name="T38" fmla="*/ 1217853 w 1436370"/>
                <a:gd name="T39" fmla="*/ 739368 h 758825"/>
                <a:gd name="T40" fmla="*/ 1217853 w 1436370"/>
                <a:gd name="T41" fmla="*/ 758418 h 758825"/>
                <a:gd name="T42" fmla="*/ 1436293 w 1436370"/>
                <a:gd name="T43" fmla="*/ 758418 h 758825"/>
                <a:gd name="T44" fmla="*/ 1436293 w 1436370"/>
                <a:gd name="T45" fmla="*/ 739368 h 758825"/>
                <a:gd name="T46" fmla="*/ 1436293 w 1436370"/>
                <a:gd name="T47" fmla="*/ 555218 h 758825"/>
                <a:gd name="T48" fmla="*/ 1436293 w 1436370"/>
                <a:gd name="T49" fmla="*/ 0 h 758825"/>
                <a:gd name="T50" fmla="*/ 1217853 w 1436370"/>
                <a:gd name="T51" fmla="*/ 0 h 758825"/>
                <a:gd name="T52" fmla="*/ 1217853 w 1436370"/>
                <a:gd name="T53" fmla="*/ 19050 h 758825"/>
                <a:gd name="T54" fmla="*/ 1416900 w 1436370"/>
                <a:gd name="T55" fmla="*/ 19050 h 758825"/>
                <a:gd name="T56" fmla="*/ 1416900 w 1436370"/>
                <a:gd name="T57" fmla="*/ 203200 h 758825"/>
                <a:gd name="T58" fmla="*/ 1436293 w 1436370"/>
                <a:gd name="T59" fmla="*/ 203200 h 758825"/>
                <a:gd name="T60" fmla="*/ 1436293 w 1436370"/>
                <a:gd name="T61" fmla="*/ 19050 h 758825"/>
                <a:gd name="T62" fmla="*/ 1436293 w 1436370"/>
                <a:gd name="T63" fmla="*/ 0 h 758825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0" t="0" r="r" b="b"/>
              <a:pathLst>
                <a:path w="1436370" h="758825">
                  <a:moveTo>
                    <a:pt x="218452" y="739368"/>
                  </a:moveTo>
                  <a:lnTo>
                    <a:pt x="19392" y="739368"/>
                  </a:lnTo>
                  <a:lnTo>
                    <a:pt x="19392" y="555218"/>
                  </a:lnTo>
                  <a:lnTo>
                    <a:pt x="0" y="555218"/>
                  </a:lnTo>
                  <a:lnTo>
                    <a:pt x="0" y="739368"/>
                  </a:lnTo>
                  <a:lnTo>
                    <a:pt x="0" y="758418"/>
                  </a:lnTo>
                  <a:lnTo>
                    <a:pt x="218452" y="758418"/>
                  </a:lnTo>
                  <a:lnTo>
                    <a:pt x="218452" y="739368"/>
                  </a:lnTo>
                  <a:close/>
                </a:path>
                <a:path w="1436370" h="758825">
                  <a:moveTo>
                    <a:pt x="218452" y="0"/>
                  </a:moveTo>
                  <a:lnTo>
                    <a:pt x="0" y="0"/>
                  </a:lnTo>
                  <a:lnTo>
                    <a:pt x="0" y="19050"/>
                  </a:lnTo>
                  <a:lnTo>
                    <a:pt x="0" y="203200"/>
                  </a:lnTo>
                  <a:lnTo>
                    <a:pt x="19392" y="203200"/>
                  </a:lnTo>
                  <a:lnTo>
                    <a:pt x="19392" y="19050"/>
                  </a:lnTo>
                  <a:lnTo>
                    <a:pt x="218452" y="19050"/>
                  </a:lnTo>
                  <a:lnTo>
                    <a:pt x="218452" y="0"/>
                  </a:lnTo>
                  <a:close/>
                </a:path>
                <a:path w="1436370" h="758825">
                  <a:moveTo>
                    <a:pt x="1436293" y="555218"/>
                  </a:moveTo>
                  <a:lnTo>
                    <a:pt x="1416900" y="555218"/>
                  </a:lnTo>
                  <a:lnTo>
                    <a:pt x="1416900" y="739368"/>
                  </a:lnTo>
                  <a:lnTo>
                    <a:pt x="1217853" y="739368"/>
                  </a:lnTo>
                  <a:lnTo>
                    <a:pt x="1217853" y="758418"/>
                  </a:lnTo>
                  <a:lnTo>
                    <a:pt x="1436293" y="758418"/>
                  </a:lnTo>
                  <a:lnTo>
                    <a:pt x="1436293" y="739368"/>
                  </a:lnTo>
                  <a:lnTo>
                    <a:pt x="1436293" y="555218"/>
                  </a:lnTo>
                  <a:close/>
                </a:path>
                <a:path w="1436370" h="758825">
                  <a:moveTo>
                    <a:pt x="1436293" y="0"/>
                  </a:moveTo>
                  <a:lnTo>
                    <a:pt x="1217853" y="0"/>
                  </a:lnTo>
                  <a:lnTo>
                    <a:pt x="1217853" y="19050"/>
                  </a:lnTo>
                  <a:lnTo>
                    <a:pt x="1416900" y="19050"/>
                  </a:lnTo>
                  <a:lnTo>
                    <a:pt x="1416900" y="203200"/>
                  </a:lnTo>
                  <a:lnTo>
                    <a:pt x="1436293" y="203200"/>
                  </a:lnTo>
                  <a:lnTo>
                    <a:pt x="1436293" y="19050"/>
                  </a:lnTo>
                  <a:lnTo>
                    <a:pt x="1436293" y="0"/>
                  </a:lnTo>
                  <a:close/>
                </a:path>
              </a:pathLst>
            </a:custGeom>
            <a:solidFill>
              <a:srgbClr val="E11F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sp>
          <p:nvSpPr>
            <p:cNvPr id="21555" name="object 23">
              <a:extLst>
                <a:ext uri="{FF2B5EF4-FFF2-40B4-BE49-F238E27FC236}">
                  <a16:creationId xmlns="" xmlns:a16="http://schemas.microsoft.com/office/drawing/2014/main" id="{7BBA22EC-C19B-4045-9282-0A18BECFE50D}"/>
                </a:ext>
              </a:extLst>
            </p:cNvPr>
            <p:cNvSpPr>
              <a:spLocks/>
            </p:cNvSpPr>
            <p:nvPr/>
          </p:nvSpPr>
          <p:spPr bwMode="auto">
            <a:xfrm>
              <a:off x="2776979" y="3506728"/>
              <a:ext cx="1267460" cy="357505"/>
            </a:xfrm>
            <a:custGeom>
              <a:avLst/>
              <a:gdLst>
                <a:gd name="T0" fmla="*/ 204685 w 1267460"/>
                <a:gd name="T1" fmla="*/ 101854 h 357504"/>
                <a:gd name="T2" fmla="*/ 0 w 1267460"/>
                <a:gd name="T3" fmla="*/ 127774 h 357504"/>
                <a:gd name="T4" fmla="*/ 25260 w 1267460"/>
                <a:gd name="T5" fmla="*/ 357435 h 357504"/>
                <a:gd name="T6" fmla="*/ 229958 w 1267460"/>
                <a:gd name="T7" fmla="*/ 332239 h 357504"/>
                <a:gd name="T8" fmla="*/ 179057 w 1267460"/>
                <a:gd name="T9" fmla="*/ 281121 h 357504"/>
                <a:gd name="T10" fmla="*/ 51257 w 1267460"/>
                <a:gd name="T11" fmla="*/ 306318 h 357504"/>
                <a:gd name="T12" fmla="*/ 179057 w 1267460"/>
                <a:gd name="T13" fmla="*/ 152971 h 357504"/>
                <a:gd name="T14" fmla="*/ 229958 w 1267460"/>
                <a:gd name="T15" fmla="*/ 178523 h 357504"/>
                <a:gd name="T16" fmla="*/ 481850 w 1267460"/>
                <a:gd name="T17" fmla="*/ 102158 h 357504"/>
                <a:gd name="T18" fmla="*/ 251891 w 1267460"/>
                <a:gd name="T19" fmla="*/ 152958 h 357504"/>
                <a:gd name="T20" fmla="*/ 341604 w 1267460"/>
                <a:gd name="T21" fmla="*/ 357435 h 357504"/>
                <a:gd name="T22" fmla="*/ 392874 w 1267460"/>
                <a:gd name="T23" fmla="*/ 152958 h 357504"/>
                <a:gd name="T24" fmla="*/ 481850 w 1267460"/>
                <a:gd name="T25" fmla="*/ 102158 h 357504"/>
                <a:gd name="T26" fmla="*/ 712165 w 1267460"/>
                <a:gd name="T27" fmla="*/ 101854 h 357504"/>
                <a:gd name="T28" fmla="*/ 686523 w 1267460"/>
                <a:gd name="T29" fmla="*/ 152971 h 357504"/>
                <a:gd name="T30" fmla="*/ 558723 w 1267460"/>
                <a:gd name="T31" fmla="*/ 230016 h 357504"/>
                <a:gd name="T32" fmla="*/ 686523 w 1267460"/>
                <a:gd name="T33" fmla="*/ 152971 h 357504"/>
                <a:gd name="T34" fmla="*/ 507453 w 1267460"/>
                <a:gd name="T35" fmla="*/ 101854 h 357504"/>
                <a:gd name="T36" fmla="*/ 558736 w 1267460"/>
                <a:gd name="T37" fmla="*/ 357435 h 357504"/>
                <a:gd name="T38" fmla="*/ 712165 w 1267460"/>
                <a:gd name="T39" fmla="*/ 281121 h 357504"/>
                <a:gd name="T40" fmla="*/ 737425 w 1267460"/>
                <a:gd name="T41" fmla="*/ 230016 h 357504"/>
                <a:gd name="T42" fmla="*/ 737425 w 1267460"/>
                <a:gd name="T43" fmla="*/ 127774 h 357504"/>
                <a:gd name="T44" fmla="*/ 975042 w 1267460"/>
                <a:gd name="T45" fmla="*/ 101854 h 357504"/>
                <a:gd name="T46" fmla="*/ 949413 w 1267460"/>
                <a:gd name="T47" fmla="*/ 152971 h 357504"/>
                <a:gd name="T48" fmla="*/ 821613 w 1267460"/>
                <a:gd name="T49" fmla="*/ 306318 h 357504"/>
                <a:gd name="T50" fmla="*/ 949413 w 1267460"/>
                <a:gd name="T51" fmla="*/ 152971 h 357504"/>
                <a:gd name="T52" fmla="*/ 795616 w 1267460"/>
                <a:gd name="T53" fmla="*/ 101854 h 357504"/>
                <a:gd name="T54" fmla="*/ 770343 w 1267460"/>
                <a:gd name="T55" fmla="*/ 332239 h 357504"/>
                <a:gd name="T56" fmla="*/ 975042 w 1267460"/>
                <a:gd name="T57" fmla="*/ 357435 h 357504"/>
                <a:gd name="T58" fmla="*/ 1000302 w 1267460"/>
                <a:gd name="T59" fmla="*/ 306318 h 357504"/>
                <a:gd name="T60" fmla="*/ 1000302 w 1267460"/>
                <a:gd name="T61" fmla="*/ 127774 h 357504"/>
                <a:gd name="T62" fmla="*/ 1190332 w 1267460"/>
                <a:gd name="T63" fmla="*/ 0 h 357504"/>
                <a:gd name="T64" fmla="*/ 1113421 w 1267460"/>
                <a:gd name="T65" fmla="*/ 33223 h 357504"/>
                <a:gd name="T66" fmla="*/ 1062151 w 1267460"/>
                <a:gd name="T67" fmla="*/ 0 h 357504"/>
                <a:gd name="T68" fmla="*/ 1088161 w 1267460"/>
                <a:gd name="T69" fmla="*/ 76669 h 357504"/>
                <a:gd name="T70" fmla="*/ 1241590 w 1267460"/>
                <a:gd name="T71" fmla="*/ 51117 h 357504"/>
                <a:gd name="T72" fmla="*/ 1241590 w 1267460"/>
                <a:gd name="T73" fmla="*/ 0 h 357504"/>
                <a:gd name="T74" fmla="*/ 1215961 w 1267460"/>
                <a:gd name="T75" fmla="*/ 101866 h 357504"/>
                <a:gd name="T76" fmla="*/ 1088161 w 1267460"/>
                <a:gd name="T77" fmla="*/ 101866 h 357504"/>
                <a:gd name="T78" fmla="*/ 1036891 w 1267460"/>
                <a:gd name="T79" fmla="*/ 357448 h 357504"/>
                <a:gd name="T80" fmla="*/ 1152194 w 1267460"/>
                <a:gd name="T81" fmla="*/ 272002 h 357504"/>
                <a:gd name="T82" fmla="*/ 1215961 w 1267460"/>
                <a:gd name="T83" fmla="*/ 357448 h 357504"/>
                <a:gd name="T84" fmla="*/ 1266850 w 1267460"/>
                <a:gd name="T85" fmla="*/ 186938 h 357504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1267460" h="357504">
                  <a:moveTo>
                    <a:pt x="229958" y="127774"/>
                  </a:moveTo>
                  <a:lnTo>
                    <a:pt x="204685" y="101854"/>
                  </a:lnTo>
                  <a:lnTo>
                    <a:pt x="25260" y="101854"/>
                  </a:lnTo>
                  <a:lnTo>
                    <a:pt x="0" y="127774"/>
                  </a:lnTo>
                  <a:lnTo>
                    <a:pt x="0" y="332232"/>
                  </a:lnTo>
                  <a:lnTo>
                    <a:pt x="25260" y="357428"/>
                  </a:lnTo>
                  <a:lnTo>
                    <a:pt x="204685" y="357428"/>
                  </a:lnTo>
                  <a:lnTo>
                    <a:pt x="229958" y="332232"/>
                  </a:lnTo>
                  <a:lnTo>
                    <a:pt x="229958" y="281114"/>
                  </a:lnTo>
                  <a:lnTo>
                    <a:pt x="179057" y="281114"/>
                  </a:lnTo>
                  <a:lnTo>
                    <a:pt x="179057" y="306311"/>
                  </a:lnTo>
                  <a:lnTo>
                    <a:pt x="51257" y="306311"/>
                  </a:lnTo>
                  <a:lnTo>
                    <a:pt x="51257" y="152971"/>
                  </a:lnTo>
                  <a:lnTo>
                    <a:pt x="179057" y="152971"/>
                  </a:lnTo>
                  <a:lnTo>
                    <a:pt x="179057" y="178523"/>
                  </a:lnTo>
                  <a:lnTo>
                    <a:pt x="229958" y="178523"/>
                  </a:lnTo>
                  <a:lnTo>
                    <a:pt x="229958" y="127774"/>
                  </a:lnTo>
                  <a:close/>
                </a:path>
                <a:path w="1267460" h="357504">
                  <a:moveTo>
                    <a:pt x="481850" y="102158"/>
                  </a:moveTo>
                  <a:lnTo>
                    <a:pt x="251891" y="102158"/>
                  </a:lnTo>
                  <a:lnTo>
                    <a:pt x="251891" y="152958"/>
                  </a:lnTo>
                  <a:lnTo>
                    <a:pt x="341604" y="152958"/>
                  </a:lnTo>
                  <a:lnTo>
                    <a:pt x="341604" y="357428"/>
                  </a:lnTo>
                  <a:lnTo>
                    <a:pt x="392874" y="357428"/>
                  </a:lnTo>
                  <a:lnTo>
                    <a:pt x="392874" y="152958"/>
                  </a:lnTo>
                  <a:lnTo>
                    <a:pt x="481850" y="152958"/>
                  </a:lnTo>
                  <a:lnTo>
                    <a:pt x="481850" y="102158"/>
                  </a:lnTo>
                  <a:close/>
                </a:path>
                <a:path w="1267460" h="357504">
                  <a:moveTo>
                    <a:pt x="737425" y="127774"/>
                  </a:moveTo>
                  <a:lnTo>
                    <a:pt x="712165" y="101854"/>
                  </a:lnTo>
                  <a:lnTo>
                    <a:pt x="686523" y="101854"/>
                  </a:lnTo>
                  <a:lnTo>
                    <a:pt x="686523" y="152971"/>
                  </a:lnTo>
                  <a:lnTo>
                    <a:pt x="686523" y="230009"/>
                  </a:lnTo>
                  <a:lnTo>
                    <a:pt x="558723" y="230009"/>
                  </a:lnTo>
                  <a:lnTo>
                    <a:pt x="558723" y="152971"/>
                  </a:lnTo>
                  <a:lnTo>
                    <a:pt x="686523" y="152971"/>
                  </a:lnTo>
                  <a:lnTo>
                    <a:pt x="686523" y="101854"/>
                  </a:lnTo>
                  <a:lnTo>
                    <a:pt x="507453" y="101854"/>
                  </a:lnTo>
                  <a:lnTo>
                    <a:pt x="507453" y="357428"/>
                  </a:lnTo>
                  <a:lnTo>
                    <a:pt x="558736" y="357428"/>
                  </a:lnTo>
                  <a:lnTo>
                    <a:pt x="558736" y="281114"/>
                  </a:lnTo>
                  <a:lnTo>
                    <a:pt x="712165" y="281114"/>
                  </a:lnTo>
                  <a:lnTo>
                    <a:pt x="737425" y="255562"/>
                  </a:lnTo>
                  <a:lnTo>
                    <a:pt x="737425" y="230009"/>
                  </a:lnTo>
                  <a:lnTo>
                    <a:pt x="737425" y="152971"/>
                  </a:lnTo>
                  <a:lnTo>
                    <a:pt x="737425" y="127774"/>
                  </a:lnTo>
                  <a:close/>
                </a:path>
                <a:path w="1267460" h="357504">
                  <a:moveTo>
                    <a:pt x="1000302" y="127774"/>
                  </a:moveTo>
                  <a:lnTo>
                    <a:pt x="975042" y="101854"/>
                  </a:lnTo>
                  <a:lnTo>
                    <a:pt x="949413" y="101854"/>
                  </a:lnTo>
                  <a:lnTo>
                    <a:pt x="949413" y="152971"/>
                  </a:lnTo>
                  <a:lnTo>
                    <a:pt x="949413" y="306311"/>
                  </a:lnTo>
                  <a:lnTo>
                    <a:pt x="821613" y="306311"/>
                  </a:lnTo>
                  <a:lnTo>
                    <a:pt x="821613" y="152971"/>
                  </a:lnTo>
                  <a:lnTo>
                    <a:pt x="949413" y="152971"/>
                  </a:lnTo>
                  <a:lnTo>
                    <a:pt x="949413" y="101854"/>
                  </a:lnTo>
                  <a:lnTo>
                    <a:pt x="795616" y="101854"/>
                  </a:lnTo>
                  <a:lnTo>
                    <a:pt x="770343" y="127774"/>
                  </a:lnTo>
                  <a:lnTo>
                    <a:pt x="770343" y="332232"/>
                  </a:lnTo>
                  <a:lnTo>
                    <a:pt x="795616" y="357428"/>
                  </a:lnTo>
                  <a:lnTo>
                    <a:pt x="975042" y="357428"/>
                  </a:lnTo>
                  <a:lnTo>
                    <a:pt x="1000302" y="332232"/>
                  </a:lnTo>
                  <a:lnTo>
                    <a:pt x="1000302" y="306311"/>
                  </a:lnTo>
                  <a:lnTo>
                    <a:pt x="1000302" y="152971"/>
                  </a:lnTo>
                  <a:lnTo>
                    <a:pt x="1000302" y="127774"/>
                  </a:lnTo>
                  <a:close/>
                </a:path>
                <a:path w="1267460" h="357504">
                  <a:moveTo>
                    <a:pt x="1241590" y="0"/>
                  </a:moveTo>
                  <a:lnTo>
                    <a:pt x="1190332" y="0"/>
                  </a:lnTo>
                  <a:lnTo>
                    <a:pt x="1190332" y="33223"/>
                  </a:lnTo>
                  <a:lnTo>
                    <a:pt x="1113421" y="33223"/>
                  </a:lnTo>
                  <a:lnTo>
                    <a:pt x="1113421" y="0"/>
                  </a:lnTo>
                  <a:lnTo>
                    <a:pt x="1062151" y="0"/>
                  </a:lnTo>
                  <a:lnTo>
                    <a:pt x="1062151" y="51117"/>
                  </a:lnTo>
                  <a:lnTo>
                    <a:pt x="1088161" y="76669"/>
                  </a:lnTo>
                  <a:lnTo>
                    <a:pt x="1215961" y="76669"/>
                  </a:lnTo>
                  <a:lnTo>
                    <a:pt x="1241590" y="51117"/>
                  </a:lnTo>
                  <a:lnTo>
                    <a:pt x="1241590" y="33223"/>
                  </a:lnTo>
                  <a:lnTo>
                    <a:pt x="1241590" y="0"/>
                  </a:lnTo>
                  <a:close/>
                </a:path>
                <a:path w="1267460" h="357504">
                  <a:moveTo>
                    <a:pt x="1266850" y="101866"/>
                  </a:moveTo>
                  <a:lnTo>
                    <a:pt x="1215961" y="101866"/>
                  </a:lnTo>
                  <a:lnTo>
                    <a:pt x="1088161" y="271995"/>
                  </a:lnTo>
                  <a:lnTo>
                    <a:pt x="1088161" y="101866"/>
                  </a:lnTo>
                  <a:lnTo>
                    <a:pt x="1036891" y="101866"/>
                  </a:lnTo>
                  <a:lnTo>
                    <a:pt x="1036891" y="357441"/>
                  </a:lnTo>
                  <a:lnTo>
                    <a:pt x="1088161" y="357441"/>
                  </a:lnTo>
                  <a:lnTo>
                    <a:pt x="1152194" y="271995"/>
                  </a:lnTo>
                  <a:lnTo>
                    <a:pt x="1215961" y="186931"/>
                  </a:lnTo>
                  <a:lnTo>
                    <a:pt x="1215961" y="357441"/>
                  </a:lnTo>
                  <a:lnTo>
                    <a:pt x="1266850" y="357441"/>
                  </a:lnTo>
                  <a:lnTo>
                    <a:pt x="1266850" y="186931"/>
                  </a:lnTo>
                  <a:lnTo>
                    <a:pt x="1266850" y="10186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21556" name="object 24">
              <a:extLst>
                <a:ext uri="{FF2B5EF4-FFF2-40B4-BE49-F238E27FC236}">
                  <a16:creationId xmlns="" xmlns:a16="http://schemas.microsoft.com/office/drawing/2014/main" id="{F81226B7-B75A-4AC9-9C92-2EE026AF88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7046" y="3937803"/>
              <a:ext cx="129209" cy="1436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1557" name="object 25">
              <a:extLst>
                <a:ext uri="{FF2B5EF4-FFF2-40B4-BE49-F238E27FC236}">
                  <a16:creationId xmlns="" xmlns:a16="http://schemas.microsoft.com/office/drawing/2014/main" id="{DAD67588-6E84-49A2-B52E-EBD729BD4B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35068" y="3937804"/>
              <a:ext cx="129209" cy="1436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1558" name="object 26">
              <a:extLst>
                <a:ext uri="{FF2B5EF4-FFF2-40B4-BE49-F238E27FC236}">
                  <a16:creationId xmlns="" xmlns:a16="http://schemas.microsoft.com/office/drawing/2014/main" id="{BDC558AD-74B6-4E09-9BB5-6D66920592F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5142" y="3937803"/>
              <a:ext cx="157797" cy="1436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559" name="object 27">
              <a:extLst>
                <a:ext uri="{FF2B5EF4-FFF2-40B4-BE49-F238E27FC236}">
                  <a16:creationId xmlns="" xmlns:a16="http://schemas.microsoft.com/office/drawing/2014/main" id="{C368B953-43F5-495A-A4DB-E9C716751C5D}"/>
                </a:ext>
              </a:extLst>
            </p:cNvPr>
            <p:cNvSpPr>
              <a:spLocks/>
            </p:cNvSpPr>
            <p:nvPr/>
          </p:nvSpPr>
          <p:spPr bwMode="auto">
            <a:xfrm>
              <a:off x="3283798" y="3937906"/>
              <a:ext cx="129539" cy="143510"/>
            </a:xfrm>
            <a:custGeom>
              <a:avLst/>
              <a:gdLst>
                <a:gd name="T0" fmla="*/ 129209 w 129539"/>
                <a:gd name="T1" fmla="*/ 0 h 143510"/>
                <a:gd name="T2" fmla="*/ 0 w 129539"/>
                <a:gd name="T3" fmla="*/ 0 h 143510"/>
                <a:gd name="T4" fmla="*/ 0 w 129539"/>
                <a:gd name="T5" fmla="*/ 29210 h 143510"/>
                <a:gd name="T6" fmla="*/ 0 w 129539"/>
                <a:gd name="T7" fmla="*/ 143510 h 143510"/>
                <a:gd name="T8" fmla="*/ 28816 w 129539"/>
                <a:gd name="T9" fmla="*/ 143510 h 143510"/>
                <a:gd name="T10" fmla="*/ 28816 w 129539"/>
                <a:gd name="T11" fmla="*/ 29210 h 143510"/>
                <a:gd name="T12" fmla="*/ 100609 w 129539"/>
                <a:gd name="T13" fmla="*/ 29210 h 143510"/>
                <a:gd name="T14" fmla="*/ 100609 w 129539"/>
                <a:gd name="T15" fmla="*/ 143510 h 143510"/>
                <a:gd name="T16" fmla="*/ 129209 w 129539"/>
                <a:gd name="T17" fmla="*/ 143510 h 143510"/>
                <a:gd name="T18" fmla="*/ 129209 w 129539"/>
                <a:gd name="T19" fmla="*/ 29210 h 143510"/>
                <a:gd name="T20" fmla="*/ 129209 w 129539"/>
                <a:gd name="T21" fmla="*/ 0 h 14351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129539" h="143510">
                  <a:moveTo>
                    <a:pt x="129209" y="0"/>
                  </a:moveTo>
                  <a:lnTo>
                    <a:pt x="0" y="0"/>
                  </a:lnTo>
                  <a:lnTo>
                    <a:pt x="0" y="29210"/>
                  </a:lnTo>
                  <a:lnTo>
                    <a:pt x="0" y="143510"/>
                  </a:lnTo>
                  <a:lnTo>
                    <a:pt x="28816" y="143510"/>
                  </a:lnTo>
                  <a:lnTo>
                    <a:pt x="28816" y="29210"/>
                  </a:lnTo>
                  <a:lnTo>
                    <a:pt x="100609" y="29210"/>
                  </a:lnTo>
                  <a:lnTo>
                    <a:pt x="100609" y="143510"/>
                  </a:lnTo>
                  <a:lnTo>
                    <a:pt x="129209" y="143510"/>
                  </a:lnTo>
                  <a:lnTo>
                    <a:pt x="129209" y="29210"/>
                  </a:lnTo>
                  <a:lnTo>
                    <a:pt x="12920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21560" name="object 28">
              <a:extLst>
                <a:ext uri="{FF2B5EF4-FFF2-40B4-BE49-F238E27FC236}">
                  <a16:creationId xmlns="" xmlns:a16="http://schemas.microsoft.com/office/drawing/2014/main" id="{03689E2C-1E23-4884-A8C7-9805A3B9C1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41824" y="3937803"/>
              <a:ext cx="129197" cy="1436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561" name="object 29">
              <a:extLst>
                <a:ext uri="{FF2B5EF4-FFF2-40B4-BE49-F238E27FC236}">
                  <a16:creationId xmlns="" xmlns:a16="http://schemas.microsoft.com/office/drawing/2014/main" id="{05BF808B-79BF-432D-8D49-19BFA6A8063F}"/>
                </a:ext>
              </a:extLst>
            </p:cNvPr>
            <p:cNvSpPr>
              <a:spLocks/>
            </p:cNvSpPr>
            <p:nvPr/>
          </p:nvSpPr>
          <p:spPr bwMode="auto">
            <a:xfrm>
              <a:off x="3601882" y="3937906"/>
              <a:ext cx="122555" cy="143510"/>
            </a:xfrm>
            <a:custGeom>
              <a:avLst/>
              <a:gdLst>
                <a:gd name="T0" fmla="*/ 122219 w 122554"/>
                <a:gd name="T1" fmla="*/ 0 h 143510"/>
                <a:gd name="T2" fmla="*/ 0 w 122554"/>
                <a:gd name="T3" fmla="*/ 0 h 143510"/>
                <a:gd name="T4" fmla="*/ 0 w 122554"/>
                <a:gd name="T5" fmla="*/ 29210 h 143510"/>
                <a:gd name="T6" fmla="*/ 0 w 122554"/>
                <a:gd name="T7" fmla="*/ 57150 h 143510"/>
                <a:gd name="T8" fmla="*/ 0 w 122554"/>
                <a:gd name="T9" fmla="*/ 86360 h 143510"/>
                <a:gd name="T10" fmla="*/ 0 w 122554"/>
                <a:gd name="T11" fmla="*/ 114300 h 143510"/>
                <a:gd name="T12" fmla="*/ 0 w 122554"/>
                <a:gd name="T13" fmla="*/ 143510 h 143510"/>
                <a:gd name="T14" fmla="*/ 122219 w 122554"/>
                <a:gd name="T15" fmla="*/ 143510 h 143510"/>
                <a:gd name="T16" fmla="*/ 122219 w 122554"/>
                <a:gd name="T17" fmla="*/ 114300 h 143510"/>
                <a:gd name="T18" fmla="*/ 28816 w 122554"/>
                <a:gd name="T19" fmla="*/ 114300 h 143510"/>
                <a:gd name="T20" fmla="*/ 28816 w 122554"/>
                <a:gd name="T21" fmla="*/ 86360 h 143510"/>
                <a:gd name="T22" fmla="*/ 115018 w 122554"/>
                <a:gd name="T23" fmla="*/ 86360 h 143510"/>
                <a:gd name="T24" fmla="*/ 115018 w 122554"/>
                <a:gd name="T25" fmla="*/ 57150 h 143510"/>
                <a:gd name="T26" fmla="*/ 28816 w 122554"/>
                <a:gd name="T27" fmla="*/ 57150 h 143510"/>
                <a:gd name="T28" fmla="*/ 28816 w 122554"/>
                <a:gd name="T29" fmla="*/ 29210 h 143510"/>
                <a:gd name="T30" fmla="*/ 122219 w 122554"/>
                <a:gd name="T31" fmla="*/ 29210 h 143510"/>
                <a:gd name="T32" fmla="*/ 122219 w 122554"/>
                <a:gd name="T33" fmla="*/ 0 h 143510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0" t="0" r="r" b="b"/>
              <a:pathLst>
                <a:path w="122554" h="143510">
                  <a:moveTo>
                    <a:pt x="122212" y="0"/>
                  </a:moveTo>
                  <a:lnTo>
                    <a:pt x="0" y="0"/>
                  </a:lnTo>
                  <a:lnTo>
                    <a:pt x="0" y="29210"/>
                  </a:lnTo>
                  <a:lnTo>
                    <a:pt x="0" y="57150"/>
                  </a:lnTo>
                  <a:lnTo>
                    <a:pt x="0" y="86360"/>
                  </a:lnTo>
                  <a:lnTo>
                    <a:pt x="0" y="114300"/>
                  </a:lnTo>
                  <a:lnTo>
                    <a:pt x="0" y="143510"/>
                  </a:lnTo>
                  <a:lnTo>
                    <a:pt x="122212" y="143510"/>
                  </a:lnTo>
                  <a:lnTo>
                    <a:pt x="122212" y="114300"/>
                  </a:lnTo>
                  <a:lnTo>
                    <a:pt x="28816" y="114300"/>
                  </a:lnTo>
                  <a:lnTo>
                    <a:pt x="28816" y="86360"/>
                  </a:lnTo>
                  <a:lnTo>
                    <a:pt x="115011" y="86360"/>
                  </a:lnTo>
                  <a:lnTo>
                    <a:pt x="115011" y="57150"/>
                  </a:lnTo>
                  <a:lnTo>
                    <a:pt x="28816" y="57150"/>
                  </a:lnTo>
                  <a:lnTo>
                    <a:pt x="28816" y="29210"/>
                  </a:lnTo>
                  <a:lnTo>
                    <a:pt x="122212" y="29210"/>
                  </a:lnTo>
                  <a:lnTo>
                    <a:pt x="122212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  <p:pic>
          <p:nvPicPr>
            <p:cNvPr id="21562" name="object 30">
              <a:extLst>
                <a:ext uri="{FF2B5EF4-FFF2-40B4-BE49-F238E27FC236}">
                  <a16:creationId xmlns="" xmlns:a16="http://schemas.microsoft.com/office/drawing/2014/main" id="{85B166F7-800C-4940-A68E-03CB21DB87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2911" y="3937803"/>
              <a:ext cx="129209" cy="1436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563" name="object 31">
              <a:extLst>
                <a:ext uri="{FF2B5EF4-FFF2-40B4-BE49-F238E27FC236}">
                  <a16:creationId xmlns="" xmlns:a16="http://schemas.microsoft.com/office/drawing/2014/main" id="{37CB39EF-4807-44B5-A612-9F977D05CD2D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4739" y="3937906"/>
              <a:ext cx="129539" cy="143510"/>
            </a:xfrm>
            <a:custGeom>
              <a:avLst/>
              <a:gdLst>
                <a:gd name="T0" fmla="*/ 129209 w 129539"/>
                <a:gd name="T1" fmla="*/ 0 h 143510"/>
                <a:gd name="T2" fmla="*/ 0 w 129539"/>
                <a:gd name="T3" fmla="*/ 0 h 143510"/>
                <a:gd name="T4" fmla="*/ 0 w 129539"/>
                <a:gd name="T5" fmla="*/ 29210 h 143510"/>
                <a:gd name="T6" fmla="*/ 50406 w 129539"/>
                <a:gd name="T7" fmla="*/ 29210 h 143510"/>
                <a:gd name="T8" fmla="*/ 50406 w 129539"/>
                <a:gd name="T9" fmla="*/ 143510 h 143510"/>
                <a:gd name="T10" fmla="*/ 79209 w 129539"/>
                <a:gd name="T11" fmla="*/ 143510 h 143510"/>
                <a:gd name="T12" fmla="*/ 79209 w 129539"/>
                <a:gd name="T13" fmla="*/ 29210 h 143510"/>
                <a:gd name="T14" fmla="*/ 129209 w 129539"/>
                <a:gd name="T15" fmla="*/ 29210 h 143510"/>
                <a:gd name="T16" fmla="*/ 129209 w 129539"/>
                <a:gd name="T17" fmla="*/ 0 h 14351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29539" h="143510">
                  <a:moveTo>
                    <a:pt x="129209" y="0"/>
                  </a:moveTo>
                  <a:lnTo>
                    <a:pt x="0" y="0"/>
                  </a:lnTo>
                  <a:lnTo>
                    <a:pt x="0" y="29210"/>
                  </a:lnTo>
                  <a:lnTo>
                    <a:pt x="50406" y="29210"/>
                  </a:lnTo>
                  <a:lnTo>
                    <a:pt x="50406" y="143510"/>
                  </a:lnTo>
                  <a:lnTo>
                    <a:pt x="79209" y="143510"/>
                  </a:lnTo>
                  <a:lnTo>
                    <a:pt x="79209" y="29210"/>
                  </a:lnTo>
                  <a:lnTo>
                    <a:pt x="129209" y="29210"/>
                  </a:lnTo>
                  <a:lnTo>
                    <a:pt x="12920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0" tIns="0" rIns="0" bIns="0"/>
            <a:lstStyle/>
            <a:p>
              <a:endParaRPr lang="ru-RU"/>
            </a:p>
          </p:txBody>
        </p:sp>
      </p:grpSp>
      <p:graphicFrame>
        <p:nvGraphicFramePr>
          <p:cNvPr id="21545" name="Объект 25">
            <a:extLst>
              <a:ext uri="{FF2B5EF4-FFF2-40B4-BE49-F238E27FC236}">
                <a16:creationId xmlns="" xmlns:a16="http://schemas.microsoft.com/office/drawing/2014/main" id="{4A172CE3-5B52-4484-97F5-E83EFC2F70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88013" y="2187575"/>
          <a:ext cx="2016125" cy="41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74" name="CorelDRAW" r:id="rId10" imgW="3876120" imgH="797040" progId="CorelDraw.Graphic.23">
                  <p:embed/>
                </p:oleObj>
              </mc:Choice>
              <mc:Fallback>
                <p:oleObj name="CorelDRAW" r:id="rId10" imgW="3876120" imgH="797040" progId="CorelDraw.Graphic.23">
                  <p:embed/>
                  <p:pic>
                    <p:nvPicPr>
                      <p:cNvPr id="0" name="Объект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88013" y="2187575"/>
                        <a:ext cx="2016125" cy="4143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546" name="Picture 2" descr="E:\Реклама\LOGOS\Optima\2022\OPTIMA_new.png">
            <a:extLst>
              <a:ext uri="{FF2B5EF4-FFF2-40B4-BE49-F238E27FC236}">
                <a16:creationId xmlns="" xmlns:a16="http://schemas.microsoft.com/office/drawing/2014/main" id="{97753D73-8BB7-41A9-91DC-53379B40F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1825" y="3743325"/>
            <a:ext cx="2016125" cy="514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47" name="Picture 6" descr="E:\Реклама\LOGOS\Oreol_DISCONT\DISCONT_logo .png">
            <a:extLst>
              <a:ext uri="{FF2B5EF4-FFF2-40B4-BE49-F238E27FC236}">
                <a16:creationId xmlns="" xmlns:a16="http://schemas.microsoft.com/office/drawing/2014/main" id="{FFFFCDD2-5462-43C4-8A05-45BBC9A08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6738" y="5143500"/>
            <a:ext cx="2057400" cy="492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48" name="Picture 8" descr="E:\Реклама\LOGOS\OREOL\2024\png\лого красный Ореол.png">
            <a:extLst>
              <a:ext uri="{FF2B5EF4-FFF2-40B4-BE49-F238E27FC236}">
                <a16:creationId xmlns="" xmlns:a16="http://schemas.microsoft.com/office/drawing/2014/main" id="{CD52CC84-E82D-42E7-8ADA-E1239F6EED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0038" y="5133975"/>
            <a:ext cx="2160587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49" name="Picture 10" descr="E:\Реклама\LOGOS\Newtone\NewTone logo.png">
            <a:extLst>
              <a:ext uri="{FF2B5EF4-FFF2-40B4-BE49-F238E27FC236}">
                <a16:creationId xmlns="" xmlns:a16="http://schemas.microsoft.com/office/drawing/2014/main" id="{A31227A8-F367-48BF-A57C-C107864CF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72845" y="5218113"/>
            <a:ext cx="20796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50" name="Picture 11" descr="E:\Реклама\LOGOS\TITAN\TITAN LOGO черный.png">
            <a:extLst>
              <a:ext uri="{FF2B5EF4-FFF2-40B4-BE49-F238E27FC236}">
                <a16:creationId xmlns="" xmlns:a16="http://schemas.microsoft.com/office/drawing/2014/main" id="{0887D380-6463-4D43-A721-307AAC1983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4950" y="6765925"/>
            <a:ext cx="1882775" cy="1020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51" name="Picture 12" descr="E:\Реклама\LOGOS\PROFIWOOD\LOGO_TM_PROFIWOOD.jpg">
            <a:extLst>
              <a:ext uri="{FF2B5EF4-FFF2-40B4-BE49-F238E27FC236}">
                <a16:creationId xmlns="" xmlns:a16="http://schemas.microsoft.com/office/drawing/2014/main" id="{FC7A02A8-F5B7-448B-B795-2487D8199E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2063" y="7958138"/>
            <a:ext cx="2305050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52" name="Picture 16" descr="E:\Реклама\LOGOS\PROSTOKRASHENO\РЕДИЗАЙН 2025\Logo_png\Logo с темно синим фоном_Logo_color.png">
            <a:extLst>
              <a:ext uri="{FF2B5EF4-FFF2-40B4-BE49-F238E27FC236}">
                <a16:creationId xmlns="" xmlns:a16="http://schemas.microsoft.com/office/drawing/2014/main" id="{30C6CF3F-5FE9-471C-8A4B-B29DA8399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1488" y="2714625"/>
            <a:ext cx="2297112" cy="844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53" name="Picture 13" descr="E:\Реклама\LOGOS\AG\new\AvantGarde_black.png">
            <a:extLst>
              <a:ext uri="{FF2B5EF4-FFF2-40B4-BE49-F238E27FC236}">
                <a16:creationId xmlns="" xmlns:a16="http://schemas.microsoft.com/office/drawing/2014/main" id="{667A26B4-E776-4DB1-8061-155F371D1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7575" y="3661331"/>
            <a:ext cx="2557463" cy="126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Рисунок 4">
            <a:extLst>
              <a:ext uri="{FF2B5EF4-FFF2-40B4-BE49-F238E27FC236}">
                <a16:creationId xmlns="" xmlns:a16="http://schemas.microsoft.com/office/drawing/2014/main" id="{BE4E25F9-2EF8-451B-BEC3-EFB632CD6205}"/>
              </a:ext>
            </a:extLst>
          </p:cNvPr>
          <p:cNvGrpSpPr/>
          <p:nvPr/>
        </p:nvGrpSpPr>
        <p:grpSpPr>
          <a:xfrm>
            <a:off x="13979886" y="7576799"/>
            <a:ext cx="4051649" cy="1890807"/>
            <a:chOff x="6384036" y="4432490"/>
            <a:chExt cx="2701099" cy="1260538"/>
          </a:xfrm>
        </p:grpSpPr>
        <p:sp>
          <p:nvSpPr>
            <p:cNvPr id="57" name="Полилиния: фигура 56">
              <a:extLst>
                <a:ext uri="{FF2B5EF4-FFF2-40B4-BE49-F238E27FC236}">
                  <a16:creationId xmlns="" xmlns:a16="http://schemas.microsoft.com/office/drawing/2014/main" id="{D43444B5-CAFD-4297-A160-7CECF25C95CD}"/>
                </a:ext>
              </a:extLst>
            </p:cNvPr>
            <p:cNvSpPr/>
            <p:nvPr/>
          </p:nvSpPr>
          <p:spPr>
            <a:xfrm>
              <a:off x="6503253" y="4558929"/>
              <a:ext cx="2046985" cy="223647"/>
            </a:xfrm>
            <a:custGeom>
              <a:avLst/>
              <a:gdLst>
                <a:gd name="connsiteX0" fmla="*/ 1412177 w 1488376"/>
                <a:gd name="connsiteY0" fmla="*/ 0 h 223647"/>
                <a:gd name="connsiteX1" fmla="*/ 1488377 w 1488376"/>
                <a:gd name="connsiteY1" fmla="*/ 76200 h 223647"/>
                <a:gd name="connsiteX2" fmla="*/ 1488377 w 1488376"/>
                <a:gd name="connsiteY2" fmla="*/ 147447 h 223647"/>
                <a:gd name="connsiteX3" fmla="*/ 1412177 w 1488376"/>
                <a:gd name="connsiteY3" fmla="*/ 223647 h 223647"/>
                <a:gd name="connsiteX4" fmla="*/ 76200 w 1488376"/>
                <a:gd name="connsiteY4" fmla="*/ 223647 h 223647"/>
                <a:gd name="connsiteX5" fmla="*/ 0 w 1488376"/>
                <a:gd name="connsiteY5" fmla="*/ 147447 h 223647"/>
                <a:gd name="connsiteX6" fmla="*/ 0 w 1488376"/>
                <a:gd name="connsiteY6" fmla="*/ 76200 h 223647"/>
                <a:gd name="connsiteX7" fmla="*/ 76200 w 1488376"/>
                <a:gd name="connsiteY7" fmla="*/ 0 h 223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8376" h="223647">
                  <a:moveTo>
                    <a:pt x="1412177" y="0"/>
                  </a:moveTo>
                  <a:cubicBezTo>
                    <a:pt x="1454261" y="0"/>
                    <a:pt x="1488377" y="34116"/>
                    <a:pt x="1488377" y="76200"/>
                  </a:cubicBezTo>
                  <a:lnTo>
                    <a:pt x="1488377" y="147447"/>
                  </a:lnTo>
                  <a:cubicBezTo>
                    <a:pt x="1488377" y="189531"/>
                    <a:pt x="1454261" y="223647"/>
                    <a:pt x="1412177" y="223647"/>
                  </a:cubicBezTo>
                  <a:lnTo>
                    <a:pt x="76200" y="223647"/>
                  </a:lnTo>
                  <a:cubicBezTo>
                    <a:pt x="34116" y="223647"/>
                    <a:pt x="0" y="189531"/>
                    <a:pt x="0" y="147447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grpSp>
          <p:nvGrpSpPr>
            <p:cNvPr id="58" name="Рисунок 4">
              <a:extLst>
                <a:ext uri="{FF2B5EF4-FFF2-40B4-BE49-F238E27FC236}">
                  <a16:creationId xmlns="" xmlns:a16="http://schemas.microsoft.com/office/drawing/2014/main" id="{5EB125BD-99AB-4BA8-91A5-04F6F55FA859}"/>
                </a:ext>
              </a:extLst>
            </p:cNvPr>
            <p:cNvGrpSpPr/>
            <p:nvPr/>
          </p:nvGrpSpPr>
          <p:grpSpPr>
            <a:xfrm>
              <a:off x="6384036" y="4432490"/>
              <a:ext cx="2701099" cy="1260538"/>
              <a:chOff x="6384036" y="4432490"/>
              <a:chExt cx="2701099" cy="1260538"/>
            </a:xfrm>
          </p:grpSpPr>
          <p:sp>
            <p:nvSpPr>
              <p:cNvPr id="78" name="TextBox 77">
                <a:extLst>
                  <a:ext uri="{FF2B5EF4-FFF2-40B4-BE49-F238E27FC236}">
                    <a16:creationId xmlns="" xmlns:a16="http://schemas.microsoft.com/office/drawing/2014/main" id="{933A14B2-A479-4390-AB74-541BE9EF1C6F}"/>
                  </a:ext>
                </a:extLst>
              </p:cNvPr>
              <p:cNvSpPr txBox="1"/>
              <p:nvPr/>
            </p:nvSpPr>
            <p:spPr>
              <a:xfrm>
                <a:off x="8415909" y="4771517"/>
                <a:ext cx="160600" cy="2051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ru-RU" sz="1400" spc="126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 </a:t>
                </a:r>
              </a:p>
            </p:txBody>
          </p:sp>
          <p:sp>
            <p:nvSpPr>
              <p:cNvPr id="104" name="Полилиния: фигура 103">
                <a:extLst>
                  <a:ext uri="{FF2B5EF4-FFF2-40B4-BE49-F238E27FC236}">
                    <a16:creationId xmlns="" xmlns:a16="http://schemas.microsoft.com/office/drawing/2014/main" id="{091F0C23-7CEB-4823-A46F-63FD565C25EC}"/>
                  </a:ext>
                </a:extLst>
              </p:cNvPr>
              <p:cNvSpPr/>
              <p:nvPr/>
            </p:nvSpPr>
            <p:spPr>
              <a:xfrm>
                <a:off x="6384036" y="4432490"/>
                <a:ext cx="2701099" cy="1260538"/>
              </a:xfrm>
              <a:custGeom>
                <a:avLst/>
                <a:gdLst>
                  <a:gd name="connsiteX0" fmla="*/ 2624900 w 2701099"/>
                  <a:gd name="connsiteY0" fmla="*/ 0 h 1260538"/>
                  <a:gd name="connsiteX1" fmla="*/ 2701100 w 2701099"/>
                  <a:gd name="connsiteY1" fmla="*/ 76200 h 1260538"/>
                  <a:gd name="connsiteX2" fmla="*/ 2701100 w 2701099"/>
                  <a:gd name="connsiteY2" fmla="*/ 1184339 h 1260538"/>
                  <a:gd name="connsiteX3" fmla="*/ 2624900 w 2701099"/>
                  <a:gd name="connsiteY3" fmla="*/ 1260539 h 1260538"/>
                  <a:gd name="connsiteX4" fmla="*/ 76200 w 2701099"/>
                  <a:gd name="connsiteY4" fmla="*/ 1260539 h 1260538"/>
                  <a:gd name="connsiteX5" fmla="*/ 0 w 2701099"/>
                  <a:gd name="connsiteY5" fmla="*/ 1184339 h 1260538"/>
                  <a:gd name="connsiteX6" fmla="*/ 0 w 2701099"/>
                  <a:gd name="connsiteY6" fmla="*/ 76200 h 1260538"/>
                  <a:gd name="connsiteX7" fmla="*/ 76200 w 2701099"/>
                  <a:gd name="connsiteY7" fmla="*/ 0 h 1260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01099" h="1260538">
                    <a:moveTo>
                      <a:pt x="2624900" y="0"/>
                    </a:moveTo>
                    <a:cubicBezTo>
                      <a:pt x="2666984" y="0"/>
                      <a:pt x="2701100" y="34116"/>
                      <a:pt x="2701100" y="76200"/>
                    </a:cubicBezTo>
                    <a:lnTo>
                      <a:pt x="2701100" y="1184339"/>
                    </a:lnTo>
                    <a:cubicBezTo>
                      <a:pt x="2701100" y="1226423"/>
                      <a:pt x="2666984" y="1260539"/>
                      <a:pt x="2624900" y="1260539"/>
                    </a:cubicBezTo>
                    <a:lnTo>
                      <a:pt x="76200" y="1260539"/>
                    </a:lnTo>
                    <a:cubicBezTo>
                      <a:pt x="34116" y="1260539"/>
                      <a:pt x="0" y="1226423"/>
                      <a:pt x="0" y="1184339"/>
                    </a:cubicBez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close/>
                  </a:path>
                </a:pathLst>
              </a:custGeom>
              <a:noFill/>
              <a:ln w="12700" cap="flat">
                <a:solidFill>
                  <a:srgbClr val="FF83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</p:grpSp>
      <p:grpSp>
        <p:nvGrpSpPr>
          <p:cNvPr id="105" name="Рисунок 4">
            <a:extLst>
              <a:ext uri="{FF2B5EF4-FFF2-40B4-BE49-F238E27FC236}">
                <a16:creationId xmlns="" xmlns:a16="http://schemas.microsoft.com/office/drawing/2014/main" id="{B9282743-4529-4C74-AE6C-151B290EF7CB}"/>
              </a:ext>
            </a:extLst>
          </p:cNvPr>
          <p:cNvGrpSpPr/>
          <p:nvPr/>
        </p:nvGrpSpPr>
        <p:grpSpPr>
          <a:xfrm>
            <a:off x="9695605" y="7576799"/>
            <a:ext cx="4051652" cy="1890807"/>
            <a:chOff x="3521455" y="4432490"/>
            <a:chExt cx="2701099" cy="1260538"/>
          </a:xfrm>
        </p:grpSpPr>
        <p:sp>
          <p:nvSpPr>
            <p:cNvPr id="106" name="Полилиния: фигура 105">
              <a:extLst>
                <a:ext uri="{FF2B5EF4-FFF2-40B4-BE49-F238E27FC236}">
                  <a16:creationId xmlns="" xmlns:a16="http://schemas.microsoft.com/office/drawing/2014/main" id="{DEEEDAF6-85B8-400C-AE32-35154050B356}"/>
                </a:ext>
              </a:extLst>
            </p:cNvPr>
            <p:cNvSpPr/>
            <p:nvPr/>
          </p:nvSpPr>
          <p:spPr>
            <a:xfrm>
              <a:off x="3654932" y="4570158"/>
              <a:ext cx="2070227" cy="223647"/>
            </a:xfrm>
            <a:custGeom>
              <a:avLst/>
              <a:gdLst>
                <a:gd name="connsiteX0" fmla="*/ 1072198 w 1148397"/>
                <a:gd name="connsiteY0" fmla="*/ 0 h 223647"/>
                <a:gd name="connsiteX1" fmla="*/ 1148398 w 1148397"/>
                <a:gd name="connsiteY1" fmla="*/ 76200 h 223647"/>
                <a:gd name="connsiteX2" fmla="*/ 1148398 w 1148397"/>
                <a:gd name="connsiteY2" fmla="*/ 147447 h 223647"/>
                <a:gd name="connsiteX3" fmla="*/ 1072198 w 1148397"/>
                <a:gd name="connsiteY3" fmla="*/ 223647 h 223647"/>
                <a:gd name="connsiteX4" fmla="*/ 76200 w 1148397"/>
                <a:gd name="connsiteY4" fmla="*/ 223647 h 223647"/>
                <a:gd name="connsiteX5" fmla="*/ 0 w 1148397"/>
                <a:gd name="connsiteY5" fmla="*/ 147447 h 223647"/>
                <a:gd name="connsiteX6" fmla="*/ 0 w 1148397"/>
                <a:gd name="connsiteY6" fmla="*/ 76200 h 223647"/>
                <a:gd name="connsiteX7" fmla="*/ 76200 w 1148397"/>
                <a:gd name="connsiteY7" fmla="*/ 0 h 223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48397" h="223647">
                  <a:moveTo>
                    <a:pt x="1072198" y="0"/>
                  </a:moveTo>
                  <a:cubicBezTo>
                    <a:pt x="1114282" y="0"/>
                    <a:pt x="1148398" y="34116"/>
                    <a:pt x="1148398" y="76200"/>
                  </a:cubicBezTo>
                  <a:lnTo>
                    <a:pt x="1148398" y="147447"/>
                  </a:lnTo>
                  <a:cubicBezTo>
                    <a:pt x="1148398" y="189531"/>
                    <a:pt x="1114282" y="223647"/>
                    <a:pt x="1072198" y="223647"/>
                  </a:cubicBezTo>
                  <a:lnTo>
                    <a:pt x="76200" y="223647"/>
                  </a:lnTo>
                  <a:cubicBezTo>
                    <a:pt x="34116" y="223647"/>
                    <a:pt x="0" y="189531"/>
                    <a:pt x="0" y="147447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="" xmlns:a16="http://schemas.microsoft.com/office/drawing/2014/main" id="{1C371174-68A7-4133-AF6A-6735A1699546}"/>
                </a:ext>
              </a:extLst>
            </p:cNvPr>
            <p:cNvSpPr txBox="1"/>
            <p:nvPr/>
          </p:nvSpPr>
          <p:spPr>
            <a:xfrm>
              <a:off x="4168140" y="4755451"/>
              <a:ext cx="154615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56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="" xmlns:a16="http://schemas.microsoft.com/office/drawing/2014/main" id="{FD69B804-7C6D-40B9-9DDC-914122ADA718}"/>
                </a:ext>
              </a:extLst>
            </p:cNvPr>
            <p:cNvSpPr txBox="1"/>
            <p:nvPr/>
          </p:nvSpPr>
          <p:spPr>
            <a:xfrm>
              <a:off x="4766691" y="4755451"/>
              <a:ext cx="154615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56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="" xmlns:a16="http://schemas.microsoft.com/office/drawing/2014/main" id="{9627B337-CBC2-49CD-A636-8B012D8BA7C4}"/>
                </a:ext>
              </a:extLst>
            </p:cNvPr>
            <p:cNvSpPr txBox="1"/>
            <p:nvPr/>
          </p:nvSpPr>
          <p:spPr>
            <a:xfrm>
              <a:off x="4861877" y="4755451"/>
              <a:ext cx="154615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56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="" xmlns:a16="http://schemas.microsoft.com/office/drawing/2014/main" id="{5C283233-D4D6-400A-AB63-A0CAC5C67BDD}"/>
                </a:ext>
              </a:extLst>
            </p:cNvPr>
            <p:cNvSpPr txBox="1"/>
            <p:nvPr/>
          </p:nvSpPr>
          <p:spPr>
            <a:xfrm>
              <a:off x="3597084" y="5151993"/>
              <a:ext cx="1626941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4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Шпатлевки</a:t>
              </a:r>
            </a:p>
            <a:p>
              <a:r>
                <a:rPr lang="ru-RU" sz="14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Грунтовки</a:t>
              </a:r>
            </a:p>
            <a:p>
              <a:r>
                <a:rPr lang="ru-RU" sz="14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Краски-базы под колеровку</a:t>
              </a:r>
              <a:endPara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158" name="Полилиния: фигура 157">
              <a:extLst>
                <a:ext uri="{FF2B5EF4-FFF2-40B4-BE49-F238E27FC236}">
                  <a16:creationId xmlns="" xmlns:a16="http://schemas.microsoft.com/office/drawing/2014/main" id="{ED116280-2942-4457-A513-0CC9A8D226DA}"/>
                </a:ext>
              </a:extLst>
            </p:cNvPr>
            <p:cNvSpPr/>
            <p:nvPr/>
          </p:nvSpPr>
          <p:spPr>
            <a:xfrm>
              <a:off x="3521455" y="4432490"/>
              <a:ext cx="2701099" cy="1260538"/>
            </a:xfrm>
            <a:custGeom>
              <a:avLst/>
              <a:gdLst>
                <a:gd name="connsiteX0" fmla="*/ 2624900 w 2701099"/>
                <a:gd name="connsiteY0" fmla="*/ 0 h 1260538"/>
                <a:gd name="connsiteX1" fmla="*/ 2701100 w 2701099"/>
                <a:gd name="connsiteY1" fmla="*/ 76200 h 1260538"/>
                <a:gd name="connsiteX2" fmla="*/ 2701100 w 2701099"/>
                <a:gd name="connsiteY2" fmla="*/ 1184339 h 1260538"/>
                <a:gd name="connsiteX3" fmla="*/ 2624900 w 2701099"/>
                <a:gd name="connsiteY3" fmla="*/ 1260539 h 1260538"/>
                <a:gd name="connsiteX4" fmla="*/ 76200 w 2701099"/>
                <a:gd name="connsiteY4" fmla="*/ 1260539 h 1260538"/>
                <a:gd name="connsiteX5" fmla="*/ 0 w 2701099"/>
                <a:gd name="connsiteY5" fmla="*/ 1184339 h 1260538"/>
                <a:gd name="connsiteX6" fmla="*/ 0 w 2701099"/>
                <a:gd name="connsiteY6" fmla="*/ 76200 h 1260538"/>
                <a:gd name="connsiteX7" fmla="*/ 76200 w 2701099"/>
                <a:gd name="connsiteY7" fmla="*/ 0 h 126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1099" h="1260538">
                  <a:moveTo>
                    <a:pt x="2624900" y="0"/>
                  </a:moveTo>
                  <a:cubicBezTo>
                    <a:pt x="2666984" y="0"/>
                    <a:pt x="2701100" y="34116"/>
                    <a:pt x="2701100" y="76200"/>
                  </a:cubicBezTo>
                  <a:lnTo>
                    <a:pt x="2701100" y="1184339"/>
                  </a:lnTo>
                  <a:cubicBezTo>
                    <a:pt x="2701100" y="1226423"/>
                    <a:pt x="2666984" y="1260539"/>
                    <a:pt x="2624900" y="1260539"/>
                  </a:cubicBezTo>
                  <a:lnTo>
                    <a:pt x="76200" y="1260539"/>
                  </a:lnTo>
                  <a:cubicBezTo>
                    <a:pt x="34116" y="1260539"/>
                    <a:pt x="0" y="1226423"/>
                    <a:pt x="0" y="1184339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59" name="Рисунок 4">
            <a:extLst>
              <a:ext uri="{FF2B5EF4-FFF2-40B4-BE49-F238E27FC236}">
                <a16:creationId xmlns="" xmlns:a16="http://schemas.microsoft.com/office/drawing/2014/main" id="{67F3703C-A3E1-4E53-9D3A-5DDC07F98388}"/>
              </a:ext>
            </a:extLst>
          </p:cNvPr>
          <p:cNvGrpSpPr/>
          <p:nvPr/>
        </p:nvGrpSpPr>
        <p:grpSpPr>
          <a:xfrm>
            <a:off x="5396483" y="5387954"/>
            <a:ext cx="4051649" cy="1890807"/>
            <a:chOff x="3521455" y="2973260"/>
            <a:chExt cx="2701099" cy="1260538"/>
          </a:xfrm>
        </p:grpSpPr>
        <p:sp>
          <p:nvSpPr>
            <p:cNvPr id="160" name="Полилиния: фигура 159">
              <a:extLst>
                <a:ext uri="{FF2B5EF4-FFF2-40B4-BE49-F238E27FC236}">
                  <a16:creationId xmlns="" xmlns:a16="http://schemas.microsoft.com/office/drawing/2014/main" id="{04DF00A9-BF71-4D75-99D5-B2F669344355}"/>
                </a:ext>
              </a:extLst>
            </p:cNvPr>
            <p:cNvSpPr/>
            <p:nvPr/>
          </p:nvSpPr>
          <p:spPr>
            <a:xfrm>
              <a:off x="3643884" y="3054210"/>
              <a:ext cx="2099012" cy="223646"/>
            </a:xfrm>
            <a:custGeom>
              <a:avLst/>
              <a:gdLst>
                <a:gd name="connsiteX0" fmla="*/ 749173 w 825373"/>
                <a:gd name="connsiteY0" fmla="*/ 0 h 223646"/>
                <a:gd name="connsiteX1" fmla="*/ 825373 w 825373"/>
                <a:gd name="connsiteY1" fmla="*/ 76200 h 223646"/>
                <a:gd name="connsiteX2" fmla="*/ 825373 w 825373"/>
                <a:gd name="connsiteY2" fmla="*/ 147447 h 223646"/>
                <a:gd name="connsiteX3" fmla="*/ 749173 w 825373"/>
                <a:gd name="connsiteY3" fmla="*/ 223647 h 223646"/>
                <a:gd name="connsiteX4" fmla="*/ 76200 w 825373"/>
                <a:gd name="connsiteY4" fmla="*/ 223647 h 223646"/>
                <a:gd name="connsiteX5" fmla="*/ 0 w 825373"/>
                <a:gd name="connsiteY5" fmla="*/ 147447 h 223646"/>
                <a:gd name="connsiteX6" fmla="*/ 0 w 825373"/>
                <a:gd name="connsiteY6" fmla="*/ 76200 h 223646"/>
                <a:gd name="connsiteX7" fmla="*/ 76200 w 825373"/>
                <a:gd name="connsiteY7" fmla="*/ 0 h 223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5373" h="223646">
                  <a:moveTo>
                    <a:pt x="749173" y="0"/>
                  </a:moveTo>
                  <a:cubicBezTo>
                    <a:pt x="791257" y="0"/>
                    <a:pt x="825373" y="34116"/>
                    <a:pt x="825373" y="76200"/>
                  </a:cubicBezTo>
                  <a:lnTo>
                    <a:pt x="825373" y="147447"/>
                  </a:lnTo>
                  <a:cubicBezTo>
                    <a:pt x="825373" y="189531"/>
                    <a:pt x="791257" y="223647"/>
                    <a:pt x="749173" y="223647"/>
                  </a:cubicBezTo>
                  <a:lnTo>
                    <a:pt x="76200" y="223647"/>
                  </a:lnTo>
                  <a:cubicBezTo>
                    <a:pt x="34116" y="223647"/>
                    <a:pt x="0" y="189531"/>
                    <a:pt x="0" y="147447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="" xmlns:a16="http://schemas.microsoft.com/office/drawing/2014/main" id="{6EF6ED7F-DCFF-4EBD-900B-AFBD6A530C1A}"/>
                </a:ext>
              </a:extLst>
            </p:cNvPr>
            <p:cNvSpPr txBox="1"/>
            <p:nvPr/>
          </p:nvSpPr>
          <p:spPr>
            <a:xfrm>
              <a:off x="3976941" y="3312287"/>
              <a:ext cx="149828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="" xmlns:a16="http://schemas.microsoft.com/office/drawing/2014/main" id="{11732A5D-03CD-4081-A785-A8437F2529C9}"/>
                </a:ext>
              </a:extLst>
            </p:cNvPr>
            <p:cNvSpPr txBox="1"/>
            <p:nvPr/>
          </p:nvSpPr>
          <p:spPr>
            <a:xfrm>
              <a:off x="4791519" y="3312287"/>
              <a:ext cx="149828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227" name="Полилиния: фигура 226">
              <a:extLst>
                <a:ext uri="{FF2B5EF4-FFF2-40B4-BE49-F238E27FC236}">
                  <a16:creationId xmlns="" xmlns:a16="http://schemas.microsoft.com/office/drawing/2014/main" id="{C9AAC3EA-CE24-4C89-8F58-B5BA61144E14}"/>
                </a:ext>
              </a:extLst>
            </p:cNvPr>
            <p:cNvSpPr/>
            <p:nvPr/>
          </p:nvSpPr>
          <p:spPr>
            <a:xfrm>
              <a:off x="3521455" y="2973260"/>
              <a:ext cx="2701099" cy="1260538"/>
            </a:xfrm>
            <a:custGeom>
              <a:avLst/>
              <a:gdLst>
                <a:gd name="connsiteX0" fmla="*/ 2624900 w 2701099"/>
                <a:gd name="connsiteY0" fmla="*/ 0 h 1260538"/>
                <a:gd name="connsiteX1" fmla="*/ 2701100 w 2701099"/>
                <a:gd name="connsiteY1" fmla="*/ 76200 h 1260538"/>
                <a:gd name="connsiteX2" fmla="*/ 2701100 w 2701099"/>
                <a:gd name="connsiteY2" fmla="*/ 1184339 h 1260538"/>
                <a:gd name="connsiteX3" fmla="*/ 2624900 w 2701099"/>
                <a:gd name="connsiteY3" fmla="*/ 1260539 h 1260538"/>
                <a:gd name="connsiteX4" fmla="*/ 76200 w 2701099"/>
                <a:gd name="connsiteY4" fmla="*/ 1260539 h 1260538"/>
                <a:gd name="connsiteX5" fmla="*/ 0 w 2701099"/>
                <a:gd name="connsiteY5" fmla="*/ 1184339 h 1260538"/>
                <a:gd name="connsiteX6" fmla="*/ 0 w 2701099"/>
                <a:gd name="connsiteY6" fmla="*/ 76200 h 1260538"/>
                <a:gd name="connsiteX7" fmla="*/ 76200 w 2701099"/>
                <a:gd name="connsiteY7" fmla="*/ 0 h 126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1099" h="1260538">
                  <a:moveTo>
                    <a:pt x="2624900" y="0"/>
                  </a:moveTo>
                  <a:cubicBezTo>
                    <a:pt x="2666984" y="0"/>
                    <a:pt x="2701100" y="34116"/>
                    <a:pt x="2701100" y="76200"/>
                  </a:cubicBezTo>
                  <a:lnTo>
                    <a:pt x="2701100" y="1184339"/>
                  </a:lnTo>
                  <a:cubicBezTo>
                    <a:pt x="2701100" y="1226423"/>
                    <a:pt x="2666984" y="1260539"/>
                    <a:pt x="2624900" y="1260539"/>
                  </a:cubicBezTo>
                  <a:lnTo>
                    <a:pt x="76200" y="1260539"/>
                  </a:lnTo>
                  <a:cubicBezTo>
                    <a:pt x="34116" y="1260539"/>
                    <a:pt x="0" y="1226423"/>
                    <a:pt x="0" y="1184339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228" name="Рисунок 4">
            <a:extLst>
              <a:ext uri="{FF2B5EF4-FFF2-40B4-BE49-F238E27FC236}">
                <a16:creationId xmlns="" xmlns:a16="http://schemas.microsoft.com/office/drawing/2014/main" id="{415E3862-3A91-4950-AC22-3F522EA1CC02}"/>
              </a:ext>
            </a:extLst>
          </p:cNvPr>
          <p:cNvGrpSpPr/>
          <p:nvPr/>
        </p:nvGrpSpPr>
        <p:grpSpPr>
          <a:xfrm>
            <a:off x="1102709" y="7576799"/>
            <a:ext cx="4051650" cy="1890807"/>
            <a:chOff x="658939" y="4432490"/>
            <a:chExt cx="2701099" cy="1260538"/>
          </a:xfrm>
        </p:grpSpPr>
        <p:sp>
          <p:nvSpPr>
            <p:cNvPr id="229" name="Полилиния: фигура 228">
              <a:extLst>
                <a:ext uri="{FF2B5EF4-FFF2-40B4-BE49-F238E27FC236}">
                  <a16:creationId xmlns="" xmlns:a16="http://schemas.microsoft.com/office/drawing/2014/main" id="{1FBE393A-FBED-4515-9012-6C44A0AB0996}"/>
                </a:ext>
              </a:extLst>
            </p:cNvPr>
            <p:cNvSpPr/>
            <p:nvPr/>
          </p:nvSpPr>
          <p:spPr>
            <a:xfrm>
              <a:off x="764159" y="4558930"/>
              <a:ext cx="1895518" cy="223647"/>
            </a:xfrm>
            <a:custGeom>
              <a:avLst/>
              <a:gdLst>
                <a:gd name="connsiteX0" fmla="*/ 650939 w 727138"/>
                <a:gd name="connsiteY0" fmla="*/ 0 h 223647"/>
                <a:gd name="connsiteX1" fmla="*/ 727139 w 727138"/>
                <a:gd name="connsiteY1" fmla="*/ 76200 h 223647"/>
                <a:gd name="connsiteX2" fmla="*/ 727139 w 727138"/>
                <a:gd name="connsiteY2" fmla="*/ 147447 h 223647"/>
                <a:gd name="connsiteX3" fmla="*/ 650939 w 727138"/>
                <a:gd name="connsiteY3" fmla="*/ 223647 h 223647"/>
                <a:gd name="connsiteX4" fmla="*/ 76200 w 727138"/>
                <a:gd name="connsiteY4" fmla="*/ 223647 h 223647"/>
                <a:gd name="connsiteX5" fmla="*/ 0 w 727138"/>
                <a:gd name="connsiteY5" fmla="*/ 147447 h 223647"/>
                <a:gd name="connsiteX6" fmla="*/ 0 w 727138"/>
                <a:gd name="connsiteY6" fmla="*/ 76200 h 223647"/>
                <a:gd name="connsiteX7" fmla="*/ 76200 w 727138"/>
                <a:gd name="connsiteY7" fmla="*/ 0 h 223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7138" h="223647">
                  <a:moveTo>
                    <a:pt x="650939" y="0"/>
                  </a:moveTo>
                  <a:cubicBezTo>
                    <a:pt x="693023" y="0"/>
                    <a:pt x="727139" y="34116"/>
                    <a:pt x="727139" y="76200"/>
                  </a:cubicBezTo>
                  <a:lnTo>
                    <a:pt x="727139" y="147447"/>
                  </a:lnTo>
                  <a:cubicBezTo>
                    <a:pt x="727139" y="189531"/>
                    <a:pt x="693023" y="223647"/>
                    <a:pt x="650939" y="223647"/>
                  </a:cubicBezTo>
                  <a:lnTo>
                    <a:pt x="76200" y="223647"/>
                  </a:lnTo>
                  <a:cubicBezTo>
                    <a:pt x="34116" y="223647"/>
                    <a:pt x="0" y="189531"/>
                    <a:pt x="0" y="147447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0" name="TextBox 229">
              <a:extLst>
                <a:ext uri="{FF2B5EF4-FFF2-40B4-BE49-F238E27FC236}">
                  <a16:creationId xmlns="" xmlns:a16="http://schemas.microsoft.com/office/drawing/2014/main" id="{89846706-61BE-4BED-B75A-48B6B2D473FC}"/>
                </a:ext>
              </a:extLst>
            </p:cNvPr>
            <p:cNvSpPr txBox="1"/>
            <p:nvPr/>
          </p:nvSpPr>
          <p:spPr>
            <a:xfrm>
              <a:off x="821991" y="4483213"/>
              <a:ext cx="729858" cy="3590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2900" b="1" dirty="0" smtClean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TI</a:t>
              </a:r>
              <a:r>
                <a:rPr lang="en-US" sz="2900" b="1" dirty="0" smtClean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TAN</a:t>
              </a:r>
              <a:endParaRPr lang="ru-RU" sz="29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="" xmlns:a16="http://schemas.microsoft.com/office/drawing/2014/main" id="{0CBC5536-A0F0-47DA-9500-6A404255F4D6}"/>
                </a:ext>
              </a:extLst>
            </p:cNvPr>
            <p:cNvSpPr txBox="1"/>
            <p:nvPr/>
          </p:nvSpPr>
          <p:spPr>
            <a:xfrm>
              <a:off x="1294828" y="4771517"/>
              <a:ext cx="160600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126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241" name="TextBox 240">
              <a:extLst>
                <a:ext uri="{FF2B5EF4-FFF2-40B4-BE49-F238E27FC236}">
                  <a16:creationId xmlns="" xmlns:a16="http://schemas.microsoft.com/office/drawing/2014/main" id="{9BFF1D86-E078-48B1-BB83-AAE4D90D0490}"/>
                </a:ext>
              </a:extLst>
            </p:cNvPr>
            <p:cNvSpPr txBox="1"/>
            <p:nvPr/>
          </p:nvSpPr>
          <p:spPr>
            <a:xfrm>
              <a:off x="1930527" y="4771517"/>
              <a:ext cx="160600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126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246" name="TextBox 245">
              <a:extLst>
                <a:ext uri="{FF2B5EF4-FFF2-40B4-BE49-F238E27FC236}">
                  <a16:creationId xmlns="" xmlns:a16="http://schemas.microsoft.com/office/drawing/2014/main" id="{CF65F936-F08A-4689-94C7-C7D834B04DC2}"/>
                </a:ext>
              </a:extLst>
            </p:cNvPr>
            <p:cNvSpPr txBox="1"/>
            <p:nvPr/>
          </p:nvSpPr>
          <p:spPr>
            <a:xfrm>
              <a:off x="2690749" y="4771517"/>
              <a:ext cx="160600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126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291" name="Полилиния: фигура 290">
              <a:extLst>
                <a:ext uri="{FF2B5EF4-FFF2-40B4-BE49-F238E27FC236}">
                  <a16:creationId xmlns="" xmlns:a16="http://schemas.microsoft.com/office/drawing/2014/main" id="{12B364E8-4A63-4260-A552-689464629EED}"/>
                </a:ext>
              </a:extLst>
            </p:cNvPr>
            <p:cNvSpPr/>
            <p:nvPr/>
          </p:nvSpPr>
          <p:spPr>
            <a:xfrm>
              <a:off x="658939" y="4432490"/>
              <a:ext cx="2701099" cy="1260538"/>
            </a:xfrm>
            <a:custGeom>
              <a:avLst/>
              <a:gdLst>
                <a:gd name="connsiteX0" fmla="*/ 2624900 w 2701099"/>
                <a:gd name="connsiteY0" fmla="*/ 0 h 1260538"/>
                <a:gd name="connsiteX1" fmla="*/ 2701100 w 2701099"/>
                <a:gd name="connsiteY1" fmla="*/ 76200 h 1260538"/>
                <a:gd name="connsiteX2" fmla="*/ 2701100 w 2701099"/>
                <a:gd name="connsiteY2" fmla="*/ 1184339 h 1260538"/>
                <a:gd name="connsiteX3" fmla="*/ 2624900 w 2701099"/>
                <a:gd name="connsiteY3" fmla="*/ 1260539 h 1260538"/>
                <a:gd name="connsiteX4" fmla="*/ 76200 w 2701099"/>
                <a:gd name="connsiteY4" fmla="*/ 1260539 h 1260538"/>
                <a:gd name="connsiteX5" fmla="*/ 0 w 2701099"/>
                <a:gd name="connsiteY5" fmla="*/ 1184339 h 1260538"/>
                <a:gd name="connsiteX6" fmla="*/ 0 w 2701099"/>
                <a:gd name="connsiteY6" fmla="*/ 76200 h 1260538"/>
                <a:gd name="connsiteX7" fmla="*/ 76200 w 2701099"/>
                <a:gd name="connsiteY7" fmla="*/ 0 h 126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1099" h="1260538">
                  <a:moveTo>
                    <a:pt x="2624900" y="0"/>
                  </a:moveTo>
                  <a:cubicBezTo>
                    <a:pt x="2666984" y="0"/>
                    <a:pt x="2701100" y="34116"/>
                    <a:pt x="2701100" y="76200"/>
                  </a:cubicBezTo>
                  <a:lnTo>
                    <a:pt x="2701100" y="1184339"/>
                  </a:lnTo>
                  <a:cubicBezTo>
                    <a:pt x="2701100" y="1226423"/>
                    <a:pt x="2666984" y="1260539"/>
                    <a:pt x="2624900" y="1260539"/>
                  </a:cubicBezTo>
                  <a:lnTo>
                    <a:pt x="76200" y="1260539"/>
                  </a:lnTo>
                  <a:cubicBezTo>
                    <a:pt x="34116" y="1260539"/>
                    <a:pt x="0" y="1226423"/>
                    <a:pt x="0" y="1184339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292" name="Рисунок 4">
            <a:extLst>
              <a:ext uri="{FF2B5EF4-FFF2-40B4-BE49-F238E27FC236}">
                <a16:creationId xmlns="" xmlns:a16="http://schemas.microsoft.com/office/drawing/2014/main" id="{9E34DBE8-FFC1-46AD-8193-B87CD2FDA6D0}"/>
              </a:ext>
            </a:extLst>
          </p:cNvPr>
          <p:cNvGrpSpPr/>
          <p:nvPr/>
        </p:nvGrpSpPr>
        <p:grpSpPr>
          <a:xfrm>
            <a:off x="5388125" y="7586372"/>
            <a:ext cx="4051649" cy="1890807"/>
            <a:chOff x="6384036" y="2973260"/>
            <a:chExt cx="2701099" cy="1260538"/>
          </a:xfrm>
        </p:grpSpPr>
        <p:sp>
          <p:nvSpPr>
            <p:cNvPr id="293" name="Полилиния: фигура 292">
              <a:extLst>
                <a:ext uri="{FF2B5EF4-FFF2-40B4-BE49-F238E27FC236}">
                  <a16:creationId xmlns="" xmlns:a16="http://schemas.microsoft.com/office/drawing/2014/main" id="{92343E09-B907-42A6-B9EA-A8F31058694F}"/>
                </a:ext>
              </a:extLst>
            </p:cNvPr>
            <p:cNvSpPr/>
            <p:nvPr/>
          </p:nvSpPr>
          <p:spPr>
            <a:xfrm>
              <a:off x="6521449" y="3044032"/>
              <a:ext cx="2055059" cy="223647"/>
            </a:xfrm>
            <a:custGeom>
              <a:avLst/>
              <a:gdLst>
                <a:gd name="connsiteX0" fmla="*/ 1322705 w 1398904"/>
                <a:gd name="connsiteY0" fmla="*/ 0 h 223647"/>
                <a:gd name="connsiteX1" fmla="*/ 1398905 w 1398904"/>
                <a:gd name="connsiteY1" fmla="*/ 76200 h 223647"/>
                <a:gd name="connsiteX2" fmla="*/ 1398905 w 1398904"/>
                <a:gd name="connsiteY2" fmla="*/ 147447 h 223647"/>
                <a:gd name="connsiteX3" fmla="*/ 1322705 w 1398904"/>
                <a:gd name="connsiteY3" fmla="*/ 223647 h 223647"/>
                <a:gd name="connsiteX4" fmla="*/ 76200 w 1398904"/>
                <a:gd name="connsiteY4" fmla="*/ 223647 h 223647"/>
                <a:gd name="connsiteX5" fmla="*/ 0 w 1398904"/>
                <a:gd name="connsiteY5" fmla="*/ 147447 h 223647"/>
                <a:gd name="connsiteX6" fmla="*/ 0 w 1398904"/>
                <a:gd name="connsiteY6" fmla="*/ 76200 h 223647"/>
                <a:gd name="connsiteX7" fmla="*/ 76200 w 1398904"/>
                <a:gd name="connsiteY7" fmla="*/ 0 h 223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8904" h="223647">
                  <a:moveTo>
                    <a:pt x="1322705" y="0"/>
                  </a:moveTo>
                  <a:cubicBezTo>
                    <a:pt x="1364790" y="0"/>
                    <a:pt x="1398905" y="34116"/>
                    <a:pt x="1398905" y="76200"/>
                  </a:cubicBezTo>
                  <a:lnTo>
                    <a:pt x="1398905" y="147447"/>
                  </a:lnTo>
                  <a:cubicBezTo>
                    <a:pt x="1398905" y="189531"/>
                    <a:pt x="1364790" y="223647"/>
                    <a:pt x="1322705" y="223647"/>
                  </a:cubicBezTo>
                  <a:lnTo>
                    <a:pt x="76200" y="223647"/>
                  </a:lnTo>
                  <a:cubicBezTo>
                    <a:pt x="34116" y="223647"/>
                    <a:pt x="0" y="189531"/>
                    <a:pt x="0" y="147447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0" name="Полилиния: фигура 329">
              <a:extLst>
                <a:ext uri="{FF2B5EF4-FFF2-40B4-BE49-F238E27FC236}">
                  <a16:creationId xmlns="" xmlns:a16="http://schemas.microsoft.com/office/drawing/2014/main" id="{4301C103-9EED-46D2-B04C-5F78BD297A9A}"/>
                </a:ext>
              </a:extLst>
            </p:cNvPr>
            <p:cNvSpPr/>
            <p:nvPr/>
          </p:nvSpPr>
          <p:spPr>
            <a:xfrm>
              <a:off x="6384036" y="2973260"/>
              <a:ext cx="2701099" cy="1260538"/>
            </a:xfrm>
            <a:custGeom>
              <a:avLst/>
              <a:gdLst>
                <a:gd name="connsiteX0" fmla="*/ 2624900 w 2701099"/>
                <a:gd name="connsiteY0" fmla="*/ 0 h 1260538"/>
                <a:gd name="connsiteX1" fmla="*/ 2701100 w 2701099"/>
                <a:gd name="connsiteY1" fmla="*/ 76200 h 1260538"/>
                <a:gd name="connsiteX2" fmla="*/ 2701100 w 2701099"/>
                <a:gd name="connsiteY2" fmla="*/ 1184339 h 1260538"/>
                <a:gd name="connsiteX3" fmla="*/ 2624900 w 2701099"/>
                <a:gd name="connsiteY3" fmla="*/ 1260539 h 1260538"/>
                <a:gd name="connsiteX4" fmla="*/ 76200 w 2701099"/>
                <a:gd name="connsiteY4" fmla="*/ 1260539 h 1260538"/>
                <a:gd name="connsiteX5" fmla="*/ 0 w 2701099"/>
                <a:gd name="connsiteY5" fmla="*/ 1184339 h 1260538"/>
                <a:gd name="connsiteX6" fmla="*/ 0 w 2701099"/>
                <a:gd name="connsiteY6" fmla="*/ 76200 h 1260538"/>
                <a:gd name="connsiteX7" fmla="*/ 76200 w 2701099"/>
                <a:gd name="connsiteY7" fmla="*/ 0 h 126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1099" h="1260538">
                  <a:moveTo>
                    <a:pt x="2624900" y="0"/>
                  </a:moveTo>
                  <a:cubicBezTo>
                    <a:pt x="2666984" y="0"/>
                    <a:pt x="2701100" y="34116"/>
                    <a:pt x="2701100" y="76200"/>
                  </a:cubicBezTo>
                  <a:lnTo>
                    <a:pt x="2701100" y="1184339"/>
                  </a:lnTo>
                  <a:cubicBezTo>
                    <a:pt x="2701100" y="1226423"/>
                    <a:pt x="2666984" y="1260539"/>
                    <a:pt x="2624900" y="1260539"/>
                  </a:cubicBezTo>
                  <a:lnTo>
                    <a:pt x="76200" y="1260539"/>
                  </a:lnTo>
                  <a:cubicBezTo>
                    <a:pt x="34116" y="1260539"/>
                    <a:pt x="0" y="1226423"/>
                    <a:pt x="0" y="1184339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331" name="Рисунок 4">
            <a:extLst>
              <a:ext uri="{FF2B5EF4-FFF2-40B4-BE49-F238E27FC236}">
                <a16:creationId xmlns="" xmlns:a16="http://schemas.microsoft.com/office/drawing/2014/main" id="{F5107B3D-915C-4087-93FE-B2BBCDA3A3B2}"/>
              </a:ext>
            </a:extLst>
          </p:cNvPr>
          <p:cNvGrpSpPr/>
          <p:nvPr/>
        </p:nvGrpSpPr>
        <p:grpSpPr>
          <a:xfrm>
            <a:off x="1102709" y="5387954"/>
            <a:ext cx="4051649" cy="1890807"/>
            <a:chOff x="658939" y="2973260"/>
            <a:chExt cx="2701099" cy="1260538"/>
          </a:xfrm>
        </p:grpSpPr>
        <p:sp>
          <p:nvSpPr>
            <p:cNvPr id="332" name="Полилиния: фигура 331">
              <a:extLst>
                <a:ext uri="{FF2B5EF4-FFF2-40B4-BE49-F238E27FC236}">
                  <a16:creationId xmlns="" xmlns:a16="http://schemas.microsoft.com/office/drawing/2014/main" id="{8A1A2CD5-88A7-47A3-B868-3E6F862428B4}"/>
                </a:ext>
              </a:extLst>
            </p:cNvPr>
            <p:cNvSpPr/>
            <p:nvPr/>
          </p:nvSpPr>
          <p:spPr>
            <a:xfrm>
              <a:off x="779018" y="3044031"/>
              <a:ext cx="1992030" cy="223647"/>
            </a:xfrm>
            <a:custGeom>
              <a:avLst/>
              <a:gdLst>
                <a:gd name="connsiteX0" fmla="*/ 955484 w 1031684"/>
                <a:gd name="connsiteY0" fmla="*/ 0 h 223647"/>
                <a:gd name="connsiteX1" fmla="*/ 1031684 w 1031684"/>
                <a:gd name="connsiteY1" fmla="*/ 76200 h 223647"/>
                <a:gd name="connsiteX2" fmla="*/ 1031684 w 1031684"/>
                <a:gd name="connsiteY2" fmla="*/ 147447 h 223647"/>
                <a:gd name="connsiteX3" fmla="*/ 955484 w 1031684"/>
                <a:gd name="connsiteY3" fmla="*/ 223647 h 223647"/>
                <a:gd name="connsiteX4" fmla="*/ 76200 w 1031684"/>
                <a:gd name="connsiteY4" fmla="*/ 223647 h 223647"/>
                <a:gd name="connsiteX5" fmla="*/ 0 w 1031684"/>
                <a:gd name="connsiteY5" fmla="*/ 147447 h 223647"/>
                <a:gd name="connsiteX6" fmla="*/ 0 w 1031684"/>
                <a:gd name="connsiteY6" fmla="*/ 76200 h 223647"/>
                <a:gd name="connsiteX7" fmla="*/ 76200 w 1031684"/>
                <a:gd name="connsiteY7" fmla="*/ 0 h 223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1684" h="223647">
                  <a:moveTo>
                    <a:pt x="955484" y="0"/>
                  </a:moveTo>
                  <a:cubicBezTo>
                    <a:pt x="997569" y="0"/>
                    <a:pt x="1031684" y="34116"/>
                    <a:pt x="1031684" y="76200"/>
                  </a:cubicBezTo>
                  <a:lnTo>
                    <a:pt x="1031684" y="147447"/>
                  </a:lnTo>
                  <a:cubicBezTo>
                    <a:pt x="1031684" y="189531"/>
                    <a:pt x="997569" y="223647"/>
                    <a:pt x="955484" y="223647"/>
                  </a:cubicBezTo>
                  <a:lnTo>
                    <a:pt x="76200" y="223647"/>
                  </a:lnTo>
                  <a:cubicBezTo>
                    <a:pt x="34116" y="223647"/>
                    <a:pt x="0" y="189531"/>
                    <a:pt x="0" y="147447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41" name="TextBox 340">
              <a:extLst>
                <a:ext uri="{FF2B5EF4-FFF2-40B4-BE49-F238E27FC236}">
                  <a16:creationId xmlns="" xmlns:a16="http://schemas.microsoft.com/office/drawing/2014/main" id="{0981D7EF-9EC8-47C7-8914-D33A2D9FE49B}"/>
                </a:ext>
              </a:extLst>
            </p:cNvPr>
            <p:cNvSpPr txBox="1"/>
            <p:nvPr/>
          </p:nvSpPr>
          <p:spPr>
            <a:xfrm>
              <a:off x="1418399" y="3312287"/>
              <a:ext cx="149828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343" name="TextBox 342">
              <a:extLst>
                <a:ext uri="{FF2B5EF4-FFF2-40B4-BE49-F238E27FC236}">
                  <a16:creationId xmlns="" xmlns:a16="http://schemas.microsoft.com/office/drawing/2014/main" id="{21A98982-4662-4EB2-AC84-C86F5073C938}"/>
                </a:ext>
              </a:extLst>
            </p:cNvPr>
            <p:cNvSpPr txBox="1"/>
            <p:nvPr/>
          </p:nvSpPr>
          <p:spPr>
            <a:xfrm>
              <a:off x="1682051" y="3312287"/>
              <a:ext cx="149828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348" name="TextBox 347">
              <a:extLst>
                <a:ext uri="{FF2B5EF4-FFF2-40B4-BE49-F238E27FC236}">
                  <a16:creationId xmlns="" xmlns:a16="http://schemas.microsoft.com/office/drawing/2014/main" id="{91C89395-4C51-461D-B1EB-DF49527A85AE}"/>
                </a:ext>
              </a:extLst>
            </p:cNvPr>
            <p:cNvSpPr txBox="1"/>
            <p:nvPr/>
          </p:nvSpPr>
          <p:spPr>
            <a:xfrm>
              <a:off x="2104580" y="3312287"/>
              <a:ext cx="149828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400" name="Полилиния: фигура 399">
              <a:extLst>
                <a:ext uri="{FF2B5EF4-FFF2-40B4-BE49-F238E27FC236}">
                  <a16:creationId xmlns="" xmlns:a16="http://schemas.microsoft.com/office/drawing/2014/main" id="{D30A7646-ADCF-447B-A8D3-58A854803F53}"/>
                </a:ext>
              </a:extLst>
            </p:cNvPr>
            <p:cNvSpPr/>
            <p:nvPr/>
          </p:nvSpPr>
          <p:spPr>
            <a:xfrm>
              <a:off x="658939" y="2973260"/>
              <a:ext cx="2701099" cy="1260538"/>
            </a:xfrm>
            <a:custGeom>
              <a:avLst/>
              <a:gdLst>
                <a:gd name="connsiteX0" fmla="*/ 2624900 w 2701099"/>
                <a:gd name="connsiteY0" fmla="*/ 0 h 1260538"/>
                <a:gd name="connsiteX1" fmla="*/ 2701100 w 2701099"/>
                <a:gd name="connsiteY1" fmla="*/ 76200 h 1260538"/>
                <a:gd name="connsiteX2" fmla="*/ 2701100 w 2701099"/>
                <a:gd name="connsiteY2" fmla="*/ 1184339 h 1260538"/>
                <a:gd name="connsiteX3" fmla="*/ 2624900 w 2701099"/>
                <a:gd name="connsiteY3" fmla="*/ 1260539 h 1260538"/>
                <a:gd name="connsiteX4" fmla="*/ 76200 w 2701099"/>
                <a:gd name="connsiteY4" fmla="*/ 1260539 h 1260538"/>
                <a:gd name="connsiteX5" fmla="*/ 0 w 2701099"/>
                <a:gd name="connsiteY5" fmla="*/ 1184339 h 1260538"/>
                <a:gd name="connsiteX6" fmla="*/ 0 w 2701099"/>
                <a:gd name="connsiteY6" fmla="*/ 76200 h 1260538"/>
                <a:gd name="connsiteX7" fmla="*/ 76200 w 2701099"/>
                <a:gd name="connsiteY7" fmla="*/ 0 h 126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1099" h="1260538">
                  <a:moveTo>
                    <a:pt x="2624900" y="0"/>
                  </a:moveTo>
                  <a:cubicBezTo>
                    <a:pt x="2666984" y="0"/>
                    <a:pt x="2701100" y="34116"/>
                    <a:pt x="2701100" y="76200"/>
                  </a:cubicBezTo>
                  <a:lnTo>
                    <a:pt x="2701100" y="1184339"/>
                  </a:lnTo>
                  <a:cubicBezTo>
                    <a:pt x="2701100" y="1226423"/>
                    <a:pt x="2666984" y="1260539"/>
                    <a:pt x="2624900" y="1260539"/>
                  </a:cubicBezTo>
                  <a:lnTo>
                    <a:pt x="76200" y="1260539"/>
                  </a:lnTo>
                  <a:cubicBezTo>
                    <a:pt x="34116" y="1260539"/>
                    <a:pt x="0" y="1226423"/>
                    <a:pt x="0" y="1184339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01" name="Рисунок 4">
            <a:extLst>
              <a:ext uri="{FF2B5EF4-FFF2-40B4-BE49-F238E27FC236}">
                <a16:creationId xmlns="" xmlns:a16="http://schemas.microsoft.com/office/drawing/2014/main" id="{A46210DE-793F-4E90-B55E-79DF53E6EDA4}"/>
              </a:ext>
            </a:extLst>
          </p:cNvPr>
          <p:cNvGrpSpPr/>
          <p:nvPr/>
        </p:nvGrpSpPr>
        <p:grpSpPr>
          <a:xfrm>
            <a:off x="9690355" y="3199109"/>
            <a:ext cx="4051649" cy="1890807"/>
            <a:chOff x="6384036" y="1514030"/>
            <a:chExt cx="2701099" cy="1260538"/>
          </a:xfrm>
        </p:grpSpPr>
        <p:sp>
          <p:nvSpPr>
            <p:cNvPr id="402" name="Полилиния: фигура 401">
              <a:extLst>
                <a:ext uri="{FF2B5EF4-FFF2-40B4-BE49-F238E27FC236}">
                  <a16:creationId xmlns="" xmlns:a16="http://schemas.microsoft.com/office/drawing/2014/main" id="{6D6B87BD-7AE5-4E6B-9FA1-9B02DA887225}"/>
                </a:ext>
              </a:extLst>
            </p:cNvPr>
            <p:cNvSpPr/>
            <p:nvPr/>
          </p:nvSpPr>
          <p:spPr>
            <a:xfrm>
              <a:off x="6527609" y="1602992"/>
              <a:ext cx="1048321" cy="223647"/>
            </a:xfrm>
            <a:custGeom>
              <a:avLst/>
              <a:gdLst>
                <a:gd name="connsiteX0" fmla="*/ 972122 w 1048321"/>
                <a:gd name="connsiteY0" fmla="*/ 0 h 223647"/>
                <a:gd name="connsiteX1" fmla="*/ 1048322 w 1048321"/>
                <a:gd name="connsiteY1" fmla="*/ 76200 h 223647"/>
                <a:gd name="connsiteX2" fmla="*/ 1048322 w 1048321"/>
                <a:gd name="connsiteY2" fmla="*/ 147447 h 223647"/>
                <a:gd name="connsiteX3" fmla="*/ 972122 w 1048321"/>
                <a:gd name="connsiteY3" fmla="*/ 223647 h 223647"/>
                <a:gd name="connsiteX4" fmla="*/ 76201 w 1048321"/>
                <a:gd name="connsiteY4" fmla="*/ 223647 h 223647"/>
                <a:gd name="connsiteX5" fmla="*/ 1 w 1048321"/>
                <a:gd name="connsiteY5" fmla="*/ 147447 h 223647"/>
                <a:gd name="connsiteX6" fmla="*/ 1 w 1048321"/>
                <a:gd name="connsiteY6" fmla="*/ 76200 h 223647"/>
                <a:gd name="connsiteX7" fmla="*/ 76201 w 1048321"/>
                <a:gd name="connsiteY7" fmla="*/ 0 h 223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8321" h="223647">
                  <a:moveTo>
                    <a:pt x="972122" y="0"/>
                  </a:moveTo>
                  <a:cubicBezTo>
                    <a:pt x="1014206" y="0"/>
                    <a:pt x="1048322" y="34116"/>
                    <a:pt x="1048322" y="76200"/>
                  </a:cubicBezTo>
                  <a:lnTo>
                    <a:pt x="1048322" y="147447"/>
                  </a:lnTo>
                  <a:cubicBezTo>
                    <a:pt x="1048322" y="189531"/>
                    <a:pt x="1014206" y="223647"/>
                    <a:pt x="972122" y="223647"/>
                  </a:cubicBezTo>
                  <a:lnTo>
                    <a:pt x="76201" y="223647"/>
                  </a:lnTo>
                  <a:cubicBezTo>
                    <a:pt x="34116" y="223647"/>
                    <a:pt x="1" y="189531"/>
                    <a:pt x="1" y="147447"/>
                  </a:cubicBezTo>
                  <a:lnTo>
                    <a:pt x="1" y="76200"/>
                  </a:lnTo>
                  <a:cubicBezTo>
                    <a:pt x="1" y="34116"/>
                    <a:pt x="34116" y="0"/>
                    <a:pt x="76201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3" name="TextBox 402">
              <a:extLst>
                <a:ext uri="{FF2B5EF4-FFF2-40B4-BE49-F238E27FC236}">
                  <a16:creationId xmlns="" xmlns:a16="http://schemas.microsoft.com/office/drawing/2014/main" id="{E62BFC77-E70A-4966-BC8A-B6AC2D5C0A45}"/>
                </a:ext>
              </a:extLst>
            </p:cNvPr>
            <p:cNvSpPr txBox="1"/>
            <p:nvPr/>
          </p:nvSpPr>
          <p:spPr>
            <a:xfrm>
              <a:off x="6492486" y="1537460"/>
              <a:ext cx="1098805" cy="3590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29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ОПТИМА</a:t>
              </a:r>
            </a:p>
          </p:txBody>
        </p:sp>
        <p:sp>
          <p:nvSpPr>
            <p:cNvPr id="405" name="TextBox 404">
              <a:extLst>
                <a:ext uri="{FF2B5EF4-FFF2-40B4-BE49-F238E27FC236}">
                  <a16:creationId xmlns="" xmlns:a16="http://schemas.microsoft.com/office/drawing/2014/main" id="{9381FD9D-AA3D-475C-BBC2-6510693BB325}"/>
                </a:ext>
              </a:extLst>
            </p:cNvPr>
            <p:cNvSpPr txBox="1"/>
            <p:nvPr/>
          </p:nvSpPr>
          <p:spPr>
            <a:xfrm>
              <a:off x="6955218" y="1853057"/>
              <a:ext cx="173681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279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413" name="TextBox 412">
              <a:extLst>
                <a:ext uri="{FF2B5EF4-FFF2-40B4-BE49-F238E27FC236}">
                  <a16:creationId xmlns="" xmlns:a16="http://schemas.microsoft.com/office/drawing/2014/main" id="{38725366-580A-46DC-8924-0EB36176E8AA}"/>
                </a:ext>
              </a:extLst>
            </p:cNvPr>
            <p:cNvSpPr txBox="1"/>
            <p:nvPr/>
          </p:nvSpPr>
          <p:spPr>
            <a:xfrm>
              <a:off x="7865173" y="1853057"/>
              <a:ext cx="173681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279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415" name="TextBox 414">
              <a:extLst>
                <a:ext uri="{FF2B5EF4-FFF2-40B4-BE49-F238E27FC236}">
                  <a16:creationId xmlns="" xmlns:a16="http://schemas.microsoft.com/office/drawing/2014/main" id="{81F10344-30E8-4CB8-B6E1-AD87FE8E6FA0}"/>
                </a:ext>
              </a:extLst>
            </p:cNvPr>
            <p:cNvSpPr txBox="1"/>
            <p:nvPr/>
          </p:nvSpPr>
          <p:spPr>
            <a:xfrm>
              <a:off x="8267636" y="1853057"/>
              <a:ext cx="173681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279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429" name="TextBox 428">
              <a:extLst>
                <a:ext uri="{FF2B5EF4-FFF2-40B4-BE49-F238E27FC236}">
                  <a16:creationId xmlns="" xmlns:a16="http://schemas.microsoft.com/office/drawing/2014/main" id="{B840BB47-7DE5-4295-8E2C-9220C65B41C8}"/>
                </a:ext>
              </a:extLst>
            </p:cNvPr>
            <p:cNvSpPr txBox="1"/>
            <p:nvPr/>
          </p:nvSpPr>
          <p:spPr>
            <a:xfrm>
              <a:off x="7101141" y="2129536"/>
              <a:ext cx="149828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  <a:endPara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462" name="Полилиния: фигура 461">
              <a:extLst>
                <a:ext uri="{FF2B5EF4-FFF2-40B4-BE49-F238E27FC236}">
                  <a16:creationId xmlns="" xmlns:a16="http://schemas.microsoft.com/office/drawing/2014/main" id="{439382A1-5782-464A-A50D-CA4D86EDB6BD}"/>
                </a:ext>
              </a:extLst>
            </p:cNvPr>
            <p:cNvSpPr/>
            <p:nvPr/>
          </p:nvSpPr>
          <p:spPr>
            <a:xfrm>
              <a:off x="6384036" y="1514030"/>
              <a:ext cx="2701099" cy="1260538"/>
            </a:xfrm>
            <a:custGeom>
              <a:avLst/>
              <a:gdLst>
                <a:gd name="connsiteX0" fmla="*/ 2624900 w 2701099"/>
                <a:gd name="connsiteY0" fmla="*/ 0 h 1260538"/>
                <a:gd name="connsiteX1" fmla="*/ 2701100 w 2701099"/>
                <a:gd name="connsiteY1" fmla="*/ 76200 h 1260538"/>
                <a:gd name="connsiteX2" fmla="*/ 2701100 w 2701099"/>
                <a:gd name="connsiteY2" fmla="*/ 1184339 h 1260538"/>
                <a:gd name="connsiteX3" fmla="*/ 2624900 w 2701099"/>
                <a:gd name="connsiteY3" fmla="*/ 1260539 h 1260538"/>
                <a:gd name="connsiteX4" fmla="*/ 76200 w 2701099"/>
                <a:gd name="connsiteY4" fmla="*/ 1260539 h 1260538"/>
                <a:gd name="connsiteX5" fmla="*/ 0 w 2701099"/>
                <a:gd name="connsiteY5" fmla="*/ 1184339 h 1260538"/>
                <a:gd name="connsiteX6" fmla="*/ 0 w 2701099"/>
                <a:gd name="connsiteY6" fmla="*/ 76200 h 1260538"/>
                <a:gd name="connsiteX7" fmla="*/ 76200 w 2701099"/>
                <a:gd name="connsiteY7" fmla="*/ 0 h 126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1099" h="1260538">
                  <a:moveTo>
                    <a:pt x="2624900" y="0"/>
                  </a:moveTo>
                  <a:cubicBezTo>
                    <a:pt x="2666984" y="0"/>
                    <a:pt x="2701100" y="34116"/>
                    <a:pt x="2701100" y="76200"/>
                  </a:cubicBezTo>
                  <a:lnTo>
                    <a:pt x="2701100" y="1184339"/>
                  </a:lnTo>
                  <a:cubicBezTo>
                    <a:pt x="2701100" y="1226423"/>
                    <a:pt x="2666984" y="1260539"/>
                    <a:pt x="2624900" y="1260539"/>
                  </a:cubicBezTo>
                  <a:lnTo>
                    <a:pt x="76200" y="1260539"/>
                  </a:lnTo>
                  <a:cubicBezTo>
                    <a:pt x="34116" y="1260539"/>
                    <a:pt x="0" y="1226423"/>
                    <a:pt x="0" y="1184339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63" name="Рисунок 4">
            <a:extLst>
              <a:ext uri="{FF2B5EF4-FFF2-40B4-BE49-F238E27FC236}">
                <a16:creationId xmlns="" xmlns:a16="http://schemas.microsoft.com/office/drawing/2014/main" id="{6EFD30FF-4717-48ED-9852-94033DAA47FB}"/>
              </a:ext>
            </a:extLst>
          </p:cNvPr>
          <p:cNvGrpSpPr/>
          <p:nvPr/>
        </p:nvGrpSpPr>
        <p:grpSpPr>
          <a:xfrm>
            <a:off x="13984225" y="3199109"/>
            <a:ext cx="4051649" cy="1890807"/>
            <a:chOff x="9246616" y="1514030"/>
            <a:chExt cx="2701099" cy="1260538"/>
          </a:xfrm>
        </p:grpSpPr>
        <p:sp>
          <p:nvSpPr>
            <p:cNvPr id="464" name="Полилиния: фигура 463">
              <a:extLst>
                <a:ext uri="{FF2B5EF4-FFF2-40B4-BE49-F238E27FC236}">
                  <a16:creationId xmlns="" xmlns:a16="http://schemas.microsoft.com/office/drawing/2014/main" id="{51D68D20-F3DB-42FF-AC2E-8F469D6CC793}"/>
                </a:ext>
              </a:extLst>
            </p:cNvPr>
            <p:cNvSpPr/>
            <p:nvPr/>
          </p:nvSpPr>
          <p:spPr>
            <a:xfrm>
              <a:off x="9369996" y="1602998"/>
              <a:ext cx="1759203" cy="223647"/>
            </a:xfrm>
            <a:custGeom>
              <a:avLst/>
              <a:gdLst>
                <a:gd name="connsiteX0" fmla="*/ 1683004 w 1759203"/>
                <a:gd name="connsiteY0" fmla="*/ 0 h 223647"/>
                <a:gd name="connsiteX1" fmla="*/ 1759204 w 1759203"/>
                <a:gd name="connsiteY1" fmla="*/ 76200 h 223647"/>
                <a:gd name="connsiteX2" fmla="*/ 1759204 w 1759203"/>
                <a:gd name="connsiteY2" fmla="*/ 147447 h 223647"/>
                <a:gd name="connsiteX3" fmla="*/ 1683004 w 1759203"/>
                <a:gd name="connsiteY3" fmla="*/ 223647 h 223647"/>
                <a:gd name="connsiteX4" fmla="*/ 76200 w 1759203"/>
                <a:gd name="connsiteY4" fmla="*/ 223647 h 223647"/>
                <a:gd name="connsiteX5" fmla="*/ 0 w 1759203"/>
                <a:gd name="connsiteY5" fmla="*/ 147447 h 223647"/>
                <a:gd name="connsiteX6" fmla="*/ 0 w 1759203"/>
                <a:gd name="connsiteY6" fmla="*/ 76200 h 223647"/>
                <a:gd name="connsiteX7" fmla="*/ 76200 w 1759203"/>
                <a:gd name="connsiteY7" fmla="*/ 0 h 223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59203" h="223647">
                  <a:moveTo>
                    <a:pt x="1683004" y="0"/>
                  </a:moveTo>
                  <a:cubicBezTo>
                    <a:pt x="1725088" y="0"/>
                    <a:pt x="1759204" y="34116"/>
                    <a:pt x="1759204" y="76200"/>
                  </a:cubicBezTo>
                  <a:lnTo>
                    <a:pt x="1759204" y="147447"/>
                  </a:lnTo>
                  <a:cubicBezTo>
                    <a:pt x="1759204" y="189531"/>
                    <a:pt x="1725088" y="223647"/>
                    <a:pt x="1683004" y="223647"/>
                  </a:cubicBezTo>
                  <a:lnTo>
                    <a:pt x="76200" y="223647"/>
                  </a:lnTo>
                  <a:cubicBezTo>
                    <a:pt x="34116" y="223647"/>
                    <a:pt x="0" y="189531"/>
                    <a:pt x="0" y="147447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68" name="TextBox 467">
              <a:extLst>
                <a:ext uri="{FF2B5EF4-FFF2-40B4-BE49-F238E27FC236}">
                  <a16:creationId xmlns="" xmlns:a16="http://schemas.microsoft.com/office/drawing/2014/main" id="{1224E3B5-8974-4552-B557-A762AE443614}"/>
                </a:ext>
              </a:extLst>
            </p:cNvPr>
            <p:cNvSpPr txBox="1"/>
            <p:nvPr/>
          </p:nvSpPr>
          <p:spPr>
            <a:xfrm>
              <a:off x="9898634" y="1573847"/>
              <a:ext cx="123154" cy="3590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endParaRPr lang="ru-RU" sz="29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470" name="TextBox 469">
              <a:extLst>
                <a:ext uri="{FF2B5EF4-FFF2-40B4-BE49-F238E27FC236}">
                  <a16:creationId xmlns="" xmlns:a16="http://schemas.microsoft.com/office/drawing/2014/main" id="{E96DAEFA-6CEA-4EB9-B24F-13A9DAC92AD6}"/>
                </a:ext>
              </a:extLst>
            </p:cNvPr>
            <p:cNvSpPr txBox="1"/>
            <p:nvPr/>
          </p:nvSpPr>
          <p:spPr>
            <a:xfrm>
              <a:off x="10630280" y="1573847"/>
              <a:ext cx="123154" cy="3590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endParaRPr lang="ru-RU" sz="29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="" xmlns:a16="http://schemas.microsoft.com/office/drawing/2014/main" id="{27F7FF32-E201-4516-8B55-A52D5CF423D9}"/>
                </a:ext>
              </a:extLst>
            </p:cNvPr>
            <p:cNvSpPr txBox="1"/>
            <p:nvPr/>
          </p:nvSpPr>
          <p:spPr>
            <a:xfrm>
              <a:off x="10471975" y="1853057"/>
              <a:ext cx="151025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1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476" name="TextBox 475">
              <a:extLst>
                <a:ext uri="{FF2B5EF4-FFF2-40B4-BE49-F238E27FC236}">
                  <a16:creationId xmlns="" xmlns:a16="http://schemas.microsoft.com/office/drawing/2014/main" id="{767D4312-F5CF-4929-B0C3-FA3EE5FA484B}"/>
                </a:ext>
              </a:extLst>
            </p:cNvPr>
            <p:cNvSpPr txBox="1"/>
            <p:nvPr/>
          </p:nvSpPr>
          <p:spPr>
            <a:xfrm>
              <a:off x="10983785" y="1853057"/>
              <a:ext cx="151025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1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478" name="TextBox 477">
              <a:extLst>
                <a:ext uri="{FF2B5EF4-FFF2-40B4-BE49-F238E27FC236}">
                  <a16:creationId xmlns="" xmlns:a16="http://schemas.microsoft.com/office/drawing/2014/main" id="{57D9C067-93F5-49C9-802E-17A516861427}"/>
                </a:ext>
              </a:extLst>
            </p:cNvPr>
            <p:cNvSpPr txBox="1"/>
            <p:nvPr/>
          </p:nvSpPr>
          <p:spPr>
            <a:xfrm>
              <a:off x="11135360" y="1853057"/>
              <a:ext cx="151025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400" spc="1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512" name="Полилиния: фигура 511">
              <a:extLst>
                <a:ext uri="{FF2B5EF4-FFF2-40B4-BE49-F238E27FC236}">
                  <a16:creationId xmlns="" xmlns:a16="http://schemas.microsoft.com/office/drawing/2014/main" id="{E4C63989-5D51-4718-9399-E217A473873D}"/>
                </a:ext>
              </a:extLst>
            </p:cNvPr>
            <p:cNvSpPr/>
            <p:nvPr/>
          </p:nvSpPr>
          <p:spPr>
            <a:xfrm>
              <a:off x="9246616" y="1514030"/>
              <a:ext cx="2701099" cy="1260538"/>
            </a:xfrm>
            <a:custGeom>
              <a:avLst/>
              <a:gdLst>
                <a:gd name="connsiteX0" fmla="*/ 2624900 w 2701099"/>
                <a:gd name="connsiteY0" fmla="*/ 0 h 1260538"/>
                <a:gd name="connsiteX1" fmla="*/ 2701100 w 2701099"/>
                <a:gd name="connsiteY1" fmla="*/ 76200 h 1260538"/>
                <a:gd name="connsiteX2" fmla="*/ 2701100 w 2701099"/>
                <a:gd name="connsiteY2" fmla="*/ 1184339 h 1260538"/>
                <a:gd name="connsiteX3" fmla="*/ 2624900 w 2701099"/>
                <a:gd name="connsiteY3" fmla="*/ 1260539 h 1260538"/>
                <a:gd name="connsiteX4" fmla="*/ 76200 w 2701099"/>
                <a:gd name="connsiteY4" fmla="*/ 1260539 h 1260538"/>
                <a:gd name="connsiteX5" fmla="*/ 0 w 2701099"/>
                <a:gd name="connsiteY5" fmla="*/ 1184339 h 1260538"/>
                <a:gd name="connsiteX6" fmla="*/ 0 w 2701099"/>
                <a:gd name="connsiteY6" fmla="*/ 76200 h 1260538"/>
                <a:gd name="connsiteX7" fmla="*/ 76200 w 2701099"/>
                <a:gd name="connsiteY7" fmla="*/ 0 h 126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1099" h="1260538">
                  <a:moveTo>
                    <a:pt x="2624900" y="0"/>
                  </a:moveTo>
                  <a:cubicBezTo>
                    <a:pt x="2666984" y="0"/>
                    <a:pt x="2701100" y="34116"/>
                    <a:pt x="2701100" y="76200"/>
                  </a:cubicBezTo>
                  <a:lnTo>
                    <a:pt x="2701100" y="1184339"/>
                  </a:lnTo>
                  <a:cubicBezTo>
                    <a:pt x="2701100" y="1226423"/>
                    <a:pt x="2666984" y="1260539"/>
                    <a:pt x="2624900" y="1260539"/>
                  </a:cubicBezTo>
                  <a:lnTo>
                    <a:pt x="76200" y="1260539"/>
                  </a:lnTo>
                  <a:cubicBezTo>
                    <a:pt x="34116" y="1260539"/>
                    <a:pt x="0" y="1226423"/>
                    <a:pt x="0" y="1184339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513" name="Рисунок 4">
            <a:extLst>
              <a:ext uri="{FF2B5EF4-FFF2-40B4-BE49-F238E27FC236}">
                <a16:creationId xmlns="" xmlns:a16="http://schemas.microsoft.com/office/drawing/2014/main" id="{8707489C-3042-4F57-817C-2AF07106A05C}"/>
              </a:ext>
            </a:extLst>
          </p:cNvPr>
          <p:cNvGrpSpPr/>
          <p:nvPr/>
        </p:nvGrpSpPr>
        <p:grpSpPr>
          <a:xfrm>
            <a:off x="5396484" y="3199109"/>
            <a:ext cx="12234134" cy="1890807"/>
            <a:chOff x="3521455" y="1514030"/>
            <a:chExt cx="8156089" cy="1260538"/>
          </a:xfrm>
        </p:grpSpPr>
        <p:sp>
          <p:nvSpPr>
            <p:cNvPr id="514" name="Полилиния: фигура 513">
              <a:extLst>
                <a:ext uri="{FF2B5EF4-FFF2-40B4-BE49-F238E27FC236}">
                  <a16:creationId xmlns="" xmlns:a16="http://schemas.microsoft.com/office/drawing/2014/main" id="{DCFFF125-9433-4953-8935-CE59A5505B2E}"/>
                </a:ext>
              </a:extLst>
            </p:cNvPr>
            <p:cNvSpPr/>
            <p:nvPr/>
          </p:nvSpPr>
          <p:spPr>
            <a:xfrm>
              <a:off x="3657854" y="1603505"/>
              <a:ext cx="2067305" cy="223646"/>
            </a:xfrm>
            <a:custGeom>
              <a:avLst/>
              <a:gdLst>
                <a:gd name="connsiteX0" fmla="*/ 1991106 w 2067305"/>
                <a:gd name="connsiteY0" fmla="*/ 0 h 223646"/>
                <a:gd name="connsiteX1" fmla="*/ 2067306 w 2067305"/>
                <a:gd name="connsiteY1" fmla="*/ 76200 h 223646"/>
                <a:gd name="connsiteX2" fmla="*/ 2067306 w 2067305"/>
                <a:gd name="connsiteY2" fmla="*/ 147447 h 223646"/>
                <a:gd name="connsiteX3" fmla="*/ 1991106 w 2067305"/>
                <a:gd name="connsiteY3" fmla="*/ 223647 h 223646"/>
                <a:gd name="connsiteX4" fmla="*/ 76200 w 2067305"/>
                <a:gd name="connsiteY4" fmla="*/ 223647 h 223646"/>
                <a:gd name="connsiteX5" fmla="*/ 0 w 2067305"/>
                <a:gd name="connsiteY5" fmla="*/ 147447 h 223646"/>
                <a:gd name="connsiteX6" fmla="*/ 0 w 2067305"/>
                <a:gd name="connsiteY6" fmla="*/ 76200 h 223646"/>
                <a:gd name="connsiteX7" fmla="*/ 76200 w 2067305"/>
                <a:gd name="connsiteY7" fmla="*/ 0 h 223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67305" h="223646">
                  <a:moveTo>
                    <a:pt x="1991106" y="0"/>
                  </a:moveTo>
                  <a:cubicBezTo>
                    <a:pt x="2033190" y="0"/>
                    <a:pt x="2067306" y="34116"/>
                    <a:pt x="2067306" y="76200"/>
                  </a:cubicBezTo>
                  <a:lnTo>
                    <a:pt x="2067306" y="147447"/>
                  </a:lnTo>
                  <a:cubicBezTo>
                    <a:pt x="2067306" y="189531"/>
                    <a:pt x="2033190" y="223647"/>
                    <a:pt x="1991106" y="223647"/>
                  </a:cubicBezTo>
                  <a:lnTo>
                    <a:pt x="76200" y="223647"/>
                  </a:lnTo>
                  <a:cubicBezTo>
                    <a:pt x="34116" y="223647"/>
                    <a:pt x="0" y="189531"/>
                    <a:pt x="0" y="147447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20" name="TextBox 519">
              <a:extLst>
                <a:ext uri="{FF2B5EF4-FFF2-40B4-BE49-F238E27FC236}">
                  <a16:creationId xmlns="" xmlns:a16="http://schemas.microsoft.com/office/drawing/2014/main" id="{824C426D-084C-426F-BCA3-091DF8533221}"/>
                </a:ext>
              </a:extLst>
            </p:cNvPr>
            <p:cNvSpPr txBox="1"/>
            <p:nvPr/>
          </p:nvSpPr>
          <p:spPr>
            <a:xfrm>
              <a:off x="3752158" y="1933207"/>
              <a:ext cx="2360925" cy="2257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ru-RU" sz="1600" b="1" i="1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ЛКМ </a:t>
              </a:r>
              <a:r>
                <a:rPr lang="ru-RU" sz="1600" b="1" i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для </a:t>
              </a:r>
              <a:r>
                <a:rPr lang="ru-RU" sz="1600" b="1" i="1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массового потребителя</a:t>
              </a:r>
              <a:endParaRPr lang="ru-RU" sz="1600" b="1" i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30" name="TextBox 529">
              <a:extLst>
                <a:ext uri="{FF2B5EF4-FFF2-40B4-BE49-F238E27FC236}">
                  <a16:creationId xmlns="" xmlns:a16="http://schemas.microsoft.com/office/drawing/2014/main" id="{F41E99BB-485C-4894-9E6B-BD09869B2634}"/>
                </a:ext>
              </a:extLst>
            </p:cNvPr>
            <p:cNvSpPr txBox="1"/>
            <p:nvPr/>
          </p:nvSpPr>
          <p:spPr>
            <a:xfrm>
              <a:off x="3587986" y="2193207"/>
              <a:ext cx="629659" cy="2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Эмали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60" name="Полилиния: фигура 559">
              <a:extLst>
                <a:ext uri="{FF2B5EF4-FFF2-40B4-BE49-F238E27FC236}">
                  <a16:creationId xmlns="" xmlns:a16="http://schemas.microsoft.com/office/drawing/2014/main" id="{76EBBF25-BBF1-4A71-A633-EC5DE4ED1EFC}"/>
                </a:ext>
              </a:extLst>
            </p:cNvPr>
            <p:cNvSpPr/>
            <p:nvPr/>
          </p:nvSpPr>
          <p:spPr>
            <a:xfrm>
              <a:off x="3521455" y="1514030"/>
              <a:ext cx="2701099" cy="1260538"/>
            </a:xfrm>
            <a:custGeom>
              <a:avLst/>
              <a:gdLst>
                <a:gd name="connsiteX0" fmla="*/ 2624900 w 2701099"/>
                <a:gd name="connsiteY0" fmla="*/ 0 h 1260538"/>
                <a:gd name="connsiteX1" fmla="*/ 2701100 w 2701099"/>
                <a:gd name="connsiteY1" fmla="*/ 76200 h 1260538"/>
                <a:gd name="connsiteX2" fmla="*/ 2701100 w 2701099"/>
                <a:gd name="connsiteY2" fmla="*/ 1184339 h 1260538"/>
                <a:gd name="connsiteX3" fmla="*/ 2624900 w 2701099"/>
                <a:gd name="connsiteY3" fmla="*/ 1260539 h 1260538"/>
                <a:gd name="connsiteX4" fmla="*/ 76200 w 2701099"/>
                <a:gd name="connsiteY4" fmla="*/ 1260539 h 1260538"/>
                <a:gd name="connsiteX5" fmla="*/ 0 w 2701099"/>
                <a:gd name="connsiteY5" fmla="*/ 1184339 h 1260538"/>
                <a:gd name="connsiteX6" fmla="*/ 0 w 2701099"/>
                <a:gd name="connsiteY6" fmla="*/ 76200 h 1260538"/>
                <a:gd name="connsiteX7" fmla="*/ 76200 w 2701099"/>
                <a:gd name="connsiteY7" fmla="*/ 0 h 126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1099" h="1260538">
                  <a:moveTo>
                    <a:pt x="2624900" y="0"/>
                  </a:moveTo>
                  <a:cubicBezTo>
                    <a:pt x="2666984" y="0"/>
                    <a:pt x="2701100" y="34116"/>
                    <a:pt x="2701100" y="76200"/>
                  </a:cubicBezTo>
                  <a:lnTo>
                    <a:pt x="2701100" y="1184339"/>
                  </a:lnTo>
                  <a:cubicBezTo>
                    <a:pt x="2701100" y="1226423"/>
                    <a:pt x="2666984" y="1260539"/>
                    <a:pt x="2624900" y="1260539"/>
                  </a:cubicBezTo>
                  <a:lnTo>
                    <a:pt x="76200" y="1260539"/>
                  </a:lnTo>
                  <a:cubicBezTo>
                    <a:pt x="34116" y="1260539"/>
                    <a:pt x="0" y="1226423"/>
                    <a:pt x="0" y="1184339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614" name="TextBox 613">
              <a:extLst>
                <a:ext uri="{FF2B5EF4-FFF2-40B4-BE49-F238E27FC236}">
                  <a16:creationId xmlns="" xmlns:a16="http://schemas.microsoft.com/office/drawing/2014/main" id="{F41E99BB-485C-4894-9E6B-BD09869B2634}"/>
                </a:ext>
              </a:extLst>
            </p:cNvPr>
            <p:cNvSpPr txBox="1"/>
            <p:nvPr/>
          </p:nvSpPr>
          <p:spPr>
            <a:xfrm>
              <a:off x="3587986" y="2356584"/>
              <a:ext cx="979285" cy="2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Грунт-Эмали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68" name="TextBox 567">
              <a:extLst>
                <a:ext uri="{FF2B5EF4-FFF2-40B4-BE49-F238E27FC236}">
                  <a16:creationId xmlns="" xmlns:a16="http://schemas.microsoft.com/office/drawing/2014/main" id="{F41E99BB-485C-4894-9E6B-BD09869B2634}"/>
                </a:ext>
              </a:extLst>
            </p:cNvPr>
            <p:cNvSpPr txBox="1"/>
            <p:nvPr/>
          </p:nvSpPr>
          <p:spPr>
            <a:xfrm>
              <a:off x="3579184" y="2511569"/>
              <a:ext cx="834545" cy="2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Грунтовки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69" name="TextBox 568">
              <a:extLst>
                <a:ext uri="{FF2B5EF4-FFF2-40B4-BE49-F238E27FC236}">
                  <a16:creationId xmlns="" xmlns:a16="http://schemas.microsoft.com/office/drawing/2014/main" id="{F41E99BB-485C-4894-9E6B-BD09869B2634}"/>
                </a:ext>
              </a:extLst>
            </p:cNvPr>
            <p:cNvSpPr txBox="1"/>
            <p:nvPr/>
          </p:nvSpPr>
          <p:spPr>
            <a:xfrm>
              <a:off x="6526750" y="2228776"/>
              <a:ext cx="629659" cy="2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Эмали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70" name="TextBox 569">
              <a:extLst>
                <a:ext uri="{FF2B5EF4-FFF2-40B4-BE49-F238E27FC236}">
                  <a16:creationId xmlns="" xmlns:a16="http://schemas.microsoft.com/office/drawing/2014/main" id="{F41E99BB-485C-4894-9E6B-BD09869B2634}"/>
                </a:ext>
              </a:extLst>
            </p:cNvPr>
            <p:cNvSpPr txBox="1"/>
            <p:nvPr/>
          </p:nvSpPr>
          <p:spPr>
            <a:xfrm>
              <a:off x="6517652" y="2392152"/>
              <a:ext cx="979285" cy="2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Грунт-Эмали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71" name="TextBox 570">
              <a:extLst>
                <a:ext uri="{FF2B5EF4-FFF2-40B4-BE49-F238E27FC236}">
                  <a16:creationId xmlns="" xmlns:a16="http://schemas.microsoft.com/office/drawing/2014/main" id="{F41E99BB-485C-4894-9E6B-BD09869B2634}"/>
                </a:ext>
              </a:extLst>
            </p:cNvPr>
            <p:cNvSpPr txBox="1"/>
            <p:nvPr/>
          </p:nvSpPr>
          <p:spPr>
            <a:xfrm>
              <a:off x="6508850" y="2547138"/>
              <a:ext cx="834545" cy="2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Грунтовки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72" name="TextBox 571">
              <a:extLst>
                <a:ext uri="{FF2B5EF4-FFF2-40B4-BE49-F238E27FC236}">
                  <a16:creationId xmlns="" xmlns:a16="http://schemas.microsoft.com/office/drawing/2014/main" id="{824C426D-084C-426F-BCA3-091DF8533221}"/>
                </a:ext>
              </a:extLst>
            </p:cNvPr>
            <p:cNvSpPr txBox="1"/>
            <p:nvPr/>
          </p:nvSpPr>
          <p:spPr>
            <a:xfrm>
              <a:off x="6492389" y="1853941"/>
              <a:ext cx="2360925" cy="389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ru-RU" sz="1600" b="1" i="1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Органические покрытия для стран ближнего зарубежья</a:t>
              </a:r>
              <a:endParaRPr lang="ru-RU" sz="1600" b="1" i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="" xmlns:a16="http://schemas.microsoft.com/office/drawing/2014/main" id="{824C426D-084C-426F-BCA3-091DF8533221}"/>
                </a:ext>
              </a:extLst>
            </p:cNvPr>
            <p:cNvSpPr txBox="1"/>
            <p:nvPr/>
          </p:nvSpPr>
          <p:spPr>
            <a:xfrm>
              <a:off x="9316619" y="1853791"/>
              <a:ext cx="2360925" cy="389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ru-RU" sz="1600" b="1" i="1" dirty="0" err="1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Воднодисперсионные</a:t>
              </a:r>
              <a:r>
                <a:rPr lang="ru-RU" sz="1600" b="1" i="1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покрытия по доступной цене</a:t>
              </a:r>
              <a:endParaRPr lang="ru-RU" sz="1600" b="1" i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</p:grpSp>
      <p:grpSp>
        <p:nvGrpSpPr>
          <p:cNvPr id="561" name="Рисунок 4">
            <a:extLst>
              <a:ext uri="{FF2B5EF4-FFF2-40B4-BE49-F238E27FC236}">
                <a16:creationId xmlns="" xmlns:a16="http://schemas.microsoft.com/office/drawing/2014/main" id="{BC48FFF0-7C45-477B-AA51-43E7CEF9B5FA}"/>
              </a:ext>
            </a:extLst>
          </p:cNvPr>
          <p:cNvGrpSpPr/>
          <p:nvPr/>
        </p:nvGrpSpPr>
        <p:grpSpPr>
          <a:xfrm>
            <a:off x="1102709" y="3199109"/>
            <a:ext cx="7765893" cy="6154665"/>
            <a:chOff x="658939" y="1514030"/>
            <a:chExt cx="5177255" cy="4103108"/>
          </a:xfrm>
        </p:grpSpPr>
        <p:sp>
          <p:nvSpPr>
            <p:cNvPr id="562" name="Полилиния: фигура 561">
              <a:extLst>
                <a:ext uri="{FF2B5EF4-FFF2-40B4-BE49-F238E27FC236}">
                  <a16:creationId xmlns="" xmlns:a16="http://schemas.microsoft.com/office/drawing/2014/main" id="{B4D3A41B-886F-45E8-A0FE-508DBD30A1B2}"/>
                </a:ext>
              </a:extLst>
            </p:cNvPr>
            <p:cNvSpPr/>
            <p:nvPr/>
          </p:nvSpPr>
          <p:spPr>
            <a:xfrm>
              <a:off x="787019" y="1621704"/>
              <a:ext cx="2058414" cy="223646"/>
            </a:xfrm>
            <a:custGeom>
              <a:avLst/>
              <a:gdLst>
                <a:gd name="connsiteX0" fmla="*/ 747649 w 823849"/>
                <a:gd name="connsiteY0" fmla="*/ 0 h 223646"/>
                <a:gd name="connsiteX1" fmla="*/ 823849 w 823849"/>
                <a:gd name="connsiteY1" fmla="*/ 76200 h 223646"/>
                <a:gd name="connsiteX2" fmla="*/ 823849 w 823849"/>
                <a:gd name="connsiteY2" fmla="*/ 147447 h 223646"/>
                <a:gd name="connsiteX3" fmla="*/ 747649 w 823849"/>
                <a:gd name="connsiteY3" fmla="*/ 223647 h 223646"/>
                <a:gd name="connsiteX4" fmla="*/ 76200 w 823849"/>
                <a:gd name="connsiteY4" fmla="*/ 223647 h 223646"/>
                <a:gd name="connsiteX5" fmla="*/ 0 w 823849"/>
                <a:gd name="connsiteY5" fmla="*/ 147447 h 223646"/>
                <a:gd name="connsiteX6" fmla="*/ 0 w 823849"/>
                <a:gd name="connsiteY6" fmla="*/ 76200 h 223646"/>
                <a:gd name="connsiteX7" fmla="*/ 76200 w 823849"/>
                <a:gd name="connsiteY7" fmla="*/ 0 h 223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3849" h="223646">
                  <a:moveTo>
                    <a:pt x="747649" y="0"/>
                  </a:moveTo>
                  <a:cubicBezTo>
                    <a:pt x="789733" y="0"/>
                    <a:pt x="823849" y="34116"/>
                    <a:pt x="823849" y="76200"/>
                  </a:cubicBezTo>
                  <a:lnTo>
                    <a:pt x="823849" y="147447"/>
                  </a:lnTo>
                  <a:cubicBezTo>
                    <a:pt x="823849" y="189531"/>
                    <a:pt x="789733" y="223647"/>
                    <a:pt x="747649" y="223647"/>
                  </a:cubicBezTo>
                  <a:lnTo>
                    <a:pt x="76200" y="223647"/>
                  </a:lnTo>
                  <a:cubicBezTo>
                    <a:pt x="34116" y="223647"/>
                    <a:pt x="0" y="189531"/>
                    <a:pt x="0" y="147447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63" name="TextBox 562">
              <a:extLst>
                <a:ext uri="{FF2B5EF4-FFF2-40B4-BE49-F238E27FC236}">
                  <a16:creationId xmlns="" xmlns:a16="http://schemas.microsoft.com/office/drawing/2014/main" id="{4C46B7C8-7838-4FCA-B0CE-B892BB928D3F}"/>
                </a:ext>
              </a:extLst>
            </p:cNvPr>
            <p:cNvSpPr txBox="1"/>
            <p:nvPr/>
          </p:nvSpPr>
          <p:spPr>
            <a:xfrm>
              <a:off x="874332" y="1541761"/>
              <a:ext cx="1904396" cy="359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ru-RU" sz="2900" b="1" dirty="0" smtClean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EMPILS ЭКОНОМ</a:t>
              </a:r>
              <a:endParaRPr lang="ru-RU" sz="29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74" name="TextBox 573">
              <a:extLst>
                <a:ext uri="{FF2B5EF4-FFF2-40B4-BE49-F238E27FC236}">
                  <a16:creationId xmlns="" xmlns:a16="http://schemas.microsoft.com/office/drawing/2014/main" id="{0BE43BC7-3547-49D7-B515-001728CDF243}"/>
                </a:ext>
              </a:extLst>
            </p:cNvPr>
            <p:cNvSpPr txBox="1"/>
            <p:nvPr/>
          </p:nvSpPr>
          <p:spPr>
            <a:xfrm>
              <a:off x="2919793" y="1853057"/>
              <a:ext cx="123154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endPara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80" name="TextBox 579">
              <a:extLst>
                <a:ext uri="{FF2B5EF4-FFF2-40B4-BE49-F238E27FC236}">
                  <a16:creationId xmlns="" xmlns:a16="http://schemas.microsoft.com/office/drawing/2014/main" id="{7F6ABF64-3A21-4F76-92CD-F8EA4D059597}"/>
                </a:ext>
              </a:extLst>
            </p:cNvPr>
            <p:cNvSpPr txBox="1"/>
            <p:nvPr/>
          </p:nvSpPr>
          <p:spPr>
            <a:xfrm>
              <a:off x="734504" y="2158087"/>
              <a:ext cx="834545" cy="2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Грунтовки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81" name="TextBox 580">
              <a:extLst>
                <a:ext uri="{FF2B5EF4-FFF2-40B4-BE49-F238E27FC236}">
                  <a16:creationId xmlns="" xmlns:a16="http://schemas.microsoft.com/office/drawing/2014/main" id="{DE19A461-E344-4C14-9519-F48616916316}"/>
                </a:ext>
              </a:extLst>
            </p:cNvPr>
            <p:cNvSpPr txBox="1"/>
            <p:nvPr/>
          </p:nvSpPr>
          <p:spPr>
            <a:xfrm>
              <a:off x="734504" y="2330534"/>
              <a:ext cx="629659" cy="2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Эмали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85" name="TextBox 584">
              <a:extLst>
                <a:ext uri="{FF2B5EF4-FFF2-40B4-BE49-F238E27FC236}">
                  <a16:creationId xmlns="" xmlns:a16="http://schemas.microsoft.com/office/drawing/2014/main" id="{3B7F21A7-2143-468C-A578-77200B3DB462}"/>
                </a:ext>
              </a:extLst>
            </p:cNvPr>
            <p:cNvSpPr txBox="1"/>
            <p:nvPr/>
          </p:nvSpPr>
          <p:spPr>
            <a:xfrm>
              <a:off x="1493773" y="2257742"/>
              <a:ext cx="123154" cy="20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endPara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88" name="TextBox 587">
              <a:extLst>
                <a:ext uri="{FF2B5EF4-FFF2-40B4-BE49-F238E27FC236}">
                  <a16:creationId xmlns="" xmlns:a16="http://schemas.microsoft.com/office/drawing/2014/main" id="{597071B6-5D7E-49AA-BB30-E1251BFC7358}"/>
                </a:ext>
              </a:extLst>
            </p:cNvPr>
            <p:cNvSpPr txBox="1"/>
            <p:nvPr/>
          </p:nvSpPr>
          <p:spPr>
            <a:xfrm>
              <a:off x="734504" y="2502921"/>
              <a:ext cx="659581" cy="2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Краски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602" name="Полилиния: фигура 601">
              <a:extLst>
                <a:ext uri="{FF2B5EF4-FFF2-40B4-BE49-F238E27FC236}">
                  <a16:creationId xmlns="" xmlns:a16="http://schemas.microsoft.com/office/drawing/2014/main" id="{1182DC2A-FC0D-4DE0-ABD6-6C7FB764B242}"/>
                </a:ext>
              </a:extLst>
            </p:cNvPr>
            <p:cNvSpPr/>
            <p:nvPr/>
          </p:nvSpPr>
          <p:spPr>
            <a:xfrm>
              <a:off x="658939" y="1514030"/>
              <a:ext cx="2701099" cy="1260538"/>
            </a:xfrm>
            <a:custGeom>
              <a:avLst/>
              <a:gdLst>
                <a:gd name="connsiteX0" fmla="*/ 2624900 w 2701099"/>
                <a:gd name="connsiteY0" fmla="*/ 0 h 1260538"/>
                <a:gd name="connsiteX1" fmla="*/ 2701100 w 2701099"/>
                <a:gd name="connsiteY1" fmla="*/ 76200 h 1260538"/>
                <a:gd name="connsiteX2" fmla="*/ 2701100 w 2701099"/>
                <a:gd name="connsiteY2" fmla="*/ 1184339 h 1260538"/>
                <a:gd name="connsiteX3" fmla="*/ 2624900 w 2701099"/>
                <a:gd name="connsiteY3" fmla="*/ 1260539 h 1260538"/>
                <a:gd name="connsiteX4" fmla="*/ 76200 w 2701099"/>
                <a:gd name="connsiteY4" fmla="*/ 1260539 h 1260538"/>
                <a:gd name="connsiteX5" fmla="*/ 0 w 2701099"/>
                <a:gd name="connsiteY5" fmla="*/ 1184339 h 1260538"/>
                <a:gd name="connsiteX6" fmla="*/ 0 w 2701099"/>
                <a:gd name="connsiteY6" fmla="*/ 76200 h 1260538"/>
                <a:gd name="connsiteX7" fmla="*/ 76200 w 2701099"/>
                <a:gd name="connsiteY7" fmla="*/ 0 h 126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01099" h="1260538">
                  <a:moveTo>
                    <a:pt x="2624900" y="0"/>
                  </a:moveTo>
                  <a:cubicBezTo>
                    <a:pt x="2666984" y="0"/>
                    <a:pt x="2701100" y="34116"/>
                    <a:pt x="2701100" y="76200"/>
                  </a:cubicBezTo>
                  <a:lnTo>
                    <a:pt x="2701100" y="1184339"/>
                  </a:lnTo>
                  <a:cubicBezTo>
                    <a:pt x="2701100" y="1226423"/>
                    <a:pt x="2666984" y="1260539"/>
                    <a:pt x="2624900" y="1260539"/>
                  </a:cubicBezTo>
                  <a:lnTo>
                    <a:pt x="76200" y="1260539"/>
                  </a:lnTo>
                  <a:cubicBezTo>
                    <a:pt x="34116" y="1260539"/>
                    <a:pt x="0" y="1226423"/>
                    <a:pt x="0" y="1184339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93" name="TextBox 592">
              <a:extLst>
                <a:ext uri="{FF2B5EF4-FFF2-40B4-BE49-F238E27FC236}">
                  <a16:creationId xmlns="" xmlns:a16="http://schemas.microsoft.com/office/drawing/2014/main" id="{597071B6-5D7E-49AA-BB30-E1251BFC7358}"/>
                </a:ext>
              </a:extLst>
            </p:cNvPr>
            <p:cNvSpPr txBox="1"/>
            <p:nvPr/>
          </p:nvSpPr>
          <p:spPr>
            <a:xfrm>
              <a:off x="744040" y="3586378"/>
              <a:ext cx="103699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Грунтовки</a:t>
              </a:r>
            </a:p>
            <a:p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Грунт – Эмали</a:t>
              </a:r>
            </a:p>
            <a:p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Эмали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594" name="TextBox 593">
              <a:extLst>
                <a:ext uri="{FF2B5EF4-FFF2-40B4-BE49-F238E27FC236}">
                  <a16:creationId xmlns="" xmlns:a16="http://schemas.microsoft.com/office/drawing/2014/main" id="{597071B6-5D7E-49AA-BB30-E1251BFC7358}"/>
                </a:ext>
              </a:extLst>
            </p:cNvPr>
            <p:cNvSpPr txBox="1"/>
            <p:nvPr/>
          </p:nvSpPr>
          <p:spPr>
            <a:xfrm>
              <a:off x="1845307" y="3595426"/>
              <a:ext cx="628591" cy="3898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6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</a:t>
              </a:r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Лаки</a:t>
              </a:r>
            </a:p>
            <a:p>
              <a:pPr algn="l"/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Краски</a:t>
              </a:r>
            </a:p>
          </p:txBody>
        </p:sp>
        <p:sp>
          <p:nvSpPr>
            <p:cNvPr id="616" name="TextBox 615">
              <a:extLst>
                <a:ext uri="{FF2B5EF4-FFF2-40B4-BE49-F238E27FC236}">
                  <a16:creationId xmlns="" xmlns:a16="http://schemas.microsoft.com/office/drawing/2014/main" id="{4C46B7C8-7838-4FCA-B0CE-B892BB928D3F}"/>
                </a:ext>
              </a:extLst>
            </p:cNvPr>
            <p:cNvSpPr txBox="1"/>
            <p:nvPr/>
          </p:nvSpPr>
          <p:spPr>
            <a:xfrm>
              <a:off x="804766" y="2969997"/>
              <a:ext cx="1904396" cy="359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ru-RU" sz="2900" b="1" dirty="0" smtClean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РАСЦВЕТ</a:t>
              </a:r>
              <a:endParaRPr lang="ru-RU" sz="29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619" name="TextBox 618">
              <a:extLst>
                <a:ext uri="{FF2B5EF4-FFF2-40B4-BE49-F238E27FC236}">
                  <a16:creationId xmlns="" xmlns:a16="http://schemas.microsoft.com/office/drawing/2014/main" id="{4C46B7C8-7838-4FCA-B0CE-B892BB928D3F}"/>
                </a:ext>
              </a:extLst>
            </p:cNvPr>
            <p:cNvSpPr txBox="1"/>
            <p:nvPr/>
          </p:nvSpPr>
          <p:spPr>
            <a:xfrm>
              <a:off x="3687592" y="2981386"/>
              <a:ext cx="1904396" cy="359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ru-RU" sz="2900" b="1" dirty="0" smtClean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ОРЕОЛ</a:t>
              </a:r>
              <a:endParaRPr lang="ru-RU" sz="29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333" name="TextBox 332">
              <a:extLst>
                <a:ext uri="{FF2B5EF4-FFF2-40B4-BE49-F238E27FC236}">
                  <a16:creationId xmlns="" xmlns:a16="http://schemas.microsoft.com/office/drawing/2014/main" id="{4C46B7C8-7838-4FCA-B0CE-B892BB928D3F}"/>
                </a:ext>
              </a:extLst>
            </p:cNvPr>
            <p:cNvSpPr txBox="1"/>
            <p:nvPr/>
          </p:nvSpPr>
          <p:spPr>
            <a:xfrm>
              <a:off x="3685831" y="1535820"/>
              <a:ext cx="2150363" cy="359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ru-RU" sz="2900" b="1" dirty="0" smtClean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ПРОСТОКРАШЕНО</a:t>
              </a:r>
              <a:endParaRPr lang="ru-RU" sz="29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336" name="TextBox 335">
              <a:extLst>
                <a:ext uri="{FF2B5EF4-FFF2-40B4-BE49-F238E27FC236}">
                  <a16:creationId xmlns="" xmlns:a16="http://schemas.microsoft.com/office/drawing/2014/main" id="{597071B6-5D7E-49AA-BB30-E1251BFC7358}"/>
                </a:ext>
              </a:extLst>
            </p:cNvPr>
            <p:cNvSpPr txBox="1"/>
            <p:nvPr/>
          </p:nvSpPr>
          <p:spPr>
            <a:xfrm>
              <a:off x="716308" y="5227288"/>
              <a:ext cx="1036992" cy="3898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Грунт – Эмали</a:t>
              </a:r>
            </a:p>
            <a:p>
              <a:r>
                <a:rPr lang="ru-RU" sz="1600" dirty="0" smtClean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• Эмали</a:t>
              </a:r>
              <a:endPara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</p:grpSp>
      <p:grpSp>
        <p:nvGrpSpPr>
          <p:cNvPr id="2" name="Группа 1"/>
          <p:cNvGrpSpPr/>
          <p:nvPr/>
        </p:nvGrpSpPr>
        <p:grpSpPr>
          <a:xfrm>
            <a:off x="271197" y="3430339"/>
            <a:ext cx="507831" cy="1525005"/>
            <a:chOff x="180798" y="1622690"/>
            <a:chExt cx="338554" cy="1016670"/>
          </a:xfrm>
        </p:grpSpPr>
        <p:sp>
          <p:nvSpPr>
            <p:cNvPr id="603" name="TextBox 602">
              <a:extLst>
                <a:ext uri="{FF2B5EF4-FFF2-40B4-BE49-F238E27FC236}">
                  <a16:creationId xmlns="" xmlns:a16="http://schemas.microsoft.com/office/drawing/2014/main" id="{79C021F8-446B-49BC-8091-C8C59D915FFF}"/>
                </a:ext>
              </a:extLst>
            </p:cNvPr>
            <p:cNvSpPr txBox="1"/>
            <p:nvPr/>
          </p:nvSpPr>
          <p:spPr>
            <a:xfrm rot="16200000">
              <a:off x="225468" y="2345477"/>
              <a:ext cx="2492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2700" b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Э</a:t>
              </a:r>
            </a:p>
          </p:txBody>
        </p:sp>
        <p:sp>
          <p:nvSpPr>
            <p:cNvPr id="604" name="TextBox 603">
              <a:extLst>
                <a:ext uri="{FF2B5EF4-FFF2-40B4-BE49-F238E27FC236}">
                  <a16:creationId xmlns="" xmlns:a16="http://schemas.microsoft.com/office/drawing/2014/main" id="{C1784FD7-F7F3-4373-A642-F47D58EA5307}"/>
                </a:ext>
              </a:extLst>
            </p:cNvPr>
            <p:cNvSpPr txBox="1"/>
            <p:nvPr/>
          </p:nvSpPr>
          <p:spPr>
            <a:xfrm rot="16200000">
              <a:off x="225639" y="2228419"/>
              <a:ext cx="24887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2700" b="1" spc="-54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К</a:t>
              </a:r>
            </a:p>
          </p:txBody>
        </p:sp>
        <p:sp>
          <p:nvSpPr>
            <p:cNvPr id="605" name="TextBox 604">
              <a:extLst>
                <a:ext uri="{FF2B5EF4-FFF2-40B4-BE49-F238E27FC236}">
                  <a16:creationId xmlns="" xmlns:a16="http://schemas.microsoft.com/office/drawing/2014/main" id="{C5D696B7-8A25-4A86-9310-32ED48EB9A0D}"/>
                </a:ext>
              </a:extLst>
            </p:cNvPr>
            <p:cNvSpPr txBox="1"/>
            <p:nvPr/>
          </p:nvSpPr>
          <p:spPr>
            <a:xfrm rot="16200000">
              <a:off x="-41165" y="1844653"/>
              <a:ext cx="78247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2700" b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ОНОМ</a:t>
              </a:r>
            </a:p>
          </p:txBody>
        </p:sp>
      </p:grpSp>
      <p:sp>
        <p:nvSpPr>
          <p:cNvPr id="612" name="TextBox 611">
            <a:extLst>
              <a:ext uri="{FF2B5EF4-FFF2-40B4-BE49-F238E27FC236}">
                <a16:creationId xmlns="" xmlns:a16="http://schemas.microsoft.com/office/drawing/2014/main" id="{A5F99CBD-B2CF-4F80-A51A-DD026FF4EF8E}"/>
              </a:ext>
            </a:extLst>
          </p:cNvPr>
          <p:cNvSpPr txBox="1"/>
          <p:nvPr/>
        </p:nvSpPr>
        <p:spPr>
          <a:xfrm rot="16200000">
            <a:off x="-196883" y="8240748"/>
            <a:ext cx="1868781" cy="553998"/>
          </a:xfrm>
          <a:prstGeom prst="rect">
            <a:avLst/>
          </a:prstGeom>
          <a:noFill/>
        </p:spPr>
        <p:txBody>
          <a:bodyPr wrap="none" lIns="137160" tIns="68580" rIns="137160" bIns="68580" rtlCol="0">
            <a:spAutoFit/>
          </a:bodyPr>
          <a:lstStyle/>
          <a:p>
            <a:pPr algn="l"/>
            <a:r>
              <a:rPr lang="ru-RU" sz="270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ПРЕМИУМ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34293" y="3812478"/>
            <a:ext cx="17424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i="1" dirty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Крупная фасовка</a:t>
            </a:r>
          </a:p>
        </p:txBody>
      </p:sp>
      <p:grpSp>
        <p:nvGrpSpPr>
          <p:cNvPr id="573" name="Рисунок 4">
            <a:extLst>
              <a:ext uri="{FF2B5EF4-FFF2-40B4-BE49-F238E27FC236}">
                <a16:creationId xmlns="" xmlns:a16="http://schemas.microsoft.com/office/drawing/2014/main" id="{47DC1E48-7F89-4B1B-85F6-1F3B3DE0D5A2}"/>
              </a:ext>
            </a:extLst>
          </p:cNvPr>
          <p:cNvGrpSpPr/>
          <p:nvPr/>
        </p:nvGrpSpPr>
        <p:grpSpPr>
          <a:xfrm>
            <a:off x="15035974" y="541205"/>
            <a:ext cx="2655647" cy="531405"/>
            <a:chOff x="10023982" y="360803"/>
            <a:chExt cx="1770431" cy="354270"/>
          </a:xfrm>
          <a:solidFill>
            <a:srgbClr val="FF8300"/>
          </a:solidFill>
        </p:grpSpPr>
        <p:sp>
          <p:nvSpPr>
            <p:cNvPr id="575" name="Полилиния: фигура 8">
              <a:extLst>
                <a:ext uri="{FF2B5EF4-FFF2-40B4-BE49-F238E27FC236}">
                  <a16:creationId xmlns="" xmlns:a16="http://schemas.microsoft.com/office/drawing/2014/main" id="{E2D6C22B-C6B6-45F2-8CC7-E3E39C0D2E4D}"/>
                </a:ext>
              </a:extLst>
            </p:cNvPr>
            <p:cNvSpPr/>
            <p:nvPr/>
          </p:nvSpPr>
          <p:spPr>
            <a:xfrm>
              <a:off x="11166284" y="361505"/>
              <a:ext cx="102616" cy="353250"/>
            </a:xfrm>
            <a:custGeom>
              <a:avLst/>
              <a:gdLst>
                <a:gd name="connsiteX0" fmla="*/ 0 w 102616"/>
                <a:gd name="connsiteY0" fmla="*/ 0 h 353250"/>
                <a:gd name="connsiteX1" fmla="*/ 102616 w 102616"/>
                <a:gd name="connsiteY1" fmla="*/ 0 h 353250"/>
                <a:gd name="connsiteX2" fmla="*/ 102616 w 102616"/>
                <a:gd name="connsiteY2" fmla="*/ 353251 h 353250"/>
                <a:gd name="connsiteX3" fmla="*/ 0 w 102616"/>
                <a:gd name="connsiteY3" fmla="*/ 353251 h 35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616" h="353250">
                  <a:moveTo>
                    <a:pt x="0" y="0"/>
                  </a:moveTo>
                  <a:lnTo>
                    <a:pt x="102616" y="0"/>
                  </a:lnTo>
                  <a:lnTo>
                    <a:pt x="102616" y="353251"/>
                  </a:lnTo>
                  <a:lnTo>
                    <a:pt x="0" y="353251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76" name="Полилиния: фигура 9">
              <a:extLst>
                <a:ext uri="{FF2B5EF4-FFF2-40B4-BE49-F238E27FC236}">
                  <a16:creationId xmlns="" xmlns:a16="http://schemas.microsoft.com/office/drawing/2014/main" id="{A5BDBE3F-6F6B-402B-A3AF-4B545867EDAC}"/>
                </a:ext>
              </a:extLst>
            </p:cNvPr>
            <p:cNvSpPr/>
            <p:nvPr/>
          </p:nvSpPr>
          <p:spPr>
            <a:xfrm>
              <a:off x="10333291" y="361505"/>
              <a:ext cx="413892" cy="353377"/>
            </a:xfrm>
            <a:custGeom>
              <a:avLst/>
              <a:gdLst>
                <a:gd name="connsiteX0" fmla="*/ 406336 w 413892"/>
                <a:gd name="connsiteY0" fmla="*/ 0 h 353377"/>
                <a:gd name="connsiteX1" fmla="*/ 311340 w 413892"/>
                <a:gd name="connsiteY1" fmla="*/ 0 h 353377"/>
                <a:gd name="connsiteX2" fmla="*/ 216979 w 413892"/>
                <a:gd name="connsiteY2" fmla="*/ 199707 h 353377"/>
                <a:gd name="connsiteX3" fmla="*/ 119888 w 413892"/>
                <a:gd name="connsiteY3" fmla="*/ 0 h 353377"/>
                <a:gd name="connsiteX4" fmla="*/ 68263 w 413892"/>
                <a:gd name="connsiteY4" fmla="*/ 0 h 353377"/>
                <a:gd name="connsiteX5" fmla="*/ 5016 w 413892"/>
                <a:gd name="connsiteY5" fmla="*/ 0 h 353377"/>
                <a:gd name="connsiteX6" fmla="*/ 0 w 413892"/>
                <a:gd name="connsiteY6" fmla="*/ 0 h 353377"/>
                <a:gd name="connsiteX7" fmla="*/ 0 w 413892"/>
                <a:gd name="connsiteY7" fmla="*/ 353378 h 353377"/>
                <a:gd name="connsiteX8" fmla="*/ 68263 w 413892"/>
                <a:gd name="connsiteY8" fmla="*/ 353378 h 353377"/>
                <a:gd name="connsiteX9" fmla="*/ 68263 w 413892"/>
                <a:gd name="connsiteY9" fmla="*/ 155385 h 353377"/>
                <a:gd name="connsiteX10" fmla="*/ 166306 w 413892"/>
                <a:gd name="connsiteY10" fmla="*/ 353378 h 353377"/>
                <a:gd name="connsiteX11" fmla="*/ 216471 w 413892"/>
                <a:gd name="connsiteY11" fmla="*/ 353378 h 353377"/>
                <a:gd name="connsiteX12" fmla="*/ 311340 w 413892"/>
                <a:gd name="connsiteY12" fmla="*/ 150749 h 353377"/>
                <a:gd name="connsiteX13" fmla="*/ 311340 w 413892"/>
                <a:gd name="connsiteY13" fmla="*/ 353378 h 353377"/>
                <a:gd name="connsiteX14" fmla="*/ 413893 w 413892"/>
                <a:gd name="connsiteY14" fmla="*/ 353378 h 353377"/>
                <a:gd name="connsiteX15" fmla="*/ 413893 w 413892"/>
                <a:gd name="connsiteY15" fmla="*/ 0 h 353377"/>
                <a:gd name="connsiteX16" fmla="*/ 406336 w 413892"/>
                <a:gd name="connsiteY16" fmla="*/ 0 h 3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3892" h="353377">
                  <a:moveTo>
                    <a:pt x="406336" y="0"/>
                  </a:moveTo>
                  <a:lnTo>
                    <a:pt x="311340" y="0"/>
                  </a:lnTo>
                  <a:lnTo>
                    <a:pt x="216979" y="199707"/>
                  </a:lnTo>
                  <a:lnTo>
                    <a:pt x="119888" y="0"/>
                  </a:lnTo>
                  <a:lnTo>
                    <a:pt x="68263" y="0"/>
                  </a:lnTo>
                  <a:lnTo>
                    <a:pt x="5016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68263" y="353378"/>
                  </a:lnTo>
                  <a:lnTo>
                    <a:pt x="68263" y="155385"/>
                  </a:lnTo>
                  <a:lnTo>
                    <a:pt x="166306" y="353378"/>
                  </a:lnTo>
                  <a:lnTo>
                    <a:pt x="216471" y="353378"/>
                  </a:lnTo>
                  <a:lnTo>
                    <a:pt x="311340" y="150749"/>
                  </a:lnTo>
                  <a:lnTo>
                    <a:pt x="311340" y="353378"/>
                  </a:lnTo>
                  <a:lnTo>
                    <a:pt x="413893" y="353378"/>
                  </a:lnTo>
                  <a:lnTo>
                    <a:pt x="413893" y="0"/>
                  </a:lnTo>
                  <a:lnTo>
                    <a:pt x="406336" y="0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77" name="Полилиния: фигура 10">
              <a:extLst>
                <a:ext uri="{FF2B5EF4-FFF2-40B4-BE49-F238E27FC236}">
                  <a16:creationId xmlns="" xmlns:a16="http://schemas.microsoft.com/office/drawing/2014/main" id="{8C2022FB-5A02-4284-AC60-2348B7D40FC4}"/>
                </a:ext>
              </a:extLst>
            </p:cNvPr>
            <p:cNvSpPr/>
            <p:nvPr/>
          </p:nvSpPr>
          <p:spPr>
            <a:xfrm>
              <a:off x="10023982" y="361505"/>
              <a:ext cx="259778" cy="353377"/>
            </a:xfrm>
            <a:custGeom>
              <a:avLst/>
              <a:gdLst>
                <a:gd name="connsiteX0" fmla="*/ 102553 w 259778"/>
                <a:gd name="connsiteY0" fmla="*/ 285877 h 353377"/>
                <a:gd name="connsiteX1" fmla="*/ 102553 w 259778"/>
                <a:gd name="connsiteY1" fmla="*/ 201359 h 353377"/>
                <a:gd name="connsiteX2" fmla="*/ 222759 w 259778"/>
                <a:gd name="connsiteY2" fmla="*/ 201359 h 353377"/>
                <a:gd name="connsiteX3" fmla="*/ 222759 w 259778"/>
                <a:gd name="connsiteY3" fmla="*/ 144780 h 353377"/>
                <a:gd name="connsiteX4" fmla="*/ 102553 w 259778"/>
                <a:gd name="connsiteY4" fmla="*/ 144780 h 353377"/>
                <a:gd name="connsiteX5" fmla="*/ 102553 w 259778"/>
                <a:gd name="connsiteY5" fmla="*/ 62928 h 353377"/>
                <a:gd name="connsiteX6" fmla="*/ 257175 w 259778"/>
                <a:gd name="connsiteY6" fmla="*/ 62928 h 353377"/>
                <a:gd name="connsiteX7" fmla="*/ 257175 w 259778"/>
                <a:gd name="connsiteY7" fmla="*/ 0 h 353377"/>
                <a:gd name="connsiteX8" fmla="*/ 102553 w 259778"/>
                <a:gd name="connsiteY8" fmla="*/ 0 h 353377"/>
                <a:gd name="connsiteX9" fmla="*/ 82677 w 259778"/>
                <a:gd name="connsiteY9" fmla="*/ 0 h 353377"/>
                <a:gd name="connsiteX10" fmla="*/ 0 w 259778"/>
                <a:gd name="connsiteY10" fmla="*/ 0 h 353377"/>
                <a:gd name="connsiteX11" fmla="*/ 0 w 259778"/>
                <a:gd name="connsiteY11" fmla="*/ 353378 h 353377"/>
                <a:gd name="connsiteX12" fmla="*/ 85344 w 259778"/>
                <a:gd name="connsiteY12" fmla="*/ 353378 h 353377"/>
                <a:gd name="connsiteX13" fmla="*/ 102553 w 259778"/>
                <a:gd name="connsiteY13" fmla="*/ 353378 h 353377"/>
                <a:gd name="connsiteX14" fmla="*/ 259779 w 259778"/>
                <a:gd name="connsiteY14" fmla="*/ 353378 h 353377"/>
                <a:gd name="connsiteX15" fmla="*/ 259779 w 259778"/>
                <a:gd name="connsiteY15" fmla="*/ 285877 h 353377"/>
                <a:gd name="connsiteX16" fmla="*/ 102553 w 259778"/>
                <a:gd name="connsiteY16" fmla="*/ 285877 h 3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9778" h="353377">
                  <a:moveTo>
                    <a:pt x="102553" y="285877"/>
                  </a:moveTo>
                  <a:lnTo>
                    <a:pt x="102553" y="201359"/>
                  </a:lnTo>
                  <a:lnTo>
                    <a:pt x="222759" y="201359"/>
                  </a:lnTo>
                  <a:lnTo>
                    <a:pt x="222759" y="144780"/>
                  </a:lnTo>
                  <a:lnTo>
                    <a:pt x="102553" y="144780"/>
                  </a:lnTo>
                  <a:lnTo>
                    <a:pt x="102553" y="62928"/>
                  </a:lnTo>
                  <a:lnTo>
                    <a:pt x="257175" y="62928"/>
                  </a:lnTo>
                  <a:lnTo>
                    <a:pt x="257175" y="0"/>
                  </a:lnTo>
                  <a:lnTo>
                    <a:pt x="102553" y="0"/>
                  </a:lnTo>
                  <a:lnTo>
                    <a:pt x="82677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85344" y="353378"/>
                  </a:lnTo>
                  <a:lnTo>
                    <a:pt x="102553" y="353378"/>
                  </a:lnTo>
                  <a:lnTo>
                    <a:pt x="259779" y="353378"/>
                  </a:lnTo>
                  <a:lnTo>
                    <a:pt x="259779" y="285877"/>
                  </a:lnTo>
                  <a:lnTo>
                    <a:pt x="102553" y="285877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78" name="Полилиния: фигура 11">
              <a:extLst>
                <a:ext uri="{FF2B5EF4-FFF2-40B4-BE49-F238E27FC236}">
                  <a16:creationId xmlns="" xmlns:a16="http://schemas.microsoft.com/office/drawing/2014/main" id="{0DAEC7BD-9E5C-40B4-A4D2-A0B65D6CD45C}"/>
                </a:ext>
              </a:extLst>
            </p:cNvPr>
            <p:cNvSpPr/>
            <p:nvPr/>
          </p:nvSpPr>
          <p:spPr>
            <a:xfrm>
              <a:off x="11322748" y="361505"/>
              <a:ext cx="202057" cy="353568"/>
            </a:xfrm>
            <a:custGeom>
              <a:avLst/>
              <a:gdLst>
                <a:gd name="connsiteX0" fmla="*/ 102616 w 202057"/>
                <a:gd name="connsiteY0" fmla="*/ 285877 h 353568"/>
                <a:gd name="connsiteX1" fmla="*/ 102616 w 202057"/>
                <a:gd name="connsiteY1" fmla="*/ 0 h 353568"/>
                <a:gd name="connsiteX2" fmla="*/ 0 w 202057"/>
                <a:gd name="connsiteY2" fmla="*/ 0 h 353568"/>
                <a:gd name="connsiteX3" fmla="*/ 0 w 202057"/>
                <a:gd name="connsiteY3" fmla="*/ 353378 h 353568"/>
                <a:gd name="connsiteX4" fmla="*/ 9589 w 202057"/>
                <a:gd name="connsiteY4" fmla="*/ 353378 h 353568"/>
                <a:gd name="connsiteX5" fmla="*/ 9589 w 202057"/>
                <a:gd name="connsiteY5" fmla="*/ 353568 h 353568"/>
                <a:gd name="connsiteX6" fmla="*/ 171450 w 202057"/>
                <a:gd name="connsiteY6" fmla="*/ 353568 h 353568"/>
                <a:gd name="connsiteX7" fmla="*/ 202057 w 202057"/>
                <a:gd name="connsiteY7" fmla="*/ 285877 h 353568"/>
                <a:gd name="connsiteX8" fmla="*/ 102616 w 202057"/>
                <a:gd name="connsiteY8" fmla="*/ 285877 h 353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2057" h="353568">
                  <a:moveTo>
                    <a:pt x="102616" y="285877"/>
                  </a:moveTo>
                  <a:lnTo>
                    <a:pt x="102616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9589" y="353378"/>
                  </a:lnTo>
                  <a:lnTo>
                    <a:pt x="9589" y="353568"/>
                  </a:lnTo>
                  <a:lnTo>
                    <a:pt x="171450" y="353568"/>
                  </a:lnTo>
                  <a:lnTo>
                    <a:pt x="202057" y="285877"/>
                  </a:lnTo>
                  <a:lnTo>
                    <a:pt x="102616" y="285877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79" name="Полилиния: фигура 12">
              <a:extLst>
                <a:ext uri="{FF2B5EF4-FFF2-40B4-BE49-F238E27FC236}">
                  <a16:creationId xmlns="" xmlns:a16="http://schemas.microsoft.com/office/drawing/2014/main" id="{11848257-466B-4DDE-8ACF-9C096B4D0212}"/>
                </a:ext>
              </a:extLst>
            </p:cNvPr>
            <p:cNvSpPr/>
            <p:nvPr/>
          </p:nvSpPr>
          <p:spPr>
            <a:xfrm>
              <a:off x="10802873" y="361441"/>
              <a:ext cx="320802" cy="353441"/>
            </a:xfrm>
            <a:custGeom>
              <a:avLst/>
              <a:gdLst>
                <a:gd name="connsiteX0" fmla="*/ 191897 w 320802"/>
                <a:gd name="connsiteY0" fmla="*/ 64 h 353441"/>
                <a:gd name="connsiteX1" fmla="*/ 0 w 320802"/>
                <a:gd name="connsiteY1" fmla="*/ 64 h 353441"/>
                <a:gd name="connsiteX2" fmla="*/ 0 w 320802"/>
                <a:gd name="connsiteY2" fmla="*/ 353441 h 353441"/>
                <a:gd name="connsiteX3" fmla="*/ 102426 w 320802"/>
                <a:gd name="connsiteY3" fmla="*/ 353441 h 353441"/>
                <a:gd name="connsiteX4" fmla="*/ 102426 w 320802"/>
                <a:gd name="connsiteY4" fmla="*/ 268605 h 353441"/>
                <a:gd name="connsiteX5" fmla="*/ 140526 w 320802"/>
                <a:gd name="connsiteY5" fmla="*/ 268605 h 353441"/>
                <a:gd name="connsiteX6" fmla="*/ 140526 w 320802"/>
                <a:gd name="connsiteY6" fmla="*/ 267843 h 353441"/>
                <a:gd name="connsiteX7" fmla="*/ 191897 w 320802"/>
                <a:gd name="connsiteY7" fmla="*/ 267843 h 353441"/>
                <a:gd name="connsiteX8" fmla="*/ 320802 w 320802"/>
                <a:gd name="connsiteY8" fmla="*/ 138938 h 353441"/>
                <a:gd name="connsiteX9" fmla="*/ 320802 w 320802"/>
                <a:gd name="connsiteY9" fmla="*/ 128842 h 353441"/>
                <a:gd name="connsiteX10" fmla="*/ 191897 w 320802"/>
                <a:gd name="connsiteY10" fmla="*/ 0 h 353441"/>
                <a:gd name="connsiteX11" fmla="*/ 152971 w 320802"/>
                <a:gd name="connsiteY11" fmla="*/ 201422 h 353441"/>
                <a:gd name="connsiteX12" fmla="*/ 108458 w 320802"/>
                <a:gd name="connsiteY12" fmla="*/ 201422 h 353441"/>
                <a:gd name="connsiteX13" fmla="*/ 102426 w 320802"/>
                <a:gd name="connsiteY13" fmla="*/ 201168 h 353441"/>
                <a:gd name="connsiteX14" fmla="*/ 102426 w 320802"/>
                <a:gd name="connsiteY14" fmla="*/ 63373 h 353441"/>
                <a:gd name="connsiteX15" fmla="*/ 108458 w 320802"/>
                <a:gd name="connsiteY15" fmla="*/ 63056 h 353441"/>
                <a:gd name="connsiteX16" fmla="*/ 152971 w 320802"/>
                <a:gd name="connsiteY16" fmla="*/ 63056 h 353441"/>
                <a:gd name="connsiteX17" fmla="*/ 214122 w 320802"/>
                <a:gd name="connsiteY17" fmla="*/ 132271 h 353441"/>
                <a:gd name="connsiteX18" fmla="*/ 152971 w 320802"/>
                <a:gd name="connsiteY18" fmla="*/ 201422 h 35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20802" h="353441">
                  <a:moveTo>
                    <a:pt x="191897" y="64"/>
                  </a:moveTo>
                  <a:lnTo>
                    <a:pt x="0" y="64"/>
                  </a:lnTo>
                  <a:lnTo>
                    <a:pt x="0" y="353441"/>
                  </a:lnTo>
                  <a:lnTo>
                    <a:pt x="102426" y="353441"/>
                  </a:lnTo>
                  <a:lnTo>
                    <a:pt x="102426" y="268605"/>
                  </a:lnTo>
                  <a:lnTo>
                    <a:pt x="140526" y="268605"/>
                  </a:lnTo>
                  <a:lnTo>
                    <a:pt x="140526" y="267843"/>
                  </a:lnTo>
                  <a:lnTo>
                    <a:pt x="191897" y="267843"/>
                  </a:lnTo>
                  <a:cubicBezTo>
                    <a:pt x="263081" y="267843"/>
                    <a:pt x="320802" y="210122"/>
                    <a:pt x="320802" y="138938"/>
                  </a:cubicBezTo>
                  <a:lnTo>
                    <a:pt x="320802" y="128842"/>
                  </a:lnTo>
                  <a:cubicBezTo>
                    <a:pt x="320802" y="57658"/>
                    <a:pt x="263081" y="0"/>
                    <a:pt x="191897" y="0"/>
                  </a:cubicBezTo>
                  <a:moveTo>
                    <a:pt x="152971" y="201422"/>
                  </a:moveTo>
                  <a:lnTo>
                    <a:pt x="108458" y="201422"/>
                  </a:lnTo>
                  <a:cubicBezTo>
                    <a:pt x="106426" y="201422"/>
                    <a:pt x="104457" y="201422"/>
                    <a:pt x="102426" y="201168"/>
                  </a:cubicBezTo>
                  <a:lnTo>
                    <a:pt x="102426" y="63373"/>
                  </a:lnTo>
                  <a:cubicBezTo>
                    <a:pt x="104457" y="63183"/>
                    <a:pt x="106363" y="63056"/>
                    <a:pt x="108458" y="63056"/>
                  </a:cubicBezTo>
                  <a:lnTo>
                    <a:pt x="152971" y="63056"/>
                  </a:lnTo>
                  <a:cubicBezTo>
                    <a:pt x="186754" y="63056"/>
                    <a:pt x="214122" y="94044"/>
                    <a:pt x="214122" y="132271"/>
                  </a:cubicBezTo>
                  <a:cubicBezTo>
                    <a:pt x="214122" y="170497"/>
                    <a:pt x="186754" y="201422"/>
                    <a:pt x="152971" y="201422"/>
                  </a:cubicBezTo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82" name="Полилиния: фигура 13">
              <a:extLst>
                <a:ext uri="{FF2B5EF4-FFF2-40B4-BE49-F238E27FC236}">
                  <a16:creationId xmlns="" xmlns:a16="http://schemas.microsoft.com/office/drawing/2014/main" id="{5BCB1897-B3EA-424B-83AB-0BA379588A13}"/>
                </a:ext>
              </a:extLst>
            </p:cNvPr>
            <p:cNvSpPr/>
            <p:nvPr/>
          </p:nvSpPr>
          <p:spPr>
            <a:xfrm>
              <a:off x="11520360" y="360803"/>
              <a:ext cx="274054" cy="354016"/>
            </a:xfrm>
            <a:custGeom>
              <a:avLst/>
              <a:gdLst>
                <a:gd name="connsiteX0" fmla="*/ 218313 w 274054"/>
                <a:gd name="connsiteY0" fmla="*/ 165294 h 354016"/>
                <a:gd name="connsiteX1" fmla="*/ 218313 w 274054"/>
                <a:gd name="connsiteY1" fmla="*/ 165294 h 354016"/>
                <a:gd name="connsiteX2" fmla="*/ 118808 w 274054"/>
                <a:gd name="connsiteY2" fmla="*/ 105985 h 354016"/>
                <a:gd name="connsiteX3" fmla="*/ 118808 w 274054"/>
                <a:gd name="connsiteY3" fmla="*/ 105985 h 354016"/>
                <a:gd name="connsiteX4" fmla="*/ 111379 w 274054"/>
                <a:gd name="connsiteY4" fmla="*/ 85284 h 354016"/>
                <a:gd name="connsiteX5" fmla="*/ 137605 w 274054"/>
                <a:gd name="connsiteY5" fmla="*/ 63694 h 354016"/>
                <a:gd name="connsiteX6" fmla="*/ 257111 w 274054"/>
                <a:gd name="connsiteY6" fmla="*/ 63694 h 354016"/>
                <a:gd name="connsiteX7" fmla="*/ 257111 w 274054"/>
                <a:gd name="connsiteY7" fmla="*/ 194 h 354016"/>
                <a:gd name="connsiteX8" fmla="*/ 117031 w 274054"/>
                <a:gd name="connsiteY8" fmla="*/ 194 h 354016"/>
                <a:gd name="connsiteX9" fmla="*/ 6033 w 274054"/>
                <a:gd name="connsiteY9" fmla="*/ 88332 h 354016"/>
                <a:gd name="connsiteX10" fmla="*/ 53531 w 274054"/>
                <a:gd name="connsiteY10" fmla="*/ 183519 h 354016"/>
                <a:gd name="connsiteX11" fmla="*/ 65786 w 274054"/>
                <a:gd name="connsiteY11" fmla="*/ 191012 h 354016"/>
                <a:gd name="connsiteX12" fmla="*/ 124334 w 274054"/>
                <a:gd name="connsiteY12" fmla="*/ 226762 h 354016"/>
                <a:gd name="connsiteX13" fmla="*/ 153162 w 274054"/>
                <a:gd name="connsiteY13" fmla="*/ 245304 h 354016"/>
                <a:gd name="connsiteX14" fmla="*/ 157226 w 274054"/>
                <a:gd name="connsiteY14" fmla="*/ 271657 h 354016"/>
                <a:gd name="connsiteX15" fmla="*/ 130175 w 274054"/>
                <a:gd name="connsiteY15" fmla="*/ 286516 h 354016"/>
                <a:gd name="connsiteX16" fmla="*/ 32512 w 274054"/>
                <a:gd name="connsiteY16" fmla="*/ 286516 h 354016"/>
                <a:gd name="connsiteX17" fmla="*/ 0 w 274054"/>
                <a:gd name="connsiteY17" fmla="*/ 354016 h 354016"/>
                <a:gd name="connsiteX18" fmla="*/ 167449 w 274054"/>
                <a:gd name="connsiteY18" fmla="*/ 354016 h 354016"/>
                <a:gd name="connsiteX19" fmla="*/ 269621 w 274054"/>
                <a:gd name="connsiteY19" fmla="*/ 280801 h 354016"/>
                <a:gd name="connsiteX20" fmla="*/ 218313 w 274054"/>
                <a:gd name="connsiteY20" fmla="*/ 165231 h 354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74054" h="354016">
                  <a:moveTo>
                    <a:pt x="218313" y="165294"/>
                  </a:moveTo>
                  <a:lnTo>
                    <a:pt x="218313" y="165294"/>
                  </a:lnTo>
                  <a:lnTo>
                    <a:pt x="118808" y="105985"/>
                  </a:lnTo>
                  <a:lnTo>
                    <a:pt x="118808" y="105985"/>
                  </a:lnTo>
                  <a:cubicBezTo>
                    <a:pt x="115253" y="102620"/>
                    <a:pt x="111379" y="96397"/>
                    <a:pt x="111379" y="85284"/>
                  </a:cubicBezTo>
                  <a:cubicBezTo>
                    <a:pt x="111379" y="68711"/>
                    <a:pt x="129921" y="64456"/>
                    <a:pt x="137605" y="63694"/>
                  </a:cubicBezTo>
                  <a:lnTo>
                    <a:pt x="257111" y="63694"/>
                  </a:lnTo>
                  <a:lnTo>
                    <a:pt x="257111" y="194"/>
                  </a:lnTo>
                  <a:lnTo>
                    <a:pt x="117031" y="194"/>
                  </a:lnTo>
                  <a:cubicBezTo>
                    <a:pt x="117031" y="194"/>
                    <a:pt x="15558" y="-8378"/>
                    <a:pt x="6033" y="88332"/>
                  </a:cubicBezTo>
                  <a:cubicBezTo>
                    <a:pt x="2604" y="137418"/>
                    <a:pt x="29083" y="166945"/>
                    <a:pt x="53531" y="183519"/>
                  </a:cubicBezTo>
                  <a:cubicBezTo>
                    <a:pt x="57721" y="186440"/>
                    <a:pt x="61849" y="188916"/>
                    <a:pt x="65786" y="191012"/>
                  </a:cubicBezTo>
                  <a:lnTo>
                    <a:pt x="124334" y="226762"/>
                  </a:lnTo>
                  <a:lnTo>
                    <a:pt x="153162" y="245304"/>
                  </a:lnTo>
                  <a:cubicBezTo>
                    <a:pt x="153162" y="245304"/>
                    <a:pt x="166433" y="256925"/>
                    <a:pt x="157226" y="271657"/>
                  </a:cubicBezTo>
                  <a:cubicBezTo>
                    <a:pt x="148082" y="286516"/>
                    <a:pt x="130175" y="286516"/>
                    <a:pt x="130175" y="286516"/>
                  </a:cubicBezTo>
                  <a:lnTo>
                    <a:pt x="32512" y="286516"/>
                  </a:lnTo>
                  <a:lnTo>
                    <a:pt x="0" y="354016"/>
                  </a:lnTo>
                  <a:lnTo>
                    <a:pt x="167449" y="354016"/>
                  </a:lnTo>
                  <a:cubicBezTo>
                    <a:pt x="167449" y="354016"/>
                    <a:pt x="248793" y="354143"/>
                    <a:pt x="269621" y="280801"/>
                  </a:cubicBezTo>
                  <a:cubicBezTo>
                    <a:pt x="289687" y="210125"/>
                    <a:pt x="236157" y="175962"/>
                    <a:pt x="218313" y="165231"/>
                  </a:cubicBezTo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83" name="Полилиния: фигура 14">
            <a:extLst>
              <a:ext uri="{FF2B5EF4-FFF2-40B4-BE49-F238E27FC236}">
                <a16:creationId xmlns="" xmlns:a16="http://schemas.microsoft.com/office/drawing/2014/main" id="{74CA07E6-3079-4264-AFAF-A7D3EFF609B6}"/>
              </a:ext>
            </a:extLst>
          </p:cNvPr>
          <p:cNvSpPr/>
          <p:nvPr/>
        </p:nvSpPr>
        <p:spPr>
          <a:xfrm>
            <a:off x="10863548" y="816484"/>
            <a:ext cx="3954494" cy="32099"/>
          </a:xfrm>
          <a:custGeom>
            <a:avLst/>
            <a:gdLst>
              <a:gd name="connsiteX0" fmla="*/ 0 w 2636329"/>
              <a:gd name="connsiteY0" fmla="*/ 0 h 21399"/>
              <a:gd name="connsiteX1" fmla="*/ 2636330 w 2636329"/>
              <a:gd name="connsiteY1" fmla="*/ 0 h 21399"/>
              <a:gd name="connsiteX2" fmla="*/ 2636330 w 2636329"/>
              <a:gd name="connsiteY2" fmla="*/ 21400 h 21399"/>
              <a:gd name="connsiteX3" fmla="*/ 0 w 2636329"/>
              <a:gd name="connsiteY3" fmla="*/ 21400 h 21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36329" h="21399">
                <a:moveTo>
                  <a:pt x="0" y="0"/>
                </a:moveTo>
                <a:lnTo>
                  <a:pt x="2636330" y="0"/>
                </a:lnTo>
                <a:lnTo>
                  <a:pt x="2636330" y="21400"/>
                </a:lnTo>
                <a:lnTo>
                  <a:pt x="0" y="21400"/>
                </a:lnTo>
                <a:close/>
              </a:path>
            </a:pathLst>
          </a:custGeom>
          <a:solidFill>
            <a:srgbClr val="8C96A3"/>
          </a:solidFill>
          <a:ln w="6350" cap="flat">
            <a:noFill/>
            <a:prstDash val="solid"/>
            <a:miter/>
          </a:ln>
        </p:spPr>
        <p:txBody>
          <a:bodyPr lIns="137160" tIns="68580" rIns="137160" bIns="68580" rtlCol="0" anchor="ctr"/>
          <a:lstStyle/>
          <a:p>
            <a:endParaRPr lang="ru-RU"/>
          </a:p>
        </p:txBody>
      </p:sp>
      <p:sp>
        <p:nvSpPr>
          <p:cNvPr id="584" name="TextBox 583">
            <a:extLst>
              <a:ext uri="{FF2B5EF4-FFF2-40B4-BE49-F238E27FC236}">
                <a16:creationId xmlns="" xmlns:a16="http://schemas.microsoft.com/office/drawing/2014/main" id="{E2AEBF2A-A13C-425A-AD77-43AA55CF4B3A}"/>
              </a:ext>
            </a:extLst>
          </p:cNvPr>
          <p:cNvSpPr txBox="1"/>
          <p:nvPr/>
        </p:nvSpPr>
        <p:spPr>
          <a:xfrm>
            <a:off x="728661" y="411915"/>
            <a:ext cx="9216947" cy="815608"/>
          </a:xfrm>
          <a:prstGeom prst="rect">
            <a:avLst/>
          </a:prstGeom>
          <a:noFill/>
        </p:spPr>
        <p:txBody>
          <a:bodyPr wrap="none" lIns="137160" tIns="68580" rIns="137160" bIns="68580" rtlCol="0">
            <a:spAutoFit/>
          </a:bodyPr>
          <a:lstStyle>
            <a:defPPr>
              <a:defRPr lang="ru-RU"/>
            </a:defPPr>
            <a:lvl1pPr>
              <a:defRPr sz="4400" b="1">
                <a:solidFill>
                  <a:srgbClr val="656565"/>
                </a:solidFill>
                <a:latin typeface="Inter Extra Bold" panose="02000903000000020004" pitchFamily="2" charset="0"/>
              </a:defRPr>
            </a:lvl1pPr>
          </a:lstStyle>
          <a:p>
            <a:r>
              <a:rPr lang="ru-RU" dirty="0" smtClean="0">
                <a:sym typeface="Calibri"/>
              </a:rPr>
              <a:t>АССОРТИМЕНТНАЯ МАТРИЦА</a:t>
            </a:r>
            <a:endParaRPr lang="ru-RU" dirty="0">
              <a:sym typeface="Calibri"/>
            </a:endParaRPr>
          </a:p>
        </p:txBody>
      </p:sp>
      <p:sp>
        <p:nvSpPr>
          <p:cNvPr id="586" name="TextBox 585"/>
          <p:cNvSpPr txBox="1"/>
          <p:nvPr/>
        </p:nvSpPr>
        <p:spPr>
          <a:xfrm>
            <a:off x="444601" y="1420246"/>
            <a:ext cx="16848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>
                <a:latin typeface="+mn-lt"/>
              </a:rPr>
              <a:t>11 БРЕНДОВ </a:t>
            </a:r>
          </a:p>
          <a:p>
            <a:pPr algn="ctr"/>
            <a:r>
              <a:rPr lang="ru-RU" sz="4800" b="1" dirty="0">
                <a:latin typeface="+mn-lt"/>
              </a:rPr>
              <a:t> от эконом до премиума</a:t>
            </a:r>
            <a:endParaRPr sz="4800" b="1" dirty="0">
              <a:latin typeface="+mn-lt"/>
            </a:endParaRPr>
          </a:p>
        </p:txBody>
      </p:sp>
      <p:sp>
        <p:nvSpPr>
          <p:cNvPr id="589" name="TextBox 588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14098157" y="4231577"/>
            <a:ext cx="13452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Шпатлевки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590" name="TextBox 589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14084510" y="4476641"/>
            <a:ext cx="12518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Грунтовки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591" name="TextBox 590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14084955" y="4709120"/>
            <a:ext cx="20197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Грунт концентраты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592" name="TextBox 591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15658921" y="4242442"/>
            <a:ext cx="2316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Краски для потолков, </a:t>
            </a:r>
          </a:p>
          <a:p>
            <a:pPr algn="l"/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интерьерные, фасадные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596" name="TextBox 595"/>
          <p:cNvSpPr txBox="1"/>
          <p:nvPr/>
        </p:nvSpPr>
        <p:spPr>
          <a:xfrm>
            <a:off x="1256872" y="5982471"/>
            <a:ext cx="2602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Классические ЛКМ по ГОСТ</a:t>
            </a:r>
            <a:endParaRPr lang="ru-RU" sz="1600" b="1" i="1" dirty="0">
              <a:solidFill>
                <a:srgbClr val="0000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597" name="TextBox 596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5538504" y="6359774"/>
            <a:ext cx="13452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Шпатлевки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598" name="TextBox 597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5524857" y="6604838"/>
            <a:ext cx="12518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Грунтовки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599" name="TextBox 598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5525302" y="6837317"/>
            <a:ext cx="20197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Грунт концентраты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600" name="TextBox 599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7768020" y="6247807"/>
            <a:ext cx="9428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Краски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601" name="TextBox 600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7763508" y="6687592"/>
            <a:ext cx="9444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Эмали</a:t>
            </a:r>
          </a:p>
          <a:p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Лаки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615" name="TextBox 614">
            <a:extLst>
              <a:ext uri="{FF2B5EF4-FFF2-40B4-BE49-F238E27FC236}">
                <a16:creationId xmlns="" xmlns:a16="http://schemas.microsoft.com/office/drawing/2014/main" id="{F41E99BB-485C-4894-9E6B-BD09869B2634}"/>
              </a:ext>
            </a:extLst>
          </p:cNvPr>
          <p:cNvSpPr txBox="1"/>
          <p:nvPr/>
        </p:nvSpPr>
        <p:spPr>
          <a:xfrm>
            <a:off x="7763419" y="6465040"/>
            <a:ext cx="14814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Краски-базы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621" name="TextBox 620"/>
          <p:cNvSpPr txBox="1"/>
          <p:nvPr/>
        </p:nvSpPr>
        <p:spPr>
          <a:xfrm>
            <a:off x="5398078" y="5955608"/>
            <a:ext cx="4078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Классические ЛКМ проверенные временем</a:t>
            </a:r>
            <a:endParaRPr lang="ru-RU" sz="1600" b="1" i="1" dirty="0">
              <a:solidFill>
                <a:srgbClr val="0000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327" name="TextBox 326"/>
          <p:cNvSpPr txBox="1"/>
          <p:nvPr/>
        </p:nvSpPr>
        <p:spPr>
          <a:xfrm>
            <a:off x="5419149" y="8154026"/>
            <a:ext cx="28711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Профессиональная защита и</a:t>
            </a:r>
          </a:p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 декор древесины</a:t>
            </a:r>
            <a:endParaRPr lang="ru-RU" sz="1600" b="1" i="1" dirty="0">
              <a:solidFill>
                <a:srgbClr val="0000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334" name="TextBox 333">
            <a:extLst>
              <a:ext uri="{FF2B5EF4-FFF2-40B4-BE49-F238E27FC236}">
                <a16:creationId xmlns="" xmlns:a16="http://schemas.microsoft.com/office/drawing/2014/main" id="{E62BFC77-E70A-4966-BC8A-B6AC2D5C0A45}"/>
              </a:ext>
            </a:extLst>
          </p:cNvPr>
          <p:cNvSpPr txBox="1"/>
          <p:nvPr/>
        </p:nvSpPr>
        <p:spPr>
          <a:xfrm>
            <a:off x="14112328" y="3218105"/>
            <a:ext cx="2751779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2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ОРЕОЛ </a:t>
            </a:r>
            <a:r>
              <a:rPr lang="en-US" sz="2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DISCONT</a:t>
            </a:r>
            <a:endParaRPr lang="ru-RU" sz="2900" b="1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335" name="TextBox 334"/>
          <p:cNvSpPr txBox="1"/>
          <p:nvPr/>
        </p:nvSpPr>
        <p:spPr>
          <a:xfrm>
            <a:off x="1107529" y="8181693"/>
            <a:ext cx="4108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Специализированная линейка материалов</a:t>
            </a:r>
          </a:p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По металлу </a:t>
            </a:r>
            <a:r>
              <a:rPr lang="en-US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TITAN</a:t>
            </a:r>
            <a:endParaRPr lang="ru-RU" sz="1600" b="1" i="1" dirty="0">
              <a:solidFill>
                <a:srgbClr val="0000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338" name="TextBox 337"/>
          <p:cNvSpPr txBox="1"/>
          <p:nvPr/>
        </p:nvSpPr>
        <p:spPr>
          <a:xfrm>
            <a:off x="9772328" y="8132466"/>
            <a:ext cx="37584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Передовые технологии и современные</a:t>
            </a:r>
          </a:p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материалы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4066040" y="8174168"/>
            <a:ext cx="3838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Гибридные технологии: </a:t>
            </a:r>
            <a:r>
              <a:rPr lang="ru-RU" sz="1600" b="1" i="1" dirty="0" err="1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экологичность</a:t>
            </a:r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 </a:t>
            </a:r>
          </a:p>
          <a:p>
            <a:r>
              <a:rPr lang="ru-RU" sz="1600" b="1" i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водных + износостойкость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="" xmlns:a16="http://schemas.microsoft.com/office/drawing/2014/main" id="{C5D696B7-8A25-4A86-9310-32ED48EB9A0D}"/>
              </a:ext>
            </a:extLst>
          </p:cNvPr>
          <p:cNvSpPr txBox="1"/>
          <p:nvPr/>
        </p:nvSpPr>
        <p:spPr>
          <a:xfrm rot="16200000">
            <a:off x="-294230" y="6053049"/>
            <a:ext cx="162089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2700" b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СРЕДНИЙ</a:t>
            </a:r>
            <a:endParaRPr lang="ru-RU" sz="2700"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="" xmlns:a16="http://schemas.microsoft.com/office/drawing/2014/main" id="{C5D696B7-8A25-4A86-9310-32ED48EB9A0D}"/>
              </a:ext>
            </a:extLst>
          </p:cNvPr>
          <p:cNvSpPr txBox="1"/>
          <p:nvPr/>
        </p:nvSpPr>
        <p:spPr>
          <a:xfrm rot="16200000">
            <a:off x="-609966" y="8254638"/>
            <a:ext cx="187256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2700" b="1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СРЕДНИЙ +</a:t>
            </a:r>
            <a:endParaRPr lang="ru-RU" sz="2700"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="" xmlns:a16="http://schemas.microsoft.com/office/drawing/2014/main" id="{5C283233-D4D6-400A-AB63-A0CAC5C67BDD}"/>
              </a:ext>
            </a:extLst>
          </p:cNvPr>
          <p:cNvSpPr txBox="1"/>
          <p:nvPr/>
        </p:nvSpPr>
        <p:spPr>
          <a:xfrm>
            <a:off x="14073950" y="8760296"/>
            <a:ext cx="24804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 </a:t>
            </a:r>
            <a:r>
              <a:rPr lang="ru-RU" sz="14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Краски-базы под колеровку</a:t>
            </a:r>
          </a:p>
          <a:p>
            <a:r>
              <a:rPr lang="ru-RU" sz="14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Лаки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="" xmlns:a16="http://schemas.microsoft.com/office/drawing/2014/main" id="{89846706-61BE-4BED-B75A-48B6B2D473FC}"/>
              </a:ext>
            </a:extLst>
          </p:cNvPr>
          <p:cNvSpPr txBox="1"/>
          <p:nvPr/>
        </p:nvSpPr>
        <p:spPr>
          <a:xfrm>
            <a:off x="14173669" y="7667616"/>
            <a:ext cx="2325318" cy="538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AVANTGARDE</a:t>
            </a:r>
            <a:endParaRPr lang="ru-RU" sz="2900" b="1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="" xmlns:a16="http://schemas.microsoft.com/office/drawing/2014/main" id="{89846706-61BE-4BED-B75A-48B6B2D473FC}"/>
              </a:ext>
            </a:extLst>
          </p:cNvPr>
          <p:cNvSpPr txBox="1"/>
          <p:nvPr/>
        </p:nvSpPr>
        <p:spPr>
          <a:xfrm>
            <a:off x="10000427" y="7680926"/>
            <a:ext cx="1800109" cy="538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NEWTONE</a:t>
            </a:r>
            <a:endParaRPr lang="ru-RU" sz="2900" b="1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="" xmlns:a16="http://schemas.microsoft.com/office/drawing/2014/main" id="{597071B6-5D7E-49AA-BB30-E1251BFC7358}"/>
              </a:ext>
            </a:extLst>
          </p:cNvPr>
          <p:cNvSpPr txBox="1"/>
          <p:nvPr/>
        </p:nvSpPr>
        <p:spPr>
          <a:xfrm>
            <a:off x="5449709" y="8642406"/>
            <a:ext cx="3893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16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Лаки</a:t>
            </a:r>
          </a:p>
          <a:p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</a:t>
            </a:r>
            <a:r>
              <a:rPr lang="ru-RU" sz="1600" dirty="0" err="1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Огнебиозащитные</a:t>
            </a:r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 составы</a:t>
            </a:r>
          </a:p>
          <a:p>
            <a:r>
              <a:rPr lang="ru-RU" sz="16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• Защитно-декоративные покрытия</a:t>
            </a:r>
            <a:endParaRPr lang="ru-RU" sz="16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="" xmlns:a16="http://schemas.microsoft.com/office/drawing/2014/main" id="{4C46B7C8-7838-4FCA-B0CE-B892BB928D3F}"/>
              </a:ext>
            </a:extLst>
          </p:cNvPr>
          <p:cNvSpPr txBox="1"/>
          <p:nvPr/>
        </p:nvSpPr>
        <p:spPr>
          <a:xfrm>
            <a:off x="5641676" y="7597004"/>
            <a:ext cx="2856598" cy="538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  <a:rtl val="0"/>
              </a:rPr>
              <a:t>PROFIWOOD</a:t>
            </a:r>
            <a:endParaRPr lang="ru-RU" sz="2900" b="1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  <a:rtl val="0"/>
            </a:endParaRPr>
          </a:p>
        </p:txBody>
      </p:sp>
    </p:spTree>
    <p:extLst>
      <p:ext uri="{BB962C8B-B14F-4D97-AF65-F5344CB8AC3E}">
        <p14:creationId xmlns:p14="http://schemas.microsoft.com/office/powerpoint/2010/main" val="3181387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E58069D-8897-4D87-AED6-66BD3163D9F4}"/>
              </a:ext>
            </a:extLst>
          </p:cNvPr>
          <p:cNvSpPr txBox="1"/>
          <p:nvPr/>
        </p:nvSpPr>
        <p:spPr>
          <a:xfrm>
            <a:off x="559022" y="378555"/>
            <a:ext cx="4758995" cy="815608"/>
          </a:xfrm>
          <a:prstGeom prst="rect">
            <a:avLst/>
          </a:prstGeom>
          <a:noFill/>
        </p:spPr>
        <p:txBody>
          <a:bodyPr wrap="none" lIns="137160" tIns="68580" rIns="137160" bIns="68580" rtlCol="0">
            <a:spAutoFit/>
          </a:bodyPr>
          <a:lstStyle/>
          <a:p>
            <a:pPr algn="l"/>
            <a:r>
              <a:rPr lang="ru-RU" sz="4400" b="1" dirty="0">
                <a:solidFill>
                  <a:srgbClr val="656565"/>
                </a:solidFill>
                <a:latin typeface="Inter Extra Bold" panose="02000903000000020004" pitchFamily="2" charset="0"/>
                <a:sym typeface="Calibri"/>
              </a:rPr>
              <a:t>НОВИНКИ 2027</a:t>
            </a:r>
          </a:p>
        </p:txBody>
      </p:sp>
      <p:grpSp>
        <p:nvGrpSpPr>
          <p:cNvPr id="8" name="Рисунок 4">
            <a:extLst>
              <a:ext uri="{FF2B5EF4-FFF2-40B4-BE49-F238E27FC236}">
                <a16:creationId xmlns="" xmlns:a16="http://schemas.microsoft.com/office/drawing/2014/main" id="{47DC1E48-7F89-4B1B-85F6-1F3B3DE0D5A2}"/>
              </a:ext>
            </a:extLst>
          </p:cNvPr>
          <p:cNvGrpSpPr/>
          <p:nvPr/>
        </p:nvGrpSpPr>
        <p:grpSpPr>
          <a:xfrm>
            <a:off x="15035974" y="541205"/>
            <a:ext cx="2655647" cy="531405"/>
            <a:chOff x="10023982" y="360803"/>
            <a:chExt cx="1770431" cy="354270"/>
          </a:xfrm>
          <a:solidFill>
            <a:srgbClr val="FF8300"/>
          </a:solidFill>
        </p:grpSpPr>
        <p:sp>
          <p:nvSpPr>
            <p:cNvPr id="9" name="Полилиния: фигура 8">
              <a:extLst>
                <a:ext uri="{FF2B5EF4-FFF2-40B4-BE49-F238E27FC236}">
                  <a16:creationId xmlns="" xmlns:a16="http://schemas.microsoft.com/office/drawing/2014/main" id="{E2D6C22B-C6B6-45F2-8CC7-E3E39C0D2E4D}"/>
                </a:ext>
              </a:extLst>
            </p:cNvPr>
            <p:cNvSpPr/>
            <p:nvPr/>
          </p:nvSpPr>
          <p:spPr>
            <a:xfrm>
              <a:off x="11166284" y="361505"/>
              <a:ext cx="102616" cy="353250"/>
            </a:xfrm>
            <a:custGeom>
              <a:avLst/>
              <a:gdLst>
                <a:gd name="connsiteX0" fmla="*/ 0 w 102616"/>
                <a:gd name="connsiteY0" fmla="*/ 0 h 353250"/>
                <a:gd name="connsiteX1" fmla="*/ 102616 w 102616"/>
                <a:gd name="connsiteY1" fmla="*/ 0 h 353250"/>
                <a:gd name="connsiteX2" fmla="*/ 102616 w 102616"/>
                <a:gd name="connsiteY2" fmla="*/ 353251 h 353250"/>
                <a:gd name="connsiteX3" fmla="*/ 0 w 102616"/>
                <a:gd name="connsiteY3" fmla="*/ 353251 h 35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616" h="353250">
                  <a:moveTo>
                    <a:pt x="0" y="0"/>
                  </a:moveTo>
                  <a:lnTo>
                    <a:pt x="102616" y="0"/>
                  </a:lnTo>
                  <a:lnTo>
                    <a:pt x="102616" y="353251"/>
                  </a:lnTo>
                  <a:lnTo>
                    <a:pt x="0" y="353251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" name="Полилиния: фигура 9">
              <a:extLst>
                <a:ext uri="{FF2B5EF4-FFF2-40B4-BE49-F238E27FC236}">
                  <a16:creationId xmlns="" xmlns:a16="http://schemas.microsoft.com/office/drawing/2014/main" id="{A5BDBE3F-6F6B-402B-A3AF-4B545867EDAC}"/>
                </a:ext>
              </a:extLst>
            </p:cNvPr>
            <p:cNvSpPr/>
            <p:nvPr/>
          </p:nvSpPr>
          <p:spPr>
            <a:xfrm>
              <a:off x="10333291" y="361505"/>
              <a:ext cx="413892" cy="353377"/>
            </a:xfrm>
            <a:custGeom>
              <a:avLst/>
              <a:gdLst>
                <a:gd name="connsiteX0" fmla="*/ 406336 w 413892"/>
                <a:gd name="connsiteY0" fmla="*/ 0 h 353377"/>
                <a:gd name="connsiteX1" fmla="*/ 311340 w 413892"/>
                <a:gd name="connsiteY1" fmla="*/ 0 h 353377"/>
                <a:gd name="connsiteX2" fmla="*/ 216979 w 413892"/>
                <a:gd name="connsiteY2" fmla="*/ 199707 h 353377"/>
                <a:gd name="connsiteX3" fmla="*/ 119888 w 413892"/>
                <a:gd name="connsiteY3" fmla="*/ 0 h 353377"/>
                <a:gd name="connsiteX4" fmla="*/ 68263 w 413892"/>
                <a:gd name="connsiteY4" fmla="*/ 0 h 353377"/>
                <a:gd name="connsiteX5" fmla="*/ 5016 w 413892"/>
                <a:gd name="connsiteY5" fmla="*/ 0 h 353377"/>
                <a:gd name="connsiteX6" fmla="*/ 0 w 413892"/>
                <a:gd name="connsiteY6" fmla="*/ 0 h 353377"/>
                <a:gd name="connsiteX7" fmla="*/ 0 w 413892"/>
                <a:gd name="connsiteY7" fmla="*/ 353378 h 353377"/>
                <a:gd name="connsiteX8" fmla="*/ 68263 w 413892"/>
                <a:gd name="connsiteY8" fmla="*/ 353378 h 353377"/>
                <a:gd name="connsiteX9" fmla="*/ 68263 w 413892"/>
                <a:gd name="connsiteY9" fmla="*/ 155385 h 353377"/>
                <a:gd name="connsiteX10" fmla="*/ 166306 w 413892"/>
                <a:gd name="connsiteY10" fmla="*/ 353378 h 353377"/>
                <a:gd name="connsiteX11" fmla="*/ 216471 w 413892"/>
                <a:gd name="connsiteY11" fmla="*/ 353378 h 353377"/>
                <a:gd name="connsiteX12" fmla="*/ 311340 w 413892"/>
                <a:gd name="connsiteY12" fmla="*/ 150749 h 353377"/>
                <a:gd name="connsiteX13" fmla="*/ 311340 w 413892"/>
                <a:gd name="connsiteY13" fmla="*/ 353378 h 353377"/>
                <a:gd name="connsiteX14" fmla="*/ 413893 w 413892"/>
                <a:gd name="connsiteY14" fmla="*/ 353378 h 353377"/>
                <a:gd name="connsiteX15" fmla="*/ 413893 w 413892"/>
                <a:gd name="connsiteY15" fmla="*/ 0 h 353377"/>
                <a:gd name="connsiteX16" fmla="*/ 406336 w 413892"/>
                <a:gd name="connsiteY16" fmla="*/ 0 h 3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3892" h="353377">
                  <a:moveTo>
                    <a:pt x="406336" y="0"/>
                  </a:moveTo>
                  <a:lnTo>
                    <a:pt x="311340" y="0"/>
                  </a:lnTo>
                  <a:lnTo>
                    <a:pt x="216979" y="199707"/>
                  </a:lnTo>
                  <a:lnTo>
                    <a:pt x="119888" y="0"/>
                  </a:lnTo>
                  <a:lnTo>
                    <a:pt x="68263" y="0"/>
                  </a:lnTo>
                  <a:lnTo>
                    <a:pt x="5016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68263" y="353378"/>
                  </a:lnTo>
                  <a:lnTo>
                    <a:pt x="68263" y="155385"/>
                  </a:lnTo>
                  <a:lnTo>
                    <a:pt x="166306" y="353378"/>
                  </a:lnTo>
                  <a:lnTo>
                    <a:pt x="216471" y="353378"/>
                  </a:lnTo>
                  <a:lnTo>
                    <a:pt x="311340" y="150749"/>
                  </a:lnTo>
                  <a:lnTo>
                    <a:pt x="311340" y="353378"/>
                  </a:lnTo>
                  <a:lnTo>
                    <a:pt x="413893" y="353378"/>
                  </a:lnTo>
                  <a:lnTo>
                    <a:pt x="413893" y="0"/>
                  </a:lnTo>
                  <a:lnTo>
                    <a:pt x="406336" y="0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="" xmlns:a16="http://schemas.microsoft.com/office/drawing/2014/main" id="{8C2022FB-5A02-4284-AC60-2348B7D40FC4}"/>
                </a:ext>
              </a:extLst>
            </p:cNvPr>
            <p:cNvSpPr/>
            <p:nvPr/>
          </p:nvSpPr>
          <p:spPr>
            <a:xfrm>
              <a:off x="10023982" y="361505"/>
              <a:ext cx="259778" cy="353377"/>
            </a:xfrm>
            <a:custGeom>
              <a:avLst/>
              <a:gdLst>
                <a:gd name="connsiteX0" fmla="*/ 102553 w 259778"/>
                <a:gd name="connsiteY0" fmla="*/ 285877 h 353377"/>
                <a:gd name="connsiteX1" fmla="*/ 102553 w 259778"/>
                <a:gd name="connsiteY1" fmla="*/ 201359 h 353377"/>
                <a:gd name="connsiteX2" fmla="*/ 222759 w 259778"/>
                <a:gd name="connsiteY2" fmla="*/ 201359 h 353377"/>
                <a:gd name="connsiteX3" fmla="*/ 222759 w 259778"/>
                <a:gd name="connsiteY3" fmla="*/ 144780 h 353377"/>
                <a:gd name="connsiteX4" fmla="*/ 102553 w 259778"/>
                <a:gd name="connsiteY4" fmla="*/ 144780 h 353377"/>
                <a:gd name="connsiteX5" fmla="*/ 102553 w 259778"/>
                <a:gd name="connsiteY5" fmla="*/ 62928 h 353377"/>
                <a:gd name="connsiteX6" fmla="*/ 257175 w 259778"/>
                <a:gd name="connsiteY6" fmla="*/ 62928 h 353377"/>
                <a:gd name="connsiteX7" fmla="*/ 257175 w 259778"/>
                <a:gd name="connsiteY7" fmla="*/ 0 h 353377"/>
                <a:gd name="connsiteX8" fmla="*/ 102553 w 259778"/>
                <a:gd name="connsiteY8" fmla="*/ 0 h 353377"/>
                <a:gd name="connsiteX9" fmla="*/ 82677 w 259778"/>
                <a:gd name="connsiteY9" fmla="*/ 0 h 353377"/>
                <a:gd name="connsiteX10" fmla="*/ 0 w 259778"/>
                <a:gd name="connsiteY10" fmla="*/ 0 h 353377"/>
                <a:gd name="connsiteX11" fmla="*/ 0 w 259778"/>
                <a:gd name="connsiteY11" fmla="*/ 353378 h 353377"/>
                <a:gd name="connsiteX12" fmla="*/ 85344 w 259778"/>
                <a:gd name="connsiteY12" fmla="*/ 353378 h 353377"/>
                <a:gd name="connsiteX13" fmla="*/ 102553 w 259778"/>
                <a:gd name="connsiteY13" fmla="*/ 353378 h 353377"/>
                <a:gd name="connsiteX14" fmla="*/ 259779 w 259778"/>
                <a:gd name="connsiteY14" fmla="*/ 353378 h 353377"/>
                <a:gd name="connsiteX15" fmla="*/ 259779 w 259778"/>
                <a:gd name="connsiteY15" fmla="*/ 285877 h 353377"/>
                <a:gd name="connsiteX16" fmla="*/ 102553 w 259778"/>
                <a:gd name="connsiteY16" fmla="*/ 285877 h 3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9778" h="353377">
                  <a:moveTo>
                    <a:pt x="102553" y="285877"/>
                  </a:moveTo>
                  <a:lnTo>
                    <a:pt x="102553" y="201359"/>
                  </a:lnTo>
                  <a:lnTo>
                    <a:pt x="222759" y="201359"/>
                  </a:lnTo>
                  <a:lnTo>
                    <a:pt x="222759" y="144780"/>
                  </a:lnTo>
                  <a:lnTo>
                    <a:pt x="102553" y="144780"/>
                  </a:lnTo>
                  <a:lnTo>
                    <a:pt x="102553" y="62928"/>
                  </a:lnTo>
                  <a:lnTo>
                    <a:pt x="257175" y="62928"/>
                  </a:lnTo>
                  <a:lnTo>
                    <a:pt x="257175" y="0"/>
                  </a:lnTo>
                  <a:lnTo>
                    <a:pt x="102553" y="0"/>
                  </a:lnTo>
                  <a:lnTo>
                    <a:pt x="82677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85344" y="353378"/>
                  </a:lnTo>
                  <a:lnTo>
                    <a:pt x="102553" y="353378"/>
                  </a:lnTo>
                  <a:lnTo>
                    <a:pt x="259779" y="353378"/>
                  </a:lnTo>
                  <a:lnTo>
                    <a:pt x="259779" y="285877"/>
                  </a:lnTo>
                  <a:lnTo>
                    <a:pt x="102553" y="285877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="" xmlns:a16="http://schemas.microsoft.com/office/drawing/2014/main" id="{0DAEC7BD-9E5C-40B4-A4D2-A0B65D6CD45C}"/>
                </a:ext>
              </a:extLst>
            </p:cNvPr>
            <p:cNvSpPr/>
            <p:nvPr/>
          </p:nvSpPr>
          <p:spPr>
            <a:xfrm>
              <a:off x="11322748" y="361505"/>
              <a:ext cx="202057" cy="353568"/>
            </a:xfrm>
            <a:custGeom>
              <a:avLst/>
              <a:gdLst>
                <a:gd name="connsiteX0" fmla="*/ 102616 w 202057"/>
                <a:gd name="connsiteY0" fmla="*/ 285877 h 353568"/>
                <a:gd name="connsiteX1" fmla="*/ 102616 w 202057"/>
                <a:gd name="connsiteY1" fmla="*/ 0 h 353568"/>
                <a:gd name="connsiteX2" fmla="*/ 0 w 202057"/>
                <a:gd name="connsiteY2" fmla="*/ 0 h 353568"/>
                <a:gd name="connsiteX3" fmla="*/ 0 w 202057"/>
                <a:gd name="connsiteY3" fmla="*/ 353378 h 353568"/>
                <a:gd name="connsiteX4" fmla="*/ 9589 w 202057"/>
                <a:gd name="connsiteY4" fmla="*/ 353378 h 353568"/>
                <a:gd name="connsiteX5" fmla="*/ 9589 w 202057"/>
                <a:gd name="connsiteY5" fmla="*/ 353568 h 353568"/>
                <a:gd name="connsiteX6" fmla="*/ 171450 w 202057"/>
                <a:gd name="connsiteY6" fmla="*/ 353568 h 353568"/>
                <a:gd name="connsiteX7" fmla="*/ 202057 w 202057"/>
                <a:gd name="connsiteY7" fmla="*/ 285877 h 353568"/>
                <a:gd name="connsiteX8" fmla="*/ 102616 w 202057"/>
                <a:gd name="connsiteY8" fmla="*/ 285877 h 353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2057" h="353568">
                  <a:moveTo>
                    <a:pt x="102616" y="285877"/>
                  </a:moveTo>
                  <a:lnTo>
                    <a:pt x="102616" y="0"/>
                  </a:lnTo>
                  <a:lnTo>
                    <a:pt x="0" y="0"/>
                  </a:lnTo>
                  <a:lnTo>
                    <a:pt x="0" y="353378"/>
                  </a:lnTo>
                  <a:lnTo>
                    <a:pt x="9589" y="353378"/>
                  </a:lnTo>
                  <a:lnTo>
                    <a:pt x="9589" y="353568"/>
                  </a:lnTo>
                  <a:lnTo>
                    <a:pt x="171450" y="353568"/>
                  </a:lnTo>
                  <a:lnTo>
                    <a:pt x="202057" y="285877"/>
                  </a:lnTo>
                  <a:lnTo>
                    <a:pt x="102616" y="285877"/>
                  </a:ln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="" xmlns:a16="http://schemas.microsoft.com/office/drawing/2014/main" id="{11848257-466B-4DDE-8ACF-9C096B4D0212}"/>
                </a:ext>
              </a:extLst>
            </p:cNvPr>
            <p:cNvSpPr/>
            <p:nvPr/>
          </p:nvSpPr>
          <p:spPr>
            <a:xfrm>
              <a:off x="10802873" y="361441"/>
              <a:ext cx="320802" cy="353441"/>
            </a:xfrm>
            <a:custGeom>
              <a:avLst/>
              <a:gdLst>
                <a:gd name="connsiteX0" fmla="*/ 191897 w 320802"/>
                <a:gd name="connsiteY0" fmla="*/ 64 h 353441"/>
                <a:gd name="connsiteX1" fmla="*/ 0 w 320802"/>
                <a:gd name="connsiteY1" fmla="*/ 64 h 353441"/>
                <a:gd name="connsiteX2" fmla="*/ 0 w 320802"/>
                <a:gd name="connsiteY2" fmla="*/ 353441 h 353441"/>
                <a:gd name="connsiteX3" fmla="*/ 102426 w 320802"/>
                <a:gd name="connsiteY3" fmla="*/ 353441 h 353441"/>
                <a:gd name="connsiteX4" fmla="*/ 102426 w 320802"/>
                <a:gd name="connsiteY4" fmla="*/ 268605 h 353441"/>
                <a:gd name="connsiteX5" fmla="*/ 140526 w 320802"/>
                <a:gd name="connsiteY5" fmla="*/ 268605 h 353441"/>
                <a:gd name="connsiteX6" fmla="*/ 140526 w 320802"/>
                <a:gd name="connsiteY6" fmla="*/ 267843 h 353441"/>
                <a:gd name="connsiteX7" fmla="*/ 191897 w 320802"/>
                <a:gd name="connsiteY7" fmla="*/ 267843 h 353441"/>
                <a:gd name="connsiteX8" fmla="*/ 320802 w 320802"/>
                <a:gd name="connsiteY8" fmla="*/ 138938 h 353441"/>
                <a:gd name="connsiteX9" fmla="*/ 320802 w 320802"/>
                <a:gd name="connsiteY9" fmla="*/ 128842 h 353441"/>
                <a:gd name="connsiteX10" fmla="*/ 191897 w 320802"/>
                <a:gd name="connsiteY10" fmla="*/ 0 h 353441"/>
                <a:gd name="connsiteX11" fmla="*/ 152971 w 320802"/>
                <a:gd name="connsiteY11" fmla="*/ 201422 h 353441"/>
                <a:gd name="connsiteX12" fmla="*/ 108458 w 320802"/>
                <a:gd name="connsiteY12" fmla="*/ 201422 h 353441"/>
                <a:gd name="connsiteX13" fmla="*/ 102426 w 320802"/>
                <a:gd name="connsiteY13" fmla="*/ 201168 h 353441"/>
                <a:gd name="connsiteX14" fmla="*/ 102426 w 320802"/>
                <a:gd name="connsiteY14" fmla="*/ 63373 h 353441"/>
                <a:gd name="connsiteX15" fmla="*/ 108458 w 320802"/>
                <a:gd name="connsiteY15" fmla="*/ 63056 h 353441"/>
                <a:gd name="connsiteX16" fmla="*/ 152971 w 320802"/>
                <a:gd name="connsiteY16" fmla="*/ 63056 h 353441"/>
                <a:gd name="connsiteX17" fmla="*/ 214122 w 320802"/>
                <a:gd name="connsiteY17" fmla="*/ 132271 h 353441"/>
                <a:gd name="connsiteX18" fmla="*/ 152971 w 320802"/>
                <a:gd name="connsiteY18" fmla="*/ 201422 h 35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20802" h="353441">
                  <a:moveTo>
                    <a:pt x="191897" y="64"/>
                  </a:moveTo>
                  <a:lnTo>
                    <a:pt x="0" y="64"/>
                  </a:lnTo>
                  <a:lnTo>
                    <a:pt x="0" y="353441"/>
                  </a:lnTo>
                  <a:lnTo>
                    <a:pt x="102426" y="353441"/>
                  </a:lnTo>
                  <a:lnTo>
                    <a:pt x="102426" y="268605"/>
                  </a:lnTo>
                  <a:lnTo>
                    <a:pt x="140526" y="268605"/>
                  </a:lnTo>
                  <a:lnTo>
                    <a:pt x="140526" y="267843"/>
                  </a:lnTo>
                  <a:lnTo>
                    <a:pt x="191897" y="267843"/>
                  </a:lnTo>
                  <a:cubicBezTo>
                    <a:pt x="263081" y="267843"/>
                    <a:pt x="320802" y="210122"/>
                    <a:pt x="320802" y="138938"/>
                  </a:cubicBezTo>
                  <a:lnTo>
                    <a:pt x="320802" y="128842"/>
                  </a:lnTo>
                  <a:cubicBezTo>
                    <a:pt x="320802" y="57658"/>
                    <a:pt x="263081" y="0"/>
                    <a:pt x="191897" y="0"/>
                  </a:cubicBezTo>
                  <a:moveTo>
                    <a:pt x="152971" y="201422"/>
                  </a:moveTo>
                  <a:lnTo>
                    <a:pt x="108458" y="201422"/>
                  </a:lnTo>
                  <a:cubicBezTo>
                    <a:pt x="106426" y="201422"/>
                    <a:pt x="104457" y="201422"/>
                    <a:pt x="102426" y="201168"/>
                  </a:cubicBezTo>
                  <a:lnTo>
                    <a:pt x="102426" y="63373"/>
                  </a:lnTo>
                  <a:cubicBezTo>
                    <a:pt x="104457" y="63183"/>
                    <a:pt x="106363" y="63056"/>
                    <a:pt x="108458" y="63056"/>
                  </a:cubicBezTo>
                  <a:lnTo>
                    <a:pt x="152971" y="63056"/>
                  </a:lnTo>
                  <a:cubicBezTo>
                    <a:pt x="186754" y="63056"/>
                    <a:pt x="214122" y="94044"/>
                    <a:pt x="214122" y="132271"/>
                  </a:cubicBezTo>
                  <a:cubicBezTo>
                    <a:pt x="214122" y="170497"/>
                    <a:pt x="186754" y="201422"/>
                    <a:pt x="152971" y="201422"/>
                  </a:cubicBezTo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="" xmlns:a16="http://schemas.microsoft.com/office/drawing/2014/main" id="{5BCB1897-B3EA-424B-83AB-0BA379588A13}"/>
                </a:ext>
              </a:extLst>
            </p:cNvPr>
            <p:cNvSpPr/>
            <p:nvPr/>
          </p:nvSpPr>
          <p:spPr>
            <a:xfrm>
              <a:off x="11520360" y="360803"/>
              <a:ext cx="274054" cy="354016"/>
            </a:xfrm>
            <a:custGeom>
              <a:avLst/>
              <a:gdLst>
                <a:gd name="connsiteX0" fmla="*/ 218313 w 274054"/>
                <a:gd name="connsiteY0" fmla="*/ 165294 h 354016"/>
                <a:gd name="connsiteX1" fmla="*/ 218313 w 274054"/>
                <a:gd name="connsiteY1" fmla="*/ 165294 h 354016"/>
                <a:gd name="connsiteX2" fmla="*/ 118808 w 274054"/>
                <a:gd name="connsiteY2" fmla="*/ 105985 h 354016"/>
                <a:gd name="connsiteX3" fmla="*/ 118808 w 274054"/>
                <a:gd name="connsiteY3" fmla="*/ 105985 h 354016"/>
                <a:gd name="connsiteX4" fmla="*/ 111379 w 274054"/>
                <a:gd name="connsiteY4" fmla="*/ 85284 h 354016"/>
                <a:gd name="connsiteX5" fmla="*/ 137605 w 274054"/>
                <a:gd name="connsiteY5" fmla="*/ 63694 h 354016"/>
                <a:gd name="connsiteX6" fmla="*/ 257111 w 274054"/>
                <a:gd name="connsiteY6" fmla="*/ 63694 h 354016"/>
                <a:gd name="connsiteX7" fmla="*/ 257111 w 274054"/>
                <a:gd name="connsiteY7" fmla="*/ 194 h 354016"/>
                <a:gd name="connsiteX8" fmla="*/ 117031 w 274054"/>
                <a:gd name="connsiteY8" fmla="*/ 194 h 354016"/>
                <a:gd name="connsiteX9" fmla="*/ 6033 w 274054"/>
                <a:gd name="connsiteY9" fmla="*/ 88332 h 354016"/>
                <a:gd name="connsiteX10" fmla="*/ 53531 w 274054"/>
                <a:gd name="connsiteY10" fmla="*/ 183519 h 354016"/>
                <a:gd name="connsiteX11" fmla="*/ 65786 w 274054"/>
                <a:gd name="connsiteY11" fmla="*/ 191012 h 354016"/>
                <a:gd name="connsiteX12" fmla="*/ 124334 w 274054"/>
                <a:gd name="connsiteY12" fmla="*/ 226762 h 354016"/>
                <a:gd name="connsiteX13" fmla="*/ 153162 w 274054"/>
                <a:gd name="connsiteY13" fmla="*/ 245304 h 354016"/>
                <a:gd name="connsiteX14" fmla="*/ 157226 w 274054"/>
                <a:gd name="connsiteY14" fmla="*/ 271657 h 354016"/>
                <a:gd name="connsiteX15" fmla="*/ 130175 w 274054"/>
                <a:gd name="connsiteY15" fmla="*/ 286516 h 354016"/>
                <a:gd name="connsiteX16" fmla="*/ 32512 w 274054"/>
                <a:gd name="connsiteY16" fmla="*/ 286516 h 354016"/>
                <a:gd name="connsiteX17" fmla="*/ 0 w 274054"/>
                <a:gd name="connsiteY17" fmla="*/ 354016 h 354016"/>
                <a:gd name="connsiteX18" fmla="*/ 167449 w 274054"/>
                <a:gd name="connsiteY18" fmla="*/ 354016 h 354016"/>
                <a:gd name="connsiteX19" fmla="*/ 269621 w 274054"/>
                <a:gd name="connsiteY19" fmla="*/ 280801 h 354016"/>
                <a:gd name="connsiteX20" fmla="*/ 218313 w 274054"/>
                <a:gd name="connsiteY20" fmla="*/ 165231 h 354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74054" h="354016">
                  <a:moveTo>
                    <a:pt x="218313" y="165294"/>
                  </a:moveTo>
                  <a:lnTo>
                    <a:pt x="218313" y="165294"/>
                  </a:lnTo>
                  <a:lnTo>
                    <a:pt x="118808" y="105985"/>
                  </a:lnTo>
                  <a:lnTo>
                    <a:pt x="118808" y="105985"/>
                  </a:lnTo>
                  <a:cubicBezTo>
                    <a:pt x="115253" y="102620"/>
                    <a:pt x="111379" y="96397"/>
                    <a:pt x="111379" y="85284"/>
                  </a:cubicBezTo>
                  <a:cubicBezTo>
                    <a:pt x="111379" y="68711"/>
                    <a:pt x="129921" y="64456"/>
                    <a:pt x="137605" y="63694"/>
                  </a:cubicBezTo>
                  <a:lnTo>
                    <a:pt x="257111" y="63694"/>
                  </a:lnTo>
                  <a:lnTo>
                    <a:pt x="257111" y="194"/>
                  </a:lnTo>
                  <a:lnTo>
                    <a:pt x="117031" y="194"/>
                  </a:lnTo>
                  <a:cubicBezTo>
                    <a:pt x="117031" y="194"/>
                    <a:pt x="15558" y="-8378"/>
                    <a:pt x="6033" y="88332"/>
                  </a:cubicBezTo>
                  <a:cubicBezTo>
                    <a:pt x="2604" y="137418"/>
                    <a:pt x="29083" y="166945"/>
                    <a:pt x="53531" y="183519"/>
                  </a:cubicBezTo>
                  <a:cubicBezTo>
                    <a:pt x="57721" y="186440"/>
                    <a:pt x="61849" y="188916"/>
                    <a:pt x="65786" y="191012"/>
                  </a:cubicBezTo>
                  <a:lnTo>
                    <a:pt x="124334" y="226762"/>
                  </a:lnTo>
                  <a:lnTo>
                    <a:pt x="153162" y="245304"/>
                  </a:lnTo>
                  <a:cubicBezTo>
                    <a:pt x="153162" y="245304"/>
                    <a:pt x="166433" y="256925"/>
                    <a:pt x="157226" y="271657"/>
                  </a:cubicBezTo>
                  <a:cubicBezTo>
                    <a:pt x="148082" y="286516"/>
                    <a:pt x="130175" y="286516"/>
                    <a:pt x="130175" y="286516"/>
                  </a:cubicBezTo>
                  <a:lnTo>
                    <a:pt x="32512" y="286516"/>
                  </a:lnTo>
                  <a:lnTo>
                    <a:pt x="0" y="354016"/>
                  </a:lnTo>
                  <a:lnTo>
                    <a:pt x="167449" y="354016"/>
                  </a:lnTo>
                  <a:cubicBezTo>
                    <a:pt x="167449" y="354016"/>
                    <a:pt x="248793" y="354143"/>
                    <a:pt x="269621" y="280801"/>
                  </a:cubicBezTo>
                  <a:cubicBezTo>
                    <a:pt x="289687" y="210125"/>
                    <a:pt x="236157" y="175962"/>
                    <a:pt x="218313" y="165231"/>
                  </a:cubicBezTo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5" name="Полилиния: фигура 14">
            <a:extLst>
              <a:ext uri="{FF2B5EF4-FFF2-40B4-BE49-F238E27FC236}">
                <a16:creationId xmlns="" xmlns:a16="http://schemas.microsoft.com/office/drawing/2014/main" id="{74CA07E6-3079-4264-AFAF-A7D3EFF609B6}"/>
              </a:ext>
            </a:extLst>
          </p:cNvPr>
          <p:cNvSpPr/>
          <p:nvPr/>
        </p:nvSpPr>
        <p:spPr>
          <a:xfrm>
            <a:off x="10863548" y="816484"/>
            <a:ext cx="3954494" cy="32099"/>
          </a:xfrm>
          <a:custGeom>
            <a:avLst/>
            <a:gdLst>
              <a:gd name="connsiteX0" fmla="*/ 0 w 2636329"/>
              <a:gd name="connsiteY0" fmla="*/ 0 h 21399"/>
              <a:gd name="connsiteX1" fmla="*/ 2636330 w 2636329"/>
              <a:gd name="connsiteY1" fmla="*/ 0 h 21399"/>
              <a:gd name="connsiteX2" fmla="*/ 2636330 w 2636329"/>
              <a:gd name="connsiteY2" fmla="*/ 21400 h 21399"/>
              <a:gd name="connsiteX3" fmla="*/ 0 w 2636329"/>
              <a:gd name="connsiteY3" fmla="*/ 21400 h 21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36329" h="21399">
                <a:moveTo>
                  <a:pt x="0" y="0"/>
                </a:moveTo>
                <a:lnTo>
                  <a:pt x="2636330" y="0"/>
                </a:lnTo>
                <a:lnTo>
                  <a:pt x="2636330" y="21400"/>
                </a:lnTo>
                <a:lnTo>
                  <a:pt x="0" y="21400"/>
                </a:lnTo>
                <a:close/>
              </a:path>
            </a:pathLst>
          </a:custGeom>
          <a:solidFill>
            <a:srgbClr val="8C96A3"/>
          </a:solidFill>
          <a:ln w="6350" cap="flat">
            <a:noFill/>
            <a:prstDash val="solid"/>
            <a:miter/>
          </a:ln>
        </p:spPr>
        <p:txBody>
          <a:bodyPr lIns="137160" tIns="68580" rIns="137160" bIns="68580" rtlCol="0" anchor="ctr"/>
          <a:lstStyle/>
          <a:p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8F96BF0E-C727-422C-835B-915AC33A562B}"/>
              </a:ext>
            </a:extLst>
          </p:cNvPr>
          <p:cNvSpPr txBox="1"/>
          <p:nvPr/>
        </p:nvSpPr>
        <p:spPr>
          <a:xfrm>
            <a:off x="1984613" y="2150624"/>
            <a:ext cx="14202927" cy="2354491"/>
          </a:xfrm>
          <a:prstGeom prst="rect">
            <a:avLst/>
          </a:prstGeom>
          <a:noFill/>
        </p:spPr>
        <p:txBody>
          <a:bodyPr wrap="none" lIns="137160" tIns="68580" rIns="137160" bIns="68580" rtlCol="0">
            <a:spAutoFit/>
          </a:bodyPr>
          <a:lstStyle/>
          <a:p>
            <a:pPr algn="ctr"/>
            <a:r>
              <a:rPr lang="ru-RU" sz="7200" b="1" dirty="0">
                <a:latin typeface="+mn-lt"/>
                <a:sym typeface="Calibri"/>
              </a:rPr>
              <a:t>Расширяем ассортимент </a:t>
            </a:r>
          </a:p>
          <a:p>
            <a:pPr algn="ctr"/>
            <a:r>
              <a:rPr lang="ru-RU" sz="5400" b="1" dirty="0" smtClean="0">
                <a:latin typeface="Calibri"/>
                <a:ea typeface="Calibri"/>
                <a:cs typeface="Calibri"/>
                <a:sym typeface="Calibri"/>
                <a:rtl val="0"/>
              </a:rPr>
              <a:t> </a:t>
            </a:r>
            <a:r>
              <a:rPr lang="ru-RU" sz="7200" b="1" dirty="0">
                <a:latin typeface="+mn-lt"/>
                <a:sym typeface="Calibri"/>
              </a:rPr>
              <a:t>28 новых продуктов по 6 брендам</a:t>
            </a:r>
          </a:p>
        </p:txBody>
      </p:sp>
      <p:grpSp>
        <p:nvGrpSpPr>
          <p:cNvPr id="26" name="Рисунок 4">
            <a:extLst>
              <a:ext uri="{FF2B5EF4-FFF2-40B4-BE49-F238E27FC236}">
                <a16:creationId xmlns="" xmlns:a16="http://schemas.microsoft.com/office/drawing/2014/main" id="{55C165D3-39F3-493D-98DF-2D0A5D9EC5B3}"/>
              </a:ext>
            </a:extLst>
          </p:cNvPr>
          <p:cNvGrpSpPr/>
          <p:nvPr/>
        </p:nvGrpSpPr>
        <p:grpSpPr>
          <a:xfrm>
            <a:off x="2166442" y="4991517"/>
            <a:ext cx="4286060" cy="1726451"/>
            <a:chOff x="1825752" y="3315843"/>
            <a:chExt cx="2231326" cy="831185"/>
          </a:xfrm>
        </p:grpSpPr>
        <p:grpSp>
          <p:nvGrpSpPr>
            <p:cNvPr id="27" name="Рисунок 4">
              <a:extLst>
                <a:ext uri="{FF2B5EF4-FFF2-40B4-BE49-F238E27FC236}">
                  <a16:creationId xmlns="" xmlns:a16="http://schemas.microsoft.com/office/drawing/2014/main" id="{A4AF6D78-2E48-4115-9F2E-6133E1CA8BBD}"/>
                </a:ext>
              </a:extLst>
            </p:cNvPr>
            <p:cNvGrpSpPr/>
            <p:nvPr/>
          </p:nvGrpSpPr>
          <p:grpSpPr>
            <a:xfrm>
              <a:off x="1825752" y="3315843"/>
              <a:ext cx="2231326" cy="489520"/>
              <a:chOff x="1825752" y="3315843"/>
              <a:chExt cx="2231326" cy="489520"/>
            </a:xfrm>
          </p:grpSpPr>
          <p:sp>
            <p:nvSpPr>
              <p:cNvPr id="28" name="Полилиния: фигура 27">
                <a:extLst>
                  <a:ext uri="{FF2B5EF4-FFF2-40B4-BE49-F238E27FC236}">
                    <a16:creationId xmlns="" xmlns:a16="http://schemas.microsoft.com/office/drawing/2014/main" id="{5023D9AB-D031-447E-AC08-2A2FF6F96267}"/>
                  </a:ext>
                </a:extLst>
              </p:cNvPr>
              <p:cNvSpPr/>
              <p:nvPr/>
            </p:nvSpPr>
            <p:spPr>
              <a:xfrm>
                <a:off x="1825752" y="3343211"/>
                <a:ext cx="2231326" cy="462152"/>
              </a:xfrm>
              <a:custGeom>
                <a:avLst/>
                <a:gdLst>
                  <a:gd name="connsiteX0" fmla="*/ 2012696 w 2231326"/>
                  <a:gd name="connsiteY0" fmla="*/ 0 h 462152"/>
                  <a:gd name="connsiteX1" fmla="*/ 2231326 w 2231326"/>
                  <a:gd name="connsiteY1" fmla="*/ 218630 h 462152"/>
                  <a:gd name="connsiteX2" fmla="*/ 2231326 w 2231326"/>
                  <a:gd name="connsiteY2" fmla="*/ 243522 h 462152"/>
                  <a:gd name="connsiteX3" fmla="*/ 2012696 w 2231326"/>
                  <a:gd name="connsiteY3" fmla="*/ 462153 h 462152"/>
                  <a:gd name="connsiteX4" fmla="*/ 218630 w 2231326"/>
                  <a:gd name="connsiteY4" fmla="*/ 462153 h 462152"/>
                  <a:gd name="connsiteX5" fmla="*/ 0 w 2231326"/>
                  <a:gd name="connsiteY5" fmla="*/ 243522 h 462152"/>
                  <a:gd name="connsiteX6" fmla="*/ 0 w 2231326"/>
                  <a:gd name="connsiteY6" fmla="*/ 218630 h 462152"/>
                  <a:gd name="connsiteX7" fmla="*/ 218630 w 2231326"/>
                  <a:gd name="connsiteY7" fmla="*/ 0 h 462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31326" h="462152">
                    <a:moveTo>
                      <a:pt x="2012696" y="0"/>
                    </a:moveTo>
                    <a:cubicBezTo>
                      <a:pt x="2133442" y="0"/>
                      <a:pt x="2231326" y="97884"/>
                      <a:pt x="2231326" y="218630"/>
                    </a:cubicBezTo>
                    <a:lnTo>
                      <a:pt x="2231326" y="243522"/>
                    </a:lnTo>
                    <a:cubicBezTo>
                      <a:pt x="2231326" y="364268"/>
                      <a:pt x="2133442" y="462153"/>
                      <a:pt x="2012696" y="462153"/>
                    </a:cubicBezTo>
                    <a:lnTo>
                      <a:pt x="218630" y="462153"/>
                    </a:lnTo>
                    <a:cubicBezTo>
                      <a:pt x="97884" y="462153"/>
                      <a:pt x="0" y="364268"/>
                      <a:pt x="0" y="243522"/>
                    </a:cubicBezTo>
                    <a:lnTo>
                      <a:pt x="0" y="218630"/>
                    </a:lnTo>
                    <a:cubicBezTo>
                      <a:pt x="0" y="97884"/>
                      <a:pt x="97884" y="0"/>
                      <a:pt x="218630" y="0"/>
                    </a:cubicBezTo>
                    <a:close/>
                  </a:path>
                </a:pathLst>
              </a:custGeom>
              <a:solidFill>
                <a:srgbClr val="FF830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="" xmlns:a16="http://schemas.microsoft.com/office/drawing/2014/main" id="{713367CC-22BA-41AA-925A-6513895B9831}"/>
                  </a:ext>
                </a:extLst>
              </p:cNvPr>
              <p:cNvSpPr txBox="1"/>
              <p:nvPr/>
            </p:nvSpPr>
            <p:spPr>
              <a:xfrm>
                <a:off x="2161809" y="3407554"/>
                <a:ext cx="1554819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AV</a:t>
                </a:r>
                <a:r>
                  <a:rPr lang="ru-RU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AN</a:t>
                </a:r>
                <a:r>
                  <a:rPr lang="en-US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T</a:t>
                </a:r>
                <a:r>
                  <a:rPr lang="ru-RU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GARDE</a:t>
                </a:r>
                <a:endParaRPr lang="ru-RU" sz="38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="" xmlns:a16="http://schemas.microsoft.com/office/drawing/2014/main" id="{33E3D05E-2C23-4AF9-98B7-D6020E0A2B8D}"/>
                  </a:ext>
                </a:extLst>
              </p:cNvPr>
              <p:cNvSpPr txBox="1"/>
              <p:nvPr/>
            </p:nvSpPr>
            <p:spPr>
              <a:xfrm>
                <a:off x="2655887" y="3315843"/>
                <a:ext cx="9617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endParaRPr lang="ru-RU" sz="3800" b="1" spc="-113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="" xmlns:a16="http://schemas.microsoft.com/office/drawing/2014/main" id="{BEB34744-16B8-426B-9C0F-7FA251731666}"/>
                </a:ext>
              </a:extLst>
            </p:cNvPr>
            <p:cNvSpPr txBox="1"/>
            <p:nvPr/>
          </p:nvSpPr>
          <p:spPr>
            <a:xfrm>
              <a:off x="2721298" y="3821040"/>
              <a:ext cx="408249" cy="3259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+</a:t>
              </a:r>
              <a:r>
                <a:rPr lang="ru-RU" sz="3800" b="1" dirty="0" smtClean="0">
                  <a:latin typeface="Calibri"/>
                  <a:ea typeface="Calibri"/>
                  <a:cs typeface="Calibri"/>
                  <a:sym typeface="Calibri"/>
                  <a:rtl val="0"/>
                </a:rPr>
                <a:t>3 </a:t>
              </a:r>
              <a:endParaRPr lang="ru-RU" sz="3800" b="1" dirty="0"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</p:grpSp>
      <p:grpSp>
        <p:nvGrpSpPr>
          <p:cNvPr id="35" name="Рисунок 4">
            <a:extLst>
              <a:ext uri="{FF2B5EF4-FFF2-40B4-BE49-F238E27FC236}">
                <a16:creationId xmlns="" xmlns:a16="http://schemas.microsoft.com/office/drawing/2014/main" id="{1C3DD746-82D6-41EE-86C5-E5A907FCF375}"/>
              </a:ext>
            </a:extLst>
          </p:cNvPr>
          <p:cNvGrpSpPr/>
          <p:nvPr/>
        </p:nvGrpSpPr>
        <p:grpSpPr>
          <a:xfrm>
            <a:off x="7028859" y="5048365"/>
            <a:ext cx="4286060" cy="1669603"/>
            <a:chOff x="5067363" y="3343211"/>
            <a:chExt cx="2231326" cy="803816"/>
          </a:xfrm>
        </p:grpSpPr>
        <p:grpSp>
          <p:nvGrpSpPr>
            <p:cNvPr id="36" name="Рисунок 4">
              <a:extLst>
                <a:ext uri="{FF2B5EF4-FFF2-40B4-BE49-F238E27FC236}">
                  <a16:creationId xmlns="" xmlns:a16="http://schemas.microsoft.com/office/drawing/2014/main" id="{A6648A5C-ACB3-4470-A9D3-ED1F2C6171B0}"/>
                </a:ext>
              </a:extLst>
            </p:cNvPr>
            <p:cNvGrpSpPr/>
            <p:nvPr/>
          </p:nvGrpSpPr>
          <p:grpSpPr>
            <a:xfrm>
              <a:off x="5067363" y="3343211"/>
              <a:ext cx="2231326" cy="462152"/>
              <a:chOff x="5067363" y="3343211"/>
              <a:chExt cx="2231326" cy="462152"/>
            </a:xfrm>
          </p:grpSpPr>
          <p:sp>
            <p:nvSpPr>
              <p:cNvPr id="37" name="Полилиния: фигура 36">
                <a:extLst>
                  <a:ext uri="{FF2B5EF4-FFF2-40B4-BE49-F238E27FC236}">
                    <a16:creationId xmlns="" xmlns:a16="http://schemas.microsoft.com/office/drawing/2014/main" id="{AA3E6630-1F3D-438D-9EBE-1E3979A91CCF}"/>
                  </a:ext>
                </a:extLst>
              </p:cNvPr>
              <p:cNvSpPr/>
              <p:nvPr/>
            </p:nvSpPr>
            <p:spPr>
              <a:xfrm>
                <a:off x="5067363" y="3343211"/>
                <a:ext cx="2231326" cy="462152"/>
              </a:xfrm>
              <a:custGeom>
                <a:avLst/>
                <a:gdLst>
                  <a:gd name="connsiteX0" fmla="*/ 2012696 w 2231326"/>
                  <a:gd name="connsiteY0" fmla="*/ 0 h 462152"/>
                  <a:gd name="connsiteX1" fmla="*/ 2231327 w 2231326"/>
                  <a:gd name="connsiteY1" fmla="*/ 218630 h 462152"/>
                  <a:gd name="connsiteX2" fmla="*/ 2231327 w 2231326"/>
                  <a:gd name="connsiteY2" fmla="*/ 243522 h 462152"/>
                  <a:gd name="connsiteX3" fmla="*/ 2012696 w 2231326"/>
                  <a:gd name="connsiteY3" fmla="*/ 462153 h 462152"/>
                  <a:gd name="connsiteX4" fmla="*/ 218630 w 2231326"/>
                  <a:gd name="connsiteY4" fmla="*/ 462153 h 462152"/>
                  <a:gd name="connsiteX5" fmla="*/ 0 w 2231326"/>
                  <a:gd name="connsiteY5" fmla="*/ 243522 h 462152"/>
                  <a:gd name="connsiteX6" fmla="*/ 0 w 2231326"/>
                  <a:gd name="connsiteY6" fmla="*/ 218630 h 462152"/>
                  <a:gd name="connsiteX7" fmla="*/ 218630 w 2231326"/>
                  <a:gd name="connsiteY7" fmla="*/ 0 h 462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31326" h="462152">
                    <a:moveTo>
                      <a:pt x="2012696" y="0"/>
                    </a:moveTo>
                    <a:cubicBezTo>
                      <a:pt x="2133442" y="0"/>
                      <a:pt x="2231327" y="97884"/>
                      <a:pt x="2231327" y="218630"/>
                    </a:cubicBezTo>
                    <a:lnTo>
                      <a:pt x="2231327" y="243522"/>
                    </a:lnTo>
                    <a:cubicBezTo>
                      <a:pt x="2231327" y="364268"/>
                      <a:pt x="2133443" y="462153"/>
                      <a:pt x="2012696" y="462153"/>
                    </a:cubicBezTo>
                    <a:lnTo>
                      <a:pt x="218630" y="462153"/>
                    </a:lnTo>
                    <a:cubicBezTo>
                      <a:pt x="97884" y="462153"/>
                      <a:pt x="0" y="364268"/>
                      <a:pt x="0" y="243522"/>
                    </a:cubicBezTo>
                    <a:lnTo>
                      <a:pt x="0" y="218630"/>
                    </a:lnTo>
                    <a:cubicBezTo>
                      <a:pt x="0" y="97884"/>
                      <a:pt x="97884" y="0"/>
                      <a:pt x="218630" y="0"/>
                    </a:cubicBezTo>
                    <a:close/>
                  </a:path>
                </a:pathLst>
              </a:custGeom>
              <a:solidFill>
                <a:srgbClr val="FF830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="" xmlns:a16="http://schemas.microsoft.com/office/drawing/2014/main" id="{D99B44E2-53D9-48F4-8E00-4411046F22BA}"/>
                  </a:ext>
                </a:extLst>
              </p:cNvPr>
              <p:cNvSpPr txBox="1"/>
              <p:nvPr/>
            </p:nvSpPr>
            <p:spPr>
              <a:xfrm>
                <a:off x="5824041" y="3408513"/>
                <a:ext cx="716289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TIT</a:t>
                </a:r>
                <a:r>
                  <a:rPr lang="ru-RU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AN</a:t>
                </a:r>
                <a:endParaRPr lang="ru-RU" sz="38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="" xmlns:a16="http://schemas.microsoft.com/office/drawing/2014/main" id="{B8D1C7FC-69E1-4769-86F9-2505DFC39A8E}"/>
                </a:ext>
              </a:extLst>
            </p:cNvPr>
            <p:cNvSpPr txBox="1"/>
            <p:nvPr/>
          </p:nvSpPr>
          <p:spPr>
            <a:xfrm>
              <a:off x="5990838" y="3821039"/>
              <a:ext cx="350667" cy="3259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+</a:t>
              </a:r>
              <a:r>
                <a:rPr lang="ru-RU" sz="3800" b="1" dirty="0" smtClean="0">
                  <a:latin typeface="Calibri"/>
                  <a:ea typeface="Calibri"/>
                  <a:cs typeface="Calibri"/>
                  <a:sym typeface="Calibri"/>
                  <a:rtl val="0"/>
                </a:rPr>
                <a:t>4</a:t>
              </a:r>
              <a:endParaRPr lang="ru-RU" sz="3800" b="1" dirty="0"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</p:grpSp>
      <p:grpSp>
        <p:nvGrpSpPr>
          <p:cNvPr id="42" name="Рисунок 4">
            <a:extLst>
              <a:ext uri="{FF2B5EF4-FFF2-40B4-BE49-F238E27FC236}">
                <a16:creationId xmlns="" xmlns:a16="http://schemas.microsoft.com/office/drawing/2014/main" id="{F80AC400-D71B-4B8A-B879-BAD7DE21329E}"/>
              </a:ext>
            </a:extLst>
          </p:cNvPr>
          <p:cNvGrpSpPr/>
          <p:nvPr/>
        </p:nvGrpSpPr>
        <p:grpSpPr>
          <a:xfrm>
            <a:off x="11891188" y="4991520"/>
            <a:ext cx="4286062" cy="1713750"/>
            <a:chOff x="8308911" y="3315843"/>
            <a:chExt cx="2231326" cy="825070"/>
          </a:xfrm>
        </p:grpSpPr>
        <p:grpSp>
          <p:nvGrpSpPr>
            <p:cNvPr id="43" name="Рисунок 4">
              <a:extLst>
                <a:ext uri="{FF2B5EF4-FFF2-40B4-BE49-F238E27FC236}">
                  <a16:creationId xmlns="" xmlns:a16="http://schemas.microsoft.com/office/drawing/2014/main" id="{1EFFD785-A630-497D-9D75-A4631C735EF3}"/>
                </a:ext>
              </a:extLst>
            </p:cNvPr>
            <p:cNvGrpSpPr/>
            <p:nvPr/>
          </p:nvGrpSpPr>
          <p:grpSpPr>
            <a:xfrm>
              <a:off x="8308911" y="3315843"/>
              <a:ext cx="2231326" cy="489520"/>
              <a:chOff x="8308911" y="3315843"/>
              <a:chExt cx="2231326" cy="489520"/>
            </a:xfrm>
          </p:grpSpPr>
          <p:sp>
            <p:nvSpPr>
              <p:cNvPr id="44" name="Полилиния: фигура 43">
                <a:extLst>
                  <a:ext uri="{FF2B5EF4-FFF2-40B4-BE49-F238E27FC236}">
                    <a16:creationId xmlns="" xmlns:a16="http://schemas.microsoft.com/office/drawing/2014/main" id="{DA80E52F-CE0E-4F05-99F4-24B710B27215}"/>
                  </a:ext>
                </a:extLst>
              </p:cNvPr>
              <p:cNvSpPr/>
              <p:nvPr/>
            </p:nvSpPr>
            <p:spPr>
              <a:xfrm>
                <a:off x="8308911" y="3343211"/>
                <a:ext cx="2231326" cy="462152"/>
              </a:xfrm>
              <a:custGeom>
                <a:avLst/>
                <a:gdLst>
                  <a:gd name="connsiteX0" fmla="*/ 2012696 w 2231326"/>
                  <a:gd name="connsiteY0" fmla="*/ 0 h 462152"/>
                  <a:gd name="connsiteX1" fmla="*/ 2231327 w 2231326"/>
                  <a:gd name="connsiteY1" fmla="*/ 218630 h 462152"/>
                  <a:gd name="connsiteX2" fmla="*/ 2231327 w 2231326"/>
                  <a:gd name="connsiteY2" fmla="*/ 243522 h 462152"/>
                  <a:gd name="connsiteX3" fmla="*/ 2012696 w 2231326"/>
                  <a:gd name="connsiteY3" fmla="*/ 462153 h 462152"/>
                  <a:gd name="connsiteX4" fmla="*/ 218630 w 2231326"/>
                  <a:gd name="connsiteY4" fmla="*/ 462153 h 462152"/>
                  <a:gd name="connsiteX5" fmla="*/ -1 w 2231326"/>
                  <a:gd name="connsiteY5" fmla="*/ 243522 h 462152"/>
                  <a:gd name="connsiteX6" fmla="*/ -1 w 2231326"/>
                  <a:gd name="connsiteY6" fmla="*/ 218630 h 462152"/>
                  <a:gd name="connsiteX7" fmla="*/ 218630 w 2231326"/>
                  <a:gd name="connsiteY7" fmla="*/ 0 h 462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31326" h="462152">
                    <a:moveTo>
                      <a:pt x="2012696" y="0"/>
                    </a:moveTo>
                    <a:cubicBezTo>
                      <a:pt x="2133442" y="0"/>
                      <a:pt x="2231327" y="97884"/>
                      <a:pt x="2231327" y="218630"/>
                    </a:cubicBezTo>
                    <a:lnTo>
                      <a:pt x="2231327" y="243522"/>
                    </a:lnTo>
                    <a:cubicBezTo>
                      <a:pt x="2231327" y="364268"/>
                      <a:pt x="2133443" y="462153"/>
                      <a:pt x="2012696" y="462153"/>
                    </a:cubicBezTo>
                    <a:lnTo>
                      <a:pt x="218630" y="462153"/>
                    </a:lnTo>
                    <a:cubicBezTo>
                      <a:pt x="97884" y="462153"/>
                      <a:pt x="-1" y="364268"/>
                      <a:pt x="-1" y="243522"/>
                    </a:cubicBezTo>
                    <a:lnTo>
                      <a:pt x="-1" y="218630"/>
                    </a:lnTo>
                    <a:cubicBezTo>
                      <a:pt x="-1" y="97884"/>
                      <a:pt x="97883" y="0"/>
                      <a:pt x="218630" y="0"/>
                    </a:cubicBezTo>
                    <a:close/>
                  </a:path>
                </a:pathLst>
              </a:custGeom>
              <a:solidFill>
                <a:srgbClr val="FF830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="" xmlns:a16="http://schemas.microsoft.com/office/drawing/2014/main" id="{733F0B62-460E-4C2D-874E-6120429527AB}"/>
                  </a:ext>
                </a:extLst>
              </p:cNvPr>
              <p:cNvSpPr txBox="1"/>
              <p:nvPr/>
            </p:nvSpPr>
            <p:spPr>
              <a:xfrm>
                <a:off x="8825345" y="3395326"/>
                <a:ext cx="119841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ru-RU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NEW</a:t>
                </a:r>
                <a:r>
                  <a:rPr lang="en-US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TONE</a:t>
                </a:r>
                <a:endParaRPr lang="ru-RU" sz="38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="" xmlns:a16="http://schemas.microsoft.com/office/drawing/2014/main" id="{4A5B23C9-90C0-4AF3-BE63-A911F21AB40D}"/>
                  </a:ext>
                </a:extLst>
              </p:cNvPr>
              <p:cNvSpPr txBox="1"/>
              <p:nvPr/>
            </p:nvSpPr>
            <p:spPr>
              <a:xfrm>
                <a:off x="9265538" y="3315843"/>
                <a:ext cx="9617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endParaRPr lang="ru-RU" sz="3800" b="1" spc="-113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="" xmlns:a16="http://schemas.microsoft.com/office/drawing/2014/main" id="{5DFD9EB6-799C-475C-AF5C-CF99E23F7445}"/>
                  </a:ext>
                </a:extLst>
              </p:cNvPr>
              <p:cNvSpPr txBox="1"/>
              <p:nvPr/>
            </p:nvSpPr>
            <p:spPr>
              <a:xfrm>
                <a:off x="9414192" y="3315843"/>
                <a:ext cx="9617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endParaRPr lang="ru-RU" sz="38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="" xmlns:a16="http://schemas.microsoft.com/office/drawing/2014/main" id="{57D26E7D-3CDF-40D5-9122-730AA51A1896}"/>
                </a:ext>
              </a:extLst>
            </p:cNvPr>
            <p:cNvSpPr txBox="1"/>
            <p:nvPr/>
          </p:nvSpPr>
          <p:spPr>
            <a:xfrm>
              <a:off x="9222320" y="3814925"/>
              <a:ext cx="350667" cy="3259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+</a:t>
              </a:r>
              <a:r>
                <a:rPr lang="ru-RU" sz="3800" b="1" dirty="0" smtClean="0">
                  <a:latin typeface="Calibri"/>
                  <a:ea typeface="Calibri"/>
                  <a:cs typeface="Calibri"/>
                  <a:sym typeface="Calibri"/>
                  <a:rtl val="0"/>
                </a:rPr>
                <a:t>2</a:t>
              </a:r>
              <a:endParaRPr lang="ru-RU" sz="3800" b="1" dirty="0"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</p:grpSp>
      <p:grpSp>
        <p:nvGrpSpPr>
          <p:cNvPr id="49" name="Рисунок 4">
            <a:extLst>
              <a:ext uri="{FF2B5EF4-FFF2-40B4-BE49-F238E27FC236}">
                <a16:creationId xmlns="" xmlns:a16="http://schemas.microsoft.com/office/drawing/2014/main" id="{3DE5856B-7108-4D95-9100-7CDF6D31D82E}"/>
              </a:ext>
            </a:extLst>
          </p:cNvPr>
          <p:cNvGrpSpPr/>
          <p:nvPr/>
        </p:nvGrpSpPr>
        <p:grpSpPr>
          <a:xfrm>
            <a:off x="2166442" y="7273403"/>
            <a:ext cx="4286060" cy="1764681"/>
            <a:chOff x="1825752" y="4815522"/>
            <a:chExt cx="2231326" cy="849591"/>
          </a:xfrm>
        </p:grpSpPr>
        <p:grpSp>
          <p:nvGrpSpPr>
            <p:cNvPr id="50" name="Рисунок 4">
              <a:extLst>
                <a:ext uri="{FF2B5EF4-FFF2-40B4-BE49-F238E27FC236}">
                  <a16:creationId xmlns="" xmlns:a16="http://schemas.microsoft.com/office/drawing/2014/main" id="{16B3037D-FF15-4184-BA12-C3E1C373D3B3}"/>
                </a:ext>
              </a:extLst>
            </p:cNvPr>
            <p:cNvGrpSpPr/>
            <p:nvPr/>
          </p:nvGrpSpPr>
          <p:grpSpPr>
            <a:xfrm>
              <a:off x="1825752" y="4815522"/>
              <a:ext cx="2231326" cy="489521"/>
              <a:chOff x="1825752" y="4815522"/>
              <a:chExt cx="2231326" cy="489521"/>
            </a:xfrm>
          </p:grpSpPr>
          <p:sp>
            <p:nvSpPr>
              <p:cNvPr id="51" name="Полилиния: фигура 50">
                <a:extLst>
                  <a:ext uri="{FF2B5EF4-FFF2-40B4-BE49-F238E27FC236}">
                    <a16:creationId xmlns="" xmlns:a16="http://schemas.microsoft.com/office/drawing/2014/main" id="{209742C6-888A-46F2-870C-824E88D79C0D}"/>
                  </a:ext>
                </a:extLst>
              </p:cNvPr>
              <p:cNvSpPr/>
              <p:nvPr/>
            </p:nvSpPr>
            <p:spPr>
              <a:xfrm>
                <a:off x="1825752" y="4842891"/>
                <a:ext cx="2231326" cy="462152"/>
              </a:xfrm>
              <a:custGeom>
                <a:avLst/>
                <a:gdLst>
                  <a:gd name="connsiteX0" fmla="*/ 2012696 w 2231326"/>
                  <a:gd name="connsiteY0" fmla="*/ 0 h 462152"/>
                  <a:gd name="connsiteX1" fmla="*/ 2231326 w 2231326"/>
                  <a:gd name="connsiteY1" fmla="*/ 218630 h 462152"/>
                  <a:gd name="connsiteX2" fmla="*/ 2231326 w 2231326"/>
                  <a:gd name="connsiteY2" fmla="*/ 243522 h 462152"/>
                  <a:gd name="connsiteX3" fmla="*/ 2012696 w 2231326"/>
                  <a:gd name="connsiteY3" fmla="*/ 462153 h 462152"/>
                  <a:gd name="connsiteX4" fmla="*/ 218630 w 2231326"/>
                  <a:gd name="connsiteY4" fmla="*/ 462153 h 462152"/>
                  <a:gd name="connsiteX5" fmla="*/ 0 w 2231326"/>
                  <a:gd name="connsiteY5" fmla="*/ 243522 h 462152"/>
                  <a:gd name="connsiteX6" fmla="*/ 0 w 2231326"/>
                  <a:gd name="connsiteY6" fmla="*/ 218630 h 462152"/>
                  <a:gd name="connsiteX7" fmla="*/ 218630 w 2231326"/>
                  <a:gd name="connsiteY7" fmla="*/ 0 h 462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31326" h="462152">
                    <a:moveTo>
                      <a:pt x="2012696" y="0"/>
                    </a:moveTo>
                    <a:cubicBezTo>
                      <a:pt x="2133442" y="0"/>
                      <a:pt x="2231326" y="97884"/>
                      <a:pt x="2231326" y="218630"/>
                    </a:cubicBezTo>
                    <a:lnTo>
                      <a:pt x="2231326" y="243522"/>
                    </a:lnTo>
                    <a:cubicBezTo>
                      <a:pt x="2231326" y="364268"/>
                      <a:pt x="2133442" y="462153"/>
                      <a:pt x="2012696" y="462153"/>
                    </a:cubicBezTo>
                    <a:lnTo>
                      <a:pt x="218630" y="462153"/>
                    </a:lnTo>
                    <a:cubicBezTo>
                      <a:pt x="97884" y="462153"/>
                      <a:pt x="0" y="364268"/>
                      <a:pt x="0" y="243522"/>
                    </a:cubicBezTo>
                    <a:lnTo>
                      <a:pt x="0" y="218630"/>
                    </a:lnTo>
                    <a:cubicBezTo>
                      <a:pt x="0" y="97884"/>
                      <a:pt x="97884" y="0"/>
                      <a:pt x="218630" y="0"/>
                    </a:cubicBezTo>
                    <a:close/>
                  </a:path>
                </a:pathLst>
              </a:custGeom>
              <a:solidFill>
                <a:srgbClr val="FF830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="" xmlns:a16="http://schemas.microsoft.com/office/drawing/2014/main" id="{25594756-14E9-461C-BAFD-0ED45E8012D9}"/>
                  </a:ext>
                </a:extLst>
              </p:cNvPr>
              <p:cNvSpPr txBox="1"/>
              <p:nvPr/>
            </p:nvSpPr>
            <p:spPr>
              <a:xfrm>
                <a:off x="2516443" y="4907233"/>
                <a:ext cx="846175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ru-RU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ОРЕОЛ</a:t>
                </a:r>
                <a:endParaRPr lang="ru-RU" sz="38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="" xmlns:a16="http://schemas.microsoft.com/office/drawing/2014/main" id="{489C5B48-1EEF-4A83-A6D7-792B6246C32B}"/>
                  </a:ext>
                </a:extLst>
              </p:cNvPr>
              <p:cNvSpPr txBox="1"/>
              <p:nvPr/>
            </p:nvSpPr>
            <p:spPr>
              <a:xfrm>
                <a:off x="2714982" y="4815522"/>
                <a:ext cx="9617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endParaRPr lang="ru-RU" sz="3800" b="1" spc="-75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="" xmlns:a16="http://schemas.microsoft.com/office/drawing/2014/main" id="{4B53B1A7-AF21-4DB3-92C9-3D274E68C736}"/>
                  </a:ext>
                </a:extLst>
              </p:cNvPr>
              <p:cNvSpPr txBox="1"/>
              <p:nvPr/>
            </p:nvSpPr>
            <p:spPr>
              <a:xfrm>
                <a:off x="2883217" y="4815522"/>
                <a:ext cx="9617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endParaRPr lang="ru-RU" sz="3800" b="1" spc="-113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="" xmlns:a16="http://schemas.microsoft.com/office/drawing/2014/main" id="{409AAED4-1373-4A26-B9BD-1C8ACC307A9E}"/>
                  </a:ext>
                </a:extLst>
              </p:cNvPr>
              <p:cNvSpPr txBox="1"/>
              <p:nvPr/>
            </p:nvSpPr>
            <p:spPr>
              <a:xfrm>
                <a:off x="3089528" y="4815522"/>
                <a:ext cx="9617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endParaRPr lang="ru-RU" sz="38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</p:grpSp>
        <p:sp>
          <p:nvSpPr>
            <p:cNvPr id="56" name="TextBox 55">
              <a:extLst>
                <a:ext uri="{FF2B5EF4-FFF2-40B4-BE49-F238E27FC236}">
                  <a16:creationId xmlns="" xmlns:a16="http://schemas.microsoft.com/office/drawing/2014/main" id="{2147B504-446C-49E4-88EE-F653FA377DF0}"/>
                </a:ext>
              </a:extLst>
            </p:cNvPr>
            <p:cNvSpPr txBox="1"/>
            <p:nvPr/>
          </p:nvSpPr>
          <p:spPr>
            <a:xfrm>
              <a:off x="2762943" y="5339125"/>
              <a:ext cx="350667" cy="3259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+</a:t>
              </a:r>
              <a:r>
                <a:rPr lang="ru-RU" sz="3800" b="1" dirty="0" smtClean="0">
                  <a:latin typeface="Calibri"/>
                  <a:ea typeface="Calibri"/>
                  <a:cs typeface="Calibri"/>
                  <a:sym typeface="Calibri"/>
                  <a:rtl val="0"/>
                </a:rPr>
                <a:t>8</a:t>
              </a:r>
              <a:endParaRPr lang="ru-RU" sz="3800" b="1" dirty="0"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</p:grpSp>
      <p:grpSp>
        <p:nvGrpSpPr>
          <p:cNvPr id="57" name="Рисунок 4">
            <a:extLst>
              <a:ext uri="{FF2B5EF4-FFF2-40B4-BE49-F238E27FC236}">
                <a16:creationId xmlns="" xmlns:a16="http://schemas.microsoft.com/office/drawing/2014/main" id="{9AFAF904-E2BB-4614-9964-922C08262574}"/>
              </a:ext>
            </a:extLst>
          </p:cNvPr>
          <p:cNvGrpSpPr/>
          <p:nvPr/>
        </p:nvGrpSpPr>
        <p:grpSpPr>
          <a:xfrm>
            <a:off x="7028875" y="7330258"/>
            <a:ext cx="4286065" cy="1695133"/>
            <a:chOff x="5067363" y="4842891"/>
            <a:chExt cx="2231326" cy="816107"/>
          </a:xfrm>
        </p:grpSpPr>
        <p:grpSp>
          <p:nvGrpSpPr>
            <p:cNvPr id="58" name="Рисунок 4">
              <a:extLst>
                <a:ext uri="{FF2B5EF4-FFF2-40B4-BE49-F238E27FC236}">
                  <a16:creationId xmlns="" xmlns:a16="http://schemas.microsoft.com/office/drawing/2014/main" id="{E5E92686-6DDF-479D-BD0D-6A3F952F8C08}"/>
                </a:ext>
              </a:extLst>
            </p:cNvPr>
            <p:cNvGrpSpPr/>
            <p:nvPr/>
          </p:nvGrpSpPr>
          <p:grpSpPr>
            <a:xfrm>
              <a:off x="5067363" y="4842891"/>
              <a:ext cx="2231326" cy="462152"/>
              <a:chOff x="5067363" y="4842891"/>
              <a:chExt cx="2231326" cy="462152"/>
            </a:xfrm>
          </p:grpSpPr>
          <p:sp>
            <p:nvSpPr>
              <p:cNvPr id="59" name="Полилиния: фигура 58">
                <a:extLst>
                  <a:ext uri="{FF2B5EF4-FFF2-40B4-BE49-F238E27FC236}">
                    <a16:creationId xmlns="" xmlns:a16="http://schemas.microsoft.com/office/drawing/2014/main" id="{7B92CFF5-9D5F-445D-9429-8B77CD487F53}"/>
                  </a:ext>
                </a:extLst>
              </p:cNvPr>
              <p:cNvSpPr/>
              <p:nvPr/>
            </p:nvSpPr>
            <p:spPr>
              <a:xfrm>
                <a:off x="5067363" y="4842891"/>
                <a:ext cx="2231326" cy="462152"/>
              </a:xfrm>
              <a:custGeom>
                <a:avLst/>
                <a:gdLst>
                  <a:gd name="connsiteX0" fmla="*/ 2012696 w 2231326"/>
                  <a:gd name="connsiteY0" fmla="*/ 0 h 462152"/>
                  <a:gd name="connsiteX1" fmla="*/ 2231327 w 2231326"/>
                  <a:gd name="connsiteY1" fmla="*/ 218630 h 462152"/>
                  <a:gd name="connsiteX2" fmla="*/ 2231327 w 2231326"/>
                  <a:gd name="connsiteY2" fmla="*/ 243522 h 462152"/>
                  <a:gd name="connsiteX3" fmla="*/ 2012696 w 2231326"/>
                  <a:gd name="connsiteY3" fmla="*/ 462153 h 462152"/>
                  <a:gd name="connsiteX4" fmla="*/ 218630 w 2231326"/>
                  <a:gd name="connsiteY4" fmla="*/ 462153 h 462152"/>
                  <a:gd name="connsiteX5" fmla="*/ 0 w 2231326"/>
                  <a:gd name="connsiteY5" fmla="*/ 243522 h 462152"/>
                  <a:gd name="connsiteX6" fmla="*/ 0 w 2231326"/>
                  <a:gd name="connsiteY6" fmla="*/ 218630 h 462152"/>
                  <a:gd name="connsiteX7" fmla="*/ 218630 w 2231326"/>
                  <a:gd name="connsiteY7" fmla="*/ 0 h 462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31326" h="462152">
                    <a:moveTo>
                      <a:pt x="2012696" y="0"/>
                    </a:moveTo>
                    <a:cubicBezTo>
                      <a:pt x="2133442" y="0"/>
                      <a:pt x="2231327" y="97884"/>
                      <a:pt x="2231327" y="218630"/>
                    </a:cubicBezTo>
                    <a:lnTo>
                      <a:pt x="2231327" y="243522"/>
                    </a:lnTo>
                    <a:cubicBezTo>
                      <a:pt x="2231327" y="364268"/>
                      <a:pt x="2133443" y="462153"/>
                      <a:pt x="2012696" y="462153"/>
                    </a:cubicBezTo>
                    <a:lnTo>
                      <a:pt x="218630" y="462153"/>
                    </a:lnTo>
                    <a:cubicBezTo>
                      <a:pt x="97884" y="462153"/>
                      <a:pt x="0" y="364268"/>
                      <a:pt x="0" y="243522"/>
                    </a:cubicBezTo>
                    <a:lnTo>
                      <a:pt x="0" y="218630"/>
                    </a:lnTo>
                    <a:cubicBezTo>
                      <a:pt x="0" y="97884"/>
                      <a:pt x="97884" y="0"/>
                      <a:pt x="218630" y="0"/>
                    </a:cubicBezTo>
                    <a:close/>
                  </a:path>
                </a:pathLst>
              </a:custGeom>
              <a:solidFill>
                <a:srgbClr val="FF830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="" xmlns:a16="http://schemas.microsoft.com/office/drawing/2014/main" id="{0204A586-293E-47AA-9CAC-9B3598EDBC3A}"/>
                  </a:ext>
                </a:extLst>
              </p:cNvPr>
              <p:cNvSpPr txBox="1"/>
              <p:nvPr/>
            </p:nvSpPr>
            <p:spPr>
              <a:xfrm>
                <a:off x="5448192" y="4907234"/>
                <a:ext cx="1459183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ru-RU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P</a:t>
                </a:r>
                <a:r>
                  <a:rPr lang="en-US" sz="3800" b="1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ROFIWOOD</a:t>
                </a:r>
                <a:endParaRPr lang="ru-RU" sz="38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="" xmlns:a16="http://schemas.microsoft.com/office/drawing/2014/main" id="{BDD0E484-1B17-45B8-B199-92769CD245FF}"/>
                </a:ext>
              </a:extLst>
            </p:cNvPr>
            <p:cNvSpPr txBox="1"/>
            <p:nvPr/>
          </p:nvSpPr>
          <p:spPr>
            <a:xfrm>
              <a:off x="5927749" y="5333010"/>
              <a:ext cx="479184" cy="3259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+</a:t>
              </a:r>
              <a:r>
                <a:rPr lang="ru-RU" sz="3800" b="1" dirty="0" smtClean="0">
                  <a:latin typeface="Calibri"/>
                  <a:ea typeface="Calibri"/>
                  <a:cs typeface="Calibri"/>
                  <a:sym typeface="Calibri"/>
                  <a:rtl val="0"/>
                </a:rPr>
                <a:t>10</a:t>
              </a:r>
              <a:endParaRPr lang="ru-RU" sz="3800" b="1" dirty="0"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</p:grpSp>
      <p:grpSp>
        <p:nvGrpSpPr>
          <p:cNvPr id="66" name="Рисунок 4">
            <a:extLst>
              <a:ext uri="{FF2B5EF4-FFF2-40B4-BE49-F238E27FC236}">
                <a16:creationId xmlns="" xmlns:a16="http://schemas.microsoft.com/office/drawing/2014/main" id="{FE3AD134-B9B9-4B69-8598-6B0A0F3785B0}"/>
              </a:ext>
            </a:extLst>
          </p:cNvPr>
          <p:cNvGrpSpPr/>
          <p:nvPr/>
        </p:nvGrpSpPr>
        <p:grpSpPr>
          <a:xfrm>
            <a:off x="11891185" y="7273405"/>
            <a:ext cx="4286061" cy="1751982"/>
            <a:chOff x="8308911" y="4815522"/>
            <a:chExt cx="2231326" cy="843477"/>
          </a:xfrm>
        </p:grpSpPr>
        <p:grpSp>
          <p:nvGrpSpPr>
            <p:cNvPr id="67" name="Рисунок 4">
              <a:extLst>
                <a:ext uri="{FF2B5EF4-FFF2-40B4-BE49-F238E27FC236}">
                  <a16:creationId xmlns="" xmlns:a16="http://schemas.microsoft.com/office/drawing/2014/main" id="{59C055B7-CDDA-4393-9C33-A8316D783CF2}"/>
                </a:ext>
              </a:extLst>
            </p:cNvPr>
            <p:cNvGrpSpPr/>
            <p:nvPr/>
          </p:nvGrpSpPr>
          <p:grpSpPr>
            <a:xfrm>
              <a:off x="8308911" y="4815522"/>
              <a:ext cx="2231326" cy="489521"/>
              <a:chOff x="8308911" y="4815522"/>
              <a:chExt cx="2231326" cy="489521"/>
            </a:xfrm>
          </p:grpSpPr>
          <p:sp>
            <p:nvSpPr>
              <p:cNvPr id="68" name="Полилиния: фигура 67">
                <a:extLst>
                  <a:ext uri="{FF2B5EF4-FFF2-40B4-BE49-F238E27FC236}">
                    <a16:creationId xmlns="" xmlns:a16="http://schemas.microsoft.com/office/drawing/2014/main" id="{FF5A1137-13E3-4BE1-9538-86C0BC866073}"/>
                  </a:ext>
                </a:extLst>
              </p:cNvPr>
              <p:cNvSpPr/>
              <p:nvPr/>
            </p:nvSpPr>
            <p:spPr>
              <a:xfrm>
                <a:off x="8308911" y="4842891"/>
                <a:ext cx="2231326" cy="462152"/>
              </a:xfrm>
              <a:custGeom>
                <a:avLst/>
                <a:gdLst>
                  <a:gd name="connsiteX0" fmla="*/ 2012696 w 2231326"/>
                  <a:gd name="connsiteY0" fmla="*/ 0 h 462152"/>
                  <a:gd name="connsiteX1" fmla="*/ 2231327 w 2231326"/>
                  <a:gd name="connsiteY1" fmla="*/ 218630 h 462152"/>
                  <a:gd name="connsiteX2" fmla="*/ 2231327 w 2231326"/>
                  <a:gd name="connsiteY2" fmla="*/ 243522 h 462152"/>
                  <a:gd name="connsiteX3" fmla="*/ 2012696 w 2231326"/>
                  <a:gd name="connsiteY3" fmla="*/ 462153 h 462152"/>
                  <a:gd name="connsiteX4" fmla="*/ 218630 w 2231326"/>
                  <a:gd name="connsiteY4" fmla="*/ 462153 h 462152"/>
                  <a:gd name="connsiteX5" fmla="*/ -1 w 2231326"/>
                  <a:gd name="connsiteY5" fmla="*/ 243522 h 462152"/>
                  <a:gd name="connsiteX6" fmla="*/ -1 w 2231326"/>
                  <a:gd name="connsiteY6" fmla="*/ 218630 h 462152"/>
                  <a:gd name="connsiteX7" fmla="*/ 218630 w 2231326"/>
                  <a:gd name="connsiteY7" fmla="*/ 0 h 462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31326" h="462152">
                    <a:moveTo>
                      <a:pt x="2012696" y="0"/>
                    </a:moveTo>
                    <a:cubicBezTo>
                      <a:pt x="2133442" y="0"/>
                      <a:pt x="2231327" y="97884"/>
                      <a:pt x="2231327" y="218630"/>
                    </a:cubicBezTo>
                    <a:lnTo>
                      <a:pt x="2231327" y="243522"/>
                    </a:lnTo>
                    <a:cubicBezTo>
                      <a:pt x="2231327" y="364268"/>
                      <a:pt x="2133443" y="462153"/>
                      <a:pt x="2012696" y="462153"/>
                    </a:cubicBezTo>
                    <a:lnTo>
                      <a:pt x="218630" y="462153"/>
                    </a:lnTo>
                    <a:cubicBezTo>
                      <a:pt x="97884" y="462153"/>
                      <a:pt x="-1" y="364268"/>
                      <a:pt x="-1" y="243522"/>
                    </a:cubicBezTo>
                    <a:lnTo>
                      <a:pt x="-1" y="218630"/>
                    </a:lnTo>
                    <a:cubicBezTo>
                      <a:pt x="-1" y="97884"/>
                      <a:pt x="97883" y="0"/>
                      <a:pt x="218630" y="0"/>
                    </a:cubicBezTo>
                    <a:close/>
                  </a:path>
                </a:pathLst>
              </a:custGeom>
              <a:solidFill>
                <a:srgbClr val="FF830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="" xmlns:a16="http://schemas.microsoft.com/office/drawing/2014/main" id="{FB1389F8-B55B-43E2-A452-D10A77842CDF}"/>
                  </a:ext>
                </a:extLst>
              </p:cNvPr>
              <p:cNvSpPr txBox="1"/>
              <p:nvPr/>
            </p:nvSpPr>
            <p:spPr>
              <a:xfrm>
                <a:off x="8927168" y="4895005"/>
                <a:ext cx="100243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ru-RU" sz="3800" b="1" spc="-113" dirty="0" smtClean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rPr>
                  <a:t>РАСЦВЕТ</a:t>
                </a:r>
                <a:endParaRPr lang="ru-RU" sz="3800" b="1" spc="-113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="" xmlns:a16="http://schemas.microsoft.com/office/drawing/2014/main" id="{A8293E53-C981-4E3E-B125-7F06EF49A0A3}"/>
                  </a:ext>
                </a:extLst>
              </p:cNvPr>
              <p:cNvSpPr txBox="1"/>
              <p:nvPr/>
            </p:nvSpPr>
            <p:spPr>
              <a:xfrm>
                <a:off x="9592500" y="4815522"/>
                <a:ext cx="9617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endParaRPr lang="ru-RU" sz="38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="" xmlns:a16="http://schemas.microsoft.com/office/drawing/2014/main" id="{F9053D41-71DD-42A5-A734-19BC19FA8B4B}"/>
                  </a:ext>
                </a:extLst>
              </p:cNvPr>
              <p:cNvSpPr txBox="1"/>
              <p:nvPr/>
            </p:nvSpPr>
            <p:spPr>
              <a:xfrm>
                <a:off x="9746297" y="4815522"/>
                <a:ext cx="96171" cy="325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endParaRPr lang="ru-RU" sz="38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  <a:rtl val="0"/>
                </a:endParaRPr>
              </a:p>
            </p:txBody>
          </p:sp>
        </p:grpSp>
        <p:sp>
          <p:nvSpPr>
            <p:cNvPr id="74" name="TextBox 73">
              <a:extLst>
                <a:ext uri="{FF2B5EF4-FFF2-40B4-BE49-F238E27FC236}">
                  <a16:creationId xmlns="" xmlns:a16="http://schemas.microsoft.com/office/drawing/2014/main" id="{959C973D-3AF5-47E9-A3CF-ECDC3C56A2FD}"/>
                </a:ext>
              </a:extLst>
            </p:cNvPr>
            <p:cNvSpPr txBox="1"/>
            <p:nvPr/>
          </p:nvSpPr>
          <p:spPr>
            <a:xfrm>
              <a:off x="9259820" y="5333011"/>
              <a:ext cx="350667" cy="3259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+</a:t>
              </a:r>
              <a:r>
                <a:rPr lang="ru-RU" sz="3800" b="1" dirty="0" smtClean="0">
                  <a:latin typeface="Calibri"/>
                  <a:ea typeface="Calibri"/>
                  <a:cs typeface="Calibri"/>
                  <a:sym typeface="Calibri"/>
                  <a:rtl val="0"/>
                </a:rPr>
                <a:t>1</a:t>
              </a:r>
              <a:endParaRPr lang="ru-RU" sz="3800" b="1" dirty="0"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9946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12001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18" name="Объект 90">
            <a:extLst>
              <a:ext uri="{FF2B5EF4-FFF2-40B4-BE49-F238E27FC236}">
                <a16:creationId xmlns:a16="http://schemas.microsoft.com/office/drawing/2014/main" xmlns="" id="{2597C0FB-F8F0-43F5-80DE-06AD191337A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295438" y="9906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38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9906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700950" y="3776868"/>
            <a:ext cx="16848000" cy="28007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8800" b="1" dirty="0" smtClean="0">
                <a:solidFill>
                  <a:srgbClr val="F47629"/>
                </a:solidFill>
                <a:latin typeface="+mn-lt"/>
              </a:rPr>
              <a:t>ПАРТНЕРСКАЯ</a:t>
            </a:r>
          </a:p>
          <a:p>
            <a:pPr algn="ctr"/>
            <a:r>
              <a:rPr lang="ru-RU" sz="8800" b="1" dirty="0" smtClean="0">
                <a:solidFill>
                  <a:srgbClr val="F47629"/>
                </a:solidFill>
                <a:latin typeface="+mn-lt"/>
              </a:rPr>
              <a:t>ПОДДЕРЖКА</a:t>
            </a:r>
            <a:endParaRPr lang="en-US" sz="8800" b="1" dirty="0">
              <a:solidFill>
                <a:srgbClr val="F47629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53478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B17BE049-1777-413B-B528-A3579A6F628A}"/>
              </a:ext>
            </a:extLst>
          </p:cNvPr>
          <p:cNvSpPr txBox="1"/>
          <p:nvPr/>
        </p:nvSpPr>
        <p:spPr>
          <a:xfrm>
            <a:off x="614316" y="353155"/>
            <a:ext cx="7195392" cy="815608"/>
          </a:xfrm>
          <a:prstGeom prst="rect">
            <a:avLst/>
          </a:prstGeom>
          <a:noFill/>
        </p:spPr>
        <p:txBody>
          <a:bodyPr wrap="square" lIns="137160" tIns="68580" rIns="137160" bIns="68580" rtlCol="0">
            <a:spAutoFit/>
          </a:bodyPr>
          <a:lstStyle/>
          <a:p>
            <a:pPr algn="l"/>
            <a:r>
              <a:rPr lang="ru-RU" sz="4400" b="1" dirty="0">
                <a:solidFill>
                  <a:srgbClr val="656565"/>
                </a:solidFill>
                <a:latin typeface="Inter Extra Bold" panose="02000903000000020004" pitchFamily="2" charset="0"/>
                <a:sym typeface="Calibri"/>
              </a:rPr>
              <a:t>ВМЕСТЕ С ЭМПИЛС</a:t>
            </a:r>
          </a:p>
        </p:txBody>
      </p:sp>
      <p:grpSp>
        <p:nvGrpSpPr>
          <p:cNvPr id="32" name="Рисунок 4">
            <a:extLst>
              <a:ext uri="{FF2B5EF4-FFF2-40B4-BE49-F238E27FC236}">
                <a16:creationId xmlns="" xmlns:a16="http://schemas.microsoft.com/office/drawing/2014/main" id="{F5840A9B-16AC-4147-BD22-EA3976C413A6}"/>
              </a:ext>
            </a:extLst>
          </p:cNvPr>
          <p:cNvGrpSpPr/>
          <p:nvPr/>
        </p:nvGrpSpPr>
        <p:grpSpPr>
          <a:xfrm>
            <a:off x="676751" y="2489201"/>
            <a:ext cx="16934498" cy="6801707"/>
            <a:chOff x="451167" y="1803400"/>
            <a:chExt cx="11289665" cy="4534471"/>
          </a:xfrm>
        </p:grpSpPr>
        <p:grpSp>
          <p:nvGrpSpPr>
            <p:cNvPr id="33" name="Рисунок 4">
              <a:extLst>
                <a:ext uri="{FF2B5EF4-FFF2-40B4-BE49-F238E27FC236}">
                  <a16:creationId xmlns="" xmlns:a16="http://schemas.microsoft.com/office/drawing/2014/main" id="{FCB936C5-CDAA-4E19-86B6-E189EB9AF5D8}"/>
                </a:ext>
              </a:extLst>
            </p:cNvPr>
            <p:cNvGrpSpPr/>
            <p:nvPr/>
          </p:nvGrpSpPr>
          <p:grpSpPr>
            <a:xfrm>
              <a:off x="451167" y="1803400"/>
              <a:ext cx="7955725" cy="4534471"/>
              <a:chOff x="451167" y="1803400"/>
              <a:chExt cx="7955725" cy="4534471"/>
            </a:xfrm>
          </p:grpSpPr>
          <p:grpSp>
            <p:nvGrpSpPr>
              <p:cNvPr id="34" name="Рисунок 4">
                <a:extLst>
                  <a:ext uri="{FF2B5EF4-FFF2-40B4-BE49-F238E27FC236}">
                    <a16:creationId xmlns="" xmlns:a16="http://schemas.microsoft.com/office/drawing/2014/main" id="{3C6F0FEB-FB1C-45F9-8BE1-E40014C663AD}"/>
                  </a:ext>
                </a:extLst>
              </p:cNvPr>
              <p:cNvGrpSpPr/>
              <p:nvPr/>
            </p:nvGrpSpPr>
            <p:grpSpPr>
              <a:xfrm>
                <a:off x="451167" y="1803400"/>
                <a:ext cx="3154680" cy="4534471"/>
                <a:chOff x="451167" y="1803400"/>
                <a:chExt cx="3154680" cy="4534471"/>
              </a:xfrm>
            </p:grpSpPr>
            <p:grpSp>
              <p:nvGrpSpPr>
                <p:cNvPr id="45" name="Рисунок 4">
                  <a:extLst>
                    <a:ext uri="{FF2B5EF4-FFF2-40B4-BE49-F238E27FC236}">
                      <a16:creationId xmlns="" xmlns:a16="http://schemas.microsoft.com/office/drawing/2014/main" id="{837B8E62-BEEE-4D10-9229-F39B0327CD32}"/>
                    </a:ext>
                  </a:extLst>
                </p:cNvPr>
                <p:cNvGrpSpPr/>
                <p:nvPr/>
              </p:nvGrpSpPr>
              <p:grpSpPr>
                <a:xfrm>
                  <a:off x="451167" y="1803400"/>
                  <a:ext cx="3154680" cy="1178115"/>
                  <a:chOff x="451167" y="1803400"/>
                  <a:chExt cx="3154680" cy="1178115"/>
                </a:xfrm>
              </p:grpSpPr>
              <p:sp>
                <p:nvSpPr>
                  <p:cNvPr id="46" name="Полилиния: фигура 45">
                    <a:extLst>
                      <a:ext uri="{FF2B5EF4-FFF2-40B4-BE49-F238E27FC236}">
                        <a16:creationId xmlns="" xmlns:a16="http://schemas.microsoft.com/office/drawing/2014/main" id="{639BAF63-3EF0-4D5D-834A-6E31B3361F29}"/>
                      </a:ext>
                    </a:extLst>
                  </p:cNvPr>
                  <p:cNvSpPr/>
                  <p:nvPr/>
                </p:nvSpPr>
                <p:spPr>
                  <a:xfrm>
                    <a:off x="866330" y="1995551"/>
                    <a:ext cx="2544445" cy="237426"/>
                  </a:xfrm>
                  <a:custGeom>
                    <a:avLst/>
                    <a:gdLst>
                      <a:gd name="connsiteX0" fmla="*/ 2468245 w 2544445"/>
                      <a:gd name="connsiteY0" fmla="*/ 0 h 237426"/>
                      <a:gd name="connsiteX1" fmla="*/ 2544445 w 2544445"/>
                      <a:gd name="connsiteY1" fmla="*/ 76200 h 237426"/>
                      <a:gd name="connsiteX2" fmla="*/ 2544445 w 2544445"/>
                      <a:gd name="connsiteY2" fmla="*/ 161227 h 237426"/>
                      <a:gd name="connsiteX3" fmla="*/ 2468245 w 2544445"/>
                      <a:gd name="connsiteY3" fmla="*/ 237427 h 237426"/>
                      <a:gd name="connsiteX4" fmla="*/ 76200 w 2544445"/>
                      <a:gd name="connsiteY4" fmla="*/ 237427 h 237426"/>
                      <a:gd name="connsiteX5" fmla="*/ 0 w 2544445"/>
                      <a:gd name="connsiteY5" fmla="*/ 161227 h 237426"/>
                      <a:gd name="connsiteX6" fmla="*/ 0 w 2544445"/>
                      <a:gd name="connsiteY6" fmla="*/ 76200 h 237426"/>
                      <a:gd name="connsiteX7" fmla="*/ 76200 w 2544445"/>
                      <a:gd name="connsiteY7" fmla="*/ 0 h 2374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544445" h="237426">
                        <a:moveTo>
                          <a:pt x="2468245" y="0"/>
                        </a:moveTo>
                        <a:cubicBezTo>
                          <a:pt x="2510329" y="0"/>
                          <a:pt x="2544445" y="34116"/>
                          <a:pt x="2544445" y="76200"/>
                        </a:cubicBezTo>
                        <a:lnTo>
                          <a:pt x="2544445" y="161227"/>
                        </a:lnTo>
                        <a:cubicBezTo>
                          <a:pt x="2544445" y="203311"/>
                          <a:pt x="2510329" y="237427"/>
                          <a:pt x="2468245" y="237427"/>
                        </a:cubicBezTo>
                        <a:lnTo>
                          <a:pt x="76200" y="237427"/>
                        </a:lnTo>
                        <a:cubicBezTo>
                          <a:pt x="34116" y="237427"/>
                          <a:pt x="0" y="203311"/>
                          <a:pt x="0" y="161227"/>
                        </a:cubicBezTo>
                        <a:lnTo>
                          <a:pt x="0" y="76200"/>
                        </a:lnTo>
                        <a:cubicBezTo>
                          <a:pt x="0" y="34116"/>
                          <a:pt x="34116" y="0"/>
                          <a:pt x="76200" y="0"/>
                        </a:cubicBezTo>
                        <a:close/>
                      </a:path>
                    </a:pathLst>
                  </a:custGeom>
                  <a:solidFill>
                    <a:srgbClr val="FF83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sp>
                <p:nvSpPr>
                  <p:cNvPr id="47" name="TextBox 46">
                    <a:extLst>
                      <a:ext uri="{FF2B5EF4-FFF2-40B4-BE49-F238E27FC236}">
                        <a16:creationId xmlns="" xmlns:a16="http://schemas.microsoft.com/office/drawing/2014/main" id="{8E2EB340-664B-4DC9-A262-673D505A8FC3}"/>
                      </a:ext>
                    </a:extLst>
                  </p:cNvPr>
                  <p:cNvSpPr txBox="1"/>
                  <p:nvPr/>
                </p:nvSpPr>
                <p:spPr>
                  <a:xfrm>
                    <a:off x="870349" y="1973045"/>
                    <a:ext cx="2061675" cy="2975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23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РЕГИОНАЛЬНЫЙ ДИРЕ</a:t>
                    </a:r>
                  </a:p>
                </p:txBody>
              </p:sp>
              <p:sp>
                <p:nvSpPr>
                  <p:cNvPr id="48" name="TextBox 47">
                    <a:extLst>
                      <a:ext uri="{FF2B5EF4-FFF2-40B4-BE49-F238E27FC236}">
                        <a16:creationId xmlns="" xmlns:a16="http://schemas.microsoft.com/office/drawing/2014/main" id="{5B17C297-F7FE-41CF-816D-31FAD03B1465}"/>
                      </a:ext>
                    </a:extLst>
                  </p:cNvPr>
                  <p:cNvSpPr txBox="1"/>
                  <p:nvPr/>
                </p:nvSpPr>
                <p:spPr>
                  <a:xfrm>
                    <a:off x="2760789" y="1954847"/>
                    <a:ext cx="234252" cy="2975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23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К</a:t>
                    </a:r>
                  </a:p>
                </p:txBody>
              </p:sp>
              <p:sp>
                <p:nvSpPr>
                  <p:cNvPr id="49" name="TextBox 48">
                    <a:extLst>
                      <a:ext uri="{FF2B5EF4-FFF2-40B4-BE49-F238E27FC236}">
                        <a16:creationId xmlns="" xmlns:a16="http://schemas.microsoft.com/office/drawing/2014/main" id="{DB6843F5-D94F-4004-B79A-343AE9A78070}"/>
                      </a:ext>
                    </a:extLst>
                  </p:cNvPr>
                  <p:cNvSpPr txBox="1"/>
                  <p:nvPr/>
                </p:nvSpPr>
                <p:spPr>
                  <a:xfrm>
                    <a:off x="2867786" y="1954847"/>
                    <a:ext cx="216513" cy="2975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2300" b="1" spc="-45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Т</a:t>
                    </a:r>
                  </a:p>
                </p:txBody>
              </p:sp>
              <p:sp>
                <p:nvSpPr>
                  <p:cNvPr id="50" name="TextBox 49">
                    <a:extLst>
                      <a:ext uri="{FF2B5EF4-FFF2-40B4-BE49-F238E27FC236}">
                        <a16:creationId xmlns="" xmlns:a16="http://schemas.microsoft.com/office/drawing/2014/main" id="{4DC6B8F8-3988-4A6D-BA3D-6D319CE138EE}"/>
                      </a:ext>
                    </a:extLst>
                  </p:cNvPr>
                  <p:cNvSpPr txBox="1"/>
                  <p:nvPr/>
                </p:nvSpPr>
                <p:spPr>
                  <a:xfrm>
                    <a:off x="2958973" y="1954847"/>
                    <a:ext cx="360355" cy="2975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23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ОР</a:t>
                    </a:r>
                  </a:p>
                </p:txBody>
              </p:sp>
              <p:sp>
                <p:nvSpPr>
                  <p:cNvPr id="57" name="TextBox 56">
                    <a:extLst>
                      <a:ext uri="{FF2B5EF4-FFF2-40B4-BE49-F238E27FC236}">
                        <a16:creationId xmlns="" xmlns:a16="http://schemas.microsoft.com/office/drawing/2014/main" id="{4780493A-FF5B-4422-8C11-0FC32845CA02}"/>
                      </a:ext>
                    </a:extLst>
                  </p:cNvPr>
                  <p:cNvSpPr txBox="1"/>
                  <p:nvPr/>
                </p:nvSpPr>
                <p:spPr>
                  <a:xfrm>
                    <a:off x="1603438" y="2234755"/>
                    <a:ext cx="160515" cy="23596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1700" spc="50">
                        <a:solidFill>
                          <a:srgbClr val="FF8300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 </a:t>
                    </a:r>
                  </a:p>
                </p:txBody>
              </p:sp>
              <p:sp>
                <p:nvSpPr>
                  <p:cNvPr id="89" name="Полилиния: фигура 88">
                    <a:extLst>
                      <a:ext uri="{FF2B5EF4-FFF2-40B4-BE49-F238E27FC236}">
                        <a16:creationId xmlns="" xmlns:a16="http://schemas.microsoft.com/office/drawing/2014/main" id="{C365F087-86FD-4C64-B690-23151BDF3EE1}"/>
                      </a:ext>
                    </a:extLst>
                  </p:cNvPr>
                  <p:cNvSpPr/>
                  <p:nvPr/>
                </p:nvSpPr>
                <p:spPr>
                  <a:xfrm>
                    <a:off x="451167" y="1803400"/>
                    <a:ext cx="3154680" cy="1178115"/>
                  </a:xfrm>
                  <a:custGeom>
                    <a:avLst/>
                    <a:gdLst>
                      <a:gd name="connsiteX0" fmla="*/ 3078480 w 3154680"/>
                      <a:gd name="connsiteY0" fmla="*/ 0 h 1178115"/>
                      <a:gd name="connsiteX1" fmla="*/ 3154680 w 3154680"/>
                      <a:gd name="connsiteY1" fmla="*/ 76200 h 1178115"/>
                      <a:gd name="connsiteX2" fmla="*/ 3154680 w 3154680"/>
                      <a:gd name="connsiteY2" fmla="*/ 1101916 h 1178115"/>
                      <a:gd name="connsiteX3" fmla="*/ 3078480 w 3154680"/>
                      <a:gd name="connsiteY3" fmla="*/ 1178116 h 1178115"/>
                      <a:gd name="connsiteX4" fmla="*/ 76200 w 3154680"/>
                      <a:gd name="connsiteY4" fmla="*/ 1178116 h 1178115"/>
                      <a:gd name="connsiteX5" fmla="*/ 0 w 3154680"/>
                      <a:gd name="connsiteY5" fmla="*/ 1101916 h 1178115"/>
                      <a:gd name="connsiteX6" fmla="*/ 0 w 3154680"/>
                      <a:gd name="connsiteY6" fmla="*/ 76200 h 1178115"/>
                      <a:gd name="connsiteX7" fmla="*/ 76200 w 3154680"/>
                      <a:gd name="connsiteY7" fmla="*/ 0 h 117811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154680" h="1178115">
                        <a:moveTo>
                          <a:pt x="3078480" y="0"/>
                        </a:moveTo>
                        <a:cubicBezTo>
                          <a:pt x="3120564" y="0"/>
                          <a:pt x="3154680" y="34116"/>
                          <a:pt x="3154680" y="76200"/>
                        </a:cubicBezTo>
                        <a:lnTo>
                          <a:pt x="3154680" y="1101916"/>
                        </a:lnTo>
                        <a:cubicBezTo>
                          <a:pt x="3154680" y="1144000"/>
                          <a:pt x="3120564" y="1178116"/>
                          <a:pt x="3078480" y="1178116"/>
                        </a:cubicBezTo>
                        <a:lnTo>
                          <a:pt x="76200" y="1178116"/>
                        </a:lnTo>
                        <a:cubicBezTo>
                          <a:pt x="34116" y="1178116"/>
                          <a:pt x="0" y="1144000"/>
                          <a:pt x="0" y="1101916"/>
                        </a:cubicBezTo>
                        <a:lnTo>
                          <a:pt x="0" y="76200"/>
                        </a:lnTo>
                        <a:cubicBezTo>
                          <a:pt x="0" y="34116"/>
                          <a:pt x="34116" y="0"/>
                          <a:pt x="76200" y="0"/>
                        </a:cubicBezTo>
                        <a:close/>
                      </a:path>
                    </a:pathLst>
                  </a:custGeom>
                  <a:noFill/>
                  <a:ln w="12700" cap="flat">
                    <a:solidFill>
                      <a:srgbClr val="FF8300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sp>
                <p:nvSpPr>
                  <p:cNvPr id="90" name="Полилиния: фигура 89">
                    <a:extLst>
                      <a:ext uri="{FF2B5EF4-FFF2-40B4-BE49-F238E27FC236}">
                        <a16:creationId xmlns="" xmlns:a16="http://schemas.microsoft.com/office/drawing/2014/main" id="{99E847E8-2EDD-4210-9097-E919DCF46202}"/>
                      </a:ext>
                    </a:extLst>
                  </p:cNvPr>
                  <p:cNvSpPr/>
                  <p:nvPr/>
                </p:nvSpPr>
                <p:spPr>
                  <a:xfrm>
                    <a:off x="601513" y="1982913"/>
                    <a:ext cx="228824" cy="261241"/>
                  </a:xfrm>
                  <a:custGeom>
                    <a:avLst/>
                    <a:gdLst>
                      <a:gd name="connsiteX0" fmla="*/ 90001 w 228824"/>
                      <a:gd name="connsiteY0" fmla="*/ 131065 h 261241"/>
                      <a:gd name="connsiteX1" fmla="*/ 48980 w 228824"/>
                      <a:gd name="connsiteY1" fmla="*/ 50102 h 261241"/>
                      <a:gd name="connsiteX2" fmla="*/ 114322 w 228824"/>
                      <a:gd name="connsiteY2" fmla="*/ 1 h 261241"/>
                      <a:gd name="connsiteX3" fmla="*/ 179663 w 228824"/>
                      <a:gd name="connsiteY3" fmla="*/ 50102 h 261241"/>
                      <a:gd name="connsiteX4" fmla="*/ 140103 w 228824"/>
                      <a:gd name="connsiteY4" fmla="*/ 130557 h 261241"/>
                      <a:gd name="connsiteX5" fmla="*/ 164868 w 228824"/>
                      <a:gd name="connsiteY5" fmla="*/ 137288 h 261241"/>
                      <a:gd name="connsiteX6" fmla="*/ 225447 w 228824"/>
                      <a:gd name="connsiteY6" fmla="*/ 195581 h 261241"/>
                      <a:gd name="connsiteX7" fmla="*/ 216811 w 228824"/>
                      <a:gd name="connsiteY7" fmla="*/ 240412 h 261241"/>
                      <a:gd name="connsiteX8" fmla="*/ 168868 w 228824"/>
                      <a:gd name="connsiteY8" fmla="*/ 261240 h 261241"/>
                      <a:gd name="connsiteX9" fmla="*/ 58886 w 228824"/>
                      <a:gd name="connsiteY9" fmla="*/ 261240 h 261241"/>
                      <a:gd name="connsiteX10" fmla="*/ 7705 w 228824"/>
                      <a:gd name="connsiteY10" fmla="*/ 234062 h 261241"/>
                      <a:gd name="connsiteX11" fmla="*/ 4467 w 228824"/>
                      <a:gd name="connsiteY11" fmla="*/ 192279 h 261241"/>
                      <a:gd name="connsiteX12" fmla="*/ 49044 w 228824"/>
                      <a:gd name="connsiteY12" fmla="*/ 143765 h 261241"/>
                      <a:gd name="connsiteX13" fmla="*/ 85556 w 228824"/>
                      <a:gd name="connsiteY13" fmla="*/ 131827 h 261241"/>
                      <a:gd name="connsiteX14" fmla="*/ 90001 w 228824"/>
                      <a:gd name="connsiteY14" fmla="*/ 131128 h 261241"/>
                      <a:gd name="connsiteX15" fmla="*/ 91398 w 228824"/>
                      <a:gd name="connsiteY15" fmla="*/ 38545 h 261241"/>
                      <a:gd name="connsiteX16" fmla="*/ 57299 w 228824"/>
                      <a:gd name="connsiteY16" fmla="*/ 59691 h 261241"/>
                      <a:gd name="connsiteX17" fmla="*/ 85239 w 228824"/>
                      <a:gd name="connsiteY17" fmla="*/ 118365 h 261241"/>
                      <a:gd name="connsiteX18" fmla="*/ 152993 w 228824"/>
                      <a:gd name="connsiteY18" fmla="*/ 111062 h 261241"/>
                      <a:gd name="connsiteX19" fmla="*/ 168297 w 228824"/>
                      <a:gd name="connsiteY19" fmla="*/ 49594 h 261241"/>
                      <a:gd name="connsiteX20" fmla="*/ 127784 w 228824"/>
                      <a:gd name="connsiteY20" fmla="*/ 58865 h 261241"/>
                      <a:gd name="connsiteX21" fmla="*/ 91398 w 228824"/>
                      <a:gd name="connsiteY21" fmla="*/ 38609 h 261241"/>
                      <a:gd name="connsiteX22" fmla="*/ 176298 w 228824"/>
                      <a:gd name="connsiteY22" fmla="*/ 153353 h 261241"/>
                      <a:gd name="connsiteX23" fmla="*/ 121307 w 228824"/>
                      <a:gd name="connsiteY23" fmla="*/ 251270 h 261241"/>
                      <a:gd name="connsiteX24" fmla="*/ 123402 w 228824"/>
                      <a:gd name="connsiteY24" fmla="*/ 251461 h 261241"/>
                      <a:gd name="connsiteX25" fmla="*/ 172932 w 228824"/>
                      <a:gd name="connsiteY25" fmla="*/ 251397 h 261241"/>
                      <a:gd name="connsiteX26" fmla="*/ 183664 w 228824"/>
                      <a:gd name="connsiteY26" fmla="*/ 249937 h 261241"/>
                      <a:gd name="connsiteX27" fmla="*/ 214398 w 228824"/>
                      <a:gd name="connsiteY27" fmla="*/ 227013 h 261241"/>
                      <a:gd name="connsiteX28" fmla="*/ 216938 w 228824"/>
                      <a:gd name="connsiteY28" fmla="*/ 201042 h 261241"/>
                      <a:gd name="connsiteX29" fmla="*/ 201634 w 228824"/>
                      <a:gd name="connsiteY29" fmla="*/ 174816 h 261241"/>
                      <a:gd name="connsiteX30" fmla="*/ 176298 w 228824"/>
                      <a:gd name="connsiteY30" fmla="*/ 153353 h 261241"/>
                      <a:gd name="connsiteX31" fmla="*/ 52600 w 228824"/>
                      <a:gd name="connsiteY31" fmla="*/ 153417 h 261241"/>
                      <a:gd name="connsiteX32" fmla="*/ 51139 w 228824"/>
                      <a:gd name="connsiteY32" fmla="*/ 154179 h 261241"/>
                      <a:gd name="connsiteX33" fmla="*/ 12404 w 228824"/>
                      <a:gd name="connsiteY33" fmla="*/ 200089 h 261241"/>
                      <a:gd name="connsiteX34" fmla="*/ 16151 w 228824"/>
                      <a:gd name="connsiteY34" fmla="*/ 229807 h 261241"/>
                      <a:gd name="connsiteX35" fmla="*/ 58251 w 228824"/>
                      <a:gd name="connsiteY35" fmla="*/ 251461 h 261241"/>
                      <a:gd name="connsiteX36" fmla="*/ 103908 w 228824"/>
                      <a:gd name="connsiteY36" fmla="*/ 251461 h 261241"/>
                      <a:gd name="connsiteX37" fmla="*/ 107718 w 228824"/>
                      <a:gd name="connsiteY37" fmla="*/ 251461 h 261241"/>
                      <a:gd name="connsiteX38" fmla="*/ 52663 w 228824"/>
                      <a:gd name="connsiteY38" fmla="*/ 153417 h 261241"/>
                      <a:gd name="connsiteX39" fmla="*/ 89874 w 228824"/>
                      <a:gd name="connsiteY39" fmla="*/ 15368 h 261241"/>
                      <a:gd name="connsiteX40" fmla="*/ 122577 w 228824"/>
                      <a:gd name="connsiteY40" fmla="*/ 47308 h 261241"/>
                      <a:gd name="connsiteX41" fmla="*/ 165122 w 228824"/>
                      <a:gd name="connsiteY41" fmla="*/ 39879 h 261241"/>
                      <a:gd name="connsiteX42" fmla="*/ 89938 w 228824"/>
                      <a:gd name="connsiteY42" fmla="*/ 15431 h 261241"/>
                      <a:gd name="connsiteX43" fmla="*/ 133118 w 228824"/>
                      <a:gd name="connsiteY43" fmla="*/ 140209 h 261241"/>
                      <a:gd name="connsiteX44" fmla="*/ 130260 w 228824"/>
                      <a:gd name="connsiteY44" fmla="*/ 160719 h 261241"/>
                      <a:gd name="connsiteX45" fmla="*/ 129498 w 228824"/>
                      <a:gd name="connsiteY45" fmla="*/ 162053 h 261241"/>
                      <a:gd name="connsiteX46" fmla="*/ 128800 w 228824"/>
                      <a:gd name="connsiteY46" fmla="*/ 165990 h 261241"/>
                      <a:gd name="connsiteX47" fmla="*/ 132610 w 228824"/>
                      <a:gd name="connsiteY47" fmla="*/ 193485 h 261241"/>
                      <a:gd name="connsiteX48" fmla="*/ 134578 w 228824"/>
                      <a:gd name="connsiteY48" fmla="*/ 206376 h 261241"/>
                      <a:gd name="connsiteX49" fmla="*/ 135213 w 228824"/>
                      <a:gd name="connsiteY49" fmla="*/ 206439 h 261241"/>
                      <a:gd name="connsiteX50" fmla="*/ 168043 w 228824"/>
                      <a:gd name="connsiteY50" fmla="*/ 148464 h 261241"/>
                      <a:gd name="connsiteX51" fmla="*/ 133118 w 228824"/>
                      <a:gd name="connsiteY51" fmla="*/ 140209 h 261241"/>
                      <a:gd name="connsiteX52" fmla="*/ 93557 w 228824"/>
                      <a:gd name="connsiteY52" fmla="*/ 206503 h 261241"/>
                      <a:gd name="connsiteX53" fmla="*/ 94256 w 228824"/>
                      <a:gd name="connsiteY53" fmla="*/ 206249 h 261241"/>
                      <a:gd name="connsiteX54" fmla="*/ 99463 w 228824"/>
                      <a:gd name="connsiteY54" fmla="*/ 171070 h 261241"/>
                      <a:gd name="connsiteX55" fmla="*/ 96542 w 228824"/>
                      <a:gd name="connsiteY55" fmla="*/ 157354 h 261241"/>
                      <a:gd name="connsiteX56" fmla="*/ 94383 w 228824"/>
                      <a:gd name="connsiteY56" fmla="*/ 143130 h 261241"/>
                      <a:gd name="connsiteX57" fmla="*/ 94954 w 228824"/>
                      <a:gd name="connsiteY57" fmla="*/ 140272 h 261241"/>
                      <a:gd name="connsiteX58" fmla="*/ 60791 w 228824"/>
                      <a:gd name="connsiteY58" fmla="*/ 148527 h 261241"/>
                      <a:gd name="connsiteX59" fmla="*/ 93621 w 228824"/>
                      <a:gd name="connsiteY59" fmla="*/ 206503 h 261241"/>
                      <a:gd name="connsiteX60" fmla="*/ 119783 w 228824"/>
                      <a:gd name="connsiteY60" fmla="*/ 169482 h 261241"/>
                      <a:gd name="connsiteX61" fmla="*/ 109115 w 228824"/>
                      <a:gd name="connsiteY61" fmla="*/ 169482 h 261241"/>
                      <a:gd name="connsiteX62" fmla="*/ 102828 w 228824"/>
                      <a:gd name="connsiteY62" fmla="*/ 213297 h 261241"/>
                      <a:gd name="connsiteX63" fmla="*/ 106003 w 228824"/>
                      <a:gd name="connsiteY63" fmla="*/ 229172 h 261241"/>
                      <a:gd name="connsiteX64" fmla="*/ 112925 w 228824"/>
                      <a:gd name="connsiteY64" fmla="*/ 241555 h 261241"/>
                      <a:gd name="connsiteX65" fmla="*/ 114512 w 228824"/>
                      <a:gd name="connsiteY65" fmla="*/ 244031 h 261241"/>
                      <a:gd name="connsiteX66" fmla="*/ 126450 w 228824"/>
                      <a:gd name="connsiteY66" fmla="*/ 222314 h 261241"/>
                      <a:gd name="connsiteX67" fmla="*/ 126704 w 228824"/>
                      <a:gd name="connsiteY67" fmla="*/ 220028 h 261241"/>
                      <a:gd name="connsiteX68" fmla="*/ 119719 w 228824"/>
                      <a:gd name="connsiteY68" fmla="*/ 169546 h 261241"/>
                      <a:gd name="connsiteX69" fmla="*/ 123974 w 228824"/>
                      <a:gd name="connsiteY69" fmla="*/ 140272 h 261241"/>
                      <a:gd name="connsiteX70" fmla="*/ 106956 w 228824"/>
                      <a:gd name="connsiteY70" fmla="*/ 140272 h 261241"/>
                      <a:gd name="connsiteX71" fmla="*/ 105876 w 228824"/>
                      <a:gd name="connsiteY71" fmla="*/ 140526 h 261241"/>
                      <a:gd name="connsiteX72" fmla="*/ 104225 w 228824"/>
                      <a:gd name="connsiteY72" fmla="*/ 150178 h 261241"/>
                      <a:gd name="connsiteX73" fmla="*/ 108289 w 228824"/>
                      <a:gd name="connsiteY73" fmla="*/ 158116 h 261241"/>
                      <a:gd name="connsiteX74" fmla="*/ 120672 w 228824"/>
                      <a:gd name="connsiteY74" fmla="*/ 158497 h 261241"/>
                      <a:gd name="connsiteX75" fmla="*/ 123910 w 228824"/>
                      <a:gd name="connsiteY75" fmla="*/ 140209 h 261241"/>
                      <a:gd name="connsiteX76" fmla="*/ 80857 w 228824"/>
                      <a:gd name="connsiteY76" fmla="*/ 20511 h 261241"/>
                      <a:gd name="connsiteX77" fmla="*/ 59521 w 228824"/>
                      <a:gd name="connsiteY77" fmla="*/ 48959 h 261241"/>
                      <a:gd name="connsiteX78" fmla="*/ 84540 w 228824"/>
                      <a:gd name="connsiteY78" fmla="*/ 29465 h 261241"/>
                      <a:gd name="connsiteX79" fmla="*/ 84413 w 228824"/>
                      <a:gd name="connsiteY79" fmla="*/ 27750 h 261241"/>
                      <a:gd name="connsiteX80" fmla="*/ 80857 w 228824"/>
                      <a:gd name="connsiteY80" fmla="*/ 20511 h 26124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</a:cxnLst>
                    <a:rect l="l" t="t" r="r" b="b"/>
                    <a:pathLst>
                      <a:path w="228824" h="261241">
                        <a:moveTo>
                          <a:pt x="90001" y="131065"/>
                        </a:moveTo>
                        <a:cubicBezTo>
                          <a:pt x="55711" y="117095"/>
                          <a:pt x="40598" y="81281"/>
                          <a:pt x="48980" y="50102"/>
                        </a:cubicBezTo>
                        <a:cubicBezTo>
                          <a:pt x="56918" y="20892"/>
                          <a:pt x="83588" y="128"/>
                          <a:pt x="114322" y="1"/>
                        </a:cubicBezTo>
                        <a:cubicBezTo>
                          <a:pt x="144675" y="-126"/>
                          <a:pt x="171281" y="20511"/>
                          <a:pt x="179663" y="50102"/>
                        </a:cubicBezTo>
                        <a:cubicBezTo>
                          <a:pt x="188109" y="79884"/>
                          <a:pt x="173885" y="116714"/>
                          <a:pt x="140103" y="130557"/>
                        </a:cubicBezTo>
                        <a:cubicBezTo>
                          <a:pt x="147913" y="132652"/>
                          <a:pt x="156676" y="134240"/>
                          <a:pt x="164868" y="137288"/>
                        </a:cubicBezTo>
                        <a:cubicBezTo>
                          <a:pt x="193506" y="147829"/>
                          <a:pt x="213890" y="167450"/>
                          <a:pt x="225447" y="195581"/>
                        </a:cubicBezTo>
                        <a:cubicBezTo>
                          <a:pt x="232178" y="211964"/>
                          <a:pt x="228622" y="227204"/>
                          <a:pt x="216811" y="240412"/>
                        </a:cubicBezTo>
                        <a:cubicBezTo>
                          <a:pt x="204047" y="254636"/>
                          <a:pt x="188109" y="261367"/>
                          <a:pt x="168868" y="261240"/>
                        </a:cubicBezTo>
                        <a:cubicBezTo>
                          <a:pt x="132229" y="260922"/>
                          <a:pt x="95526" y="260986"/>
                          <a:pt x="58886" y="261240"/>
                        </a:cubicBezTo>
                        <a:cubicBezTo>
                          <a:pt x="36788" y="261367"/>
                          <a:pt x="20151" y="251334"/>
                          <a:pt x="7705" y="234062"/>
                        </a:cubicBezTo>
                        <a:cubicBezTo>
                          <a:pt x="-1629" y="221108"/>
                          <a:pt x="-2201" y="206820"/>
                          <a:pt x="4467" y="192279"/>
                        </a:cubicBezTo>
                        <a:cubicBezTo>
                          <a:pt x="14119" y="171260"/>
                          <a:pt x="28787" y="154814"/>
                          <a:pt x="49044" y="143765"/>
                        </a:cubicBezTo>
                        <a:cubicBezTo>
                          <a:pt x="60410" y="137542"/>
                          <a:pt x="72729" y="133795"/>
                          <a:pt x="85556" y="131827"/>
                        </a:cubicBezTo>
                        <a:cubicBezTo>
                          <a:pt x="86826" y="131636"/>
                          <a:pt x="88160" y="131446"/>
                          <a:pt x="90001" y="131128"/>
                        </a:cubicBezTo>
                        <a:close/>
                        <a:moveTo>
                          <a:pt x="91398" y="38545"/>
                        </a:moveTo>
                        <a:cubicBezTo>
                          <a:pt x="78444" y="54547"/>
                          <a:pt x="76603" y="55690"/>
                          <a:pt x="57299" y="59691"/>
                        </a:cubicBezTo>
                        <a:cubicBezTo>
                          <a:pt x="53806" y="75883"/>
                          <a:pt x="60093" y="103442"/>
                          <a:pt x="85239" y="118365"/>
                        </a:cubicBezTo>
                        <a:cubicBezTo>
                          <a:pt x="106765" y="131128"/>
                          <a:pt x="134451" y="128080"/>
                          <a:pt x="152993" y="111062"/>
                        </a:cubicBezTo>
                        <a:cubicBezTo>
                          <a:pt x="172107" y="93536"/>
                          <a:pt x="175790" y="67374"/>
                          <a:pt x="168297" y="49594"/>
                        </a:cubicBezTo>
                        <a:cubicBezTo>
                          <a:pt x="155851" y="57405"/>
                          <a:pt x="142452" y="61088"/>
                          <a:pt x="127784" y="58865"/>
                        </a:cubicBezTo>
                        <a:cubicBezTo>
                          <a:pt x="113115" y="56706"/>
                          <a:pt x="101241" y="49404"/>
                          <a:pt x="91398" y="38609"/>
                        </a:cubicBezTo>
                        <a:close/>
                        <a:moveTo>
                          <a:pt x="176298" y="153353"/>
                        </a:moveTo>
                        <a:cubicBezTo>
                          <a:pt x="157946" y="185992"/>
                          <a:pt x="139722" y="218504"/>
                          <a:pt x="121307" y="251270"/>
                        </a:cubicBezTo>
                        <a:cubicBezTo>
                          <a:pt x="122259" y="251334"/>
                          <a:pt x="122831" y="251461"/>
                          <a:pt x="123402" y="251461"/>
                        </a:cubicBezTo>
                        <a:cubicBezTo>
                          <a:pt x="139912" y="251461"/>
                          <a:pt x="156422" y="251524"/>
                          <a:pt x="172932" y="251397"/>
                        </a:cubicBezTo>
                        <a:cubicBezTo>
                          <a:pt x="176488" y="251397"/>
                          <a:pt x="180171" y="250762"/>
                          <a:pt x="183664" y="249937"/>
                        </a:cubicBezTo>
                        <a:cubicBezTo>
                          <a:pt x="197126" y="246698"/>
                          <a:pt x="206841" y="238062"/>
                          <a:pt x="214398" y="227013"/>
                        </a:cubicBezTo>
                        <a:cubicBezTo>
                          <a:pt x="219795" y="219139"/>
                          <a:pt x="220684" y="209995"/>
                          <a:pt x="216938" y="201042"/>
                        </a:cubicBezTo>
                        <a:cubicBezTo>
                          <a:pt x="213064" y="191644"/>
                          <a:pt x="208175" y="182754"/>
                          <a:pt x="201634" y="174816"/>
                        </a:cubicBezTo>
                        <a:cubicBezTo>
                          <a:pt x="194522" y="166180"/>
                          <a:pt x="186204" y="159005"/>
                          <a:pt x="176298" y="153353"/>
                        </a:cubicBezTo>
                        <a:close/>
                        <a:moveTo>
                          <a:pt x="52600" y="153417"/>
                        </a:moveTo>
                        <a:cubicBezTo>
                          <a:pt x="51965" y="153734"/>
                          <a:pt x="51520" y="153925"/>
                          <a:pt x="51139" y="154179"/>
                        </a:cubicBezTo>
                        <a:cubicBezTo>
                          <a:pt x="33550" y="165482"/>
                          <a:pt x="20405" y="180722"/>
                          <a:pt x="12404" y="200089"/>
                        </a:cubicBezTo>
                        <a:cubicBezTo>
                          <a:pt x="8086" y="210503"/>
                          <a:pt x="9293" y="220854"/>
                          <a:pt x="16151" y="229807"/>
                        </a:cubicBezTo>
                        <a:cubicBezTo>
                          <a:pt x="26628" y="243587"/>
                          <a:pt x="40408" y="251588"/>
                          <a:pt x="58251" y="251461"/>
                        </a:cubicBezTo>
                        <a:cubicBezTo>
                          <a:pt x="73491" y="251334"/>
                          <a:pt x="88668" y="251461"/>
                          <a:pt x="103908" y="251461"/>
                        </a:cubicBezTo>
                        <a:lnTo>
                          <a:pt x="107718" y="251461"/>
                        </a:lnTo>
                        <a:cubicBezTo>
                          <a:pt x="89239" y="218504"/>
                          <a:pt x="70951" y="186056"/>
                          <a:pt x="52663" y="153417"/>
                        </a:cubicBezTo>
                        <a:close/>
                        <a:moveTo>
                          <a:pt x="89874" y="15368"/>
                        </a:moveTo>
                        <a:cubicBezTo>
                          <a:pt x="95526" y="31370"/>
                          <a:pt x="106194" y="42355"/>
                          <a:pt x="122577" y="47308"/>
                        </a:cubicBezTo>
                        <a:cubicBezTo>
                          <a:pt x="137880" y="51880"/>
                          <a:pt x="152104" y="49086"/>
                          <a:pt x="165122" y="39879"/>
                        </a:cubicBezTo>
                        <a:cubicBezTo>
                          <a:pt x="150263" y="11939"/>
                          <a:pt x="115211" y="2731"/>
                          <a:pt x="89938" y="15431"/>
                        </a:cubicBezTo>
                        <a:close/>
                        <a:moveTo>
                          <a:pt x="133118" y="140209"/>
                        </a:moveTo>
                        <a:cubicBezTo>
                          <a:pt x="137817" y="148273"/>
                          <a:pt x="134642" y="154623"/>
                          <a:pt x="130260" y="160719"/>
                        </a:cubicBezTo>
                        <a:cubicBezTo>
                          <a:pt x="129943" y="161100"/>
                          <a:pt x="129625" y="161545"/>
                          <a:pt x="129498" y="162053"/>
                        </a:cubicBezTo>
                        <a:cubicBezTo>
                          <a:pt x="129181" y="163386"/>
                          <a:pt x="128609" y="164720"/>
                          <a:pt x="128800" y="165990"/>
                        </a:cubicBezTo>
                        <a:cubicBezTo>
                          <a:pt x="130006" y="175197"/>
                          <a:pt x="131340" y="184341"/>
                          <a:pt x="132610" y="193485"/>
                        </a:cubicBezTo>
                        <a:cubicBezTo>
                          <a:pt x="133245" y="197803"/>
                          <a:pt x="133943" y="202058"/>
                          <a:pt x="134578" y="206376"/>
                        </a:cubicBezTo>
                        <a:cubicBezTo>
                          <a:pt x="134769" y="206376"/>
                          <a:pt x="135023" y="206376"/>
                          <a:pt x="135213" y="206439"/>
                        </a:cubicBezTo>
                        <a:cubicBezTo>
                          <a:pt x="146135" y="187135"/>
                          <a:pt x="156994" y="167895"/>
                          <a:pt x="168043" y="148464"/>
                        </a:cubicBezTo>
                        <a:cubicBezTo>
                          <a:pt x="156994" y="143447"/>
                          <a:pt x="145818" y="140844"/>
                          <a:pt x="133118" y="140209"/>
                        </a:cubicBezTo>
                        <a:close/>
                        <a:moveTo>
                          <a:pt x="93557" y="206503"/>
                        </a:moveTo>
                        <a:cubicBezTo>
                          <a:pt x="93557" y="206503"/>
                          <a:pt x="94002" y="206312"/>
                          <a:pt x="94256" y="206249"/>
                        </a:cubicBezTo>
                        <a:cubicBezTo>
                          <a:pt x="95970" y="194501"/>
                          <a:pt x="97304" y="182754"/>
                          <a:pt x="99463" y="171070"/>
                        </a:cubicBezTo>
                        <a:cubicBezTo>
                          <a:pt x="100415" y="165799"/>
                          <a:pt x="99844" y="161418"/>
                          <a:pt x="96542" y="157354"/>
                        </a:cubicBezTo>
                        <a:cubicBezTo>
                          <a:pt x="92986" y="152972"/>
                          <a:pt x="92287" y="148273"/>
                          <a:pt x="94383" y="143130"/>
                        </a:cubicBezTo>
                        <a:cubicBezTo>
                          <a:pt x="94700" y="142304"/>
                          <a:pt x="94700" y="141415"/>
                          <a:pt x="94954" y="140272"/>
                        </a:cubicBezTo>
                        <a:cubicBezTo>
                          <a:pt x="83016" y="140780"/>
                          <a:pt x="71840" y="143511"/>
                          <a:pt x="60791" y="148527"/>
                        </a:cubicBezTo>
                        <a:cubicBezTo>
                          <a:pt x="71840" y="168022"/>
                          <a:pt x="82699" y="187262"/>
                          <a:pt x="93621" y="206503"/>
                        </a:cubicBezTo>
                        <a:close/>
                        <a:moveTo>
                          <a:pt x="119783" y="169482"/>
                        </a:moveTo>
                        <a:lnTo>
                          <a:pt x="109115" y="169482"/>
                        </a:lnTo>
                        <a:cubicBezTo>
                          <a:pt x="107083" y="184214"/>
                          <a:pt x="105305" y="198819"/>
                          <a:pt x="102828" y="213297"/>
                        </a:cubicBezTo>
                        <a:cubicBezTo>
                          <a:pt x="101812" y="219266"/>
                          <a:pt x="102701" y="224219"/>
                          <a:pt x="106003" y="229172"/>
                        </a:cubicBezTo>
                        <a:cubicBezTo>
                          <a:pt x="108607" y="233109"/>
                          <a:pt x="110639" y="237427"/>
                          <a:pt x="112925" y="241555"/>
                        </a:cubicBezTo>
                        <a:cubicBezTo>
                          <a:pt x="113369" y="242317"/>
                          <a:pt x="113877" y="242952"/>
                          <a:pt x="114512" y="244031"/>
                        </a:cubicBezTo>
                        <a:cubicBezTo>
                          <a:pt x="118640" y="236538"/>
                          <a:pt x="122577" y="229426"/>
                          <a:pt x="126450" y="222314"/>
                        </a:cubicBezTo>
                        <a:cubicBezTo>
                          <a:pt x="126768" y="221679"/>
                          <a:pt x="126768" y="220790"/>
                          <a:pt x="126704" y="220028"/>
                        </a:cubicBezTo>
                        <a:cubicBezTo>
                          <a:pt x="124418" y="203264"/>
                          <a:pt x="122069" y="186564"/>
                          <a:pt x="119719" y="169546"/>
                        </a:cubicBezTo>
                        <a:close/>
                        <a:moveTo>
                          <a:pt x="123974" y="140272"/>
                        </a:moveTo>
                        <a:cubicBezTo>
                          <a:pt x="118576" y="140272"/>
                          <a:pt x="112798" y="140272"/>
                          <a:pt x="106956" y="140272"/>
                        </a:cubicBezTo>
                        <a:cubicBezTo>
                          <a:pt x="106575" y="140272"/>
                          <a:pt x="105876" y="140399"/>
                          <a:pt x="105876" y="140526"/>
                        </a:cubicBezTo>
                        <a:cubicBezTo>
                          <a:pt x="105241" y="143765"/>
                          <a:pt x="103844" y="147067"/>
                          <a:pt x="104225" y="150178"/>
                        </a:cubicBezTo>
                        <a:cubicBezTo>
                          <a:pt x="104606" y="152972"/>
                          <a:pt x="106829" y="155512"/>
                          <a:pt x="108289" y="158116"/>
                        </a:cubicBezTo>
                        <a:cubicBezTo>
                          <a:pt x="109369" y="159957"/>
                          <a:pt x="119592" y="160338"/>
                          <a:pt x="120672" y="158497"/>
                        </a:cubicBezTo>
                        <a:cubicBezTo>
                          <a:pt x="124037" y="152909"/>
                          <a:pt x="128038" y="147448"/>
                          <a:pt x="123910" y="140209"/>
                        </a:cubicBezTo>
                        <a:close/>
                        <a:moveTo>
                          <a:pt x="80857" y="20511"/>
                        </a:moveTo>
                        <a:cubicBezTo>
                          <a:pt x="70761" y="27750"/>
                          <a:pt x="63839" y="37212"/>
                          <a:pt x="59521" y="48959"/>
                        </a:cubicBezTo>
                        <a:cubicBezTo>
                          <a:pt x="69618" y="48832"/>
                          <a:pt x="82318" y="38736"/>
                          <a:pt x="84540" y="29465"/>
                        </a:cubicBezTo>
                        <a:cubicBezTo>
                          <a:pt x="84667" y="28957"/>
                          <a:pt x="84604" y="28258"/>
                          <a:pt x="84413" y="27750"/>
                        </a:cubicBezTo>
                        <a:cubicBezTo>
                          <a:pt x="83334" y="25401"/>
                          <a:pt x="82127" y="23051"/>
                          <a:pt x="80857" y="20511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</p:grpSp>
            <p:grpSp>
              <p:nvGrpSpPr>
                <p:cNvPr id="91" name="Рисунок 4">
                  <a:extLst>
                    <a:ext uri="{FF2B5EF4-FFF2-40B4-BE49-F238E27FC236}">
                      <a16:creationId xmlns="" xmlns:a16="http://schemas.microsoft.com/office/drawing/2014/main" id="{270F8674-4EAA-460E-97B0-E8C34B5D1954}"/>
                    </a:ext>
                  </a:extLst>
                </p:cNvPr>
                <p:cNvGrpSpPr/>
                <p:nvPr/>
              </p:nvGrpSpPr>
              <p:grpSpPr>
                <a:xfrm>
                  <a:off x="451167" y="3425444"/>
                  <a:ext cx="3154680" cy="1178115"/>
                  <a:chOff x="451167" y="3425444"/>
                  <a:chExt cx="3154680" cy="1178115"/>
                </a:xfrm>
              </p:grpSpPr>
              <p:sp>
                <p:nvSpPr>
                  <p:cNvPr id="92" name="Полилиния: фигура 91">
                    <a:extLst>
                      <a:ext uri="{FF2B5EF4-FFF2-40B4-BE49-F238E27FC236}">
                        <a16:creationId xmlns="" xmlns:a16="http://schemas.microsoft.com/office/drawing/2014/main" id="{21CEAE44-3D35-4DF8-94E0-CAFCAD0A3F62}"/>
                      </a:ext>
                    </a:extLst>
                  </p:cNvPr>
                  <p:cNvSpPr/>
                  <p:nvPr/>
                </p:nvSpPr>
                <p:spPr>
                  <a:xfrm>
                    <a:off x="866330" y="3594354"/>
                    <a:ext cx="2544445" cy="237426"/>
                  </a:xfrm>
                  <a:custGeom>
                    <a:avLst/>
                    <a:gdLst>
                      <a:gd name="connsiteX0" fmla="*/ 2468245 w 2544445"/>
                      <a:gd name="connsiteY0" fmla="*/ 0 h 237426"/>
                      <a:gd name="connsiteX1" fmla="*/ 2544445 w 2544445"/>
                      <a:gd name="connsiteY1" fmla="*/ 76200 h 237426"/>
                      <a:gd name="connsiteX2" fmla="*/ 2544445 w 2544445"/>
                      <a:gd name="connsiteY2" fmla="*/ 161226 h 237426"/>
                      <a:gd name="connsiteX3" fmla="*/ 2468245 w 2544445"/>
                      <a:gd name="connsiteY3" fmla="*/ 237426 h 237426"/>
                      <a:gd name="connsiteX4" fmla="*/ 76200 w 2544445"/>
                      <a:gd name="connsiteY4" fmla="*/ 237426 h 237426"/>
                      <a:gd name="connsiteX5" fmla="*/ 0 w 2544445"/>
                      <a:gd name="connsiteY5" fmla="*/ 161226 h 237426"/>
                      <a:gd name="connsiteX6" fmla="*/ 0 w 2544445"/>
                      <a:gd name="connsiteY6" fmla="*/ 76200 h 237426"/>
                      <a:gd name="connsiteX7" fmla="*/ 76200 w 2544445"/>
                      <a:gd name="connsiteY7" fmla="*/ 0 h 2374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544445" h="237426">
                        <a:moveTo>
                          <a:pt x="2468245" y="0"/>
                        </a:moveTo>
                        <a:cubicBezTo>
                          <a:pt x="2510329" y="0"/>
                          <a:pt x="2544445" y="34116"/>
                          <a:pt x="2544445" y="76200"/>
                        </a:cubicBezTo>
                        <a:lnTo>
                          <a:pt x="2544445" y="161226"/>
                        </a:lnTo>
                        <a:cubicBezTo>
                          <a:pt x="2544445" y="203311"/>
                          <a:pt x="2510329" y="237426"/>
                          <a:pt x="2468245" y="237426"/>
                        </a:cubicBezTo>
                        <a:lnTo>
                          <a:pt x="76200" y="237426"/>
                        </a:lnTo>
                        <a:cubicBezTo>
                          <a:pt x="34116" y="237426"/>
                          <a:pt x="0" y="203311"/>
                          <a:pt x="0" y="161226"/>
                        </a:cubicBezTo>
                        <a:lnTo>
                          <a:pt x="0" y="76200"/>
                        </a:lnTo>
                        <a:cubicBezTo>
                          <a:pt x="0" y="34116"/>
                          <a:pt x="34116" y="0"/>
                          <a:pt x="76200" y="0"/>
                        </a:cubicBezTo>
                        <a:close/>
                      </a:path>
                    </a:pathLst>
                  </a:custGeom>
                  <a:solidFill>
                    <a:srgbClr val="FF83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sp>
                <p:nvSpPr>
                  <p:cNvPr id="93" name="TextBox 92">
                    <a:extLst>
                      <a:ext uri="{FF2B5EF4-FFF2-40B4-BE49-F238E27FC236}">
                        <a16:creationId xmlns="" xmlns:a16="http://schemas.microsoft.com/office/drawing/2014/main" id="{A3C8C0CD-B94A-40CB-A8B5-CF553224D1EA}"/>
                      </a:ext>
                    </a:extLst>
                  </p:cNvPr>
                  <p:cNvSpPr txBox="1"/>
                  <p:nvPr/>
                </p:nvSpPr>
                <p:spPr>
                  <a:xfrm>
                    <a:off x="861250" y="3553650"/>
                    <a:ext cx="1992213" cy="2975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23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РЕГИОНАЛЬНЫЙ МЕН</a:t>
                    </a:r>
                  </a:p>
                </p:txBody>
              </p:sp>
              <p:sp>
                <p:nvSpPr>
                  <p:cNvPr id="94" name="TextBox 93">
                    <a:extLst>
                      <a:ext uri="{FF2B5EF4-FFF2-40B4-BE49-F238E27FC236}">
                        <a16:creationId xmlns="" xmlns:a16="http://schemas.microsoft.com/office/drawing/2014/main" id="{6E1FA37D-BE85-4706-BC87-1D95DB3B7D73}"/>
                      </a:ext>
                    </a:extLst>
                  </p:cNvPr>
                  <p:cNvSpPr txBox="1"/>
                  <p:nvPr/>
                </p:nvSpPr>
                <p:spPr>
                  <a:xfrm>
                    <a:off x="2692908" y="3553650"/>
                    <a:ext cx="219291" cy="2975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23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Е</a:t>
                    </a:r>
                  </a:p>
                </p:txBody>
              </p:sp>
              <p:sp>
                <p:nvSpPr>
                  <p:cNvPr id="95" name="TextBox 94">
                    <a:extLst>
                      <a:ext uri="{FF2B5EF4-FFF2-40B4-BE49-F238E27FC236}">
                        <a16:creationId xmlns="" xmlns:a16="http://schemas.microsoft.com/office/drawing/2014/main" id="{E920901E-C195-4B2D-B248-1B19A686061B}"/>
                      </a:ext>
                    </a:extLst>
                  </p:cNvPr>
                  <p:cNvSpPr txBox="1"/>
                  <p:nvPr/>
                </p:nvSpPr>
                <p:spPr>
                  <a:xfrm>
                    <a:off x="2785998" y="3553650"/>
                    <a:ext cx="620042" cy="2975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2300" b="1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ДЖЕР</a:t>
                    </a:r>
                  </a:p>
                </p:txBody>
              </p:sp>
              <p:sp>
                <p:nvSpPr>
                  <p:cNvPr id="99" name="TextBox 98">
                    <a:extLst>
                      <a:ext uri="{FF2B5EF4-FFF2-40B4-BE49-F238E27FC236}">
                        <a16:creationId xmlns="" xmlns:a16="http://schemas.microsoft.com/office/drawing/2014/main" id="{B7309095-4E9F-4694-81C0-CFAFFCDC9E96}"/>
                      </a:ext>
                    </a:extLst>
                  </p:cNvPr>
                  <p:cNvSpPr txBox="1"/>
                  <p:nvPr/>
                </p:nvSpPr>
                <p:spPr>
                  <a:xfrm>
                    <a:off x="1332103" y="3833558"/>
                    <a:ext cx="184111" cy="23596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1700" spc="326">
                        <a:solidFill>
                          <a:srgbClr val="FF8300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 </a:t>
                    </a:r>
                  </a:p>
                </p:txBody>
              </p:sp>
              <p:sp>
                <p:nvSpPr>
                  <p:cNvPr id="103" name="TextBox 102">
                    <a:extLst>
                      <a:ext uri="{FF2B5EF4-FFF2-40B4-BE49-F238E27FC236}">
                        <a16:creationId xmlns="" xmlns:a16="http://schemas.microsoft.com/office/drawing/2014/main" id="{38E840BE-E676-4757-9C8A-CA2AF8FA768E}"/>
                      </a:ext>
                    </a:extLst>
                  </p:cNvPr>
                  <p:cNvSpPr txBox="1"/>
                  <p:nvPr/>
                </p:nvSpPr>
                <p:spPr>
                  <a:xfrm>
                    <a:off x="2117534" y="3833558"/>
                    <a:ext cx="184111" cy="23596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1700" spc="326">
                        <a:solidFill>
                          <a:srgbClr val="FF8300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 </a:t>
                    </a:r>
                  </a:p>
                </p:txBody>
              </p:sp>
              <p:sp>
                <p:nvSpPr>
                  <p:cNvPr id="108" name="TextBox 107">
                    <a:extLst>
                      <a:ext uri="{FF2B5EF4-FFF2-40B4-BE49-F238E27FC236}">
                        <a16:creationId xmlns="" xmlns:a16="http://schemas.microsoft.com/office/drawing/2014/main" id="{C3D5551F-C970-4693-A567-DD11A397FA9C}"/>
                      </a:ext>
                    </a:extLst>
                  </p:cNvPr>
                  <p:cNvSpPr txBox="1"/>
                  <p:nvPr/>
                </p:nvSpPr>
                <p:spPr>
                  <a:xfrm>
                    <a:off x="2725673" y="3833558"/>
                    <a:ext cx="184111" cy="23596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1700" spc="326">
                        <a:solidFill>
                          <a:srgbClr val="FF8300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 </a:t>
                    </a:r>
                  </a:p>
                </p:txBody>
              </p:sp>
              <p:sp>
                <p:nvSpPr>
                  <p:cNvPr id="136" name="Полилиния: фигура 135">
                    <a:extLst>
                      <a:ext uri="{FF2B5EF4-FFF2-40B4-BE49-F238E27FC236}">
                        <a16:creationId xmlns="" xmlns:a16="http://schemas.microsoft.com/office/drawing/2014/main" id="{36D8DDDF-05E3-4A44-8270-DDAB760B35B2}"/>
                      </a:ext>
                    </a:extLst>
                  </p:cNvPr>
                  <p:cNvSpPr/>
                  <p:nvPr/>
                </p:nvSpPr>
                <p:spPr>
                  <a:xfrm>
                    <a:off x="451167" y="3425444"/>
                    <a:ext cx="3154680" cy="1178115"/>
                  </a:xfrm>
                  <a:custGeom>
                    <a:avLst/>
                    <a:gdLst>
                      <a:gd name="connsiteX0" fmla="*/ 3078480 w 3154680"/>
                      <a:gd name="connsiteY0" fmla="*/ 0 h 1178115"/>
                      <a:gd name="connsiteX1" fmla="*/ 3154680 w 3154680"/>
                      <a:gd name="connsiteY1" fmla="*/ 76200 h 1178115"/>
                      <a:gd name="connsiteX2" fmla="*/ 3154680 w 3154680"/>
                      <a:gd name="connsiteY2" fmla="*/ 1101916 h 1178115"/>
                      <a:gd name="connsiteX3" fmla="*/ 3078480 w 3154680"/>
                      <a:gd name="connsiteY3" fmla="*/ 1178116 h 1178115"/>
                      <a:gd name="connsiteX4" fmla="*/ 76200 w 3154680"/>
                      <a:gd name="connsiteY4" fmla="*/ 1178116 h 1178115"/>
                      <a:gd name="connsiteX5" fmla="*/ 0 w 3154680"/>
                      <a:gd name="connsiteY5" fmla="*/ 1101916 h 1178115"/>
                      <a:gd name="connsiteX6" fmla="*/ 0 w 3154680"/>
                      <a:gd name="connsiteY6" fmla="*/ 76200 h 1178115"/>
                      <a:gd name="connsiteX7" fmla="*/ 76200 w 3154680"/>
                      <a:gd name="connsiteY7" fmla="*/ 0 h 117811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154680" h="1178115">
                        <a:moveTo>
                          <a:pt x="3078480" y="0"/>
                        </a:moveTo>
                        <a:cubicBezTo>
                          <a:pt x="3120564" y="0"/>
                          <a:pt x="3154680" y="34116"/>
                          <a:pt x="3154680" y="76200"/>
                        </a:cubicBezTo>
                        <a:lnTo>
                          <a:pt x="3154680" y="1101916"/>
                        </a:lnTo>
                        <a:cubicBezTo>
                          <a:pt x="3154680" y="1144000"/>
                          <a:pt x="3120564" y="1178116"/>
                          <a:pt x="3078480" y="1178116"/>
                        </a:cubicBezTo>
                        <a:lnTo>
                          <a:pt x="76200" y="1178116"/>
                        </a:lnTo>
                        <a:cubicBezTo>
                          <a:pt x="34116" y="1178116"/>
                          <a:pt x="0" y="1144000"/>
                          <a:pt x="0" y="1101916"/>
                        </a:cubicBezTo>
                        <a:lnTo>
                          <a:pt x="0" y="76200"/>
                        </a:lnTo>
                        <a:cubicBezTo>
                          <a:pt x="0" y="34116"/>
                          <a:pt x="34116" y="0"/>
                          <a:pt x="76200" y="0"/>
                        </a:cubicBezTo>
                        <a:close/>
                      </a:path>
                    </a:pathLst>
                  </a:custGeom>
                  <a:noFill/>
                  <a:ln w="12700" cap="flat">
                    <a:solidFill>
                      <a:srgbClr val="FF8300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37" name="Рисунок 4">
                    <a:extLst>
                      <a:ext uri="{FF2B5EF4-FFF2-40B4-BE49-F238E27FC236}">
                        <a16:creationId xmlns="" xmlns:a16="http://schemas.microsoft.com/office/drawing/2014/main" id="{997CFD38-8B67-47A2-8A90-FED3AB2936FC}"/>
                      </a:ext>
                    </a:extLst>
                  </p:cNvPr>
                  <p:cNvGrpSpPr/>
                  <p:nvPr/>
                </p:nvGrpSpPr>
                <p:grpSpPr>
                  <a:xfrm>
                    <a:off x="583247" y="3581842"/>
                    <a:ext cx="241681" cy="260352"/>
                    <a:chOff x="583247" y="3581842"/>
                    <a:chExt cx="241681" cy="260352"/>
                  </a:xfrm>
                  <a:solidFill>
                    <a:srgbClr val="000000"/>
                  </a:solidFill>
                </p:grpSpPr>
                <p:sp>
                  <p:nvSpPr>
                    <p:cNvPr id="138" name="Полилиния: фигура 137">
                      <a:extLst>
                        <a:ext uri="{FF2B5EF4-FFF2-40B4-BE49-F238E27FC236}">
                          <a16:creationId xmlns="" xmlns:a16="http://schemas.microsoft.com/office/drawing/2014/main" id="{67FB457F-933E-4E28-8F55-0F8810DCFB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83247" y="3732193"/>
                      <a:ext cx="241681" cy="110000"/>
                    </a:xfrm>
                    <a:custGeom>
                      <a:avLst/>
                      <a:gdLst>
                        <a:gd name="connsiteX0" fmla="*/ 2540 w 241681"/>
                        <a:gd name="connsiteY0" fmla="*/ 109937 h 110000"/>
                        <a:gd name="connsiteX1" fmla="*/ 0 w 241681"/>
                        <a:gd name="connsiteY1" fmla="*/ 104222 h 110000"/>
                        <a:gd name="connsiteX2" fmla="*/ 0 w 241681"/>
                        <a:gd name="connsiteY2" fmla="*/ 62820 h 110000"/>
                        <a:gd name="connsiteX3" fmla="*/ 19812 w 241681"/>
                        <a:gd name="connsiteY3" fmla="*/ 25863 h 110000"/>
                        <a:gd name="connsiteX4" fmla="*/ 31940 w 241681"/>
                        <a:gd name="connsiteY4" fmla="*/ 20148 h 110000"/>
                        <a:gd name="connsiteX5" fmla="*/ 79502 w 241681"/>
                        <a:gd name="connsiteY5" fmla="*/ 1098 h 110000"/>
                        <a:gd name="connsiteX6" fmla="*/ 87757 w 241681"/>
                        <a:gd name="connsiteY6" fmla="*/ 4845 h 110000"/>
                        <a:gd name="connsiteX7" fmla="*/ 102045 w 241681"/>
                        <a:gd name="connsiteY7" fmla="*/ 44469 h 110000"/>
                        <a:gd name="connsiteX8" fmla="*/ 103188 w 241681"/>
                        <a:gd name="connsiteY8" fmla="*/ 47263 h 110000"/>
                        <a:gd name="connsiteX9" fmla="*/ 108204 w 241681"/>
                        <a:gd name="connsiteY9" fmla="*/ 32658 h 110000"/>
                        <a:gd name="connsiteX10" fmla="*/ 107823 w 241681"/>
                        <a:gd name="connsiteY10" fmla="*/ 30499 h 110000"/>
                        <a:gd name="connsiteX11" fmla="*/ 104013 w 241681"/>
                        <a:gd name="connsiteY11" fmla="*/ 21101 h 110000"/>
                        <a:gd name="connsiteX12" fmla="*/ 107823 w 241681"/>
                        <a:gd name="connsiteY12" fmla="*/ 15259 h 110000"/>
                        <a:gd name="connsiteX13" fmla="*/ 133731 w 241681"/>
                        <a:gd name="connsiteY13" fmla="*/ 15259 h 110000"/>
                        <a:gd name="connsiteX14" fmla="*/ 137604 w 241681"/>
                        <a:gd name="connsiteY14" fmla="*/ 21101 h 110000"/>
                        <a:gd name="connsiteX15" fmla="*/ 137097 w 241681"/>
                        <a:gd name="connsiteY15" fmla="*/ 22244 h 110000"/>
                        <a:gd name="connsiteX16" fmla="*/ 138557 w 241681"/>
                        <a:gd name="connsiteY16" fmla="*/ 46882 h 110000"/>
                        <a:gd name="connsiteX17" fmla="*/ 139573 w 241681"/>
                        <a:gd name="connsiteY17" fmla="*/ 44469 h 110000"/>
                        <a:gd name="connsiteX18" fmla="*/ 154242 w 241681"/>
                        <a:gd name="connsiteY18" fmla="*/ 3956 h 110000"/>
                        <a:gd name="connsiteX19" fmla="*/ 161227 w 241681"/>
                        <a:gd name="connsiteY19" fmla="*/ 717 h 110000"/>
                        <a:gd name="connsiteX20" fmla="*/ 214440 w 241681"/>
                        <a:gd name="connsiteY20" fmla="*/ 22053 h 110000"/>
                        <a:gd name="connsiteX21" fmla="*/ 241110 w 241681"/>
                        <a:gd name="connsiteY21" fmla="*/ 54756 h 110000"/>
                        <a:gd name="connsiteX22" fmla="*/ 241681 w 241681"/>
                        <a:gd name="connsiteY22" fmla="*/ 62884 h 110000"/>
                        <a:gd name="connsiteX23" fmla="*/ 241681 w 241681"/>
                        <a:gd name="connsiteY23" fmla="*/ 104286 h 110000"/>
                        <a:gd name="connsiteX24" fmla="*/ 239141 w 241681"/>
                        <a:gd name="connsiteY24" fmla="*/ 110001 h 110000"/>
                        <a:gd name="connsiteX25" fmla="*/ 2159 w 241681"/>
                        <a:gd name="connsiteY25" fmla="*/ 110001 h 110000"/>
                        <a:gd name="connsiteX26" fmla="*/ 113284 w 241681"/>
                        <a:gd name="connsiteY26" fmla="*/ 23006 h 110000"/>
                        <a:gd name="connsiteX27" fmla="*/ 115888 w 241681"/>
                        <a:gd name="connsiteY27" fmla="*/ 29610 h 110000"/>
                        <a:gd name="connsiteX28" fmla="*/ 116269 w 241681"/>
                        <a:gd name="connsiteY28" fmla="*/ 33293 h 110000"/>
                        <a:gd name="connsiteX29" fmla="*/ 106807 w 241681"/>
                        <a:gd name="connsiteY29" fmla="*/ 60344 h 110000"/>
                        <a:gd name="connsiteX30" fmla="*/ 103315 w 241681"/>
                        <a:gd name="connsiteY30" fmla="*/ 62630 h 110000"/>
                        <a:gd name="connsiteX31" fmla="*/ 99758 w 241681"/>
                        <a:gd name="connsiteY31" fmla="*/ 60344 h 110000"/>
                        <a:gd name="connsiteX32" fmla="*/ 98997 w 241681"/>
                        <a:gd name="connsiteY32" fmla="*/ 58502 h 110000"/>
                        <a:gd name="connsiteX33" fmla="*/ 81788 w 241681"/>
                        <a:gd name="connsiteY33" fmla="*/ 11068 h 110000"/>
                        <a:gd name="connsiteX34" fmla="*/ 80899 w 241681"/>
                        <a:gd name="connsiteY34" fmla="*/ 8972 h 110000"/>
                        <a:gd name="connsiteX35" fmla="*/ 78613 w 241681"/>
                        <a:gd name="connsiteY35" fmla="*/ 9798 h 110000"/>
                        <a:gd name="connsiteX36" fmla="*/ 30797 w 241681"/>
                        <a:gd name="connsiteY36" fmla="*/ 28911 h 110000"/>
                        <a:gd name="connsiteX37" fmla="*/ 7683 w 241681"/>
                        <a:gd name="connsiteY37" fmla="*/ 62884 h 110000"/>
                        <a:gd name="connsiteX38" fmla="*/ 7683 w 241681"/>
                        <a:gd name="connsiteY38" fmla="*/ 99460 h 110000"/>
                        <a:gd name="connsiteX39" fmla="*/ 7811 w 241681"/>
                        <a:gd name="connsiteY39" fmla="*/ 102000 h 110000"/>
                        <a:gd name="connsiteX40" fmla="*/ 233997 w 241681"/>
                        <a:gd name="connsiteY40" fmla="*/ 102000 h 110000"/>
                        <a:gd name="connsiteX41" fmla="*/ 234125 w 241681"/>
                        <a:gd name="connsiteY41" fmla="*/ 100539 h 110000"/>
                        <a:gd name="connsiteX42" fmla="*/ 234061 w 241681"/>
                        <a:gd name="connsiteY42" fmla="*/ 61931 h 110000"/>
                        <a:gd name="connsiteX43" fmla="*/ 232029 w 241681"/>
                        <a:gd name="connsiteY43" fmla="*/ 49993 h 110000"/>
                        <a:gd name="connsiteX44" fmla="*/ 211392 w 241681"/>
                        <a:gd name="connsiteY44" fmla="*/ 28975 h 110000"/>
                        <a:gd name="connsiteX45" fmla="*/ 166878 w 241681"/>
                        <a:gd name="connsiteY45" fmla="*/ 11195 h 110000"/>
                        <a:gd name="connsiteX46" fmla="*/ 160909 w 241681"/>
                        <a:gd name="connsiteY46" fmla="*/ 8845 h 110000"/>
                        <a:gd name="connsiteX47" fmla="*/ 159957 w 241681"/>
                        <a:gd name="connsiteY47" fmla="*/ 11385 h 110000"/>
                        <a:gd name="connsiteX48" fmla="*/ 142685 w 241681"/>
                        <a:gd name="connsiteY48" fmla="*/ 59074 h 110000"/>
                        <a:gd name="connsiteX49" fmla="*/ 138430 w 241681"/>
                        <a:gd name="connsiteY49" fmla="*/ 62757 h 110000"/>
                        <a:gd name="connsiteX50" fmla="*/ 134493 w 241681"/>
                        <a:gd name="connsiteY50" fmla="*/ 59074 h 110000"/>
                        <a:gd name="connsiteX51" fmla="*/ 126047 w 241681"/>
                        <a:gd name="connsiteY51" fmla="*/ 34626 h 110000"/>
                        <a:gd name="connsiteX52" fmla="*/ 126238 w 241681"/>
                        <a:gd name="connsiteY52" fmla="*/ 29038 h 110000"/>
                        <a:gd name="connsiteX53" fmla="*/ 128588 w 241681"/>
                        <a:gd name="connsiteY53" fmla="*/ 23006 h 110000"/>
                        <a:gd name="connsiteX54" fmla="*/ 113157 w 241681"/>
                        <a:gd name="connsiteY54" fmla="*/ 23006 h 110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</a:cxnLst>
                      <a:rect l="l" t="t" r="r" b="b"/>
                      <a:pathLst>
                        <a:path w="241681" h="110000">
                          <a:moveTo>
                            <a:pt x="2540" y="109937"/>
                          </a:moveTo>
                          <a:cubicBezTo>
                            <a:pt x="635" y="108477"/>
                            <a:pt x="0" y="106635"/>
                            <a:pt x="0" y="104222"/>
                          </a:cubicBezTo>
                          <a:cubicBezTo>
                            <a:pt x="64" y="90443"/>
                            <a:pt x="0" y="76600"/>
                            <a:pt x="0" y="62820"/>
                          </a:cubicBezTo>
                          <a:cubicBezTo>
                            <a:pt x="127" y="47072"/>
                            <a:pt x="6350" y="34436"/>
                            <a:pt x="19812" y="25863"/>
                          </a:cubicBezTo>
                          <a:cubicBezTo>
                            <a:pt x="23558" y="23514"/>
                            <a:pt x="27813" y="21863"/>
                            <a:pt x="31940" y="20148"/>
                          </a:cubicBezTo>
                          <a:cubicBezTo>
                            <a:pt x="47752" y="13735"/>
                            <a:pt x="63627" y="7448"/>
                            <a:pt x="79502" y="1098"/>
                          </a:cubicBezTo>
                          <a:cubicBezTo>
                            <a:pt x="84646" y="-934"/>
                            <a:pt x="85852" y="-362"/>
                            <a:pt x="87757" y="4845"/>
                          </a:cubicBezTo>
                          <a:cubicBezTo>
                            <a:pt x="92520" y="18053"/>
                            <a:pt x="97282" y="31261"/>
                            <a:pt x="102045" y="44469"/>
                          </a:cubicBezTo>
                          <a:cubicBezTo>
                            <a:pt x="102299" y="45231"/>
                            <a:pt x="102679" y="45993"/>
                            <a:pt x="103188" y="47263"/>
                          </a:cubicBezTo>
                          <a:cubicBezTo>
                            <a:pt x="104965" y="42056"/>
                            <a:pt x="106680" y="37357"/>
                            <a:pt x="108204" y="32658"/>
                          </a:cubicBezTo>
                          <a:cubicBezTo>
                            <a:pt x="108395" y="32023"/>
                            <a:pt x="108140" y="31197"/>
                            <a:pt x="107823" y="30499"/>
                          </a:cubicBezTo>
                          <a:cubicBezTo>
                            <a:pt x="106617" y="27324"/>
                            <a:pt x="105220" y="24276"/>
                            <a:pt x="104013" y="21101"/>
                          </a:cubicBezTo>
                          <a:cubicBezTo>
                            <a:pt x="102743" y="17672"/>
                            <a:pt x="104267" y="15259"/>
                            <a:pt x="107823" y="15259"/>
                          </a:cubicBezTo>
                          <a:cubicBezTo>
                            <a:pt x="116459" y="15195"/>
                            <a:pt x="125095" y="15195"/>
                            <a:pt x="133731" y="15259"/>
                          </a:cubicBezTo>
                          <a:cubicBezTo>
                            <a:pt x="137351" y="15259"/>
                            <a:pt x="138811" y="17672"/>
                            <a:pt x="137604" y="21101"/>
                          </a:cubicBezTo>
                          <a:cubicBezTo>
                            <a:pt x="137478" y="21482"/>
                            <a:pt x="137351" y="21926"/>
                            <a:pt x="137097" y="22244"/>
                          </a:cubicBezTo>
                          <a:cubicBezTo>
                            <a:pt x="131128" y="30689"/>
                            <a:pt x="134938" y="38627"/>
                            <a:pt x="138557" y="46882"/>
                          </a:cubicBezTo>
                          <a:cubicBezTo>
                            <a:pt x="138938" y="45929"/>
                            <a:pt x="139319" y="45167"/>
                            <a:pt x="139573" y="44469"/>
                          </a:cubicBezTo>
                          <a:cubicBezTo>
                            <a:pt x="144463" y="30943"/>
                            <a:pt x="149352" y="17418"/>
                            <a:pt x="154242" y="3956"/>
                          </a:cubicBezTo>
                          <a:cubicBezTo>
                            <a:pt x="155702" y="19"/>
                            <a:pt x="157353" y="-807"/>
                            <a:pt x="161227" y="717"/>
                          </a:cubicBezTo>
                          <a:cubicBezTo>
                            <a:pt x="179007" y="7829"/>
                            <a:pt x="196786" y="14814"/>
                            <a:pt x="214440" y="22053"/>
                          </a:cubicBezTo>
                          <a:cubicBezTo>
                            <a:pt x="229235" y="28086"/>
                            <a:pt x="238189" y="39008"/>
                            <a:pt x="241110" y="54756"/>
                          </a:cubicBezTo>
                          <a:cubicBezTo>
                            <a:pt x="241617" y="57423"/>
                            <a:pt x="241681" y="60153"/>
                            <a:pt x="241681" y="62884"/>
                          </a:cubicBezTo>
                          <a:cubicBezTo>
                            <a:pt x="241681" y="76663"/>
                            <a:pt x="241681" y="90506"/>
                            <a:pt x="241681" y="104286"/>
                          </a:cubicBezTo>
                          <a:cubicBezTo>
                            <a:pt x="241681" y="106635"/>
                            <a:pt x="241110" y="108540"/>
                            <a:pt x="239141" y="110001"/>
                          </a:cubicBezTo>
                          <a:lnTo>
                            <a:pt x="2159" y="110001"/>
                          </a:lnTo>
                          <a:close/>
                          <a:moveTo>
                            <a:pt x="113284" y="23006"/>
                          </a:moveTo>
                          <a:cubicBezTo>
                            <a:pt x="114236" y="25419"/>
                            <a:pt x="115189" y="27451"/>
                            <a:pt x="115888" y="29610"/>
                          </a:cubicBezTo>
                          <a:cubicBezTo>
                            <a:pt x="116269" y="30753"/>
                            <a:pt x="116650" y="32213"/>
                            <a:pt x="116269" y="33293"/>
                          </a:cubicBezTo>
                          <a:cubicBezTo>
                            <a:pt x="113221" y="42373"/>
                            <a:pt x="110109" y="51390"/>
                            <a:pt x="106807" y="60344"/>
                          </a:cubicBezTo>
                          <a:cubicBezTo>
                            <a:pt x="106426" y="61423"/>
                            <a:pt x="104521" y="62630"/>
                            <a:pt x="103315" y="62630"/>
                          </a:cubicBezTo>
                          <a:cubicBezTo>
                            <a:pt x="102108" y="62630"/>
                            <a:pt x="100838" y="61296"/>
                            <a:pt x="99758" y="60344"/>
                          </a:cubicBezTo>
                          <a:cubicBezTo>
                            <a:pt x="99314" y="59963"/>
                            <a:pt x="99251" y="59137"/>
                            <a:pt x="98997" y="58502"/>
                          </a:cubicBezTo>
                          <a:cubicBezTo>
                            <a:pt x="93282" y="42691"/>
                            <a:pt x="87503" y="26879"/>
                            <a:pt x="81788" y="11068"/>
                          </a:cubicBezTo>
                          <a:cubicBezTo>
                            <a:pt x="81534" y="10369"/>
                            <a:pt x="81217" y="9735"/>
                            <a:pt x="80899" y="8972"/>
                          </a:cubicBezTo>
                          <a:cubicBezTo>
                            <a:pt x="80010" y="9290"/>
                            <a:pt x="79311" y="9544"/>
                            <a:pt x="78613" y="9798"/>
                          </a:cubicBezTo>
                          <a:cubicBezTo>
                            <a:pt x="62675" y="16148"/>
                            <a:pt x="46736" y="22498"/>
                            <a:pt x="30797" y="28911"/>
                          </a:cubicBezTo>
                          <a:cubicBezTo>
                            <a:pt x="15748" y="34944"/>
                            <a:pt x="7747" y="46755"/>
                            <a:pt x="7683" y="62884"/>
                          </a:cubicBezTo>
                          <a:cubicBezTo>
                            <a:pt x="7683" y="75076"/>
                            <a:pt x="7683" y="87268"/>
                            <a:pt x="7683" y="99460"/>
                          </a:cubicBezTo>
                          <a:cubicBezTo>
                            <a:pt x="7683" y="100349"/>
                            <a:pt x="7747" y="101238"/>
                            <a:pt x="7811" y="102000"/>
                          </a:cubicBezTo>
                          <a:lnTo>
                            <a:pt x="233997" y="102000"/>
                          </a:lnTo>
                          <a:cubicBezTo>
                            <a:pt x="233997" y="101365"/>
                            <a:pt x="234125" y="100984"/>
                            <a:pt x="234125" y="100539"/>
                          </a:cubicBezTo>
                          <a:cubicBezTo>
                            <a:pt x="234125" y="87649"/>
                            <a:pt x="234315" y="74758"/>
                            <a:pt x="234061" y="61931"/>
                          </a:cubicBezTo>
                          <a:cubicBezTo>
                            <a:pt x="233997" y="57931"/>
                            <a:pt x="233299" y="53803"/>
                            <a:pt x="232029" y="49993"/>
                          </a:cubicBezTo>
                          <a:cubicBezTo>
                            <a:pt x="228600" y="39706"/>
                            <a:pt x="221361" y="32975"/>
                            <a:pt x="211392" y="28975"/>
                          </a:cubicBezTo>
                          <a:cubicBezTo>
                            <a:pt x="196533" y="23069"/>
                            <a:pt x="181674" y="17100"/>
                            <a:pt x="166878" y="11195"/>
                          </a:cubicBezTo>
                          <a:cubicBezTo>
                            <a:pt x="164910" y="10433"/>
                            <a:pt x="163004" y="9671"/>
                            <a:pt x="160909" y="8845"/>
                          </a:cubicBezTo>
                          <a:cubicBezTo>
                            <a:pt x="160528" y="9798"/>
                            <a:pt x="160211" y="10623"/>
                            <a:pt x="159957" y="11385"/>
                          </a:cubicBezTo>
                          <a:cubicBezTo>
                            <a:pt x="154178" y="27260"/>
                            <a:pt x="148463" y="43199"/>
                            <a:pt x="142685" y="59074"/>
                          </a:cubicBezTo>
                          <a:cubicBezTo>
                            <a:pt x="141922" y="61106"/>
                            <a:pt x="140970" y="62820"/>
                            <a:pt x="138430" y="62757"/>
                          </a:cubicBezTo>
                          <a:cubicBezTo>
                            <a:pt x="136081" y="62693"/>
                            <a:pt x="135192" y="60979"/>
                            <a:pt x="134493" y="59074"/>
                          </a:cubicBezTo>
                          <a:cubicBezTo>
                            <a:pt x="131699" y="50946"/>
                            <a:pt x="128715" y="42818"/>
                            <a:pt x="126047" y="34626"/>
                          </a:cubicBezTo>
                          <a:cubicBezTo>
                            <a:pt x="125476" y="32975"/>
                            <a:pt x="125794" y="30816"/>
                            <a:pt x="126238" y="29038"/>
                          </a:cubicBezTo>
                          <a:cubicBezTo>
                            <a:pt x="126683" y="27006"/>
                            <a:pt x="127762" y="25165"/>
                            <a:pt x="128588" y="23006"/>
                          </a:cubicBezTo>
                          <a:lnTo>
                            <a:pt x="113157" y="23006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 w="635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ru-RU"/>
                    </a:p>
                  </p:txBody>
                </p:sp>
                <p:sp>
                  <p:nvSpPr>
                    <p:cNvPr id="139" name="Полилиния: фигура 138">
                      <a:extLst>
                        <a:ext uri="{FF2B5EF4-FFF2-40B4-BE49-F238E27FC236}">
                          <a16:creationId xmlns="" xmlns:a16="http://schemas.microsoft.com/office/drawing/2014/main" id="{B11EF13C-4322-4745-BB6E-1CE02853E8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8438" y="3581842"/>
                      <a:ext cx="131490" cy="149610"/>
                    </a:xfrm>
                    <a:custGeom>
                      <a:avLst/>
                      <a:gdLst>
                        <a:gd name="connsiteX0" fmla="*/ 126990 w 131490"/>
                        <a:gd name="connsiteY0" fmla="*/ 48834 h 149610"/>
                        <a:gd name="connsiteX1" fmla="*/ 123942 w 131490"/>
                        <a:gd name="connsiteY1" fmla="*/ 66296 h 149610"/>
                        <a:gd name="connsiteX2" fmla="*/ 125403 w 131490"/>
                        <a:gd name="connsiteY2" fmla="*/ 70487 h 149610"/>
                        <a:gd name="connsiteX3" fmla="*/ 131435 w 131490"/>
                        <a:gd name="connsiteY3" fmla="*/ 81663 h 149610"/>
                        <a:gd name="connsiteX4" fmla="*/ 122101 w 131490"/>
                        <a:gd name="connsiteY4" fmla="*/ 108016 h 149610"/>
                        <a:gd name="connsiteX5" fmla="*/ 113592 w 131490"/>
                        <a:gd name="connsiteY5" fmla="*/ 112207 h 149610"/>
                        <a:gd name="connsiteX6" fmla="*/ 110290 w 131490"/>
                        <a:gd name="connsiteY6" fmla="*/ 114810 h 149610"/>
                        <a:gd name="connsiteX7" fmla="*/ 98288 w 131490"/>
                        <a:gd name="connsiteY7" fmla="*/ 134495 h 149610"/>
                        <a:gd name="connsiteX8" fmla="*/ 65268 w 131490"/>
                        <a:gd name="connsiteY8" fmla="*/ 149608 h 149610"/>
                        <a:gd name="connsiteX9" fmla="*/ 49139 w 131490"/>
                        <a:gd name="connsiteY9" fmla="*/ 146623 h 149610"/>
                        <a:gd name="connsiteX10" fmla="*/ 32058 w 131490"/>
                        <a:gd name="connsiteY10" fmla="*/ 132844 h 149610"/>
                        <a:gd name="connsiteX11" fmla="*/ 21199 w 131490"/>
                        <a:gd name="connsiteY11" fmla="*/ 114556 h 149610"/>
                        <a:gd name="connsiteX12" fmla="*/ 18151 w 131490"/>
                        <a:gd name="connsiteY12" fmla="*/ 112397 h 149610"/>
                        <a:gd name="connsiteX13" fmla="*/ 3229 w 131490"/>
                        <a:gd name="connsiteY13" fmla="*/ 99253 h 149610"/>
                        <a:gd name="connsiteX14" fmla="*/ 244 w 131490"/>
                        <a:gd name="connsiteY14" fmla="*/ 80901 h 149610"/>
                        <a:gd name="connsiteX15" fmla="*/ 6658 w 131490"/>
                        <a:gd name="connsiteY15" fmla="*/ 70106 h 149610"/>
                        <a:gd name="connsiteX16" fmla="*/ 8182 w 131490"/>
                        <a:gd name="connsiteY16" fmla="*/ 67312 h 149610"/>
                        <a:gd name="connsiteX17" fmla="*/ 6404 w 131490"/>
                        <a:gd name="connsiteY17" fmla="*/ 56073 h 149610"/>
                        <a:gd name="connsiteX18" fmla="*/ 8690 w 131490"/>
                        <a:gd name="connsiteY18" fmla="*/ 28895 h 149610"/>
                        <a:gd name="connsiteX19" fmla="*/ 22025 w 131490"/>
                        <a:gd name="connsiteY19" fmla="*/ 14036 h 149610"/>
                        <a:gd name="connsiteX20" fmla="*/ 33836 w 131490"/>
                        <a:gd name="connsiteY20" fmla="*/ 11877 h 149610"/>
                        <a:gd name="connsiteX21" fmla="*/ 35995 w 131490"/>
                        <a:gd name="connsiteY21" fmla="*/ 11242 h 149610"/>
                        <a:gd name="connsiteX22" fmla="*/ 54219 w 131490"/>
                        <a:gd name="connsiteY22" fmla="*/ 1209 h 149610"/>
                        <a:gd name="connsiteX23" fmla="*/ 94415 w 131490"/>
                        <a:gd name="connsiteY23" fmla="*/ 5971 h 149610"/>
                        <a:gd name="connsiteX24" fmla="*/ 123625 w 131490"/>
                        <a:gd name="connsiteY24" fmla="*/ 32959 h 149610"/>
                        <a:gd name="connsiteX25" fmla="*/ 127054 w 131490"/>
                        <a:gd name="connsiteY25" fmla="*/ 48897 h 149610"/>
                        <a:gd name="connsiteX26" fmla="*/ 41138 w 131490"/>
                        <a:gd name="connsiteY26" fmla="*/ 37721 h 149610"/>
                        <a:gd name="connsiteX27" fmla="*/ 17643 w 131490"/>
                        <a:gd name="connsiteY27" fmla="*/ 61787 h 149610"/>
                        <a:gd name="connsiteX28" fmla="*/ 16119 w 131490"/>
                        <a:gd name="connsiteY28" fmla="*/ 64201 h 149610"/>
                        <a:gd name="connsiteX29" fmla="*/ 15992 w 131490"/>
                        <a:gd name="connsiteY29" fmla="*/ 70804 h 149610"/>
                        <a:gd name="connsiteX30" fmla="*/ 12881 w 131490"/>
                        <a:gd name="connsiteY30" fmla="*/ 75440 h 149610"/>
                        <a:gd name="connsiteX31" fmla="*/ 7801 w 131490"/>
                        <a:gd name="connsiteY31" fmla="*/ 82361 h 149610"/>
                        <a:gd name="connsiteX32" fmla="*/ 12563 w 131490"/>
                        <a:gd name="connsiteY32" fmla="*/ 100142 h 149610"/>
                        <a:gd name="connsiteX33" fmla="*/ 21136 w 131490"/>
                        <a:gd name="connsiteY33" fmla="*/ 104777 h 149610"/>
                        <a:gd name="connsiteX34" fmla="*/ 26724 w 131490"/>
                        <a:gd name="connsiteY34" fmla="*/ 108206 h 149610"/>
                        <a:gd name="connsiteX35" fmla="*/ 36884 w 131490"/>
                        <a:gd name="connsiteY35" fmla="*/ 126049 h 149610"/>
                        <a:gd name="connsiteX36" fmla="*/ 44567 w 131490"/>
                        <a:gd name="connsiteY36" fmla="*/ 135067 h 149610"/>
                        <a:gd name="connsiteX37" fmla="*/ 69459 w 131490"/>
                        <a:gd name="connsiteY37" fmla="*/ 141671 h 149610"/>
                        <a:gd name="connsiteX38" fmla="*/ 93335 w 131490"/>
                        <a:gd name="connsiteY38" fmla="*/ 128272 h 149610"/>
                        <a:gd name="connsiteX39" fmla="*/ 105019 w 131490"/>
                        <a:gd name="connsiteY39" fmla="*/ 108079 h 149610"/>
                        <a:gd name="connsiteX40" fmla="*/ 110417 w 131490"/>
                        <a:gd name="connsiteY40" fmla="*/ 104714 h 149610"/>
                        <a:gd name="connsiteX41" fmla="*/ 118989 w 131490"/>
                        <a:gd name="connsiteY41" fmla="*/ 100205 h 149610"/>
                        <a:gd name="connsiteX42" fmla="*/ 123815 w 131490"/>
                        <a:gd name="connsiteY42" fmla="*/ 81917 h 149610"/>
                        <a:gd name="connsiteX43" fmla="*/ 120069 w 131490"/>
                        <a:gd name="connsiteY43" fmla="*/ 76011 h 149610"/>
                        <a:gd name="connsiteX44" fmla="*/ 115687 w 131490"/>
                        <a:gd name="connsiteY44" fmla="*/ 68836 h 149610"/>
                        <a:gd name="connsiteX45" fmla="*/ 109528 w 131490"/>
                        <a:gd name="connsiteY45" fmla="*/ 60772 h 149610"/>
                        <a:gd name="connsiteX46" fmla="*/ 81207 w 131490"/>
                        <a:gd name="connsiteY46" fmla="*/ 54803 h 149610"/>
                        <a:gd name="connsiteX47" fmla="*/ 50663 w 131490"/>
                        <a:gd name="connsiteY47" fmla="*/ 44516 h 149610"/>
                        <a:gd name="connsiteX48" fmla="*/ 41138 w 131490"/>
                        <a:gd name="connsiteY48" fmla="*/ 37658 h 149610"/>
                        <a:gd name="connsiteX49" fmla="*/ 118037 w 131490"/>
                        <a:gd name="connsiteY49" fmla="*/ 55818 h 149610"/>
                        <a:gd name="connsiteX50" fmla="*/ 107178 w 131490"/>
                        <a:gd name="connsiteY50" fmla="*/ 23370 h 149610"/>
                        <a:gd name="connsiteX51" fmla="*/ 53140 w 131490"/>
                        <a:gd name="connsiteY51" fmla="*/ 9336 h 149610"/>
                        <a:gd name="connsiteX52" fmla="*/ 41646 w 131490"/>
                        <a:gd name="connsiteY52" fmla="*/ 17274 h 149610"/>
                        <a:gd name="connsiteX53" fmla="*/ 35677 w 131490"/>
                        <a:gd name="connsiteY53" fmla="*/ 20068 h 149610"/>
                        <a:gd name="connsiteX54" fmla="*/ 21072 w 131490"/>
                        <a:gd name="connsiteY54" fmla="*/ 24132 h 149610"/>
                        <a:gd name="connsiteX55" fmla="*/ 13071 w 131490"/>
                        <a:gd name="connsiteY55" fmla="*/ 38928 h 149610"/>
                        <a:gd name="connsiteX56" fmla="*/ 14278 w 131490"/>
                        <a:gd name="connsiteY56" fmla="*/ 54803 h 149610"/>
                        <a:gd name="connsiteX57" fmla="*/ 33709 w 131490"/>
                        <a:gd name="connsiteY57" fmla="*/ 35816 h 149610"/>
                        <a:gd name="connsiteX58" fmla="*/ 35741 w 131490"/>
                        <a:gd name="connsiteY58" fmla="*/ 29529 h 149610"/>
                        <a:gd name="connsiteX59" fmla="*/ 38598 w 131490"/>
                        <a:gd name="connsiteY59" fmla="*/ 26164 h 149610"/>
                        <a:gd name="connsiteX60" fmla="*/ 42916 w 131490"/>
                        <a:gd name="connsiteY60" fmla="*/ 27879 h 149610"/>
                        <a:gd name="connsiteX61" fmla="*/ 66729 w 131490"/>
                        <a:gd name="connsiteY61" fmla="*/ 43627 h 149610"/>
                        <a:gd name="connsiteX62" fmla="*/ 90224 w 131490"/>
                        <a:gd name="connsiteY62" fmla="*/ 48834 h 149610"/>
                        <a:gd name="connsiteX63" fmla="*/ 118037 w 131490"/>
                        <a:gd name="connsiteY63" fmla="*/ 55882 h 14961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</a:cxnLst>
                      <a:rect l="l" t="t" r="r" b="b"/>
                      <a:pathLst>
                        <a:path w="131490" h="149610">
                          <a:moveTo>
                            <a:pt x="126990" y="48834"/>
                          </a:moveTo>
                          <a:cubicBezTo>
                            <a:pt x="125974" y="54676"/>
                            <a:pt x="125085" y="60517"/>
                            <a:pt x="123942" y="66296"/>
                          </a:cubicBezTo>
                          <a:cubicBezTo>
                            <a:pt x="123625" y="68074"/>
                            <a:pt x="123561" y="69280"/>
                            <a:pt x="125403" y="70487"/>
                          </a:cubicBezTo>
                          <a:cubicBezTo>
                            <a:pt x="129340" y="73027"/>
                            <a:pt x="131245" y="77091"/>
                            <a:pt x="131435" y="81663"/>
                          </a:cubicBezTo>
                          <a:cubicBezTo>
                            <a:pt x="131880" y="91633"/>
                            <a:pt x="129721" y="100967"/>
                            <a:pt x="122101" y="108016"/>
                          </a:cubicBezTo>
                          <a:cubicBezTo>
                            <a:pt x="119878" y="110111"/>
                            <a:pt x="116640" y="111254"/>
                            <a:pt x="113592" y="112207"/>
                          </a:cubicBezTo>
                          <a:cubicBezTo>
                            <a:pt x="111941" y="112715"/>
                            <a:pt x="111052" y="113413"/>
                            <a:pt x="110290" y="114810"/>
                          </a:cubicBezTo>
                          <a:cubicBezTo>
                            <a:pt x="106353" y="121414"/>
                            <a:pt x="102670" y="128209"/>
                            <a:pt x="98288" y="134495"/>
                          </a:cubicBezTo>
                          <a:cubicBezTo>
                            <a:pt x="90287" y="145861"/>
                            <a:pt x="78476" y="149417"/>
                            <a:pt x="65268" y="149608"/>
                          </a:cubicBezTo>
                          <a:cubicBezTo>
                            <a:pt x="59680" y="149672"/>
                            <a:pt x="54346" y="148465"/>
                            <a:pt x="49139" y="146623"/>
                          </a:cubicBezTo>
                          <a:cubicBezTo>
                            <a:pt x="41837" y="144020"/>
                            <a:pt x="36185" y="139321"/>
                            <a:pt x="32058" y="132844"/>
                          </a:cubicBezTo>
                          <a:cubicBezTo>
                            <a:pt x="28248" y="126875"/>
                            <a:pt x="24692" y="120716"/>
                            <a:pt x="21199" y="114556"/>
                          </a:cubicBezTo>
                          <a:cubicBezTo>
                            <a:pt x="20437" y="113286"/>
                            <a:pt x="19675" y="112651"/>
                            <a:pt x="18151" y="112397"/>
                          </a:cubicBezTo>
                          <a:cubicBezTo>
                            <a:pt x="10531" y="111064"/>
                            <a:pt x="6086" y="105984"/>
                            <a:pt x="3229" y="99253"/>
                          </a:cubicBezTo>
                          <a:cubicBezTo>
                            <a:pt x="752" y="93411"/>
                            <a:pt x="-581" y="87315"/>
                            <a:pt x="244" y="80901"/>
                          </a:cubicBezTo>
                          <a:cubicBezTo>
                            <a:pt x="816" y="76456"/>
                            <a:pt x="2848" y="72773"/>
                            <a:pt x="6658" y="70106"/>
                          </a:cubicBezTo>
                          <a:cubicBezTo>
                            <a:pt x="7483" y="69535"/>
                            <a:pt x="8118" y="68328"/>
                            <a:pt x="8182" y="67312"/>
                          </a:cubicBezTo>
                          <a:cubicBezTo>
                            <a:pt x="8626" y="63439"/>
                            <a:pt x="7991" y="59819"/>
                            <a:pt x="6404" y="56073"/>
                          </a:cubicBezTo>
                          <a:cubicBezTo>
                            <a:pt x="2467" y="46802"/>
                            <a:pt x="4499" y="37658"/>
                            <a:pt x="8690" y="28895"/>
                          </a:cubicBezTo>
                          <a:cubicBezTo>
                            <a:pt x="11674" y="22672"/>
                            <a:pt x="15611" y="17274"/>
                            <a:pt x="22025" y="14036"/>
                          </a:cubicBezTo>
                          <a:cubicBezTo>
                            <a:pt x="25771" y="12194"/>
                            <a:pt x="29708" y="11432"/>
                            <a:pt x="33836" y="11877"/>
                          </a:cubicBezTo>
                          <a:cubicBezTo>
                            <a:pt x="34534" y="11940"/>
                            <a:pt x="35677" y="11749"/>
                            <a:pt x="35995" y="11242"/>
                          </a:cubicBezTo>
                          <a:cubicBezTo>
                            <a:pt x="40503" y="4955"/>
                            <a:pt x="47107" y="2479"/>
                            <a:pt x="54219" y="1209"/>
                          </a:cubicBezTo>
                          <a:cubicBezTo>
                            <a:pt x="68062" y="-1268"/>
                            <a:pt x="81524" y="-61"/>
                            <a:pt x="94415" y="5971"/>
                          </a:cubicBezTo>
                          <a:cubicBezTo>
                            <a:pt x="107051" y="11877"/>
                            <a:pt x="117529" y="19941"/>
                            <a:pt x="123625" y="32959"/>
                          </a:cubicBezTo>
                          <a:cubicBezTo>
                            <a:pt x="125974" y="37975"/>
                            <a:pt x="126546" y="43309"/>
                            <a:pt x="127054" y="48897"/>
                          </a:cubicBezTo>
                          <a:close/>
                          <a:moveTo>
                            <a:pt x="41138" y="37721"/>
                          </a:moveTo>
                          <a:cubicBezTo>
                            <a:pt x="37201" y="49659"/>
                            <a:pt x="28502" y="56771"/>
                            <a:pt x="17643" y="61787"/>
                          </a:cubicBezTo>
                          <a:cubicBezTo>
                            <a:pt x="16881" y="62105"/>
                            <a:pt x="16183" y="63375"/>
                            <a:pt x="16119" y="64201"/>
                          </a:cubicBezTo>
                          <a:cubicBezTo>
                            <a:pt x="15865" y="66360"/>
                            <a:pt x="15929" y="68582"/>
                            <a:pt x="15992" y="70804"/>
                          </a:cubicBezTo>
                          <a:cubicBezTo>
                            <a:pt x="15992" y="73091"/>
                            <a:pt x="15167" y="74678"/>
                            <a:pt x="12881" y="75440"/>
                          </a:cubicBezTo>
                          <a:cubicBezTo>
                            <a:pt x="9579" y="76583"/>
                            <a:pt x="8055" y="79060"/>
                            <a:pt x="7801" y="82361"/>
                          </a:cubicBezTo>
                          <a:cubicBezTo>
                            <a:pt x="7293" y="88839"/>
                            <a:pt x="8880" y="94808"/>
                            <a:pt x="12563" y="100142"/>
                          </a:cubicBezTo>
                          <a:cubicBezTo>
                            <a:pt x="14595" y="103062"/>
                            <a:pt x="17389" y="104967"/>
                            <a:pt x="21136" y="104777"/>
                          </a:cubicBezTo>
                          <a:cubicBezTo>
                            <a:pt x="23930" y="104586"/>
                            <a:pt x="25454" y="105857"/>
                            <a:pt x="26724" y="108206"/>
                          </a:cubicBezTo>
                          <a:cubicBezTo>
                            <a:pt x="29962" y="114239"/>
                            <a:pt x="33201" y="120271"/>
                            <a:pt x="36884" y="126049"/>
                          </a:cubicBezTo>
                          <a:cubicBezTo>
                            <a:pt x="38979" y="129352"/>
                            <a:pt x="41519" y="132654"/>
                            <a:pt x="44567" y="135067"/>
                          </a:cubicBezTo>
                          <a:cubicBezTo>
                            <a:pt x="51806" y="140845"/>
                            <a:pt x="60442" y="142496"/>
                            <a:pt x="69459" y="141671"/>
                          </a:cubicBezTo>
                          <a:cubicBezTo>
                            <a:pt x="79302" y="140782"/>
                            <a:pt x="87874" y="137098"/>
                            <a:pt x="93335" y="128272"/>
                          </a:cubicBezTo>
                          <a:cubicBezTo>
                            <a:pt x="97399" y="121668"/>
                            <a:pt x="101209" y="114873"/>
                            <a:pt x="105019" y="108079"/>
                          </a:cubicBezTo>
                          <a:cubicBezTo>
                            <a:pt x="106289" y="105857"/>
                            <a:pt x="107686" y="104523"/>
                            <a:pt x="110417" y="104714"/>
                          </a:cubicBezTo>
                          <a:cubicBezTo>
                            <a:pt x="114163" y="104967"/>
                            <a:pt x="116957" y="103190"/>
                            <a:pt x="118989" y="100205"/>
                          </a:cubicBezTo>
                          <a:cubicBezTo>
                            <a:pt x="122736" y="94744"/>
                            <a:pt x="124387" y="88585"/>
                            <a:pt x="123815" y="81917"/>
                          </a:cubicBezTo>
                          <a:cubicBezTo>
                            <a:pt x="123561" y="79377"/>
                            <a:pt x="122545" y="76837"/>
                            <a:pt x="120069" y="76011"/>
                          </a:cubicBezTo>
                          <a:cubicBezTo>
                            <a:pt x="116322" y="74805"/>
                            <a:pt x="115497" y="72455"/>
                            <a:pt x="115687" y="68836"/>
                          </a:cubicBezTo>
                          <a:cubicBezTo>
                            <a:pt x="115941" y="63883"/>
                            <a:pt x="114290" y="61851"/>
                            <a:pt x="109528" y="60772"/>
                          </a:cubicBezTo>
                          <a:cubicBezTo>
                            <a:pt x="100130" y="58676"/>
                            <a:pt x="90668" y="56580"/>
                            <a:pt x="81207" y="54803"/>
                          </a:cubicBezTo>
                          <a:cubicBezTo>
                            <a:pt x="70539" y="52771"/>
                            <a:pt x="59934" y="50548"/>
                            <a:pt x="50663" y="44516"/>
                          </a:cubicBezTo>
                          <a:cubicBezTo>
                            <a:pt x="47488" y="42420"/>
                            <a:pt x="44504" y="40071"/>
                            <a:pt x="41138" y="37658"/>
                          </a:cubicBezTo>
                          <a:close/>
                          <a:moveTo>
                            <a:pt x="118037" y="55818"/>
                          </a:moveTo>
                          <a:cubicBezTo>
                            <a:pt x="120894" y="42737"/>
                            <a:pt x="116830" y="31879"/>
                            <a:pt x="107178" y="23370"/>
                          </a:cubicBezTo>
                          <a:cubicBezTo>
                            <a:pt x="91621" y="9717"/>
                            <a:pt x="73523" y="4637"/>
                            <a:pt x="53140" y="9336"/>
                          </a:cubicBezTo>
                          <a:cubicBezTo>
                            <a:pt x="48441" y="10416"/>
                            <a:pt x="43869" y="12258"/>
                            <a:pt x="41646" y="17274"/>
                          </a:cubicBezTo>
                          <a:cubicBezTo>
                            <a:pt x="40249" y="20449"/>
                            <a:pt x="39106" y="20957"/>
                            <a:pt x="35677" y="20068"/>
                          </a:cubicBezTo>
                          <a:cubicBezTo>
                            <a:pt x="30026" y="18608"/>
                            <a:pt x="25136" y="19941"/>
                            <a:pt x="21072" y="24132"/>
                          </a:cubicBezTo>
                          <a:cubicBezTo>
                            <a:pt x="17008" y="28323"/>
                            <a:pt x="14595" y="33403"/>
                            <a:pt x="13071" y="38928"/>
                          </a:cubicBezTo>
                          <a:cubicBezTo>
                            <a:pt x="11611" y="44261"/>
                            <a:pt x="11484" y="49596"/>
                            <a:pt x="14278" y="54803"/>
                          </a:cubicBezTo>
                          <a:cubicBezTo>
                            <a:pt x="23168" y="50802"/>
                            <a:pt x="30343" y="45278"/>
                            <a:pt x="33709" y="35816"/>
                          </a:cubicBezTo>
                          <a:cubicBezTo>
                            <a:pt x="34471" y="33721"/>
                            <a:pt x="34852" y="31561"/>
                            <a:pt x="35741" y="29529"/>
                          </a:cubicBezTo>
                          <a:cubicBezTo>
                            <a:pt x="36376" y="28196"/>
                            <a:pt x="37455" y="26418"/>
                            <a:pt x="38598" y="26164"/>
                          </a:cubicBezTo>
                          <a:cubicBezTo>
                            <a:pt x="39932" y="25910"/>
                            <a:pt x="42027" y="26799"/>
                            <a:pt x="42916" y="27879"/>
                          </a:cubicBezTo>
                          <a:cubicBezTo>
                            <a:pt x="49330" y="35498"/>
                            <a:pt x="57267" y="40896"/>
                            <a:pt x="66729" y="43627"/>
                          </a:cubicBezTo>
                          <a:cubicBezTo>
                            <a:pt x="74412" y="45849"/>
                            <a:pt x="82413" y="47119"/>
                            <a:pt x="90224" y="48834"/>
                          </a:cubicBezTo>
                          <a:cubicBezTo>
                            <a:pt x="99558" y="50866"/>
                            <a:pt x="109083" y="51945"/>
                            <a:pt x="118037" y="55882"/>
                          </a:cubicBez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 w="635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ru-RU"/>
                    </a:p>
                  </p:txBody>
                </p:sp>
                <p:sp>
                  <p:nvSpPr>
                    <p:cNvPr id="140" name="Полилиния: фигура 139">
                      <a:extLst>
                        <a:ext uri="{FF2B5EF4-FFF2-40B4-BE49-F238E27FC236}">
                          <a16:creationId xmlns="" xmlns:a16="http://schemas.microsoft.com/office/drawing/2014/main" id="{7479FF9B-B7B2-40A0-8348-6F54E5A3C8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4791" y="3791013"/>
                      <a:ext cx="50800" cy="34289"/>
                    </a:xfrm>
                    <a:custGeom>
                      <a:avLst/>
                      <a:gdLst>
                        <a:gd name="connsiteX0" fmla="*/ 25336 w 50800"/>
                        <a:gd name="connsiteY0" fmla="*/ 0 h 34289"/>
                        <a:gd name="connsiteX1" fmla="*/ 45149 w 50800"/>
                        <a:gd name="connsiteY1" fmla="*/ 0 h 34289"/>
                        <a:gd name="connsiteX2" fmla="*/ 50800 w 50800"/>
                        <a:gd name="connsiteY2" fmla="*/ 5524 h 34289"/>
                        <a:gd name="connsiteX3" fmla="*/ 50800 w 50800"/>
                        <a:gd name="connsiteY3" fmla="*/ 28892 h 34289"/>
                        <a:gd name="connsiteX4" fmla="*/ 45466 w 50800"/>
                        <a:gd name="connsiteY4" fmla="*/ 34290 h 34289"/>
                        <a:gd name="connsiteX5" fmla="*/ 5334 w 50800"/>
                        <a:gd name="connsiteY5" fmla="*/ 34290 h 34289"/>
                        <a:gd name="connsiteX6" fmla="*/ 0 w 50800"/>
                        <a:gd name="connsiteY6" fmla="*/ 29020 h 34289"/>
                        <a:gd name="connsiteX7" fmla="*/ 0 w 50800"/>
                        <a:gd name="connsiteY7" fmla="*/ 5143 h 34289"/>
                        <a:gd name="connsiteX8" fmla="*/ 5017 w 50800"/>
                        <a:gd name="connsiteY8" fmla="*/ 64 h 34289"/>
                        <a:gd name="connsiteX9" fmla="*/ 25336 w 50800"/>
                        <a:gd name="connsiteY9" fmla="*/ 64 h 34289"/>
                        <a:gd name="connsiteX10" fmla="*/ 7810 w 50800"/>
                        <a:gd name="connsiteY10" fmla="*/ 26416 h 34289"/>
                        <a:gd name="connsiteX11" fmla="*/ 42799 w 50800"/>
                        <a:gd name="connsiteY11" fmla="*/ 26416 h 34289"/>
                        <a:gd name="connsiteX12" fmla="*/ 42799 w 50800"/>
                        <a:gd name="connsiteY12" fmla="*/ 7874 h 34289"/>
                        <a:gd name="connsiteX13" fmla="*/ 7810 w 50800"/>
                        <a:gd name="connsiteY13" fmla="*/ 7874 h 34289"/>
                        <a:gd name="connsiteX14" fmla="*/ 7810 w 50800"/>
                        <a:gd name="connsiteY14" fmla="*/ 26416 h 3428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50800" h="34289">
                          <a:moveTo>
                            <a:pt x="25336" y="0"/>
                          </a:moveTo>
                          <a:cubicBezTo>
                            <a:pt x="31940" y="0"/>
                            <a:pt x="38545" y="0"/>
                            <a:pt x="45149" y="0"/>
                          </a:cubicBezTo>
                          <a:cubicBezTo>
                            <a:pt x="49593" y="0"/>
                            <a:pt x="50800" y="1207"/>
                            <a:pt x="50800" y="5524"/>
                          </a:cubicBezTo>
                          <a:cubicBezTo>
                            <a:pt x="50800" y="13335"/>
                            <a:pt x="50800" y="21082"/>
                            <a:pt x="50800" y="28892"/>
                          </a:cubicBezTo>
                          <a:cubicBezTo>
                            <a:pt x="50800" y="32957"/>
                            <a:pt x="49467" y="34227"/>
                            <a:pt x="45466" y="34290"/>
                          </a:cubicBezTo>
                          <a:cubicBezTo>
                            <a:pt x="32067" y="34290"/>
                            <a:pt x="18732" y="34290"/>
                            <a:pt x="5334" y="34290"/>
                          </a:cubicBezTo>
                          <a:cubicBezTo>
                            <a:pt x="1270" y="34290"/>
                            <a:pt x="0" y="33020"/>
                            <a:pt x="0" y="29020"/>
                          </a:cubicBezTo>
                          <a:cubicBezTo>
                            <a:pt x="0" y="21082"/>
                            <a:pt x="0" y="13081"/>
                            <a:pt x="0" y="5143"/>
                          </a:cubicBezTo>
                          <a:cubicBezTo>
                            <a:pt x="0" y="1333"/>
                            <a:pt x="1270" y="64"/>
                            <a:pt x="5017" y="64"/>
                          </a:cubicBezTo>
                          <a:cubicBezTo>
                            <a:pt x="11811" y="64"/>
                            <a:pt x="18542" y="64"/>
                            <a:pt x="25336" y="64"/>
                          </a:cubicBezTo>
                          <a:close/>
                          <a:moveTo>
                            <a:pt x="7810" y="26416"/>
                          </a:moveTo>
                          <a:lnTo>
                            <a:pt x="42799" y="26416"/>
                          </a:lnTo>
                          <a:lnTo>
                            <a:pt x="42799" y="7874"/>
                          </a:lnTo>
                          <a:lnTo>
                            <a:pt x="7810" y="7874"/>
                          </a:lnTo>
                          <a:lnTo>
                            <a:pt x="7810" y="26416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 w="635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ru-RU"/>
                    </a:p>
                  </p:txBody>
                </p:sp>
              </p:grpSp>
            </p:grpSp>
            <p:grpSp>
              <p:nvGrpSpPr>
                <p:cNvPr id="141" name="Рисунок 4">
                  <a:extLst>
                    <a:ext uri="{FF2B5EF4-FFF2-40B4-BE49-F238E27FC236}">
                      <a16:creationId xmlns="" xmlns:a16="http://schemas.microsoft.com/office/drawing/2014/main" id="{D4774142-7B9D-449E-8AF9-5CB6EF94A8ED}"/>
                    </a:ext>
                  </a:extLst>
                </p:cNvPr>
                <p:cNvGrpSpPr/>
                <p:nvPr/>
              </p:nvGrpSpPr>
              <p:grpSpPr>
                <a:xfrm>
                  <a:off x="451167" y="5047488"/>
                  <a:ext cx="3154680" cy="1290383"/>
                  <a:chOff x="451167" y="5047488"/>
                  <a:chExt cx="3154680" cy="1290383"/>
                </a:xfrm>
              </p:grpSpPr>
              <p:sp>
                <p:nvSpPr>
                  <p:cNvPr id="142" name="Полилиния: фигура 141">
                    <a:extLst>
                      <a:ext uri="{FF2B5EF4-FFF2-40B4-BE49-F238E27FC236}">
                        <a16:creationId xmlns="" xmlns:a16="http://schemas.microsoft.com/office/drawing/2014/main" id="{EA4E63E4-5CCD-4A39-B189-5D8F25E44B1C}"/>
                      </a:ext>
                    </a:extLst>
                  </p:cNvPr>
                  <p:cNvSpPr/>
                  <p:nvPr/>
                </p:nvSpPr>
                <p:spPr>
                  <a:xfrm>
                    <a:off x="866330" y="5216398"/>
                    <a:ext cx="2544445" cy="438594"/>
                  </a:xfrm>
                  <a:custGeom>
                    <a:avLst/>
                    <a:gdLst>
                      <a:gd name="connsiteX0" fmla="*/ 2468245 w 2544445"/>
                      <a:gd name="connsiteY0" fmla="*/ 0 h 438594"/>
                      <a:gd name="connsiteX1" fmla="*/ 2544445 w 2544445"/>
                      <a:gd name="connsiteY1" fmla="*/ 76200 h 438594"/>
                      <a:gd name="connsiteX2" fmla="*/ 2544445 w 2544445"/>
                      <a:gd name="connsiteY2" fmla="*/ 362394 h 438594"/>
                      <a:gd name="connsiteX3" fmla="*/ 2468245 w 2544445"/>
                      <a:gd name="connsiteY3" fmla="*/ 438594 h 438594"/>
                      <a:gd name="connsiteX4" fmla="*/ 76200 w 2544445"/>
                      <a:gd name="connsiteY4" fmla="*/ 438594 h 438594"/>
                      <a:gd name="connsiteX5" fmla="*/ 0 w 2544445"/>
                      <a:gd name="connsiteY5" fmla="*/ 362394 h 438594"/>
                      <a:gd name="connsiteX6" fmla="*/ 0 w 2544445"/>
                      <a:gd name="connsiteY6" fmla="*/ 76200 h 438594"/>
                      <a:gd name="connsiteX7" fmla="*/ 76200 w 2544445"/>
                      <a:gd name="connsiteY7" fmla="*/ 0 h 4385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544445" h="438594">
                        <a:moveTo>
                          <a:pt x="2468245" y="0"/>
                        </a:moveTo>
                        <a:cubicBezTo>
                          <a:pt x="2510329" y="0"/>
                          <a:pt x="2544445" y="34116"/>
                          <a:pt x="2544445" y="76200"/>
                        </a:cubicBezTo>
                        <a:lnTo>
                          <a:pt x="2544445" y="362394"/>
                        </a:lnTo>
                        <a:cubicBezTo>
                          <a:pt x="2544445" y="404479"/>
                          <a:pt x="2510329" y="438594"/>
                          <a:pt x="2468245" y="438594"/>
                        </a:cubicBezTo>
                        <a:lnTo>
                          <a:pt x="76200" y="438594"/>
                        </a:lnTo>
                        <a:cubicBezTo>
                          <a:pt x="34116" y="438594"/>
                          <a:pt x="0" y="404479"/>
                          <a:pt x="0" y="362394"/>
                        </a:cubicBezTo>
                        <a:lnTo>
                          <a:pt x="0" y="76200"/>
                        </a:lnTo>
                        <a:cubicBezTo>
                          <a:pt x="0" y="34116"/>
                          <a:pt x="34116" y="0"/>
                          <a:pt x="76200" y="0"/>
                        </a:cubicBezTo>
                        <a:close/>
                      </a:path>
                    </a:pathLst>
                  </a:custGeom>
                  <a:solidFill>
                    <a:srgbClr val="FF83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sp>
                <p:nvSpPr>
                  <p:cNvPr id="173" name="TextBox 172">
                    <a:extLst>
                      <a:ext uri="{FF2B5EF4-FFF2-40B4-BE49-F238E27FC236}">
                        <a16:creationId xmlns="" xmlns:a16="http://schemas.microsoft.com/office/drawing/2014/main" id="{667B306F-E45D-4ECE-9162-9F9F19BF44A0}"/>
                      </a:ext>
                    </a:extLst>
                  </p:cNvPr>
                  <p:cNvSpPr txBox="1"/>
                  <p:nvPr/>
                </p:nvSpPr>
                <p:spPr>
                  <a:xfrm>
                    <a:off x="2352611" y="5711063"/>
                    <a:ext cx="164618" cy="23596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1700" spc="98">
                        <a:solidFill>
                          <a:srgbClr val="FF8300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 </a:t>
                    </a:r>
                  </a:p>
                </p:txBody>
              </p:sp>
              <p:sp>
                <p:nvSpPr>
                  <p:cNvPr id="192" name="TextBox 191">
                    <a:extLst>
                      <a:ext uri="{FF2B5EF4-FFF2-40B4-BE49-F238E27FC236}">
                        <a16:creationId xmlns="" xmlns:a16="http://schemas.microsoft.com/office/drawing/2014/main" id="{08A26AF4-7714-408D-B68F-98387E2580ED}"/>
                      </a:ext>
                    </a:extLst>
                  </p:cNvPr>
                  <p:cNvSpPr txBox="1"/>
                  <p:nvPr/>
                </p:nvSpPr>
                <p:spPr>
                  <a:xfrm>
                    <a:off x="554863" y="6035230"/>
                    <a:ext cx="123154" cy="23596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endParaRPr lang="ru-RU" sz="17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endParaRPr>
                  </a:p>
                </p:txBody>
              </p:sp>
              <p:sp>
                <p:nvSpPr>
                  <p:cNvPr id="193" name="TextBox 192">
                    <a:extLst>
                      <a:ext uri="{FF2B5EF4-FFF2-40B4-BE49-F238E27FC236}">
                        <a16:creationId xmlns="" xmlns:a16="http://schemas.microsoft.com/office/drawing/2014/main" id="{E94F4564-601A-4A8C-8960-91C49F3A22D7}"/>
                      </a:ext>
                    </a:extLst>
                  </p:cNvPr>
                  <p:cNvSpPr txBox="1"/>
                  <p:nvPr/>
                </p:nvSpPr>
                <p:spPr>
                  <a:xfrm>
                    <a:off x="795210" y="6035230"/>
                    <a:ext cx="123154" cy="23596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endParaRPr lang="ru-RU" sz="17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endParaRPr>
                  </a:p>
                </p:txBody>
              </p:sp>
              <p:sp>
                <p:nvSpPr>
                  <p:cNvPr id="195" name="TextBox 194">
                    <a:extLst>
                      <a:ext uri="{FF2B5EF4-FFF2-40B4-BE49-F238E27FC236}">
                        <a16:creationId xmlns="" xmlns:a16="http://schemas.microsoft.com/office/drawing/2014/main" id="{341BBC63-628D-4F8C-9EDB-307A32CF4317}"/>
                      </a:ext>
                    </a:extLst>
                  </p:cNvPr>
                  <p:cNvSpPr txBox="1"/>
                  <p:nvPr/>
                </p:nvSpPr>
                <p:spPr>
                  <a:xfrm>
                    <a:off x="1302004" y="6035230"/>
                    <a:ext cx="123154" cy="23596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endParaRPr lang="ru-RU" sz="1700" spc="-33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endParaRPr>
                  </a:p>
                </p:txBody>
              </p:sp>
              <p:sp>
                <p:nvSpPr>
                  <p:cNvPr id="197" name="Полилиния: фигура 196">
                    <a:extLst>
                      <a:ext uri="{FF2B5EF4-FFF2-40B4-BE49-F238E27FC236}">
                        <a16:creationId xmlns="" xmlns:a16="http://schemas.microsoft.com/office/drawing/2014/main" id="{77C7BF47-968C-4550-9EC2-EADF7534D4B3}"/>
                      </a:ext>
                    </a:extLst>
                  </p:cNvPr>
                  <p:cNvSpPr/>
                  <p:nvPr/>
                </p:nvSpPr>
                <p:spPr>
                  <a:xfrm>
                    <a:off x="451167" y="5047488"/>
                    <a:ext cx="3154680" cy="1290383"/>
                  </a:xfrm>
                  <a:custGeom>
                    <a:avLst/>
                    <a:gdLst>
                      <a:gd name="connsiteX0" fmla="*/ 3078480 w 3154680"/>
                      <a:gd name="connsiteY0" fmla="*/ 0 h 1290383"/>
                      <a:gd name="connsiteX1" fmla="*/ 3154680 w 3154680"/>
                      <a:gd name="connsiteY1" fmla="*/ 76200 h 1290383"/>
                      <a:gd name="connsiteX2" fmla="*/ 3154680 w 3154680"/>
                      <a:gd name="connsiteY2" fmla="*/ 1214184 h 1290383"/>
                      <a:gd name="connsiteX3" fmla="*/ 3078480 w 3154680"/>
                      <a:gd name="connsiteY3" fmla="*/ 1290384 h 1290383"/>
                      <a:gd name="connsiteX4" fmla="*/ 76200 w 3154680"/>
                      <a:gd name="connsiteY4" fmla="*/ 1290384 h 1290383"/>
                      <a:gd name="connsiteX5" fmla="*/ 0 w 3154680"/>
                      <a:gd name="connsiteY5" fmla="*/ 1214184 h 1290383"/>
                      <a:gd name="connsiteX6" fmla="*/ 0 w 3154680"/>
                      <a:gd name="connsiteY6" fmla="*/ 76200 h 1290383"/>
                      <a:gd name="connsiteX7" fmla="*/ 76200 w 3154680"/>
                      <a:gd name="connsiteY7" fmla="*/ 0 h 129038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154680" h="1290383">
                        <a:moveTo>
                          <a:pt x="3078480" y="0"/>
                        </a:moveTo>
                        <a:cubicBezTo>
                          <a:pt x="3120564" y="0"/>
                          <a:pt x="3154680" y="34116"/>
                          <a:pt x="3154680" y="76200"/>
                        </a:cubicBezTo>
                        <a:lnTo>
                          <a:pt x="3154680" y="1214184"/>
                        </a:lnTo>
                        <a:cubicBezTo>
                          <a:pt x="3154680" y="1256268"/>
                          <a:pt x="3120564" y="1290384"/>
                          <a:pt x="3078480" y="1290384"/>
                        </a:cubicBezTo>
                        <a:lnTo>
                          <a:pt x="76200" y="1290384"/>
                        </a:lnTo>
                        <a:cubicBezTo>
                          <a:pt x="34116" y="1290384"/>
                          <a:pt x="0" y="1256268"/>
                          <a:pt x="0" y="1214184"/>
                        </a:cubicBezTo>
                        <a:lnTo>
                          <a:pt x="0" y="76200"/>
                        </a:lnTo>
                        <a:cubicBezTo>
                          <a:pt x="0" y="34116"/>
                          <a:pt x="34116" y="0"/>
                          <a:pt x="76200" y="0"/>
                        </a:cubicBezTo>
                        <a:close/>
                      </a:path>
                    </a:pathLst>
                  </a:custGeom>
                  <a:noFill/>
                  <a:ln w="12700" cap="flat">
                    <a:solidFill>
                      <a:srgbClr val="FF8300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98" name="Рисунок 4">
                    <a:extLst>
                      <a:ext uri="{FF2B5EF4-FFF2-40B4-BE49-F238E27FC236}">
                        <a16:creationId xmlns="" xmlns:a16="http://schemas.microsoft.com/office/drawing/2014/main" id="{4122F7B9-678B-4BF4-95F6-A1498FB37E40}"/>
                      </a:ext>
                    </a:extLst>
                  </p:cNvPr>
                  <p:cNvGrpSpPr/>
                  <p:nvPr/>
                </p:nvGrpSpPr>
                <p:grpSpPr>
                  <a:xfrm>
                    <a:off x="495297" y="5325554"/>
                    <a:ext cx="339870" cy="220726"/>
                    <a:chOff x="495297" y="5325554"/>
                    <a:chExt cx="339870" cy="220726"/>
                  </a:xfrm>
                  <a:solidFill>
                    <a:srgbClr val="000000"/>
                  </a:solidFill>
                </p:grpSpPr>
                <p:sp>
                  <p:nvSpPr>
                    <p:cNvPr id="199" name="Полилиния: фигура 198">
                      <a:extLst>
                        <a:ext uri="{FF2B5EF4-FFF2-40B4-BE49-F238E27FC236}">
                          <a16:creationId xmlns="" xmlns:a16="http://schemas.microsoft.com/office/drawing/2014/main" id="{5689BFE1-7286-40A7-92A6-A4CCFB3168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5297" y="5325554"/>
                      <a:ext cx="339870" cy="220726"/>
                    </a:xfrm>
                    <a:custGeom>
                      <a:avLst/>
                      <a:gdLst>
                        <a:gd name="connsiteX0" fmla="*/ 261305 w 339870"/>
                        <a:gd name="connsiteY0" fmla="*/ 183896 h 220726"/>
                        <a:gd name="connsiteX1" fmla="*/ 77917 w 339870"/>
                        <a:gd name="connsiteY1" fmla="*/ 183896 h 220726"/>
                        <a:gd name="connsiteX2" fmla="*/ 77917 w 339870"/>
                        <a:gd name="connsiteY2" fmla="*/ 191326 h 220726"/>
                        <a:gd name="connsiteX3" fmla="*/ 77917 w 339870"/>
                        <a:gd name="connsiteY3" fmla="*/ 207391 h 220726"/>
                        <a:gd name="connsiteX4" fmla="*/ 64773 w 339870"/>
                        <a:gd name="connsiteY4" fmla="*/ 220599 h 220726"/>
                        <a:gd name="connsiteX5" fmla="*/ 36071 w 339870"/>
                        <a:gd name="connsiteY5" fmla="*/ 220599 h 220726"/>
                        <a:gd name="connsiteX6" fmla="*/ 23053 w 339870"/>
                        <a:gd name="connsiteY6" fmla="*/ 207582 h 220726"/>
                        <a:gd name="connsiteX7" fmla="*/ 23053 w 339870"/>
                        <a:gd name="connsiteY7" fmla="*/ 184722 h 220726"/>
                        <a:gd name="connsiteX8" fmla="*/ 21021 w 339870"/>
                        <a:gd name="connsiteY8" fmla="*/ 180086 h 220726"/>
                        <a:gd name="connsiteX9" fmla="*/ 14671 w 339870"/>
                        <a:gd name="connsiteY9" fmla="*/ 166370 h 220726"/>
                        <a:gd name="connsiteX10" fmla="*/ 14735 w 339870"/>
                        <a:gd name="connsiteY10" fmla="*/ 117539 h 220726"/>
                        <a:gd name="connsiteX11" fmla="*/ 34801 w 339870"/>
                        <a:gd name="connsiteY11" fmla="*/ 76708 h 220726"/>
                        <a:gd name="connsiteX12" fmla="*/ 37468 w 339870"/>
                        <a:gd name="connsiteY12" fmla="*/ 74549 h 220726"/>
                        <a:gd name="connsiteX13" fmla="*/ 34229 w 339870"/>
                        <a:gd name="connsiteY13" fmla="*/ 74232 h 220726"/>
                        <a:gd name="connsiteX14" fmla="*/ 14100 w 339870"/>
                        <a:gd name="connsiteY14" fmla="*/ 74232 h 220726"/>
                        <a:gd name="connsiteX15" fmla="*/ 3 w 339870"/>
                        <a:gd name="connsiteY15" fmla="*/ 60198 h 220726"/>
                        <a:gd name="connsiteX16" fmla="*/ 447 w 339870"/>
                        <a:gd name="connsiteY16" fmla="*/ 50355 h 220726"/>
                        <a:gd name="connsiteX17" fmla="*/ 11814 w 339870"/>
                        <a:gd name="connsiteY17" fmla="*/ 40323 h 220726"/>
                        <a:gd name="connsiteX18" fmla="*/ 32642 w 339870"/>
                        <a:gd name="connsiteY18" fmla="*/ 40323 h 220726"/>
                        <a:gd name="connsiteX19" fmla="*/ 44643 w 339870"/>
                        <a:gd name="connsiteY19" fmla="*/ 53594 h 220726"/>
                        <a:gd name="connsiteX20" fmla="*/ 44643 w 339870"/>
                        <a:gd name="connsiteY20" fmla="*/ 64643 h 220726"/>
                        <a:gd name="connsiteX21" fmla="*/ 50485 w 339870"/>
                        <a:gd name="connsiteY21" fmla="*/ 62611 h 220726"/>
                        <a:gd name="connsiteX22" fmla="*/ 66551 w 339870"/>
                        <a:gd name="connsiteY22" fmla="*/ 22035 h 220726"/>
                        <a:gd name="connsiteX23" fmla="*/ 93856 w 339870"/>
                        <a:gd name="connsiteY23" fmla="*/ 889 h 220726"/>
                        <a:gd name="connsiteX24" fmla="*/ 102682 w 339870"/>
                        <a:gd name="connsiteY24" fmla="*/ 0 h 220726"/>
                        <a:gd name="connsiteX25" fmla="*/ 237239 w 339870"/>
                        <a:gd name="connsiteY25" fmla="*/ 0 h 220726"/>
                        <a:gd name="connsiteX26" fmla="*/ 268862 w 339870"/>
                        <a:gd name="connsiteY26" fmla="*/ 14859 h 220726"/>
                        <a:gd name="connsiteX27" fmla="*/ 274196 w 339870"/>
                        <a:gd name="connsiteY27" fmla="*/ 23876 h 220726"/>
                        <a:gd name="connsiteX28" fmla="*/ 289753 w 339870"/>
                        <a:gd name="connsiteY28" fmla="*/ 63183 h 220726"/>
                        <a:gd name="connsiteX29" fmla="*/ 293055 w 339870"/>
                        <a:gd name="connsiteY29" fmla="*/ 65659 h 220726"/>
                        <a:gd name="connsiteX30" fmla="*/ 295151 w 339870"/>
                        <a:gd name="connsiteY30" fmla="*/ 62103 h 220726"/>
                        <a:gd name="connsiteX31" fmla="*/ 295151 w 339870"/>
                        <a:gd name="connsiteY31" fmla="*/ 53594 h 220726"/>
                        <a:gd name="connsiteX32" fmla="*/ 308549 w 339870"/>
                        <a:gd name="connsiteY32" fmla="*/ 40323 h 220726"/>
                        <a:gd name="connsiteX33" fmla="*/ 326964 w 339870"/>
                        <a:gd name="connsiteY33" fmla="*/ 40323 h 220726"/>
                        <a:gd name="connsiteX34" fmla="*/ 339537 w 339870"/>
                        <a:gd name="connsiteY34" fmla="*/ 51499 h 220726"/>
                        <a:gd name="connsiteX35" fmla="*/ 339537 w 339870"/>
                        <a:gd name="connsiteY35" fmla="*/ 63055 h 220726"/>
                        <a:gd name="connsiteX36" fmla="*/ 326329 w 339870"/>
                        <a:gd name="connsiteY36" fmla="*/ 74295 h 220726"/>
                        <a:gd name="connsiteX37" fmla="*/ 306200 w 339870"/>
                        <a:gd name="connsiteY37" fmla="*/ 74295 h 220726"/>
                        <a:gd name="connsiteX38" fmla="*/ 302263 w 339870"/>
                        <a:gd name="connsiteY38" fmla="*/ 74549 h 220726"/>
                        <a:gd name="connsiteX39" fmla="*/ 305692 w 339870"/>
                        <a:gd name="connsiteY39" fmla="*/ 77280 h 220726"/>
                        <a:gd name="connsiteX40" fmla="*/ 325059 w 339870"/>
                        <a:gd name="connsiteY40" fmla="*/ 115697 h 220726"/>
                        <a:gd name="connsiteX41" fmla="*/ 325186 w 339870"/>
                        <a:gd name="connsiteY41" fmla="*/ 166942 h 220726"/>
                        <a:gd name="connsiteX42" fmla="*/ 318709 w 339870"/>
                        <a:gd name="connsiteY42" fmla="*/ 180340 h 220726"/>
                        <a:gd name="connsiteX43" fmla="*/ 316931 w 339870"/>
                        <a:gd name="connsiteY43" fmla="*/ 184277 h 220726"/>
                        <a:gd name="connsiteX44" fmla="*/ 316868 w 339870"/>
                        <a:gd name="connsiteY44" fmla="*/ 206820 h 220726"/>
                        <a:gd name="connsiteX45" fmla="*/ 303914 w 339870"/>
                        <a:gd name="connsiteY45" fmla="*/ 220536 h 220726"/>
                        <a:gd name="connsiteX46" fmla="*/ 274513 w 339870"/>
                        <a:gd name="connsiteY46" fmla="*/ 220536 h 220726"/>
                        <a:gd name="connsiteX47" fmla="*/ 261623 w 339870"/>
                        <a:gd name="connsiteY47" fmla="*/ 207010 h 220726"/>
                        <a:gd name="connsiteX48" fmla="*/ 261559 w 339870"/>
                        <a:gd name="connsiteY48" fmla="*/ 185166 h 220726"/>
                        <a:gd name="connsiteX49" fmla="*/ 261242 w 339870"/>
                        <a:gd name="connsiteY49" fmla="*/ 184150 h 220726"/>
                        <a:gd name="connsiteX50" fmla="*/ 169929 w 339870"/>
                        <a:gd name="connsiteY50" fmla="*/ 173736 h 220726"/>
                        <a:gd name="connsiteX51" fmla="*/ 269624 w 339870"/>
                        <a:gd name="connsiteY51" fmla="*/ 173736 h 220726"/>
                        <a:gd name="connsiteX52" fmla="*/ 306517 w 339870"/>
                        <a:gd name="connsiteY52" fmla="*/ 173736 h 220726"/>
                        <a:gd name="connsiteX53" fmla="*/ 314836 w 339870"/>
                        <a:gd name="connsiteY53" fmla="*/ 166053 h 220726"/>
                        <a:gd name="connsiteX54" fmla="*/ 314772 w 339870"/>
                        <a:gd name="connsiteY54" fmla="*/ 116205 h 220726"/>
                        <a:gd name="connsiteX55" fmla="*/ 273116 w 339870"/>
                        <a:gd name="connsiteY55" fmla="*/ 75629 h 220726"/>
                        <a:gd name="connsiteX56" fmla="*/ 69218 w 339870"/>
                        <a:gd name="connsiteY56" fmla="*/ 75629 h 220726"/>
                        <a:gd name="connsiteX57" fmla="*/ 60709 w 339870"/>
                        <a:gd name="connsiteY57" fmla="*/ 76136 h 220726"/>
                        <a:gd name="connsiteX58" fmla="*/ 24577 w 339870"/>
                        <a:gd name="connsiteY58" fmla="*/ 118555 h 220726"/>
                        <a:gd name="connsiteX59" fmla="*/ 24577 w 339870"/>
                        <a:gd name="connsiteY59" fmla="*/ 163259 h 220726"/>
                        <a:gd name="connsiteX60" fmla="*/ 35055 w 339870"/>
                        <a:gd name="connsiteY60" fmla="*/ 173736 h 220726"/>
                        <a:gd name="connsiteX61" fmla="*/ 169929 w 339870"/>
                        <a:gd name="connsiteY61" fmla="*/ 173736 h 220726"/>
                        <a:gd name="connsiteX62" fmla="*/ 279720 w 339870"/>
                        <a:gd name="connsiteY62" fmla="*/ 65596 h 220726"/>
                        <a:gd name="connsiteX63" fmla="*/ 279530 w 339870"/>
                        <a:gd name="connsiteY63" fmla="*/ 64643 h 220726"/>
                        <a:gd name="connsiteX64" fmla="*/ 265623 w 339870"/>
                        <a:gd name="connsiteY64" fmla="*/ 29464 h 220726"/>
                        <a:gd name="connsiteX65" fmla="*/ 236604 w 339870"/>
                        <a:gd name="connsiteY65" fmla="*/ 9525 h 220726"/>
                        <a:gd name="connsiteX66" fmla="*/ 208283 w 339870"/>
                        <a:gd name="connsiteY66" fmla="*/ 9525 h 220726"/>
                        <a:gd name="connsiteX67" fmla="*/ 102428 w 339870"/>
                        <a:gd name="connsiteY67" fmla="*/ 9525 h 220726"/>
                        <a:gd name="connsiteX68" fmla="*/ 73790 w 339870"/>
                        <a:gd name="connsiteY68" fmla="*/ 29020 h 220726"/>
                        <a:gd name="connsiteX69" fmla="*/ 60899 w 339870"/>
                        <a:gd name="connsiteY69" fmla="*/ 62040 h 220726"/>
                        <a:gd name="connsiteX70" fmla="*/ 59756 w 339870"/>
                        <a:gd name="connsiteY70" fmla="*/ 65596 h 220726"/>
                        <a:gd name="connsiteX71" fmla="*/ 279720 w 339870"/>
                        <a:gd name="connsiteY71" fmla="*/ 65596 h 220726"/>
                        <a:gd name="connsiteX72" fmla="*/ 33086 w 339870"/>
                        <a:gd name="connsiteY72" fmla="*/ 183896 h 220726"/>
                        <a:gd name="connsiteX73" fmla="*/ 33086 w 339870"/>
                        <a:gd name="connsiteY73" fmla="*/ 207074 h 220726"/>
                        <a:gd name="connsiteX74" fmla="*/ 36960 w 339870"/>
                        <a:gd name="connsiteY74" fmla="*/ 210312 h 220726"/>
                        <a:gd name="connsiteX75" fmla="*/ 64201 w 339870"/>
                        <a:gd name="connsiteY75" fmla="*/ 210312 h 220726"/>
                        <a:gd name="connsiteX76" fmla="*/ 68075 w 339870"/>
                        <a:gd name="connsiteY76" fmla="*/ 206248 h 220726"/>
                        <a:gd name="connsiteX77" fmla="*/ 68075 w 339870"/>
                        <a:gd name="connsiteY77" fmla="*/ 196723 h 220726"/>
                        <a:gd name="connsiteX78" fmla="*/ 68075 w 339870"/>
                        <a:gd name="connsiteY78" fmla="*/ 183896 h 220726"/>
                        <a:gd name="connsiteX79" fmla="*/ 33086 w 339870"/>
                        <a:gd name="connsiteY79" fmla="*/ 183896 h 220726"/>
                        <a:gd name="connsiteX80" fmla="*/ 271973 w 339870"/>
                        <a:gd name="connsiteY80" fmla="*/ 183896 h 220726"/>
                        <a:gd name="connsiteX81" fmla="*/ 271973 w 339870"/>
                        <a:gd name="connsiteY81" fmla="*/ 206947 h 220726"/>
                        <a:gd name="connsiteX82" fmla="*/ 275466 w 339870"/>
                        <a:gd name="connsiteY82" fmla="*/ 210249 h 220726"/>
                        <a:gd name="connsiteX83" fmla="*/ 303406 w 339870"/>
                        <a:gd name="connsiteY83" fmla="*/ 210122 h 220726"/>
                        <a:gd name="connsiteX84" fmla="*/ 306454 w 339870"/>
                        <a:gd name="connsiteY84" fmla="*/ 207772 h 220726"/>
                        <a:gd name="connsiteX85" fmla="*/ 306581 w 339870"/>
                        <a:gd name="connsiteY85" fmla="*/ 183896 h 220726"/>
                        <a:gd name="connsiteX86" fmla="*/ 271910 w 339870"/>
                        <a:gd name="connsiteY86" fmla="*/ 183896 h 220726"/>
                        <a:gd name="connsiteX87" fmla="*/ 305247 w 339870"/>
                        <a:gd name="connsiteY87" fmla="*/ 64072 h 220726"/>
                        <a:gd name="connsiteX88" fmla="*/ 326393 w 339870"/>
                        <a:gd name="connsiteY88" fmla="*/ 64072 h 220726"/>
                        <a:gd name="connsiteX89" fmla="*/ 329822 w 339870"/>
                        <a:gd name="connsiteY89" fmla="*/ 60770 h 220726"/>
                        <a:gd name="connsiteX90" fmla="*/ 329822 w 339870"/>
                        <a:gd name="connsiteY90" fmla="*/ 53277 h 220726"/>
                        <a:gd name="connsiteX91" fmla="*/ 326456 w 339870"/>
                        <a:gd name="connsiteY91" fmla="*/ 49848 h 220726"/>
                        <a:gd name="connsiteX92" fmla="*/ 308740 w 339870"/>
                        <a:gd name="connsiteY92" fmla="*/ 49848 h 220726"/>
                        <a:gd name="connsiteX93" fmla="*/ 305184 w 339870"/>
                        <a:gd name="connsiteY93" fmla="*/ 53467 h 220726"/>
                        <a:gd name="connsiteX94" fmla="*/ 305184 w 339870"/>
                        <a:gd name="connsiteY94" fmla="*/ 64135 h 220726"/>
                        <a:gd name="connsiteX95" fmla="*/ 34737 w 339870"/>
                        <a:gd name="connsiteY95" fmla="*/ 64072 h 220726"/>
                        <a:gd name="connsiteX96" fmla="*/ 34737 w 339870"/>
                        <a:gd name="connsiteY96" fmla="*/ 53213 h 220726"/>
                        <a:gd name="connsiteX97" fmla="*/ 31245 w 339870"/>
                        <a:gd name="connsiteY97" fmla="*/ 49848 h 220726"/>
                        <a:gd name="connsiteX98" fmla="*/ 13465 w 339870"/>
                        <a:gd name="connsiteY98" fmla="*/ 49848 h 220726"/>
                        <a:gd name="connsiteX99" fmla="*/ 10099 w 339870"/>
                        <a:gd name="connsiteY99" fmla="*/ 53340 h 220726"/>
                        <a:gd name="connsiteX100" fmla="*/ 10099 w 339870"/>
                        <a:gd name="connsiteY100" fmla="*/ 60516 h 220726"/>
                        <a:gd name="connsiteX101" fmla="*/ 13655 w 339870"/>
                        <a:gd name="connsiteY101" fmla="*/ 64072 h 220726"/>
                        <a:gd name="connsiteX102" fmla="*/ 34674 w 339870"/>
                        <a:gd name="connsiteY102" fmla="*/ 64072 h 2207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  <a:cxn ang="0">
                          <a:pos x="connsiteX97" y="connsiteY97"/>
                        </a:cxn>
                        <a:cxn ang="0">
                          <a:pos x="connsiteX98" y="connsiteY98"/>
                        </a:cxn>
                        <a:cxn ang="0">
                          <a:pos x="connsiteX99" y="connsiteY99"/>
                        </a:cxn>
                        <a:cxn ang="0">
                          <a:pos x="connsiteX100" y="connsiteY100"/>
                        </a:cxn>
                        <a:cxn ang="0">
                          <a:pos x="connsiteX101" y="connsiteY101"/>
                        </a:cxn>
                        <a:cxn ang="0">
                          <a:pos x="connsiteX102" y="connsiteY102"/>
                        </a:cxn>
                      </a:cxnLst>
                      <a:rect l="l" t="t" r="r" b="b"/>
                      <a:pathLst>
                        <a:path w="339870" h="220726">
                          <a:moveTo>
                            <a:pt x="261305" y="183896"/>
                          </a:moveTo>
                          <a:lnTo>
                            <a:pt x="77917" y="183896"/>
                          </a:lnTo>
                          <a:cubicBezTo>
                            <a:pt x="77917" y="186436"/>
                            <a:pt x="77917" y="188849"/>
                            <a:pt x="77917" y="191326"/>
                          </a:cubicBezTo>
                          <a:cubicBezTo>
                            <a:pt x="77917" y="196660"/>
                            <a:pt x="77981" y="202057"/>
                            <a:pt x="77917" y="207391"/>
                          </a:cubicBezTo>
                          <a:cubicBezTo>
                            <a:pt x="77790" y="215138"/>
                            <a:pt x="72456" y="220472"/>
                            <a:pt x="64773" y="220599"/>
                          </a:cubicBezTo>
                          <a:cubicBezTo>
                            <a:pt x="55184" y="220663"/>
                            <a:pt x="45659" y="220726"/>
                            <a:pt x="36071" y="220599"/>
                          </a:cubicBezTo>
                          <a:cubicBezTo>
                            <a:pt x="28578" y="220536"/>
                            <a:pt x="23180" y="215074"/>
                            <a:pt x="23053" y="207582"/>
                          </a:cubicBezTo>
                          <a:cubicBezTo>
                            <a:pt x="22990" y="199961"/>
                            <a:pt x="22990" y="192342"/>
                            <a:pt x="23053" y="184722"/>
                          </a:cubicBezTo>
                          <a:cubicBezTo>
                            <a:pt x="23053" y="182817"/>
                            <a:pt x="22736" y="181420"/>
                            <a:pt x="21021" y="180086"/>
                          </a:cubicBezTo>
                          <a:cubicBezTo>
                            <a:pt x="16640" y="176657"/>
                            <a:pt x="14671" y="171958"/>
                            <a:pt x="14671" y="166370"/>
                          </a:cubicBezTo>
                          <a:cubicBezTo>
                            <a:pt x="14671" y="150114"/>
                            <a:pt x="14544" y="133795"/>
                            <a:pt x="14735" y="117539"/>
                          </a:cubicBezTo>
                          <a:cubicBezTo>
                            <a:pt x="14925" y="100838"/>
                            <a:pt x="21910" y="87249"/>
                            <a:pt x="34801" y="76708"/>
                          </a:cubicBezTo>
                          <a:cubicBezTo>
                            <a:pt x="35499" y="76136"/>
                            <a:pt x="36198" y="75565"/>
                            <a:pt x="37468" y="74549"/>
                          </a:cubicBezTo>
                          <a:cubicBezTo>
                            <a:pt x="36007" y="74422"/>
                            <a:pt x="35118" y="74232"/>
                            <a:pt x="34229" y="74232"/>
                          </a:cubicBezTo>
                          <a:cubicBezTo>
                            <a:pt x="27498" y="74232"/>
                            <a:pt x="20767" y="74232"/>
                            <a:pt x="14100" y="74232"/>
                          </a:cubicBezTo>
                          <a:cubicBezTo>
                            <a:pt x="5337" y="74168"/>
                            <a:pt x="66" y="68898"/>
                            <a:pt x="3" y="60198"/>
                          </a:cubicBezTo>
                          <a:cubicBezTo>
                            <a:pt x="3" y="56896"/>
                            <a:pt x="-61" y="53530"/>
                            <a:pt x="447" y="50355"/>
                          </a:cubicBezTo>
                          <a:cubicBezTo>
                            <a:pt x="1400" y="44704"/>
                            <a:pt x="6162" y="40513"/>
                            <a:pt x="11814" y="40323"/>
                          </a:cubicBezTo>
                          <a:cubicBezTo>
                            <a:pt x="18735" y="40068"/>
                            <a:pt x="25720" y="40068"/>
                            <a:pt x="32642" y="40323"/>
                          </a:cubicBezTo>
                          <a:cubicBezTo>
                            <a:pt x="39627" y="40577"/>
                            <a:pt x="44389" y="46101"/>
                            <a:pt x="44643" y="53594"/>
                          </a:cubicBezTo>
                          <a:cubicBezTo>
                            <a:pt x="44770" y="57341"/>
                            <a:pt x="44643" y="61087"/>
                            <a:pt x="44643" y="64643"/>
                          </a:cubicBezTo>
                          <a:cubicBezTo>
                            <a:pt x="47691" y="66294"/>
                            <a:pt x="49279" y="65849"/>
                            <a:pt x="50485" y="62611"/>
                          </a:cubicBezTo>
                          <a:cubicBezTo>
                            <a:pt x="55629" y="49022"/>
                            <a:pt x="60582" y="35306"/>
                            <a:pt x="66551" y="22035"/>
                          </a:cubicBezTo>
                          <a:cubicBezTo>
                            <a:pt x="71758" y="10414"/>
                            <a:pt x="81537" y="3747"/>
                            <a:pt x="93856" y="889"/>
                          </a:cubicBezTo>
                          <a:cubicBezTo>
                            <a:pt x="96713" y="254"/>
                            <a:pt x="99698" y="0"/>
                            <a:pt x="102682" y="0"/>
                          </a:cubicBezTo>
                          <a:cubicBezTo>
                            <a:pt x="147513" y="0"/>
                            <a:pt x="192408" y="0"/>
                            <a:pt x="237239" y="0"/>
                          </a:cubicBezTo>
                          <a:cubicBezTo>
                            <a:pt x="250066" y="0"/>
                            <a:pt x="260734" y="5017"/>
                            <a:pt x="268862" y="14859"/>
                          </a:cubicBezTo>
                          <a:cubicBezTo>
                            <a:pt x="271084" y="17526"/>
                            <a:pt x="272862" y="20701"/>
                            <a:pt x="274196" y="23876"/>
                          </a:cubicBezTo>
                          <a:cubicBezTo>
                            <a:pt x="279530" y="36893"/>
                            <a:pt x="284610" y="50102"/>
                            <a:pt x="289753" y="63183"/>
                          </a:cubicBezTo>
                          <a:cubicBezTo>
                            <a:pt x="290325" y="64707"/>
                            <a:pt x="290769" y="66104"/>
                            <a:pt x="293055" y="65659"/>
                          </a:cubicBezTo>
                          <a:cubicBezTo>
                            <a:pt x="295341" y="65215"/>
                            <a:pt x="295151" y="63754"/>
                            <a:pt x="295151" y="62103"/>
                          </a:cubicBezTo>
                          <a:cubicBezTo>
                            <a:pt x="295151" y="59246"/>
                            <a:pt x="295087" y="56388"/>
                            <a:pt x="295151" y="53594"/>
                          </a:cubicBezTo>
                          <a:cubicBezTo>
                            <a:pt x="295405" y="45593"/>
                            <a:pt x="300612" y="40449"/>
                            <a:pt x="308549" y="40323"/>
                          </a:cubicBezTo>
                          <a:cubicBezTo>
                            <a:pt x="314709" y="40196"/>
                            <a:pt x="320868" y="40196"/>
                            <a:pt x="326964" y="40323"/>
                          </a:cubicBezTo>
                          <a:cubicBezTo>
                            <a:pt x="333695" y="40513"/>
                            <a:pt x="338712" y="44831"/>
                            <a:pt x="339537" y="51499"/>
                          </a:cubicBezTo>
                          <a:cubicBezTo>
                            <a:pt x="339982" y="55309"/>
                            <a:pt x="339982" y="59246"/>
                            <a:pt x="339537" y="63055"/>
                          </a:cubicBezTo>
                          <a:cubicBezTo>
                            <a:pt x="338712" y="69914"/>
                            <a:pt x="333568" y="74168"/>
                            <a:pt x="326329" y="74295"/>
                          </a:cubicBezTo>
                          <a:cubicBezTo>
                            <a:pt x="319598" y="74422"/>
                            <a:pt x="312867" y="74295"/>
                            <a:pt x="306200" y="74295"/>
                          </a:cubicBezTo>
                          <a:cubicBezTo>
                            <a:pt x="305120" y="74295"/>
                            <a:pt x="304041" y="74422"/>
                            <a:pt x="302263" y="74549"/>
                          </a:cubicBezTo>
                          <a:cubicBezTo>
                            <a:pt x="303787" y="75819"/>
                            <a:pt x="304739" y="76517"/>
                            <a:pt x="305692" y="77280"/>
                          </a:cubicBezTo>
                          <a:cubicBezTo>
                            <a:pt x="317693" y="87313"/>
                            <a:pt x="324615" y="100013"/>
                            <a:pt x="325059" y="115697"/>
                          </a:cubicBezTo>
                          <a:cubicBezTo>
                            <a:pt x="325504" y="132779"/>
                            <a:pt x="325250" y="149860"/>
                            <a:pt x="325186" y="166942"/>
                          </a:cubicBezTo>
                          <a:cubicBezTo>
                            <a:pt x="325186" y="172403"/>
                            <a:pt x="322773" y="176721"/>
                            <a:pt x="318709" y="180340"/>
                          </a:cubicBezTo>
                          <a:cubicBezTo>
                            <a:pt x="317693" y="181229"/>
                            <a:pt x="316931" y="182943"/>
                            <a:pt x="316931" y="184277"/>
                          </a:cubicBezTo>
                          <a:cubicBezTo>
                            <a:pt x="316741" y="191770"/>
                            <a:pt x="316931" y="199327"/>
                            <a:pt x="316868" y="206820"/>
                          </a:cubicBezTo>
                          <a:cubicBezTo>
                            <a:pt x="316868" y="214884"/>
                            <a:pt x="311915" y="220282"/>
                            <a:pt x="303914" y="220536"/>
                          </a:cubicBezTo>
                          <a:cubicBezTo>
                            <a:pt x="294135" y="220790"/>
                            <a:pt x="284356" y="220790"/>
                            <a:pt x="274513" y="220536"/>
                          </a:cubicBezTo>
                          <a:cubicBezTo>
                            <a:pt x="266703" y="220282"/>
                            <a:pt x="261750" y="214884"/>
                            <a:pt x="261623" y="207010"/>
                          </a:cubicBezTo>
                          <a:cubicBezTo>
                            <a:pt x="261496" y="199708"/>
                            <a:pt x="261623" y="192468"/>
                            <a:pt x="261559" y="185166"/>
                          </a:cubicBezTo>
                          <a:cubicBezTo>
                            <a:pt x="261559" y="184976"/>
                            <a:pt x="261432" y="184722"/>
                            <a:pt x="261242" y="184150"/>
                          </a:cubicBezTo>
                          <a:close/>
                          <a:moveTo>
                            <a:pt x="169929" y="173736"/>
                          </a:moveTo>
                          <a:cubicBezTo>
                            <a:pt x="203139" y="173736"/>
                            <a:pt x="236413" y="173736"/>
                            <a:pt x="269624" y="173736"/>
                          </a:cubicBezTo>
                          <a:cubicBezTo>
                            <a:pt x="281943" y="173736"/>
                            <a:pt x="294198" y="173736"/>
                            <a:pt x="306517" y="173736"/>
                          </a:cubicBezTo>
                          <a:cubicBezTo>
                            <a:pt x="312042" y="173736"/>
                            <a:pt x="314836" y="171196"/>
                            <a:pt x="314836" y="166053"/>
                          </a:cubicBezTo>
                          <a:cubicBezTo>
                            <a:pt x="314836" y="149416"/>
                            <a:pt x="315090" y="132779"/>
                            <a:pt x="314772" y="116205"/>
                          </a:cubicBezTo>
                          <a:cubicBezTo>
                            <a:pt x="314328" y="94107"/>
                            <a:pt x="295278" y="75629"/>
                            <a:pt x="273116" y="75629"/>
                          </a:cubicBezTo>
                          <a:cubicBezTo>
                            <a:pt x="205171" y="75629"/>
                            <a:pt x="137226" y="75629"/>
                            <a:pt x="69218" y="75629"/>
                          </a:cubicBezTo>
                          <a:cubicBezTo>
                            <a:pt x="66360" y="75629"/>
                            <a:pt x="63503" y="75629"/>
                            <a:pt x="60709" y="76136"/>
                          </a:cubicBezTo>
                          <a:cubicBezTo>
                            <a:pt x="39436" y="79692"/>
                            <a:pt x="24768" y="96901"/>
                            <a:pt x="24577" y="118555"/>
                          </a:cubicBezTo>
                          <a:cubicBezTo>
                            <a:pt x="24450" y="133477"/>
                            <a:pt x="24577" y="148399"/>
                            <a:pt x="24577" y="163259"/>
                          </a:cubicBezTo>
                          <a:cubicBezTo>
                            <a:pt x="24577" y="171704"/>
                            <a:pt x="26609" y="173736"/>
                            <a:pt x="35055" y="173736"/>
                          </a:cubicBezTo>
                          <a:cubicBezTo>
                            <a:pt x="80013" y="173736"/>
                            <a:pt x="124971" y="173736"/>
                            <a:pt x="169929" y="173736"/>
                          </a:cubicBezTo>
                          <a:close/>
                          <a:moveTo>
                            <a:pt x="279720" y="65596"/>
                          </a:moveTo>
                          <a:cubicBezTo>
                            <a:pt x="279657" y="65088"/>
                            <a:pt x="279657" y="64834"/>
                            <a:pt x="279530" y="64643"/>
                          </a:cubicBezTo>
                          <a:cubicBezTo>
                            <a:pt x="274894" y="52896"/>
                            <a:pt x="270259" y="41148"/>
                            <a:pt x="265623" y="29464"/>
                          </a:cubicBezTo>
                          <a:cubicBezTo>
                            <a:pt x="260734" y="16955"/>
                            <a:pt x="250002" y="9589"/>
                            <a:pt x="236604" y="9525"/>
                          </a:cubicBezTo>
                          <a:cubicBezTo>
                            <a:pt x="227142" y="9525"/>
                            <a:pt x="217681" y="9525"/>
                            <a:pt x="208283" y="9525"/>
                          </a:cubicBezTo>
                          <a:cubicBezTo>
                            <a:pt x="172977" y="9525"/>
                            <a:pt x="137671" y="9525"/>
                            <a:pt x="102428" y="9525"/>
                          </a:cubicBezTo>
                          <a:cubicBezTo>
                            <a:pt x="89411" y="9525"/>
                            <a:pt x="78489" y="17082"/>
                            <a:pt x="73790" y="29020"/>
                          </a:cubicBezTo>
                          <a:cubicBezTo>
                            <a:pt x="69472" y="40005"/>
                            <a:pt x="65154" y="51054"/>
                            <a:pt x="60899" y="62040"/>
                          </a:cubicBezTo>
                          <a:cubicBezTo>
                            <a:pt x="60455" y="63119"/>
                            <a:pt x="60201" y="64262"/>
                            <a:pt x="59756" y="65596"/>
                          </a:cubicBezTo>
                          <a:lnTo>
                            <a:pt x="279720" y="65596"/>
                          </a:lnTo>
                          <a:close/>
                          <a:moveTo>
                            <a:pt x="33086" y="183896"/>
                          </a:moveTo>
                          <a:cubicBezTo>
                            <a:pt x="33086" y="191834"/>
                            <a:pt x="33086" y="199454"/>
                            <a:pt x="33086" y="207074"/>
                          </a:cubicBezTo>
                          <a:cubicBezTo>
                            <a:pt x="33086" y="209486"/>
                            <a:pt x="34674" y="210376"/>
                            <a:pt x="36960" y="210312"/>
                          </a:cubicBezTo>
                          <a:cubicBezTo>
                            <a:pt x="46040" y="210312"/>
                            <a:pt x="55121" y="210312"/>
                            <a:pt x="64201" y="210312"/>
                          </a:cubicBezTo>
                          <a:cubicBezTo>
                            <a:pt x="66995" y="210312"/>
                            <a:pt x="68075" y="208852"/>
                            <a:pt x="68075" y="206248"/>
                          </a:cubicBezTo>
                          <a:cubicBezTo>
                            <a:pt x="68075" y="203073"/>
                            <a:pt x="68075" y="199898"/>
                            <a:pt x="68075" y="196723"/>
                          </a:cubicBezTo>
                          <a:cubicBezTo>
                            <a:pt x="68075" y="192468"/>
                            <a:pt x="68075" y="188214"/>
                            <a:pt x="68075" y="183896"/>
                          </a:cubicBezTo>
                          <a:lnTo>
                            <a:pt x="33086" y="183896"/>
                          </a:lnTo>
                          <a:close/>
                          <a:moveTo>
                            <a:pt x="271973" y="183896"/>
                          </a:moveTo>
                          <a:cubicBezTo>
                            <a:pt x="271973" y="191770"/>
                            <a:pt x="271973" y="199390"/>
                            <a:pt x="271973" y="206947"/>
                          </a:cubicBezTo>
                          <a:cubicBezTo>
                            <a:pt x="271973" y="209105"/>
                            <a:pt x="273243" y="210249"/>
                            <a:pt x="275466" y="210249"/>
                          </a:cubicBezTo>
                          <a:cubicBezTo>
                            <a:pt x="284800" y="210249"/>
                            <a:pt x="294135" y="210312"/>
                            <a:pt x="303406" y="210122"/>
                          </a:cubicBezTo>
                          <a:cubicBezTo>
                            <a:pt x="304485" y="210122"/>
                            <a:pt x="306454" y="208598"/>
                            <a:pt x="306454" y="207772"/>
                          </a:cubicBezTo>
                          <a:cubicBezTo>
                            <a:pt x="306708" y="199835"/>
                            <a:pt x="306581" y="191961"/>
                            <a:pt x="306581" y="183896"/>
                          </a:cubicBezTo>
                          <a:lnTo>
                            <a:pt x="271910" y="183896"/>
                          </a:lnTo>
                          <a:close/>
                          <a:moveTo>
                            <a:pt x="305247" y="64072"/>
                          </a:moveTo>
                          <a:cubicBezTo>
                            <a:pt x="312613" y="64072"/>
                            <a:pt x="319471" y="64072"/>
                            <a:pt x="326393" y="64072"/>
                          </a:cubicBezTo>
                          <a:cubicBezTo>
                            <a:pt x="328552" y="64072"/>
                            <a:pt x="329822" y="62992"/>
                            <a:pt x="329822" y="60770"/>
                          </a:cubicBezTo>
                          <a:cubicBezTo>
                            <a:pt x="329822" y="58293"/>
                            <a:pt x="329822" y="55753"/>
                            <a:pt x="329822" y="53277"/>
                          </a:cubicBezTo>
                          <a:cubicBezTo>
                            <a:pt x="329822" y="51054"/>
                            <a:pt x="328679" y="49848"/>
                            <a:pt x="326456" y="49848"/>
                          </a:cubicBezTo>
                          <a:cubicBezTo>
                            <a:pt x="320551" y="49848"/>
                            <a:pt x="314645" y="49848"/>
                            <a:pt x="308740" y="49848"/>
                          </a:cubicBezTo>
                          <a:cubicBezTo>
                            <a:pt x="306390" y="49848"/>
                            <a:pt x="305184" y="51054"/>
                            <a:pt x="305184" y="53467"/>
                          </a:cubicBezTo>
                          <a:cubicBezTo>
                            <a:pt x="305184" y="56833"/>
                            <a:pt x="305184" y="60261"/>
                            <a:pt x="305184" y="64135"/>
                          </a:cubicBezTo>
                          <a:close/>
                          <a:moveTo>
                            <a:pt x="34737" y="64072"/>
                          </a:moveTo>
                          <a:cubicBezTo>
                            <a:pt x="34737" y="60198"/>
                            <a:pt x="34737" y="56705"/>
                            <a:pt x="34737" y="53213"/>
                          </a:cubicBezTo>
                          <a:cubicBezTo>
                            <a:pt x="34737" y="50991"/>
                            <a:pt x="33340" y="49911"/>
                            <a:pt x="31245" y="49848"/>
                          </a:cubicBezTo>
                          <a:cubicBezTo>
                            <a:pt x="25339" y="49848"/>
                            <a:pt x="19434" y="49848"/>
                            <a:pt x="13465" y="49848"/>
                          </a:cubicBezTo>
                          <a:cubicBezTo>
                            <a:pt x="11306" y="49848"/>
                            <a:pt x="10099" y="51054"/>
                            <a:pt x="10099" y="53340"/>
                          </a:cubicBezTo>
                          <a:cubicBezTo>
                            <a:pt x="10099" y="55753"/>
                            <a:pt x="10099" y="58103"/>
                            <a:pt x="10099" y="60516"/>
                          </a:cubicBezTo>
                          <a:cubicBezTo>
                            <a:pt x="10099" y="62929"/>
                            <a:pt x="11306" y="64072"/>
                            <a:pt x="13655" y="64072"/>
                          </a:cubicBezTo>
                          <a:cubicBezTo>
                            <a:pt x="20450" y="64072"/>
                            <a:pt x="27308" y="64072"/>
                            <a:pt x="34674" y="64072"/>
                          </a:cubicBez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 w="635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ru-RU"/>
                    </a:p>
                  </p:txBody>
                </p:sp>
                <p:sp>
                  <p:nvSpPr>
                    <p:cNvPr id="200" name="Полилиния: фигура 199">
                      <a:extLst>
                        <a:ext uri="{FF2B5EF4-FFF2-40B4-BE49-F238E27FC236}">
                          <a16:creationId xmlns="" xmlns:a16="http://schemas.microsoft.com/office/drawing/2014/main" id="{F60DBF3D-7E44-4728-9008-A61CD3484D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3440" y="5422985"/>
                      <a:ext cx="143814" cy="35792"/>
                    </a:xfrm>
                    <a:custGeom>
                      <a:avLst/>
                      <a:gdLst>
                        <a:gd name="connsiteX0" fmla="*/ 71722 w 143814"/>
                        <a:gd name="connsiteY0" fmla="*/ 35728 h 35792"/>
                        <a:gd name="connsiteX1" fmla="*/ 10254 w 143814"/>
                        <a:gd name="connsiteY1" fmla="*/ 35728 h 35792"/>
                        <a:gd name="connsiteX2" fmla="*/ 30 w 143814"/>
                        <a:gd name="connsiteY2" fmla="*/ 24933 h 35792"/>
                        <a:gd name="connsiteX3" fmla="*/ 27462 w 143814"/>
                        <a:gd name="connsiteY3" fmla="*/ 42 h 35792"/>
                        <a:gd name="connsiteX4" fmla="*/ 98836 w 143814"/>
                        <a:gd name="connsiteY4" fmla="*/ 42 h 35792"/>
                        <a:gd name="connsiteX5" fmla="*/ 117950 w 143814"/>
                        <a:gd name="connsiteY5" fmla="*/ 105 h 35792"/>
                        <a:gd name="connsiteX6" fmla="*/ 143794 w 143814"/>
                        <a:gd name="connsiteY6" fmla="*/ 25632 h 35792"/>
                        <a:gd name="connsiteX7" fmla="*/ 134269 w 143814"/>
                        <a:gd name="connsiteY7" fmla="*/ 35792 h 35792"/>
                        <a:gd name="connsiteX8" fmla="*/ 71785 w 143814"/>
                        <a:gd name="connsiteY8" fmla="*/ 35792 h 35792"/>
                        <a:gd name="connsiteX9" fmla="*/ 133698 w 143814"/>
                        <a:gd name="connsiteY9" fmla="*/ 25632 h 35792"/>
                        <a:gd name="connsiteX10" fmla="*/ 116552 w 143814"/>
                        <a:gd name="connsiteY10" fmla="*/ 9884 h 35792"/>
                        <a:gd name="connsiteX11" fmla="*/ 27081 w 143814"/>
                        <a:gd name="connsiteY11" fmla="*/ 9884 h 35792"/>
                        <a:gd name="connsiteX12" fmla="*/ 22700 w 143814"/>
                        <a:gd name="connsiteY12" fmla="*/ 10455 h 35792"/>
                        <a:gd name="connsiteX13" fmla="*/ 10380 w 143814"/>
                        <a:gd name="connsiteY13" fmla="*/ 25632 h 35792"/>
                        <a:gd name="connsiteX14" fmla="*/ 133698 w 143814"/>
                        <a:gd name="connsiteY14" fmla="*/ 25632 h 3579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</a:cxnLst>
                      <a:rect l="l" t="t" r="r" b="b"/>
                      <a:pathLst>
                        <a:path w="143814" h="35792">
                          <a:moveTo>
                            <a:pt x="71722" y="35728"/>
                          </a:moveTo>
                          <a:cubicBezTo>
                            <a:pt x="51211" y="35728"/>
                            <a:pt x="30764" y="35728"/>
                            <a:pt x="10254" y="35728"/>
                          </a:cubicBezTo>
                          <a:cubicBezTo>
                            <a:pt x="2888" y="35728"/>
                            <a:pt x="-351" y="32236"/>
                            <a:pt x="30" y="24933"/>
                          </a:cubicBezTo>
                          <a:cubicBezTo>
                            <a:pt x="792" y="10836"/>
                            <a:pt x="12603" y="42"/>
                            <a:pt x="27462" y="42"/>
                          </a:cubicBezTo>
                          <a:cubicBezTo>
                            <a:pt x="51275" y="-22"/>
                            <a:pt x="75023" y="42"/>
                            <a:pt x="98836" y="42"/>
                          </a:cubicBezTo>
                          <a:cubicBezTo>
                            <a:pt x="105186" y="42"/>
                            <a:pt x="111600" y="-86"/>
                            <a:pt x="117950" y="105"/>
                          </a:cubicBezTo>
                          <a:cubicBezTo>
                            <a:pt x="131920" y="549"/>
                            <a:pt x="143159" y="11662"/>
                            <a:pt x="143794" y="25632"/>
                          </a:cubicBezTo>
                          <a:cubicBezTo>
                            <a:pt x="144112" y="32045"/>
                            <a:pt x="140683" y="35792"/>
                            <a:pt x="134269" y="35792"/>
                          </a:cubicBezTo>
                          <a:cubicBezTo>
                            <a:pt x="113441" y="35792"/>
                            <a:pt x="92613" y="35792"/>
                            <a:pt x="71785" y="35792"/>
                          </a:cubicBezTo>
                          <a:close/>
                          <a:moveTo>
                            <a:pt x="133698" y="25632"/>
                          </a:moveTo>
                          <a:cubicBezTo>
                            <a:pt x="132555" y="16170"/>
                            <a:pt x="125823" y="9947"/>
                            <a:pt x="116552" y="9884"/>
                          </a:cubicBezTo>
                          <a:cubicBezTo>
                            <a:pt x="86708" y="9757"/>
                            <a:pt x="56926" y="9884"/>
                            <a:pt x="27081" y="9884"/>
                          </a:cubicBezTo>
                          <a:cubicBezTo>
                            <a:pt x="25620" y="9884"/>
                            <a:pt x="24097" y="10138"/>
                            <a:pt x="22700" y="10455"/>
                          </a:cubicBezTo>
                          <a:cubicBezTo>
                            <a:pt x="15588" y="12170"/>
                            <a:pt x="10000" y="19028"/>
                            <a:pt x="10380" y="25632"/>
                          </a:cubicBezTo>
                          <a:lnTo>
                            <a:pt x="133698" y="25632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 w="635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ru-RU"/>
                    </a:p>
                  </p:txBody>
                </p:sp>
                <p:sp>
                  <p:nvSpPr>
                    <p:cNvPr id="201" name="Полилиния: фигура 200">
                      <a:extLst>
                        <a:ext uri="{FF2B5EF4-FFF2-40B4-BE49-F238E27FC236}">
                          <a16:creationId xmlns="" xmlns:a16="http://schemas.microsoft.com/office/drawing/2014/main" id="{AF109184-AF48-4632-8DF5-E142774003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88073" y="5475478"/>
                      <a:ext cx="154307" cy="9979"/>
                    </a:xfrm>
                    <a:custGeom>
                      <a:avLst/>
                      <a:gdLst>
                        <a:gd name="connsiteX0" fmla="*/ 76835 w 154307"/>
                        <a:gd name="connsiteY0" fmla="*/ 9906 h 9979"/>
                        <a:gd name="connsiteX1" fmla="*/ 7493 w 154307"/>
                        <a:gd name="connsiteY1" fmla="*/ 9906 h 9979"/>
                        <a:gd name="connsiteX2" fmla="*/ 4064 w 154307"/>
                        <a:gd name="connsiteY2" fmla="*/ 9779 h 9979"/>
                        <a:gd name="connsiteX3" fmla="*/ 0 w 154307"/>
                        <a:gd name="connsiteY3" fmla="*/ 5016 h 9979"/>
                        <a:gd name="connsiteX4" fmla="*/ 3937 w 154307"/>
                        <a:gd name="connsiteY4" fmla="*/ 190 h 9979"/>
                        <a:gd name="connsiteX5" fmla="*/ 7366 w 154307"/>
                        <a:gd name="connsiteY5" fmla="*/ 0 h 9979"/>
                        <a:gd name="connsiteX6" fmla="*/ 147003 w 154307"/>
                        <a:gd name="connsiteY6" fmla="*/ 0 h 9979"/>
                        <a:gd name="connsiteX7" fmla="*/ 150432 w 154307"/>
                        <a:gd name="connsiteY7" fmla="*/ 190 h 9979"/>
                        <a:gd name="connsiteX8" fmla="*/ 154305 w 154307"/>
                        <a:gd name="connsiteY8" fmla="*/ 5080 h 9979"/>
                        <a:gd name="connsiteX9" fmla="*/ 150241 w 154307"/>
                        <a:gd name="connsiteY9" fmla="*/ 9842 h 9979"/>
                        <a:gd name="connsiteX10" fmla="*/ 146812 w 154307"/>
                        <a:gd name="connsiteY10" fmla="*/ 9969 h 9979"/>
                        <a:gd name="connsiteX11" fmla="*/ 76835 w 154307"/>
                        <a:gd name="connsiteY11" fmla="*/ 9969 h 997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154307" h="9979">
                          <a:moveTo>
                            <a:pt x="76835" y="9906"/>
                          </a:moveTo>
                          <a:cubicBezTo>
                            <a:pt x="53721" y="9906"/>
                            <a:pt x="30607" y="9906"/>
                            <a:pt x="7493" y="9906"/>
                          </a:cubicBezTo>
                          <a:cubicBezTo>
                            <a:pt x="6350" y="9906"/>
                            <a:pt x="5207" y="10033"/>
                            <a:pt x="4064" y="9779"/>
                          </a:cubicBezTo>
                          <a:cubicBezTo>
                            <a:pt x="1524" y="9271"/>
                            <a:pt x="64" y="7620"/>
                            <a:pt x="0" y="5016"/>
                          </a:cubicBezTo>
                          <a:cubicBezTo>
                            <a:pt x="0" y="2476"/>
                            <a:pt x="1333" y="698"/>
                            <a:pt x="3937" y="190"/>
                          </a:cubicBezTo>
                          <a:cubicBezTo>
                            <a:pt x="5017" y="0"/>
                            <a:pt x="6223" y="0"/>
                            <a:pt x="7366" y="0"/>
                          </a:cubicBezTo>
                          <a:cubicBezTo>
                            <a:pt x="53911" y="0"/>
                            <a:pt x="100457" y="0"/>
                            <a:pt x="147003" y="0"/>
                          </a:cubicBezTo>
                          <a:cubicBezTo>
                            <a:pt x="148146" y="0"/>
                            <a:pt x="149289" y="0"/>
                            <a:pt x="150432" y="190"/>
                          </a:cubicBezTo>
                          <a:cubicBezTo>
                            <a:pt x="153035" y="698"/>
                            <a:pt x="154368" y="2476"/>
                            <a:pt x="154305" y="5080"/>
                          </a:cubicBezTo>
                          <a:cubicBezTo>
                            <a:pt x="154305" y="7683"/>
                            <a:pt x="152781" y="9334"/>
                            <a:pt x="150241" y="9842"/>
                          </a:cubicBezTo>
                          <a:cubicBezTo>
                            <a:pt x="149161" y="10033"/>
                            <a:pt x="147955" y="9969"/>
                            <a:pt x="146812" y="9969"/>
                          </a:cubicBezTo>
                          <a:cubicBezTo>
                            <a:pt x="123507" y="9969"/>
                            <a:pt x="100139" y="9969"/>
                            <a:pt x="76835" y="9969"/>
                          </a:cubicBez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 w="635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ru-RU"/>
                    </a:p>
                  </p:txBody>
                </p:sp>
                <p:sp>
                  <p:nvSpPr>
                    <p:cNvPr id="202" name="Полилиния: фигура 201">
                      <a:extLst>
                        <a:ext uri="{FF2B5EF4-FFF2-40B4-BE49-F238E27FC236}">
                          <a16:creationId xmlns="" xmlns:a16="http://schemas.microsoft.com/office/drawing/2014/main" id="{F37AD1DB-933E-4172-81F6-4ED5EEA0F2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695" y="5415088"/>
                      <a:ext cx="45537" cy="45530"/>
                    </a:xfrm>
                    <a:custGeom>
                      <a:avLst/>
                      <a:gdLst>
                        <a:gd name="connsiteX0" fmla="*/ 1 w 45537"/>
                        <a:gd name="connsiteY0" fmla="*/ 22544 h 45530"/>
                        <a:gd name="connsiteX1" fmla="*/ 23052 w 45537"/>
                        <a:gd name="connsiteY1" fmla="*/ 1 h 45530"/>
                        <a:gd name="connsiteX2" fmla="*/ 45531 w 45537"/>
                        <a:gd name="connsiteY2" fmla="*/ 23115 h 45530"/>
                        <a:gd name="connsiteX3" fmla="*/ 22671 w 45537"/>
                        <a:gd name="connsiteY3" fmla="*/ 45531 h 45530"/>
                        <a:gd name="connsiteX4" fmla="*/ 1 w 45537"/>
                        <a:gd name="connsiteY4" fmla="*/ 22607 h 45530"/>
                        <a:gd name="connsiteX5" fmla="*/ 22925 w 45537"/>
                        <a:gd name="connsiteY5" fmla="*/ 10034 h 45530"/>
                        <a:gd name="connsiteX6" fmla="*/ 10034 w 45537"/>
                        <a:gd name="connsiteY6" fmla="*/ 22544 h 45530"/>
                        <a:gd name="connsiteX7" fmla="*/ 22607 w 45537"/>
                        <a:gd name="connsiteY7" fmla="*/ 35371 h 45530"/>
                        <a:gd name="connsiteX8" fmla="*/ 35371 w 45537"/>
                        <a:gd name="connsiteY8" fmla="*/ 22607 h 45530"/>
                        <a:gd name="connsiteX9" fmla="*/ 22861 w 45537"/>
                        <a:gd name="connsiteY9" fmla="*/ 9971 h 455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45537" h="45530">
                          <a:moveTo>
                            <a:pt x="1" y="22544"/>
                          </a:moveTo>
                          <a:cubicBezTo>
                            <a:pt x="128" y="9971"/>
                            <a:pt x="10542" y="-126"/>
                            <a:pt x="23052" y="1"/>
                          </a:cubicBezTo>
                          <a:cubicBezTo>
                            <a:pt x="35498" y="128"/>
                            <a:pt x="45848" y="10733"/>
                            <a:pt x="45531" y="23115"/>
                          </a:cubicBezTo>
                          <a:cubicBezTo>
                            <a:pt x="45277" y="35561"/>
                            <a:pt x="34990" y="45594"/>
                            <a:pt x="22671" y="45531"/>
                          </a:cubicBezTo>
                          <a:cubicBezTo>
                            <a:pt x="10161" y="45531"/>
                            <a:pt x="-126" y="35053"/>
                            <a:pt x="1" y="22607"/>
                          </a:cubicBezTo>
                          <a:close/>
                          <a:moveTo>
                            <a:pt x="22925" y="10034"/>
                          </a:moveTo>
                          <a:cubicBezTo>
                            <a:pt x="15686" y="10034"/>
                            <a:pt x="10098" y="15432"/>
                            <a:pt x="10034" y="22544"/>
                          </a:cubicBezTo>
                          <a:cubicBezTo>
                            <a:pt x="10034" y="29719"/>
                            <a:pt x="15559" y="35371"/>
                            <a:pt x="22607" y="35371"/>
                          </a:cubicBezTo>
                          <a:cubicBezTo>
                            <a:pt x="29656" y="35371"/>
                            <a:pt x="35371" y="29719"/>
                            <a:pt x="35371" y="22607"/>
                          </a:cubicBezTo>
                          <a:cubicBezTo>
                            <a:pt x="35371" y="15686"/>
                            <a:pt x="29783" y="10034"/>
                            <a:pt x="22861" y="9971"/>
                          </a:cubicBez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 w="635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ru-RU"/>
                    </a:p>
                  </p:txBody>
                </p:sp>
                <p:sp>
                  <p:nvSpPr>
                    <p:cNvPr id="203" name="Полилиния: фигура 202">
                      <a:extLst>
                        <a:ext uri="{FF2B5EF4-FFF2-40B4-BE49-F238E27FC236}">
                          <a16:creationId xmlns="" xmlns:a16="http://schemas.microsoft.com/office/drawing/2014/main" id="{DD5F6E77-208F-4901-8F1D-DC18BBBD5F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289" y="5415089"/>
                      <a:ext cx="45402" cy="45339"/>
                    </a:xfrm>
                    <a:custGeom>
                      <a:avLst/>
                      <a:gdLst>
                        <a:gd name="connsiteX0" fmla="*/ 45403 w 45402"/>
                        <a:gd name="connsiteY0" fmla="*/ 22670 h 45339"/>
                        <a:gd name="connsiteX1" fmla="*/ 22860 w 45402"/>
                        <a:gd name="connsiteY1" fmla="*/ 45339 h 45339"/>
                        <a:gd name="connsiteX2" fmla="*/ 0 w 45402"/>
                        <a:gd name="connsiteY2" fmla="*/ 22670 h 45339"/>
                        <a:gd name="connsiteX3" fmla="*/ 22543 w 45402"/>
                        <a:gd name="connsiteY3" fmla="*/ 0 h 45339"/>
                        <a:gd name="connsiteX4" fmla="*/ 45403 w 45402"/>
                        <a:gd name="connsiteY4" fmla="*/ 22733 h 45339"/>
                        <a:gd name="connsiteX5" fmla="*/ 22797 w 45402"/>
                        <a:gd name="connsiteY5" fmla="*/ 10033 h 45339"/>
                        <a:gd name="connsiteX6" fmla="*/ 10097 w 45402"/>
                        <a:gd name="connsiteY6" fmla="*/ 22415 h 45339"/>
                        <a:gd name="connsiteX7" fmla="*/ 22669 w 45402"/>
                        <a:gd name="connsiteY7" fmla="*/ 35306 h 45339"/>
                        <a:gd name="connsiteX8" fmla="*/ 35433 w 45402"/>
                        <a:gd name="connsiteY8" fmla="*/ 22860 h 45339"/>
                        <a:gd name="connsiteX9" fmla="*/ 22797 w 45402"/>
                        <a:gd name="connsiteY9" fmla="*/ 10033 h 4533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45402" h="45339">
                          <a:moveTo>
                            <a:pt x="45403" y="22670"/>
                          </a:moveTo>
                          <a:cubicBezTo>
                            <a:pt x="45403" y="35052"/>
                            <a:pt x="35370" y="45212"/>
                            <a:pt x="22860" y="45339"/>
                          </a:cubicBezTo>
                          <a:cubicBezTo>
                            <a:pt x="10414" y="45466"/>
                            <a:pt x="0" y="35179"/>
                            <a:pt x="0" y="22670"/>
                          </a:cubicBezTo>
                          <a:cubicBezTo>
                            <a:pt x="0" y="10287"/>
                            <a:pt x="10224" y="0"/>
                            <a:pt x="22543" y="0"/>
                          </a:cubicBezTo>
                          <a:cubicBezTo>
                            <a:pt x="35052" y="0"/>
                            <a:pt x="45339" y="10160"/>
                            <a:pt x="45403" y="22733"/>
                          </a:cubicBezTo>
                          <a:close/>
                          <a:moveTo>
                            <a:pt x="22797" y="10033"/>
                          </a:moveTo>
                          <a:cubicBezTo>
                            <a:pt x="15812" y="10033"/>
                            <a:pt x="10224" y="15430"/>
                            <a:pt x="10097" y="22415"/>
                          </a:cubicBezTo>
                          <a:cubicBezTo>
                            <a:pt x="10033" y="29527"/>
                            <a:pt x="15558" y="35306"/>
                            <a:pt x="22669" y="35306"/>
                          </a:cubicBezTo>
                          <a:cubicBezTo>
                            <a:pt x="29528" y="35306"/>
                            <a:pt x="35306" y="29654"/>
                            <a:pt x="35433" y="22860"/>
                          </a:cubicBezTo>
                          <a:cubicBezTo>
                            <a:pt x="35560" y="15811"/>
                            <a:pt x="29909" y="10033"/>
                            <a:pt x="22797" y="10033"/>
                          </a:cubicBez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 w="6350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ru-RU"/>
                    </a:p>
                  </p:txBody>
                </p:sp>
              </p:grpSp>
            </p:grpSp>
            <p:grpSp>
              <p:nvGrpSpPr>
                <p:cNvPr id="204" name="Рисунок 4">
                  <a:extLst>
                    <a:ext uri="{FF2B5EF4-FFF2-40B4-BE49-F238E27FC236}">
                      <a16:creationId xmlns="" xmlns:a16="http://schemas.microsoft.com/office/drawing/2014/main" id="{604BC646-7F5B-421E-83D3-AE224F52A54B}"/>
                    </a:ext>
                  </a:extLst>
                </p:cNvPr>
                <p:cNvGrpSpPr/>
                <p:nvPr/>
              </p:nvGrpSpPr>
              <p:grpSpPr>
                <a:xfrm>
                  <a:off x="1953323" y="3063303"/>
                  <a:ext cx="150431" cy="280352"/>
                  <a:chOff x="1953323" y="3063303"/>
                  <a:chExt cx="150431" cy="280352"/>
                </a:xfrm>
                <a:solidFill>
                  <a:srgbClr val="FF8300"/>
                </a:solidFill>
              </p:grpSpPr>
              <p:sp>
                <p:nvSpPr>
                  <p:cNvPr id="205" name="Полилиния: фигура 204">
                    <a:extLst>
                      <a:ext uri="{FF2B5EF4-FFF2-40B4-BE49-F238E27FC236}">
                        <a16:creationId xmlns="" xmlns:a16="http://schemas.microsoft.com/office/drawing/2014/main" id="{25C409D4-091C-4843-92E3-66D36B4E806A}"/>
                      </a:ext>
                    </a:extLst>
                  </p:cNvPr>
                  <p:cNvSpPr/>
                  <p:nvPr/>
                </p:nvSpPr>
                <p:spPr>
                  <a:xfrm>
                    <a:off x="2028507" y="3063303"/>
                    <a:ext cx="6350" cy="215264"/>
                  </a:xfrm>
                  <a:custGeom>
                    <a:avLst/>
                    <a:gdLst>
                      <a:gd name="connsiteX0" fmla="*/ 0 w 6350"/>
                      <a:gd name="connsiteY0" fmla="*/ 0 h 215264"/>
                      <a:gd name="connsiteX1" fmla="*/ 0 w 6350"/>
                      <a:gd name="connsiteY1" fmla="*/ 215265 h 2152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350" h="215264">
                        <a:moveTo>
                          <a:pt x="0" y="0"/>
                        </a:moveTo>
                        <a:lnTo>
                          <a:pt x="0" y="215265"/>
                        </a:lnTo>
                      </a:path>
                    </a:pathLst>
                  </a:custGeom>
                  <a:ln w="19050" cap="flat">
                    <a:solidFill>
                      <a:srgbClr val="FF8300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sp>
                <p:nvSpPr>
                  <p:cNvPr id="206" name="Полилиния: фигура 205">
                    <a:extLst>
                      <a:ext uri="{FF2B5EF4-FFF2-40B4-BE49-F238E27FC236}">
                        <a16:creationId xmlns="" xmlns:a16="http://schemas.microsoft.com/office/drawing/2014/main" id="{4E0A3484-8310-4EF7-B45C-2231DBEB9DF9}"/>
                      </a:ext>
                    </a:extLst>
                  </p:cNvPr>
                  <p:cNvSpPr/>
                  <p:nvPr/>
                </p:nvSpPr>
                <p:spPr>
                  <a:xfrm>
                    <a:off x="1953323" y="3268471"/>
                    <a:ext cx="150431" cy="75184"/>
                  </a:xfrm>
                  <a:custGeom>
                    <a:avLst/>
                    <a:gdLst>
                      <a:gd name="connsiteX0" fmla="*/ 150432 w 150431"/>
                      <a:gd name="connsiteY0" fmla="*/ 0 h 75184"/>
                      <a:gd name="connsiteX1" fmla="*/ 0 w 150431"/>
                      <a:gd name="connsiteY1" fmla="*/ 0 h 75184"/>
                      <a:gd name="connsiteX2" fmla="*/ 75184 w 150431"/>
                      <a:gd name="connsiteY2" fmla="*/ 75184 h 75184"/>
                      <a:gd name="connsiteX3" fmla="*/ 150432 w 150431"/>
                      <a:gd name="connsiteY3" fmla="*/ 0 h 751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0431" h="75184">
                        <a:moveTo>
                          <a:pt x="150432" y="0"/>
                        </a:moveTo>
                        <a:lnTo>
                          <a:pt x="0" y="0"/>
                        </a:lnTo>
                        <a:lnTo>
                          <a:pt x="75184" y="75184"/>
                        </a:lnTo>
                        <a:lnTo>
                          <a:pt x="150432" y="0"/>
                        </a:lnTo>
                        <a:close/>
                      </a:path>
                    </a:pathLst>
                  </a:custGeom>
                  <a:solidFill>
                    <a:srgbClr val="FF83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</p:grpSp>
            <p:grpSp>
              <p:nvGrpSpPr>
                <p:cNvPr id="207" name="Рисунок 4">
                  <a:extLst>
                    <a:ext uri="{FF2B5EF4-FFF2-40B4-BE49-F238E27FC236}">
                      <a16:creationId xmlns="" xmlns:a16="http://schemas.microsoft.com/office/drawing/2014/main" id="{9B8519A8-8930-41AF-90B8-4334C17E3DEB}"/>
                    </a:ext>
                  </a:extLst>
                </p:cNvPr>
                <p:cNvGrpSpPr/>
                <p:nvPr/>
              </p:nvGrpSpPr>
              <p:grpSpPr>
                <a:xfrm>
                  <a:off x="1953323" y="4685347"/>
                  <a:ext cx="150431" cy="280352"/>
                  <a:chOff x="1953323" y="4685347"/>
                  <a:chExt cx="150431" cy="280352"/>
                </a:xfrm>
                <a:solidFill>
                  <a:srgbClr val="FF8300"/>
                </a:solidFill>
              </p:grpSpPr>
              <p:sp>
                <p:nvSpPr>
                  <p:cNvPr id="208" name="Полилиния: фигура 207">
                    <a:extLst>
                      <a:ext uri="{FF2B5EF4-FFF2-40B4-BE49-F238E27FC236}">
                        <a16:creationId xmlns="" xmlns:a16="http://schemas.microsoft.com/office/drawing/2014/main" id="{F5118D1F-BEC6-4667-AF2A-19C9B9D425A3}"/>
                      </a:ext>
                    </a:extLst>
                  </p:cNvPr>
                  <p:cNvSpPr/>
                  <p:nvPr/>
                </p:nvSpPr>
                <p:spPr>
                  <a:xfrm>
                    <a:off x="2028507" y="4685347"/>
                    <a:ext cx="6350" cy="215264"/>
                  </a:xfrm>
                  <a:custGeom>
                    <a:avLst/>
                    <a:gdLst>
                      <a:gd name="connsiteX0" fmla="*/ 0 w 6350"/>
                      <a:gd name="connsiteY0" fmla="*/ 0 h 215264"/>
                      <a:gd name="connsiteX1" fmla="*/ 0 w 6350"/>
                      <a:gd name="connsiteY1" fmla="*/ 215265 h 21526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350" h="215264">
                        <a:moveTo>
                          <a:pt x="0" y="0"/>
                        </a:moveTo>
                        <a:lnTo>
                          <a:pt x="0" y="215265"/>
                        </a:lnTo>
                      </a:path>
                    </a:pathLst>
                  </a:custGeom>
                  <a:ln w="19050" cap="flat">
                    <a:solidFill>
                      <a:srgbClr val="FF8300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sp>
                <p:nvSpPr>
                  <p:cNvPr id="209" name="Полилиния: фигура 208">
                    <a:extLst>
                      <a:ext uri="{FF2B5EF4-FFF2-40B4-BE49-F238E27FC236}">
                        <a16:creationId xmlns="" xmlns:a16="http://schemas.microsoft.com/office/drawing/2014/main" id="{9BF9BA3D-4616-47E1-B638-2AA00086BC83}"/>
                      </a:ext>
                    </a:extLst>
                  </p:cNvPr>
                  <p:cNvSpPr/>
                  <p:nvPr/>
                </p:nvSpPr>
                <p:spPr>
                  <a:xfrm>
                    <a:off x="1953323" y="4890515"/>
                    <a:ext cx="150431" cy="75184"/>
                  </a:xfrm>
                  <a:custGeom>
                    <a:avLst/>
                    <a:gdLst>
                      <a:gd name="connsiteX0" fmla="*/ 150432 w 150431"/>
                      <a:gd name="connsiteY0" fmla="*/ 0 h 75184"/>
                      <a:gd name="connsiteX1" fmla="*/ 0 w 150431"/>
                      <a:gd name="connsiteY1" fmla="*/ 0 h 75184"/>
                      <a:gd name="connsiteX2" fmla="*/ 75184 w 150431"/>
                      <a:gd name="connsiteY2" fmla="*/ 75184 h 75184"/>
                      <a:gd name="connsiteX3" fmla="*/ 150432 w 150431"/>
                      <a:gd name="connsiteY3" fmla="*/ 0 h 751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0431" h="75184">
                        <a:moveTo>
                          <a:pt x="150432" y="0"/>
                        </a:moveTo>
                        <a:lnTo>
                          <a:pt x="0" y="0"/>
                        </a:lnTo>
                        <a:lnTo>
                          <a:pt x="75184" y="75184"/>
                        </a:lnTo>
                        <a:lnTo>
                          <a:pt x="150432" y="0"/>
                        </a:lnTo>
                        <a:close/>
                      </a:path>
                    </a:pathLst>
                  </a:custGeom>
                  <a:solidFill>
                    <a:srgbClr val="FF83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</p:grpSp>
          </p:grpSp>
          <p:grpSp>
            <p:nvGrpSpPr>
              <p:cNvPr id="210" name="Рисунок 4">
                <a:extLst>
                  <a:ext uri="{FF2B5EF4-FFF2-40B4-BE49-F238E27FC236}">
                    <a16:creationId xmlns="" xmlns:a16="http://schemas.microsoft.com/office/drawing/2014/main" id="{78902AA0-EAD7-4720-940B-D58A5DBEB119}"/>
                  </a:ext>
                </a:extLst>
              </p:cNvPr>
              <p:cNvGrpSpPr/>
              <p:nvPr/>
            </p:nvGrpSpPr>
            <p:grpSpPr>
              <a:xfrm>
                <a:off x="4013708" y="1803400"/>
                <a:ext cx="4393184" cy="4492434"/>
                <a:chOff x="4013708" y="1803400"/>
                <a:chExt cx="4393184" cy="4492434"/>
              </a:xfrm>
            </p:grpSpPr>
            <p:sp>
              <p:nvSpPr>
                <p:cNvPr id="219" name="TextBox 218">
                  <a:extLst>
                    <a:ext uri="{FF2B5EF4-FFF2-40B4-BE49-F238E27FC236}">
                      <a16:creationId xmlns="" xmlns:a16="http://schemas.microsoft.com/office/drawing/2014/main" id="{A77B4034-13A3-43C6-88AA-87254A861E16}"/>
                    </a:ext>
                  </a:extLst>
                </p:cNvPr>
                <p:cNvSpPr txBox="1"/>
                <p:nvPr/>
              </p:nvSpPr>
              <p:spPr>
                <a:xfrm>
                  <a:off x="4368213" y="4528658"/>
                  <a:ext cx="3523871" cy="4514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ru-RU" sz="3800" b="1" spc="-75" dirty="0" smtClean="0">
                      <a:solidFill>
                        <a:srgbClr val="FF83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rPr>
                    <a:t>ЧТО ДЕЛАЕТ КОМАНДА</a:t>
                  </a:r>
                  <a:r>
                    <a:rPr lang="en-US" sz="3800" b="1" spc="-75" dirty="0" smtClean="0">
                      <a:solidFill>
                        <a:srgbClr val="FF83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rPr>
                    <a:t>:</a:t>
                  </a:r>
                  <a:r>
                    <a:rPr lang="ru-RU" sz="3800" b="1" spc="-75" dirty="0" smtClean="0">
                      <a:solidFill>
                        <a:srgbClr val="FF83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rPr>
                    <a:t>  </a:t>
                  </a:r>
                  <a:endParaRPr lang="ru-RU" sz="3800" b="1" spc="-75" dirty="0">
                    <a:solidFill>
                      <a:srgbClr val="FF8300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endParaRPr>
                </a:p>
              </p:txBody>
            </p:sp>
            <p:sp>
              <p:nvSpPr>
                <p:cNvPr id="229" name="TextBox 228">
                  <a:extLst>
                    <a:ext uri="{FF2B5EF4-FFF2-40B4-BE49-F238E27FC236}">
                      <a16:creationId xmlns="" xmlns:a16="http://schemas.microsoft.com/office/drawing/2014/main" id="{5E23CE8D-6D69-43BC-B5A9-31D16B938737}"/>
                    </a:ext>
                  </a:extLst>
                </p:cNvPr>
                <p:cNvSpPr txBox="1"/>
                <p:nvPr/>
              </p:nvSpPr>
              <p:spPr>
                <a:xfrm>
                  <a:off x="4830669" y="3391253"/>
                  <a:ext cx="2580279" cy="4514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ru-RU" sz="3800" b="1" dirty="0" smtClean="0">
                      <a:solidFill>
                        <a:srgbClr val="FF83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rPr>
                    <a:t>120 РТТ НА 1 ЭТП </a:t>
                  </a:r>
                  <a:endParaRPr lang="ru-RU" sz="3800" b="1" dirty="0">
                    <a:solidFill>
                      <a:srgbClr val="FF8300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endParaRPr>
                </a:p>
              </p:txBody>
            </p:sp>
            <p:sp>
              <p:nvSpPr>
                <p:cNvPr id="252" name="TextBox 251">
                  <a:extLst>
                    <a:ext uri="{FF2B5EF4-FFF2-40B4-BE49-F238E27FC236}">
                      <a16:creationId xmlns="" xmlns:a16="http://schemas.microsoft.com/office/drawing/2014/main" id="{C0DE3C72-0B01-48A7-ABFD-4AABCAB460DE}"/>
                    </a:ext>
                  </a:extLst>
                </p:cNvPr>
                <p:cNvSpPr txBox="1"/>
                <p:nvPr/>
              </p:nvSpPr>
              <p:spPr>
                <a:xfrm>
                  <a:off x="4116747" y="5439467"/>
                  <a:ext cx="1156471" cy="2359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ru-RU" sz="1700" b="1" dirty="0" smtClean="0">
                      <a:solidFill>
                        <a:srgbClr val="FF83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rPr>
                    <a:t>КОНТРОЛЬ </a:t>
                  </a:r>
                  <a:r>
                    <a:rPr lang="en-US" sz="1700" b="1" dirty="0" smtClean="0">
                      <a:solidFill>
                        <a:srgbClr val="FF83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rPr>
                    <a:t>MML</a:t>
                  </a:r>
                  <a:endParaRPr lang="ru-RU" sz="1700" b="1" dirty="0">
                    <a:solidFill>
                      <a:srgbClr val="FF8300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endParaRPr>
                </a:p>
              </p:txBody>
            </p:sp>
            <p:sp>
              <p:nvSpPr>
                <p:cNvPr id="275" name="TextBox 274">
                  <a:extLst>
                    <a:ext uri="{FF2B5EF4-FFF2-40B4-BE49-F238E27FC236}">
                      <a16:creationId xmlns="" xmlns:a16="http://schemas.microsoft.com/office/drawing/2014/main" id="{249FC404-0AC1-48E4-B7C3-E3FAB1527FAC}"/>
                    </a:ext>
                  </a:extLst>
                </p:cNvPr>
                <p:cNvSpPr txBox="1"/>
                <p:nvPr/>
              </p:nvSpPr>
              <p:spPr>
                <a:xfrm>
                  <a:off x="5714221" y="5457663"/>
                  <a:ext cx="986681" cy="2359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ru-RU" sz="1700" b="1" dirty="0" smtClean="0">
                      <a:solidFill>
                        <a:srgbClr val="FF83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rPr>
                    <a:t>ОБУЧЕНИЕ ТП</a:t>
                  </a:r>
                  <a:endParaRPr lang="ru-RU" sz="1700" b="1" dirty="0">
                    <a:solidFill>
                      <a:srgbClr val="FF8300"/>
                    </a:solidFill>
                    <a:latin typeface="Calibri"/>
                    <a:ea typeface="Calibri"/>
                    <a:cs typeface="Calibri"/>
                    <a:sym typeface="Calibri"/>
                    <a:rtl val="0"/>
                  </a:endParaRPr>
                </a:p>
              </p:txBody>
            </p:sp>
            <p:sp>
              <p:nvSpPr>
                <p:cNvPr id="295" name="TextBox 294">
                  <a:extLst>
                    <a:ext uri="{FF2B5EF4-FFF2-40B4-BE49-F238E27FC236}">
                      <a16:creationId xmlns="" xmlns:a16="http://schemas.microsoft.com/office/drawing/2014/main" id="{5DA4DAAA-61F2-4F76-B5E0-828D67036AD9}"/>
                    </a:ext>
                  </a:extLst>
                </p:cNvPr>
                <p:cNvSpPr txBox="1"/>
                <p:nvPr/>
              </p:nvSpPr>
              <p:spPr>
                <a:xfrm>
                  <a:off x="7082817" y="5457663"/>
                  <a:ext cx="1255899" cy="2359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ru-RU" sz="1700" b="1" dirty="0">
                      <a:solidFill>
                        <a:srgbClr val="FF8300"/>
                      </a:solidFill>
                      <a:latin typeface="Calibri"/>
                      <a:ea typeface="Calibri"/>
                      <a:cs typeface="Calibri"/>
                      <a:sym typeface="Calibri"/>
                      <a:rtl val="0"/>
                    </a:rPr>
                    <a:t>ВЫКЛАДКА И POS</a:t>
                  </a:r>
                </a:p>
              </p:txBody>
            </p:sp>
            <p:grpSp>
              <p:nvGrpSpPr>
                <p:cNvPr id="312" name="Рисунок 4">
                  <a:extLst>
                    <a:ext uri="{FF2B5EF4-FFF2-40B4-BE49-F238E27FC236}">
                      <a16:creationId xmlns="" xmlns:a16="http://schemas.microsoft.com/office/drawing/2014/main" id="{AAE9B2C4-0EB0-45CA-852E-00CF62066472}"/>
                    </a:ext>
                  </a:extLst>
                </p:cNvPr>
                <p:cNvGrpSpPr/>
                <p:nvPr/>
              </p:nvGrpSpPr>
              <p:grpSpPr>
                <a:xfrm>
                  <a:off x="4731552" y="1939824"/>
                  <a:ext cx="2762216" cy="442793"/>
                  <a:chOff x="4731552" y="1939824"/>
                  <a:chExt cx="2762216" cy="442793"/>
                </a:xfrm>
              </p:grpSpPr>
              <p:sp>
                <p:nvSpPr>
                  <p:cNvPr id="313" name="Полилиния: фигура 312">
                    <a:extLst>
                      <a:ext uri="{FF2B5EF4-FFF2-40B4-BE49-F238E27FC236}">
                        <a16:creationId xmlns="" xmlns:a16="http://schemas.microsoft.com/office/drawing/2014/main" id="{F35A1E74-1CD8-4665-9BCC-68840C13C4E0}"/>
                      </a:ext>
                    </a:extLst>
                  </p:cNvPr>
                  <p:cNvSpPr/>
                  <p:nvPr/>
                </p:nvSpPr>
                <p:spPr>
                  <a:xfrm>
                    <a:off x="4731552" y="1939824"/>
                    <a:ext cx="2762216" cy="442793"/>
                  </a:xfrm>
                  <a:custGeom>
                    <a:avLst/>
                    <a:gdLst>
                      <a:gd name="connsiteX0" fmla="*/ 2153349 w 2229548"/>
                      <a:gd name="connsiteY0" fmla="*/ 0 h 237426"/>
                      <a:gd name="connsiteX1" fmla="*/ 2229549 w 2229548"/>
                      <a:gd name="connsiteY1" fmla="*/ 76200 h 237426"/>
                      <a:gd name="connsiteX2" fmla="*/ 2229549 w 2229548"/>
                      <a:gd name="connsiteY2" fmla="*/ 161227 h 237426"/>
                      <a:gd name="connsiteX3" fmla="*/ 2153349 w 2229548"/>
                      <a:gd name="connsiteY3" fmla="*/ 237427 h 237426"/>
                      <a:gd name="connsiteX4" fmla="*/ 76200 w 2229548"/>
                      <a:gd name="connsiteY4" fmla="*/ 237427 h 237426"/>
                      <a:gd name="connsiteX5" fmla="*/ 0 w 2229548"/>
                      <a:gd name="connsiteY5" fmla="*/ 161227 h 237426"/>
                      <a:gd name="connsiteX6" fmla="*/ 0 w 2229548"/>
                      <a:gd name="connsiteY6" fmla="*/ 76200 h 237426"/>
                      <a:gd name="connsiteX7" fmla="*/ 76200 w 2229548"/>
                      <a:gd name="connsiteY7" fmla="*/ 0 h 2374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2229548" h="237426">
                        <a:moveTo>
                          <a:pt x="2153349" y="0"/>
                        </a:moveTo>
                        <a:cubicBezTo>
                          <a:pt x="2195433" y="0"/>
                          <a:pt x="2229549" y="34116"/>
                          <a:pt x="2229549" y="76200"/>
                        </a:cubicBezTo>
                        <a:lnTo>
                          <a:pt x="2229549" y="161227"/>
                        </a:lnTo>
                        <a:cubicBezTo>
                          <a:pt x="2229549" y="203311"/>
                          <a:pt x="2195433" y="237427"/>
                          <a:pt x="2153349" y="237427"/>
                        </a:cubicBezTo>
                        <a:lnTo>
                          <a:pt x="76200" y="237427"/>
                        </a:lnTo>
                        <a:cubicBezTo>
                          <a:pt x="34116" y="237427"/>
                          <a:pt x="0" y="203311"/>
                          <a:pt x="0" y="161227"/>
                        </a:cubicBezTo>
                        <a:lnTo>
                          <a:pt x="0" y="76200"/>
                        </a:lnTo>
                        <a:cubicBezTo>
                          <a:pt x="0" y="34116"/>
                          <a:pt x="34116" y="0"/>
                          <a:pt x="76200" y="0"/>
                        </a:cubicBezTo>
                        <a:close/>
                      </a:path>
                    </a:pathLst>
                  </a:custGeom>
                  <a:solidFill>
                    <a:srgbClr val="FF83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sp>
                <p:nvSpPr>
                  <p:cNvPr id="316" name="TextBox 315">
                    <a:extLst>
                      <a:ext uri="{FF2B5EF4-FFF2-40B4-BE49-F238E27FC236}">
                        <a16:creationId xmlns="" xmlns:a16="http://schemas.microsoft.com/office/drawing/2014/main" id="{40037EB4-50D5-4E66-AB28-BEE7CA149FC6}"/>
                      </a:ext>
                    </a:extLst>
                  </p:cNvPr>
                  <p:cNvSpPr txBox="1"/>
                  <p:nvPr/>
                </p:nvSpPr>
                <p:spPr>
                  <a:xfrm>
                    <a:off x="4775215" y="2002452"/>
                    <a:ext cx="2651666" cy="34881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:r>
                      <a:rPr lang="ru-RU" sz="2800" b="1" dirty="0" smtClean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БОЛЬШЕ </a:t>
                    </a:r>
                    <a:r>
                      <a:rPr lang="ru-RU" sz="28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  <a:rtl val="0"/>
                      </a:rPr>
                      <a:t>АКБ С ЭМПИЛС</a:t>
                    </a:r>
                  </a:p>
                </p:txBody>
              </p:sp>
            </p:grpSp>
            <p:sp>
              <p:nvSpPr>
                <p:cNvPr id="326" name="Полилиния: фигура 325">
                  <a:extLst>
                    <a:ext uri="{FF2B5EF4-FFF2-40B4-BE49-F238E27FC236}">
                      <a16:creationId xmlns="" xmlns:a16="http://schemas.microsoft.com/office/drawing/2014/main" id="{6B6888E1-084F-4885-81E4-60CE14F1FB92}"/>
                    </a:ext>
                  </a:extLst>
                </p:cNvPr>
                <p:cNvSpPr/>
                <p:nvPr/>
              </p:nvSpPr>
              <p:spPr>
                <a:xfrm>
                  <a:off x="4013708" y="1803400"/>
                  <a:ext cx="4393184" cy="1178115"/>
                </a:xfrm>
                <a:custGeom>
                  <a:avLst/>
                  <a:gdLst>
                    <a:gd name="connsiteX0" fmla="*/ 4316985 w 4393184"/>
                    <a:gd name="connsiteY0" fmla="*/ 0 h 1178115"/>
                    <a:gd name="connsiteX1" fmla="*/ 4393185 w 4393184"/>
                    <a:gd name="connsiteY1" fmla="*/ 76200 h 1178115"/>
                    <a:gd name="connsiteX2" fmla="*/ 4393185 w 4393184"/>
                    <a:gd name="connsiteY2" fmla="*/ 1101916 h 1178115"/>
                    <a:gd name="connsiteX3" fmla="*/ 4316985 w 4393184"/>
                    <a:gd name="connsiteY3" fmla="*/ 1178116 h 1178115"/>
                    <a:gd name="connsiteX4" fmla="*/ 76200 w 4393184"/>
                    <a:gd name="connsiteY4" fmla="*/ 1178116 h 1178115"/>
                    <a:gd name="connsiteX5" fmla="*/ 0 w 4393184"/>
                    <a:gd name="connsiteY5" fmla="*/ 1101916 h 1178115"/>
                    <a:gd name="connsiteX6" fmla="*/ 0 w 4393184"/>
                    <a:gd name="connsiteY6" fmla="*/ 76200 h 1178115"/>
                    <a:gd name="connsiteX7" fmla="*/ 76200 w 4393184"/>
                    <a:gd name="connsiteY7" fmla="*/ 0 h 11781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4393184" h="1178115">
                      <a:moveTo>
                        <a:pt x="4316985" y="0"/>
                      </a:moveTo>
                      <a:cubicBezTo>
                        <a:pt x="4359069" y="0"/>
                        <a:pt x="4393185" y="34116"/>
                        <a:pt x="4393185" y="76200"/>
                      </a:cubicBezTo>
                      <a:lnTo>
                        <a:pt x="4393185" y="1101916"/>
                      </a:lnTo>
                      <a:cubicBezTo>
                        <a:pt x="4393185" y="1144000"/>
                        <a:pt x="4359069" y="1178116"/>
                        <a:pt x="4316985" y="1178116"/>
                      </a:cubicBezTo>
                      <a:lnTo>
                        <a:pt x="76200" y="1178116"/>
                      </a:lnTo>
                      <a:cubicBezTo>
                        <a:pt x="34116" y="1178116"/>
                        <a:pt x="0" y="1144000"/>
                        <a:pt x="0" y="1101916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noFill/>
                <a:ln w="12700" cap="flat">
                  <a:solidFill>
                    <a:srgbClr val="FF83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7" name="Полилиния: фигура 326">
                  <a:extLst>
                    <a:ext uri="{FF2B5EF4-FFF2-40B4-BE49-F238E27FC236}">
                      <a16:creationId xmlns="" xmlns:a16="http://schemas.microsoft.com/office/drawing/2014/main" id="{61F96896-84B0-4FB6-AAA2-37C5F75D334A}"/>
                    </a:ext>
                  </a:extLst>
                </p:cNvPr>
                <p:cNvSpPr/>
                <p:nvPr/>
              </p:nvSpPr>
              <p:spPr>
                <a:xfrm>
                  <a:off x="4013708" y="3213036"/>
                  <a:ext cx="4393184" cy="1206309"/>
                </a:xfrm>
                <a:custGeom>
                  <a:avLst/>
                  <a:gdLst>
                    <a:gd name="connsiteX0" fmla="*/ 4316985 w 4393184"/>
                    <a:gd name="connsiteY0" fmla="*/ 0 h 1206309"/>
                    <a:gd name="connsiteX1" fmla="*/ 4393185 w 4393184"/>
                    <a:gd name="connsiteY1" fmla="*/ 76200 h 1206309"/>
                    <a:gd name="connsiteX2" fmla="*/ 4393185 w 4393184"/>
                    <a:gd name="connsiteY2" fmla="*/ 1130109 h 1206309"/>
                    <a:gd name="connsiteX3" fmla="*/ 4316985 w 4393184"/>
                    <a:gd name="connsiteY3" fmla="*/ 1206309 h 1206309"/>
                    <a:gd name="connsiteX4" fmla="*/ 76200 w 4393184"/>
                    <a:gd name="connsiteY4" fmla="*/ 1206309 h 1206309"/>
                    <a:gd name="connsiteX5" fmla="*/ 0 w 4393184"/>
                    <a:gd name="connsiteY5" fmla="*/ 1130109 h 1206309"/>
                    <a:gd name="connsiteX6" fmla="*/ 0 w 4393184"/>
                    <a:gd name="connsiteY6" fmla="*/ 76200 h 1206309"/>
                    <a:gd name="connsiteX7" fmla="*/ 76200 w 4393184"/>
                    <a:gd name="connsiteY7" fmla="*/ 0 h 120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4393184" h="1206309">
                      <a:moveTo>
                        <a:pt x="4316985" y="0"/>
                      </a:moveTo>
                      <a:cubicBezTo>
                        <a:pt x="4359069" y="0"/>
                        <a:pt x="4393185" y="34116"/>
                        <a:pt x="4393185" y="76200"/>
                      </a:cubicBezTo>
                      <a:lnTo>
                        <a:pt x="4393185" y="1130109"/>
                      </a:lnTo>
                      <a:cubicBezTo>
                        <a:pt x="4393185" y="1172194"/>
                        <a:pt x="4359069" y="1206309"/>
                        <a:pt x="4316985" y="1206309"/>
                      </a:cubicBezTo>
                      <a:lnTo>
                        <a:pt x="76200" y="1206309"/>
                      </a:lnTo>
                      <a:cubicBezTo>
                        <a:pt x="34116" y="1206309"/>
                        <a:pt x="0" y="1172194"/>
                        <a:pt x="0" y="1130109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noFill/>
                <a:ln w="12700" cap="flat">
                  <a:solidFill>
                    <a:srgbClr val="FF83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8" name="Полилиния: фигура 327">
                  <a:extLst>
                    <a:ext uri="{FF2B5EF4-FFF2-40B4-BE49-F238E27FC236}">
                      <a16:creationId xmlns="" xmlns:a16="http://schemas.microsoft.com/office/drawing/2014/main" id="{E57E9CEF-AAF2-4C53-912E-238BEC9370E3}"/>
                    </a:ext>
                  </a:extLst>
                </p:cNvPr>
                <p:cNvSpPr/>
                <p:nvPr/>
              </p:nvSpPr>
              <p:spPr>
                <a:xfrm>
                  <a:off x="4013708" y="5089525"/>
                  <a:ext cx="1373695" cy="1206309"/>
                </a:xfrm>
                <a:custGeom>
                  <a:avLst/>
                  <a:gdLst>
                    <a:gd name="connsiteX0" fmla="*/ 1297495 w 1373695"/>
                    <a:gd name="connsiteY0" fmla="*/ 0 h 1206309"/>
                    <a:gd name="connsiteX1" fmla="*/ 1373695 w 1373695"/>
                    <a:gd name="connsiteY1" fmla="*/ 76200 h 1206309"/>
                    <a:gd name="connsiteX2" fmla="*/ 1373695 w 1373695"/>
                    <a:gd name="connsiteY2" fmla="*/ 1130109 h 1206309"/>
                    <a:gd name="connsiteX3" fmla="*/ 1297495 w 1373695"/>
                    <a:gd name="connsiteY3" fmla="*/ 1206309 h 1206309"/>
                    <a:gd name="connsiteX4" fmla="*/ 76200 w 1373695"/>
                    <a:gd name="connsiteY4" fmla="*/ 1206309 h 1206309"/>
                    <a:gd name="connsiteX5" fmla="*/ 0 w 1373695"/>
                    <a:gd name="connsiteY5" fmla="*/ 1130109 h 1206309"/>
                    <a:gd name="connsiteX6" fmla="*/ 0 w 1373695"/>
                    <a:gd name="connsiteY6" fmla="*/ 76200 h 1206309"/>
                    <a:gd name="connsiteX7" fmla="*/ 76200 w 1373695"/>
                    <a:gd name="connsiteY7" fmla="*/ 0 h 120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73695" h="1206309">
                      <a:moveTo>
                        <a:pt x="1297495" y="0"/>
                      </a:moveTo>
                      <a:cubicBezTo>
                        <a:pt x="1339580" y="0"/>
                        <a:pt x="1373695" y="34116"/>
                        <a:pt x="1373695" y="76200"/>
                      </a:cubicBezTo>
                      <a:lnTo>
                        <a:pt x="1373695" y="1130109"/>
                      </a:lnTo>
                      <a:cubicBezTo>
                        <a:pt x="1373695" y="1172194"/>
                        <a:pt x="1339580" y="1206309"/>
                        <a:pt x="1297495" y="1206309"/>
                      </a:cubicBezTo>
                      <a:lnTo>
                        <a:pt x="76200" y="1206309"/>
                      </a:lnTo>
                      <a:cubicBezTo>
                        <a:pt x="34115" y="1206309"/>
                        <a:pt x="0" y="1172194"/>
                        <a:pt x="0" y="1130109"/>
                      </a:cubicBezTo>
                      <a:lnTo>
                        <a:pt x="0" y="76200"/>
                      </a:lnTo>
                      <a:cubicBezTo>
                        <a:pt x="0" y="34116"/>
                        <a:pt x="34115" y="0"/>
                        <a:pt x="76200" y="0"/>
                      </a:cubicBezTo>
                      <a:close/>
                    </a:path>
                  </a:pathLst>
                </a:custGeom>
                <a:noFill/>
                <a:ln w="12700" cap="flat">
                  <a:solidFill>
                    <a:srgbClr val="FF83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9" name="Полилиния: фигура 328">
                  <a:extLst>
                    <a:ext uri="{FF2B5EF4-FFF2-40B4-BE49-F238E27FC236}">
                      <a16:creationId xmlns="" xmlns:a16="http://schemas.microsoft.com/office/drawing/2014/main" id="{6617E6B4-3DCE-4DC7-A55C-9105ECDAA8AF}"/>
                    </a:ext>
                  </a:extLst>
                </p:cNvPr>
                <p:cNvSpPr/>
                <p:nvPr/>
              </p:nvSpPr>
              <p:spPr>
                <a:xfrm>
                  <a:off x="5519229" y="5089525"/>
                  <a:ext cx="1373695" cy="1206309"/>
                </a:xfrm>
                <a:custGeom>
                  <a:avLst/>
                  <a:gdLst>
                    <a:gd name="connsiteX0" fmla="*/ 1297496 w 1373695"/>
                    <a:gd name="connsiteY0" fmla="*/ 0 h 1206309"/>
                    <a:gd name="connsiteX1" fmla="*/ 1373696 w 1373695"/>
                    <a:gd name="connsiteY1" fmla="*/ 76200 h 1206309"/>
                    <a:gd name="connsiteX2" fmla="*/ 1373696 w 1373695"/>
                    <a:gd name="connsiteY2" fmla="*/ 1130109 h 1206309"/>
                    <a:gd name="connsiteX3" fmla="*/ 1297496 w 1373695"/>
                    <a:gd name="connsiteY3" fmla="*/ 1206309 h 1206309"/>
                    <a:gd name="connsiteX4" fmla="*/ 76200 w 1373695"/>
                    <a:gd name="connsiteY4" fmla="*/ 1206309 h 1206309"/>
                    <a:gd name="connsiteX5" fmla="*/ 0 w 1373695"/>
                    <a:gd name="connsiteY5" fmla="*/ 1130109 h 1206309"/>
                    <a:gd name="connsiteX6" fmla="*/ 0 w 1373695"/>
                    <a:gd name="connsiteY6" fmla="*/ 76200 h 1206309"/>
                    <a:gd name="connsiteX7" fmla="*/ 76200 w 1373695"/>
                    <a:gd name="connsiteY7" fmla="*/ 0 h 120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73695" h="1206309">
                      <a:moveTo>
                        <a:pt x="1297496" y="0"/>
                      </a:moveTo>
                      <a:cubicBezTo>
                        <a:pt x="1339580" y="0"/>
                        <a:pt x="1373696" y="34116"/>
                        <a:pt x="1373696" y="76200"/>
                      </a:cubicBezTo>
                      <a:lnTo>
                        <a:pt x="1373696" y="1130109"/>
                      </a:lnTo>
                      <a:cubicBezTo>
                        <a:pt x="1373696" y="1172194"/>
                        <a:pt x="1339580" y="1206309"/>
                        <a:pt x="1297496" y="1206309"/>
                      </a:cubicBezTo>
                      <a:lnTo>
                        <a:pt x="76200" y="1206309"/>
                      </a:lnTo>
                      <a:cubicBezTo>
                        <a:pt x="34116" y="1206309"/>
                        <a:pt x="0" y="1172194"/>
                        <a:pt x="0" y="1130109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noFill/>
                <a:ln w="12700" cap="flat">
                  <a:solidFill>
                    <a:srgbClr val="FF83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30" name="Полилиния: фигура 329">
                  <a:extLst>
                    <a:ext uri="{FF2B5EF4-FFF2-40B4-BE49-F238E27FC236}">
                      <a16:creationId xmlns="" xmlns:a16="http://schemas.microsoft.com/office/drawing/2014/main" id="{4E20A470-21C1-44BF-B08B-6C88609C19C4}"/>
                    </a:ext>
                  </a:extLst>
                </p:cNvPr>
                <p:cNvSpPr/>
                <p:nvPr/>
              </p:nvSpPr>
              <p:spPr>
                <a:xfrm>
                  <a:off x="7024814" y="5089525"/>
                  <a:ext cx="1373695" cy="1206309"/>
                </a:xfrm>
                <a:custGeom>
                  <a:avLst/>
                  <a:gdLst>
                    <a:gd name="connsiteX0" fmla="*/ 1297495 w 1373695"/>
                    <a:gd name="connsiteY0" fmla="*/ 0 h 1206309"/>
                    <a:gd name="connsiteX1" fmla="*/ 1373695 w 1373695"/>
                    <a:gd name="connsiteY1" fmla="*/ 76200 h 1206309"/>
                    <a:gd name="connsiteX2" fmla="*/ 1373695 w 1373695"/>
                    <a:gd name="connsiteY2" fmla="*/ 1130109 h 1206309"/>
                    <a:gd name="connsiteX3" fmla="*/ 1297495 w 1373695"/>
                    <a:gd name="connsiteY3" fmla="*/ 1206309 h 1206309"/>
                    <a:gd name="connsiteX4" fmla="*/ 76200 w 1373695"/>
                    <a:gd name="connsiteY4" fmla="*/ 1206309 h 1206309"/>
                    <a:gd name="connsiteX5" fmla="*/ 0 w 1373695"/>
                    <a:gd name="connsiteY5" fmla="*/ 1130109 h 1206309"/>
                    <a:gd name="connsiteX6" fmla="*/ 0 w 1373695"/>
                    <a:gd name="connsiteY6" fmla="*/ 76200 h 1206309"/>
                    <a:gd name="connsiteX7" fmla="*/ 76200 w 1373695"/>
                    <a:gd name="connsiteY7" fmla="*/ 0 h 120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373695" h="1206309">
                      <a:moveTo>
                        <a:pt x="1297495" y="0"/>
                      </a:moveTo>
                      <a:cubicBezTo>
                        <a:pt x="1339580" y="0"/>
                        <a:pt x="1373695" y="34116"/>
                        <a:pt x="1373695" y="76200"/>
                      </a:cubicBezTo>
                      <a:lnTo>
                        <a:pt x="1373695" y="1130109"/>
                      </a:lnTo>
                      <a:cubicBezTo>
                        <a:pt x="1373695" y="1172194"/>
                        <a:pt x="1339580" y="1206309"/>
                        <a:pt x="1297495" y="1206309"/>
                      </a:cubicBezTo>
                      <a:lnTo>
                        <a:pt x="76200" y="1206309"/>
                      </a:lnTo>
                      <a:cubicBezTo>
                        <a:pt x="34116" y="1206309"/>
                        <a:pt x="0" y="1172194"/>
                        <a:pt x="0" y="1130109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noFill/>
                <a:ln w="12700" cap="flat">
                  <a:solidFill>
                    <a:srgbClr val="FF83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grpSp>
              <p:nvGrpSpPr>
                <p:cNvPr id="331" name="Рисунок 4">
                  <a:extLst>
                    <a:ext uri="{FF2B5EF4-FFF2-40B4-BE49-F238E27FC236}">
                      <a16:creationId xmlns="" xmlns:a16="http://schemas.microsoft.com/office/drawing/2014/main" id="{C9D26789-B04A-4476-A451-4F637805CB73}"/>
                    </a:ext>
                  </a:extLst>
                </p:cNvPr>
                <p:cNvGrpSpPr/>
                <p:nvPr/>
              </p:nvGrpSpPr>
              <p:grpSpPr>
                <a:xfrm>
                  <a:off x="6034963" y="2285600"/>
                  <a:ext cx="150431" cy="334791"/>
                  <a:chOff x="6034963" y="2285600"/>
                  <a:chExt cx="150431" cy="334791"/>
                </a:xfrm>
                <a:solidFill>
                  <a:srgbClr val="FF8300"/>
                </a:solidFill>
              </p:grpSpPr>
              <p:sp>
                <p:nvSpPr>
                  <p:cNvPr id="332" name="Полилиния: фигура 331">
                    <a:extLst>
                      <a:ext uri="{FF2B5EF4-FFF2-40B4-BE49-F238E27FC236}">
                        <a16:creationId xmlns="" xmlns:a16="http://schemas.microsoft.com/office/drawing/2014/main" id="{BD133428-5475-4659-B3E3-494D2112C2BB}"/>
                      </a:ext>
                    </a:extLst>
                  </p:cNvPr>
                  <p:cNvSpPr/>
                  <p:nvPr/>
                </p:nvSpPr>
                <p:spPr>
                  <a:xfrm>
                    <a:off x="6092014" y="2285600"/>
                    <a:ext cx="6350" cy="260604"/>
                  </a:xfrm>
                  <a:custGeom>
                    <a:avLst/>
                    <a:gdLst>
                      <a:gd name="connsiteX0" fmla="*/ 0 w 6350"/>
                      <a:gd name="connsiteY0" fmla="*/ 0 h 260604"/>
                      <a:gd name="connsiteX1" fmla="*/ 0 w 6350"/>
                      <a:gd name="connsiteY1" fmla="*/ 260604 h 2606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350" h="260604">
                        <a:moveTo>
                          <a:pt x="0" y="0"/>
                        </a:moveTo>
                        <a:lnTo>
                          <a:pt x="0" y="260604"/>
                        </a:lnTo>
                      </a:path>
                    </a:pathLst>
                  </a:custGeom>
                  <a:ln w="19050" cap="flat">
                    <a:solidFill>
                      <a:srgbClr val="FF8300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sp>
                <p:nvSpPr>
                  <p:cNvPr id="333" name="Полилиния: фигура 332">
                    <a:extLst>
                      <a:ext uri="{FF2B5EF4-FFF2-40B4-BE49-F238E27FC236}">
                        <a16:creationId xmlns="" xmlns:a16="http://schemas.microsoft.com/office/drawing/2014/main" id="{BE3D5E3F-E333-42CC-83CB-971E44361739}"/>
                      </a:ext>
                    </a:extLst>
                  </p:cNvPr>
                  <p:cNvSpPr/>
                  <p:nvPr/>
                </p:nvSpPr>
                <p:spPr>
                  <a:xfrm>
                    <a:off x="6034963" y="2545208"/>
                    <a:ext cx="150431" cy="75183"/>
                  </a:xfrm>
                  <a:custGeom>
                    <a:avLst/>
                    <a:gdLst>
                      <a:gd name="connsiteX0" fmla="*/ 150432 w 150431"/>
                      <a:gd name="connsiteY0" fmla="*/ 0 h 75183"/>
                      <a:gd name="connsiteX1" fmla="*/ 0 w 150431"/>
                      <a:gd name="connsiteY1" fmla="*/ 0 h 75183"/>
                      <a:gd name="connsiteX2" fmla="*/ 75247 w 150431"/>
                      <a:gd name="connsiteY2" fmla="*/ 75184 h 75183"/>
                      <a:gd name="connsiteX3" fmla="*/ 150432 w 150431"/>
                      <a:gd name="connsiteY3" fmla="*/ 0 h 7518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50431" h="75183">
                        <a:moveTo>
                          <a:pt x="150432" y="0"/>
                        </a:moveTo>
                        <a:lnTo>
                          <a:pt x="0" y="0"/>
                        </a:lnTo>
                        <a:lnTo>
                          <a:pt x="75247" y="75184"/>
                        </a:lnTo>
                        <a:lnTo>
                          <a:pt x="150432" y="0"/>
                        </a:lnTo>
                        <a:close/>
                      </a:path>
                    </a:pathLst>
                  </a:custGeom>
                  <a:solidFill>
                    <a:srgbClr val="FF83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</p:grpSp>
            <p:grpSp>
              <p:nvGrpSpPr>
                <p:cNvPr id="334" name="Рисунок 4">
                  <a:extLst>
                    <a:ext uri="{FF2B5EF4-FFF2-40B4-BE49-F238E27FC236}">
                      <a16:creationId xmlns="" xmlns:a16="http://schemas.microsoft.com/office/drawing/2014/main" id="{A23E8AED-6B9D-4159-B2EA-C07CF4B3916C}"/>
                    </a:ext>
                  </a:extLst>
                </p:cNvPr>
                <p:cNvGrpSpPr/>
                <p:nvPr/>
              </p:nvGrpSpPr>
              <p:grpSpPr>
                <a:xfrm>
                  <a:off x="7600632" y="5173726"/>
                  <a:ext cx="221958" cy="222250"/>
                  <a:chOff x="7600632" y="5173726"/>
                  <a:chExt cx="221958" cy="222250"/>
                </a:xfrm>
                <a:solidFill>
                  <a:srgbClr val="000000"/>
                </a:solidFill>
              </p:grpSpPr>
              <p:sp>
                <p:nvSpPr>
                  <p:cNvPr id="335" name="Полилиния: фигура 334">
                    <a:extLst>
                      <a:ext uri="{FF2B5EF4-FFF2-40B4-BE49-F238E27FC236}">
                        <a16:creationId xmlns="" xmlns:a16="http://schemas.microsoft.com/office/drawing/2014/main" id="{4D7CC36E-3CDB-4B70-B1DE-388B49925818}"/>
                      </a:ext>
                    </a:extLst>
                  </p:cNvPr>
                  <p:cNvSpPr/>
                  <p:nvPr/>
                </p:nvSpPr>
                <p:spPr>
                  <a:xfrm>
                    <a:off x="7600632" y="5173726"/>
                    <a:ext cx="221958" cy="222250"/>
                  </a:xfrm>
                  <a:custGeom>
                    <a:avLst/>
                    <a:gdLst>
                      <a:gd name="connsiteX0" fmla="*/ 85789 w 221958"/>
                      <a:gd name="connsiteY0" fmla="*/ 222186 h 222250"/>
                      <a:gd name="connsiteX1" fmla="*/ 85408 w 221958"/>
                      <a:gd name="connsiteY1" fmla="*/ 222186 h 222250"/>
                      <a:gd name="connsiteX2" fmla="*/ 65787 w 221958"/>
                      <a:gd name="connsiteY2" fmla="*/ 210312 h 222250"/>
                      <a:gd name="connsiteX3" fmla="*/ 11812 w 221958"/>
                      <a:gd name="connsiteY3" fmla="*/ 156337 h 222250"/>
                      <a:gd name="connsiteX4" fmla="*/ 0 w 221958"/>
                      <a:gd name="connsiteY4" fmla="*/ 136715 h 222250"/>
                      <a:gd name="connsiteX5" fmla="*/ 0 w 221958"/>
                      <a:gd name="connsiteY5" fmla="*/ 136334 h 222250"/>
                      <a:gd name="connsiteX6" fmla="*/ 0 w 221958"/>
                      <a:gd name="connsiteY6" fmla="*/ 129730 h 222250"/>
                      <a:gd name="connsiteX7" fmla="*/ 0 w 221958"/>
                      <a:gd name="connsiteY7" fmla="*/ 129286 h 222250"/>
                      <a:gd name="connsiteX8" fmla="*/ 11685 w 221958"/>
                      <a:gd name="connsiteY8" fmla="*/ 110046 h 222250"/>
                      <a:gd name="connsiteX9" fmla="*/ 79947 w 221958"/>
                      <a:gd name="connsiteY9" fmla="*/ 38417 h 222250"/>
                      <a:gd name="connsiteX10" fmla="*/ 107569 w 221958"/>
                      <a:gd name="connsiteY10" fmla="*/ 26543 h 222250"/>
                      <a:gd name="connsiteX11" fmla="*/ 124968 w 221958"/>
                      <a:gd name="connsiteY11" fmla="*/ 26543 h 222250"/>
                      <a:gd name="connsiteX12" fmla="*/ 131128 w 221958"/>
                      <a:gd name="connsiteY12" fmla="*/ 26543 h 222250"/>
                      <a:gd name="connsiteX13" fmla="*/ 143511 w 221958"/>
                      <a:gd name="connsiteY13" fmla="*/ 26543 h 222250"/>
                      <a:gd name="connsiteX14" fmla="*/ 143511 w 221958"/>
                      <a:gd name="connsiteY14" fmla="*/ 26543 h 222250"/>
                      <a:gd name="connsiteX15" fmla="*/ 144082 w 221958"/>
                      <a:gd name="connsiteY15" fmla="*/ 26543 h 222250"/>
                      <a:gd name="connsiteX16" fmla="*/ 144399 w 221958"/>
                      <a:gd name="connsiteY16" fmla="*/ 26098 h 222250"/>
                      <a:gd name="connsiteX17" fmla="*/ 191453 w 221958"/>
                      <a:gd name="connsiteY17" fmla="*/ 64 h 222250"/>
                      <a:gd name="connsiteX18" fmla="*/ 194056 w 221958"/>
                      <a:gd name="connsiteY18" fmla="*/ 0 h 222250"/>
                      <a:gd name="connsiteX19" fmla="*/ 214440 w 221958"/>
                      <a:gd name="connsiteY19" fmla="*/ 8128 h 222250"/>
                      <a:gd name="connsiteX20" fmla="*/ 221933 w 221958"/>
                      <a:gd name="connsiteY20" fmla="*/ 29782 h 222250"/>
                      <a:gd name="connsiteX21" fmla="*/ 220853 w 221958"/>
                      <a:gd name="connsiteY21" fmla="*/ 38671 h 222250"/>
                      <a:gd name="connsiteX22" fmla="*/ 211773 w 221958"/>
                      <a:gd name="connsiteY22" fmla="*/ 46736 h 222250"/>
                      <a:gd name="connsiteX23" fmla="*/ 209550 w 221958"/>
                      <a:gd name="connsiteY23" fmla="*/ 46482 h 222250"/>
                      <a:gd name="connsiteX24" fmla="*/ 202629 w 221958"/>
                      <a:gd name="connsiteY24" fmla="*/ 35433 h 222250"/>
                      <a:gd name="connsiteX25" fmla="*/ 203454 w 221958"/>
                      <a:gd name="connsiteY25" fmla="*/ 27496 h 222250"/>
                      <a:gd name="connsiteX26" fmla="*/ 195644 w 221958"/>
                      <a:gd name="connsiteY26" fmla="*/ 18605 h 222250"/>
                      <a:gd name="connsiteX27" fmla="*/ 194120 w 221958"/>
                      <a:gd name="connsiteY27" fmla="*/ 18605 h 222250"/>
                      <a:gd name="connsiteX28" fmla="*/ 169482 w 221958"/>
                      <a:gd name="connsiteY28" fmla="*/ 26860 h 222250"/>
                      <a:gd name="connsiteX29" fmla="*/ 175134 w 221958"/>
                      <a:gd name="connsiteY29" fmla="*/ 27559 h 222250"/>
                      <a:gd name="connsiteX30" fmla="*/ 195453 w 221958"/>
                      <a:gd name="connsiteY30" fmla="*/ 52832 h 222250"/>
                      <a:gd name="connsiteX31" fmla="*/ 195453 w 221958"/>
                      <a:gd name="connsiteY31" fmla="*/ 116840 h 222250"/>
                      <a:gd name="connsiteX32" fmla="*/ 184086 w 221958"/>
                      <a:gd name="connsiteY32" fmla="*/ 141796 h 222250"/>
                      <a:gd name="connsiteX33" fmla="*/ 132462 w 221958"/>
                      <a:gd name="connsiteY33" fmla="*/ 190945 h 222250"/>
                      <a:gd name="connsiteX34" fmla="*/ 112014 w 221958"/>
                      <a:gd name="connsiteY34" fmla="*/ 210502 h 222250"/>
                      <a:gd name="connsiteX35" fmla="*/ 92711 w 221958"/>
                      <a:gd name="connsiteY35" fmla="*/ 222186 h 222250"/>
                      <a:gd name="connsiteX36" fmla="*/ 92266 w 221958"/>
                      <a:gd name="connsiteY36" fmla="*/ 222186 h 222250"/>
                      <a:gd name="connsiteX37" fmla="*/ 85661 w 221958"/>
                      <a:gd name="connsiteY37" fmla="*/ 222250 h 222250"/>
                      <a:gd name="connsiteX38" fmla="*/ 108459 w 221958"/>
                      <a:gd name="connsiteY38" fmla="*/ 45021 h 222250"/>
                      <a:gd name="connsiteX39" fmla="*/ 92266 w 221958"/>
                      <a:gd name="connsiteY39" fmla="*/ 52260 h 222250"/>
                      <a:gd name="connsiteX40" fmla="*/ 39053 w 221958"/>
                      <a:gd name="connsiteY40" fmla="*/ 108267 h 222250"/>
                      <a:gd name="connsiteX41" fmla="*/ 21972 w 221958"/>
                      <a:gd name="connsiteY41" fmla="*/ 126238 h 222250"/>
                      <a:gd name="connsiteX42" fmla="*/ 22099 w 221958"/>
                      <a:gd name="connsiteY42" fmla="*/ 140271 h 222250"/>
                      <a:gd name="connsiteX43" fmla="*/ 82106 w 221958"/>
                      <a:gd name="connsiteY43" fmla="*/ 200279 h 222250"/>
                      <a:gd name="connsiteX44" fmla="*/ 88964 w 221958"/>
                      <a:gd name="connsiteY44" fmla="*/ 203581 h 222250"/>
                      <a:gd name="connsiteX45" fmla="*/ 95759 w 221958"/>
                      <a:gd name="connsiteY45" fmla="*/ 200406 h 222250"/>
                      <a:gd name="connsiteX46" fmla="*/ 144463 w 221958"/>
                      <a:gd name="connsiteY46" fmla="*/ 154051 h 222250"/>
                      <a:gd name="connsiteX47" fmla="*/ 170752 w 221958"/>
                      <a:gd name="connsiteY47" fmla="*/ 129032 h 222250"/>
                      <a:gd name="connsiteX48" fmla="*/ 176657 w 221958"/>
                      <a:gd name="connsiteY48" fmla="*/ 119380 h 222250"/>
                      <a:gd name="connsiteX49" fmla="*/ 177165 w 221958"/>
                      <a:gd name="connsiteY49" fmla="*/ 114745 h 222250"/>
                      <a:gd name="connsiteX50" fmla="*/ 177165 w 221958"/>
                      <a:gd name="connsiteY50" fmla="*/ 54420 h 222250"/>
                      <a:gd name="connsiteX51" fmla="*/ 168656 w 221958"/>
                      <a:gd name="connsiteY51" fmla="*/ 45148 h 222250"/>
                      <a:gd name="connsiteX52" fmla="*/ 162434 w 221958"/>
                      <a:gd name="connsiteY52" fmla="*/ 45085 h 222250"/>
                      <a:gd name="connsiteX53" fmla="*/ 155322 w 221958"/>
                      <a:gd name="connsiteY53" fmla="*/ 45085 h 222250"/>
                      <a:gd name="connsiteX54" fmla="*/ 155004 w 221958"/>
                      <a:gd name="connsiteY54" fmla="*/ 45085 h 222250"/>
                      <a:gd name="connsiteX55" fmla="*/ 152019 w 221958"/>
                      <a:gd name="connsiteY55" fmla="*/ 54991 h 222250"/>
                      <a:gd name="connsiteX56" fmla="*/ 168720 w 221958"/>
                      <a:gd name="connsiteY56" fmla="*/ 84391 h 222250"/>
                      <a:gd name="connsiteX57" fmla="*/ 143129 w 221958"/>
                      <a:gd name="connsiteY57" fmla="*/ 106997 h 222250"/>
                      <a:gd name="connsiteX58" fmla="*/ 141796 w 221958"/>
                      <a:gd name="connsiteY58" fmla="*/ 106997 h 222250"/>
                      <a:gd name="connsiteX59" fmla="*/ 116205 w 221958"/>
                      <a:gd name="connsiteY59" fmla="*/ 87185 h 222250"/>
                      <a:gd name="connsiteX60" fmla="*/ 129731 w 221958"/>
                      <a:gd name="connsiteY60" fmla="*/ 56134 h 222250"/>
                      <a:gd name="connsiteX61" fmla="*/ 132715 w 221958"/>
                      <a:gd name="connsiteY61" fmla="*/ 54991 h 222250"/>
                      <a:gd name="connsiteX62" fmla="*/ 133731 w 221958"/>
                      <a:gd name="connsiteY62" fmla="*/ 54610 h 222250"/>
                      <a:gd name="connsiteX63" fmla="*/ 133731 w 221958"/>
                      <a:gd name="connsiteY63" fmla="*/ 53530 h 222250"/>
                      <a:gd name="connsiteX64" fmla="*/ 134112 w 221958"/>
                      <a:gd name="connsiteY64" fmla="*/ 50165 h 222250"/>
                      <a:gd name="connsiteX65" fmla="*/ 135446 w 221958"/>
                      <a:gd name="connsiteY65" fmla="*/ 44958 h 222250"/>
                      <a:gd name="connsiteX66" fmla="*/ 121222 w 221958"/>
                      <a:gd name="connsiteY66" fmla="*/ 44958 h 222250"/>
                      <a:gd name="connsiteX67" fmla="*/ 109157 w 221958"/>
                      <a:gd name="connsiteY67" fmla="*/ 44895 h 222250"/>
                      <a:gd name="connsiteX68" fmla="*/ 108586 w 221958"/>
                      <a:gd name="connsiteY68" fmla="*/ 44895 h 2222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</a:cxnLst>
                    <a:rect l="l" t="t" r="r" b="b"/>
                    <a:pathLst>
                      <a:path w="221958" h="222250">
                        <a:moveTo>
                          <a:pt x="85789" y="222186"/>
                        </a:moveTo>
                        <a:lnTo>
                          <a:pt x="85408" y="222186"/>
                        </a:lnTo>
                        <a:cubicBezTo>
                          <a:pt x="76709" y="220726"/>
                          <a:pt x="70739" y="215328"/>
                          <a:pt x="65787" y="210312"/>
                        </a:cubicBezTo>
                        <a:cubicBezTo>
                          <a:pt x="48006" y="192341"/>
                          <a:pt x="29845" y="174180"/>
                          <a:pt x="11812" y="156337"/>
                        </a:cubicBezTo>
                        <a:cubicBezTo>
                          <a:pt x="6604" y="151193"/>
                          <a:pt x="1398" y="145415"/>
                          <a:pt x="0" y="136715"/>
                        </a:cubicBezTo>
                        <a:lnTo>
                          <a:pt x="0" y="136334"/>
                        </a:lnTo>
                        <a:cubicBezTo>
                          <a:pt x="0" y="136334"/>
                          <a:pt x="0" y="129730"/>
                          <a:pt x="0" y="129730"/>
                        </a:cubicBezTo>
                        <a:lnTo>
                          <a:pt x="0" y="129286"/>
                        </a:lnTo>
                        <a:cubicBezTo>
                          <a:pt x="1524" y="121221"/>
                          <a:pt x="6160" y="115760"/>
                          <a:pt x="11685" y="110046"/>
                        </a:cubicBezTo>
                        <a:cubicBezTo>
                          <a:pt x="34481" y="86233"/>
                          <a:pt x="57214" y="62357"/>
                          <a:pt x="79947" y="38417"/>
                        </a:cubicBezTo>
                        <a:cubicBezTo>
                          <a:pt x="87440" y="30543"/>
                          <a:pt x="96711" y="26543"/>
                          <a:pt x="107569" y="26543"/>
                        </a:cubicBezTo>
                        <a:cubicBezTo>
                          <a:pt x="111506" y="26543"/>
                          <a:pt x="124968" y="26543"/>
                          <a:pt x="124968" y="26543"/>
                        </a:cubicBezTo>
                        <a:lnTo>
                          <a:pt x="131128" y="26543"/>
                        </a:lnTo>
                        <a:cubicBezTo>
                          <a:pt x="135255" y="26543"/>
                          <a:pt x="139383" y="26543"/>
                          <a:pt x="143511" y="26543"/>
                        </a:cubicBezTo>
                        <a:lnTo>
                          <a:pt x="143511" y="26543"/>
                        </a:lnTo>
                        <a:cubicBezTo>
                          <a:pt x="143891" y="26543"/>
                          <a:pt x="144018" y="26543"/>
                          <a:pt x="144082" y="26543"/>
                        </a:cubicBezTo>
                        <a:cubicBezTo>
                          <a:pt x="144082" y="26543"/>
                          <a:pt x="144209" y="26416"/>
                          <a:pt x="144399" y="26098"/>
                        </a:cubicBezTo>
                        <a:cubicBezTo>
                          <a:pt x="155956" y="10223"/>
                          <a:pt x="171831" y="1460"/>
                          <a:pt x="191453" y="64"/>
                        </a:cubicBezTo>
                        <a:cubicBezTo>
                          <a:pt x="192342" y="64"/>
                          <a:pt x="193231" y="0"/>
                          <a:pt x="194056" y="0"/>
                        </a:cubicBezTo>
                        <a:cubicBezTo>
                          <a:pt x="202185" y="0"/>
                          <a:pt x="209424" y="2858"/>
                          <a:pt x="214440" y="8128"/>
                        </a:cubicBezTo>
                        <a:cubicBezTo>
                          <a:pt x="219584" y="13526"/>
                          <a:pt x="222250" y="21209"/>
                          <a:pt x="221933" y="29782"/>
                        </a:cubicBezTo>
                        <a:cubicBezTo>
                          <a:pt x="221806" y="33020"/>
                          <a:pt x="221298" y="36068"/>
                          <a:pt x="220853" y="38671"/>
                        </a:cubicBezTo>
                        <a:cubicBezTo>
                          <a:pt x="219964" y="43497"/>
                          <a:pt x="216345" y="46736"/>
                          <a:pt x="211773" y="46736"/>
                        </a:cubicBezTo>
                        <a:cubicBezTo>
                          <a:pt x="211074" y="46736"/>
                          <a:pt x="210312" y="46672"/>
                          <a:pt x="209550" y="46482"/>
                        </a:cubicBezTo>
                        <a:cubicBezTo>
                          <a:pt x="204724" y="45402"/>
                          <a:pt x="201867" y="40830"/>
                          <a:pt x="202629" y="35433"/>
                        </a:cubicBezTo>
                        <a:cubicBezTo>
                          <a:pt x="203010" y="32576"/>
                          <a:pt x="203391" y="30035"/>
                          <a:pt x="203454" y="27496"/>
                        </a:cubicBezTo>
                        <a:cubicBezTo>
                          <a:pt x="203581" y="22542"/>
                          <a:pt x="200279" y="18796"/>
                          <a:pt x="195644" y="18605"/>
                        </a:cubicBezTo>
                        <a:cubicBezTo>
                          <a:pt x="195136" y="18605"/>
                          <a:pt x="194628" y="18605"/>
                          <a:pt x="194120" y="18605"/>
                        </a:cubicBezTo>
                        <a:cubicBezTo>
                          <a:pt x="185420" y="18605"/>
                          <a:pt x="176657" y="21653"/>
                          <a:pt x="169482" y="26860"/>
                        </a:cubicBezTo>
                        <a:cubicBezTo>
                          <a:pt x="171324" y="26988"/>
                          <a:pt x="173228" y="27178"/>
                          <a:pt x="175134" y="27559"/>
                        </a:cubicBezTo>
                        <a:cubicBezTo>
                          <a:pt x="186817" y="30099"/>
                          <a:pt x="195390" y="40703"/>
                          <a:pt x="195453" y="52832"/>
                        </a:cubicBezTo>
                        <a:cubicBezTo>
                          <a:pt x="195580" y="70295"/>
                          <a:pt x="195644" y="93345"/>
                          <a:pt x="195453" y="116840"/>
                        </a:cubicBezTo>
                        <a:cubicBezTo>
                          <a:pt x="195390" y="126302"/>
                          <a:pt x="191516" y="134683"/>
                          <a:pt x="184086" y="141796"/>
                        </a:cubicBezTo>
                        <a:lnTo>
                          <a:pt x="132462" y="190945"/>
                        </a:lnTo>
                        <a:cubicBezTo>
                          <a:pt x="125603" y="197421"/>
                          <a:pt x="118745" y="203898"/>
                          <a:pt x="112014" y="210502"/>
                        </a:cubicBezTo>
                        <a:cubicBezTo>
                          <a:pt x="106807" y="215583"/>
                          <a:pt x="101029" y="220663"/>
                          <a:pt x="92711" y="222186"/>
                        </a:cubicBezTo>
                        <a:lnTo>
                          <a:pt x="92266" y="222186"/>
                        </a:lnTo>
                        <a:cubicBezTo>
                          <a:pt x="92266" y="222186"/>
                          <a:pt x="85661" y="222250"/>
                          <a:pt x="85661" y="222250"/>
                        </a:cubicBezTo>
                        <a:close/>
                        <a:moveTo>
                          <a:pt x="108459" y="45021"/>
                        </a:moveTo>
                        <a:cubicBezTo>
                          <a:pt x="102109" y="45021"/>
                          <a:pt x="96965" y="47308"/>
                          <a:pt x="92266" y="52260"/>
                        </a:cubicBezTo>
                        <a:cubicBezTo>
                          <a:pt x="74613" y="70993"/>
                          <a:pt x="56833" y="89662"/>
                          <a:pt x="39053" y="108267"/>
                        </a:cubicBezTo>
                        <a:lnTo>
                          <a:pt x="21972" y="126238"/>
                        </a:lnTo>
                        <a:cubicBezTo>
                          <a:pt x="17273" y="131127"/>
                          <a:pt x="17336" y="135446"/>
                          <a:pt x="22099" y="140271"/>
                        </a:cubicBezTo>
                        <a:lnTo>
                          <a:pt x="82106" y="200279"/>
                        </a:lnTo>
                        <a:cubicBezTo>
                          <a:pt x="83630" y="201803"/>
                          <a:pt x="86043" y="203581"/>
                          <a:pt x="88964" y="203581"/>
                        </a:cubicBezTo>
                        <a:cubicBezTo>
                          <a:pt x="91249" y="203581"/>
                          <a:pt x="93599" y="202502"/>
                          <a:pt x="95759" y="200406"/>
                        </a:cubicBezTo>
                        <a:lnTo>
                          <a:pt x="144463" y="154051"/>
                        </a:lnTo>
                        <a:cubicBezTo>
                          <a:pt x="153226" y="145733"/>
                          <a:pt x="161989" y="137351"/>
                          <a:pt x="170752" y="129032"/>
                        </a:cubicBezTo>
                        <a:cubicBezTo>
                          <a:pt x="174117" y="125857"/>
                          <a:pt x="175959" y="122809"/>
                          <a:pt x="176657" y="119380"/>
                        </a:cubicBezTo>
                        <a:cubicBezTo>
                          <a:pt x="176974" y="117729"/>
                          <a:pt x="177165" y="116205"/>
                          <a:pt x="177165" y="114745"/>
                        </a:cubicBezTo>
                        <a:cubicBezTo>
                          <a:pt x="177165" y="94615"/>
                          <a:pt x="177165" y="74485"/>
                          <a:pt x="177165" y="54420"/>
                        </a:cubicBezTo>
                        <a:cubicBezTo>
                          <a:pt x="177165" y="48895"/>
                          <a:pt x="173863" y="45339"/>
                          <a:pt x="168656" y="45148"/>
                        </a:cubicBezTo>
                        <a:cubicBezTo>
                          <a:pt x="166561" y="45148"/>
                          <a:pt x="164529" y="45085"/>
                          <a:pt x="162434" y="45085"/>
                        </a:cubicBezTo>
                        <a:cubicBezTo>
                          <a:pt x="160084" y="45085"/>
                          <a:pt x="157671" y="45085"/>
                          <a:pt x="155322" y="45085"/>
                        </a:cubicBezTo>
                        <a:lnTo>
                          <a:pt x="155004" y="45085"/>
                        </a:lnTo>
                        <a:cubicBezTo>
                          <a:pt x="153543" y="48323"/>
                          <a:pt x="152591" y="51626"/>
                          <a:pt x="152019" y="54991"/>
                        </a:cubicBezTo>
                        <a:cubicBezTo>
                          <a:pt x="163830" y="59627"/>
                          <a:pt x="170752" y="71691"/>
                          <a:pt x="168720" y="84391"/>
                        </a:cubicBezTo>
                        <a:cubicBezTo>
                          <a:pt x="166688" y="96965"/>
                          <a:pt x="156147" y="106299"/>
                          <a:pt x="143129" y="106997"/>
                        </a:cubicBezTo>
                        <a:cubicBezTo>
                          <a:pt x="142685" y="106997"/>
                          <a:pt x="142240" y="106997"/>
                          <a:pt x="141796" y="106997"/>
                        </a:cubicBezTo>
                        <a:cubicBezTo>
                          <a:pt x="130111" y="106997"/>
                          <a:pt x="119317" y="98679"/>
                          <a:pt x="116205" y="87185"/>
                        </a:cubicBezTo>
                        <a:cubicBezTo>
                          <a:pt x="112840" y="74930"/>
                          <a:pt x="118555" y="61913"/>
                          <a:pt x="129731" y="56134"/>
                        </a:cubicBezTo>
                        <a:cubicBezTo>
                          <a:pt x="130620" y="55690"/>
                          <a:pt x="131699" y="55308"/>
                          <a:pt x="132715" y="54991"/>
                        </a:cubicBezTo>
                        <a:cubicBezTo>
                          <a:pt x="133033" y="54864"/>
                          <a:pt x="133414" y="54737"/>
                          <a:pt x="133731" y="54610"/>
                        </a:cubicBezTo>
                        <a:cubicBezTo>
                          <a:pt x="133731" y="54356"/>
                          <a:pt x="133731" y="53911"/>
                          <a:pt x="133731" y="53530"/>
                        </a:cubicBezTo>
                        <a:cubicBezTo>
                          <a:pt x="133795" y="52388"/>
                          <a:pt x="133859" y="51181"/>
                          <a:pt x="134112" y="50165"/>
                        </a:cubicBezTo>
                        <a:cubicBezTo>
                          <a:pt x="134493" y="48451"/>
                          <a:pt x="134938" y="46736"/>
                          <a:pt x="135446" y="44958"/>
                        </a:cubicBezTo>
                        <a:lnTo>
                          <a:pt x="121222" y="44958"/>
                        </a:lnTo>
                        <a:cubicBezTo>
                          <a:pt x="117158" y="44958"/>
                          <a:pt x="113157" y="44958"/>
                          <a:pt x="109157" y="44895"/>
                        </a:cubicBezTo>
                        <a:lnTo>
                          <a:pt x="108586" y="44895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sp>
                <p:nvSpPr>
                  <p:cNvPr id="336" name="Полилиния: фигура 335">
                    <a:extLst>
                      <a:ext uri="{FF2B5EF4-FFF2-40B4-BE49-F238E27FC236}">
                        <a16:creationId xmlns="" xmlns:a16="http://schemas.microsoft.com/office/drawing/2014/main" id="{CD25DB6F-549A-470E-9CC5-239C0A93119B}"/>
                      </a:ext>
                    </a:extLst>
                  </p:cNvPr>
                  <p:cNvSpPr/>
                  <p:nvPr/>
                </p:nvSpPr>
                <p:spPr>
                  <a:xfrm>
                    <a:off x="7605458" y="5178600"/>
                    <a:ext cx="212435" cy="212358"/>
                  </a:xfrm>
                  <a:custGeom>
                    <a:avLst/>
                    <a:gdLst>
                      <a:gd name="connsiteX0" fmla="*/ 0 w 212435"/>
                      <a:gd name="connsiteY0" fmla="*/ 125301 h 212358"/>
                      <a:gd name="connsiteX1" fmla="*/ 10351 w 212435"/>
                      <a:gd name="connsiteY1" fmla="*/ 108537 h 212358"/>
                      <a:gd name="connsiteX2" fmla="*/ 78613 w 212435"/>
                      <a:gd name="connsiteY2" fmla="*/ 36909 h 212358"/>
                      <a:gd name="connsiteX3" fmla="*/ 102998 w 212435"/>
                      <a:gd name="connsiteY3" fmla="*/ 26495 h 212358"/>
                      <a:gd name="connsiteX4" fmla="*/ 138685 w 212435"/>
                      <a:gd name="connsiteY4" fmla="*/ 26558 h 212358"/>
                      <a:gd name="connsiteX5" fmla="*/ 143573 w 212435"/>
                      <a:gd name="connsiteY5" fmla="*/ 24145 h 212358"/>
                      <a:gd name="connsiteX6" fmla="*/ 187072 w 212435"/>
                      <a:gd name="connsiteY6" fmla="*/ 78 h 212358"/>
                      <a:gd name="connsiteX7" fmla="*/ 212408 w 212435"/>
                      <a:gd name="connsiteY7" fmla="*/ 24716 h 212358"/>
                      <a:gd name="connsiteX8" fmla="*/ 211392 w 212435"/>
                      <a:gd name="connsiteY8" fmla="*/ 32908 h 212358"/>
                      <a:gd name="connsiteX9" fmla="*/ 205931 w 212435"/>
                      <a:gd name="connsiteY9" fmla="*/ 36845 h 212358"/>
                      <a:gd name="connsiteX10" fmla="*/ 202756 w 212435"/>
                      <a:gd name="connsiteY10" fmla="*/ 31194 h 212358"/>
                      <a:gd name="connsiteX11" fmla="*/ 203645 w 212435"/>
                      <a:gd name="connsiteY11" fmla="*/ 22748 h 212358"/>
                      <a:gd name="connsiteX12" fmla="*/ 191198 w 212435"/>
                      <a:gd name="connsiteY12" fmla="*/ 8841 h 212358"/>
                      <a:gd name="connsiteX13" fmla="*/ 153036 w 212435"/>
                      <a:gd name="connsiteY13" fmla="*/ 26495 h 212358"/>
                      <a:gd name="connsiteX14" fmla="*/ 155639 w 212435"/>
                      <a:gd name="connsiteY14" fmla="*/ 26495 h 212358"/>
                      <a:gd name="connsiteX15" fmla="*/ 169418 w 212435"/>
                      <a:gd name="connsiteY15" fmla="*/ 27384 h 212358"/>
                      <a:gd name="connsiteX16" fmla="*/ 185928 w 212435"/>
                      <a:gd name="connsiteY16" fmla="*/ 47958 h 212358"/>
                      <a:gd name="connsiteX17" fmla="*/ 185928 w 212435"/>
                      <a:gd name="connsiteY17" fmla="*/ 111839 h 212358"/>
                      <a:gd name="connsiteX18" fmla="*/ 176085 w 212435"/>
                      <a:gd name="connsiteY18" fmla="*/ 133302 h 212358"/>
                      <a:gd name="connsiteX19" fmla="*/ 132842 w 212435"/>
                      <a:gd name="connsiteY19" fmla="*/ 174513 h 212358"/>
                      <a:gd name="connsiteX20" fmla="*/ 104013 w 212435"/>
                      <a:gd name="connsiteY20" fmla="*/ 202009 h 212358"/>
                      <a:gd name="connsiteX21" fmla="*/ 87249 w 212435"/>
                      <a:gd name="connsiteY21" fmla="*/ 212359 h 212358"/>
                      <a:gd name="connsiteX22" fmla="*/ 81471 w 212435"/>
                      <a:gd name="connsiteY22" fmla="*/ 212359 h 212358"/>
                      <a:gd name="connsiteX23" fmla="*/ 64580 w 212435"/>
                      <a:gd name="connsiteY23" fmla="*/ 201945 h 212358"/>
                      <a:gd name="connsiteX24" fmla="*/ 10605 w 212435"/>
                      <a:gd name="connsiteY24" fmla="*/ 147970 h 212358"/>
                      <a:gd name="connsiteX25" fmla="*/ 191 w 212435"/>
                      <a:gd name="connsiteY25" fmla="*/ 131079 h 212358"/>
                      <a:gd name="connsiteX26" fmla="*/ 191 w 212435"/>
                      <a:gd name="connsiteY26" fmla="*/ 125301 h 212358"/>
                      <a:gd name="connsiteX27" fmla="*/ 141860 w 212435"/>
                      <a:gd name="connsiteY27" fmla="*/ 53482 h 212358"/>
                      <a:gd name="connsiteX28" fmla="*/ 143511 w 212435"/>
                      <a:gd name="connsiteY28" fmla="*/ 53990 h 212358"/>
                      <a:gd name="connsiteX29" fmla="*/ 159004 w 212435"/>
                      <a:gd name="connsiteY29" fmla="*/ 78755 h 212358"/>
                      <a:gd name="connsiteX30" fmla="*/ 137923 w 212435"/>
                      <a:gd name="connsiteY30" fmla="*/ 97297 h 212358"/>
                      <a:gd name="connsiteX31" fmla="*/ 115888 w 212435"/>
                      <a:gd name="connsiteY31" fmla="*/ 81104 h 212358"/>
                      <a:gd name="connsiteX32" fmla="*/ 126936 w 212435"/>
                      <a:gd name="connsiteY32" fmla="*/ 55641 h 212358"/>
                      <a:gd name="connsiteX33" fmla="*/ 132715 w 212435"/>
                      <a:gd name="connsiteY33" fmla="*/ 52910 h 212358"/>
                      <a:gd name="connsiteX34" fmla="*/ 133859 w 212435"/>
                      <a:gd name="connsiteY34" fmla="*/ 46497 h 212358"/>
                      <a:gd name="connsiteX35" fmla="*/ 136843 w 212435"/>
                      <a:gd name="connsiteY35" fmla="*/ 35384 h 212358"/>
                      <a:gd name="connsiteX36" fmla="*/ 134557 w 212435"/>
                      <a:gd name="connsiteY36" fmla="*/ 35384 h 212358"/>
                      <a:gd name="connsiteX37" fmla="*/ 104267 w 212435"/>
                      <a:gd name="connsiteY37" fmla="*/ 35384 h 212358"/>
                      <a:gd name="connsiteX38" fmla="*/ 83884 w 212435"/>
                      <a:gd name="connsiteY38" fmla="*/ 44147 h 212358"/>
                      <a:gd name="connsiteX39" fmla="*/ 13526 w 212435"/>
                      <a:gd name="connsiteY39" fmla="*/ 118125 h 212358"/>
                      <a:gd name="connsiteX40" fmla="*/ 13716 w 212435"/>
                      <a:gd name="connsiteY40" fmla="*/ 138890 h 212358"/>
                      <a:gd name="connsiteX41" fmla="*/ 73723 w 212435"/>
                      <a:gd name="connsiteY41" fmla="*/ 198897 h 212358"/>
                      <a:gd name="connsiteX42" fmla="*/ 94107 w 212435"/>
                      <a:gd name="connsiteY42" fmla="*/ 199088 h 212358"/>
                      <a:gd name="connsiteX43" fmla="*/ 132144 w 212435"/>
                      <a:gd name="connsiteY43" fmla="*/ 162893 h 212358"/>
                      <a:gd name="connsiteX44" fmla="*/ 169101 w 212435"/>
                      <a:gd name="connsiteY44" fmla="*/ 127714 h 212358"/>
                      <a:gd name="connsiteX45" fmla="*/ 176403 w 212435"/>
                      <a:gd name="connsiteY45" fmla="*/ 115458 h 212358"/>
                      <a:gd name="connsiteX46" fmla="*/ 176974 w 212435"/>
                      <a:gd name="connsiteY46" fmla="*/ 109934 h 212358"/>
                      <a:gd name="connsiteX47" fmla="*/ 176974 w 212435"/>
                      <a:gd name="connsiteY47" fmla="*/ 49545 h 212358"/>
                      <a:gd name="connsiteX48" fmla="*/ 163767 w 212435"/>
                      <a:gd name="connsiteY48" fmla="*/ 35448 h 212358"/>
                      <a:gd name="connsiteX49" fmla="*/ 148210 w 212435"/>
                      <a:gd name="connsiteY49" fmla="*/ 35448 h 212358"/>
                      <a:gd name="connsiteX50" fmla="*/ 146559 w 212435"/>
                      <a:gd name="connsiteY50" fmla="*/ 36273 h 212358"/>
                      <a:gd name="connsiteX51" fmla="*/ 141796 w 212435"/>
                      <a:gd name="connsiteY51" fmla="*/ 53609 h 212358"/>
                      <a:gd name="connsiteX52" fmla="*/ 132779 w 212435"/>
                      <a:gd name="connsiteY52" fmla="*/ 63007 h 212358"/>
                      <a:gd name="connsiteX53" fmla="*/ 124079 w 212435"/>
                      <a:gd name="connsiteY53" fmla="*/ 77358 h 212358"/>
                      <a:gd name="connsiteX54" fmla="*/ 138367 w 212435"/>
                      <a:gd name="connsiteY54" fmla="*/ 88471 h 212358"/>
                      <a:gd name="connsiteX55" fmla="*/ 150495 w 212435"/>
                      <a:gd name="connsiteY55" fmla="*/ 75263 h 212358"/>
                      <a:gd name="connsiteX56" fmla="*/ 141605 w 212435"/>
                      <a:gd name="connsiteY56" fmla="*/ 63197 h 212358"/>
                      <a:gd name="connsiteX57" fmla="*/ 141605 w 212435"/>
                      <a:gd name="connsiteY57" fmla="*/ 74373 h 212358"/>
                      <a:gd name="connsiteX58" fmla="*/ 141160 w 212435"/>
                      <a:gd name="connsiteY58" fmla="*/ 77168 h 212358"/>
                      <a:gd name="connsiteX59" fmla="*/ 136335 w 212435"/>
                      <a:gd name="connsiteY59" fmla="*/ 79581 h 212358"/>
                      <a:gd name="connsiteX60" fmla="*/ 132842 w 212435"/>
                      <a:gd name="connsiteY60" fmla="*/ 75263 h 212358"/>
                      <a:gd name="connsiteX61" fmla="*/ 132842 w 212435"/>
                      <a:gd name="connsiteY61" fmla="*/ 63007 h 2123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</a:cxnLst>
                    <a:rect l="l" t="t" r="r" b="b"/>
                    <a:pathLst>
                      <a:path w="212435" h="212358">
                        <a:moveTo>
                          <a:pt x="0" y="125301"/>
                        </a:moveTo>
                        <a:cubicBezTo>
                          <a:pt x="1207" y="118315"/>
                          <a:pt x="5715" y="113426"/>
                          <a:pt x="10351" y="108537"/>
                        </a:cubicBezTo>
                        <a:cubicBezTo>
                          <a:pt x="33148" y="84724"/>
                          <a:pt x="55880" y="60784"/>
                          <a:pt x="78613" y="36909"/>
                        </a:cubicBezTo>
                        <a:cubicBezTo>
                          <a:pt x="85281" y="29923"/>
                          <a:pt x="93345" y="26431"/>
                          <a:pt x="102998" y="26495"/>
                        </a:cubicBezTo>
                        <a:cubicBezTo>
                          <a:pt x="114872" y="26558"/>
                          <a:pt x="126810" y="26495"/>
                          <a:pt x="138685" y="26558"/>
                        </a:cubicBezTo>
                        <a:cubicBezTo>
                          <a:pt x="140907" y="26558"/>
                          <a:pt x="142177" y="25987"/>
                          <a:pt x="143573" y="24145"/>
                        </a:cubicBezTo>
                        <a:cubicBezTo>
                          <a:pt x="154305" y="9413"/>
                          <a:pt x="168847" y="1348"/>
                          <a:pt x="187072" y="78"/>
                        </a:cubicBezTo>
                        <a:cubicBezTo>
                          <a:pt x="202629" y="-1001"/>
                          <a:pt x="213043" y="9159"/>
                          <a:pt x="212408" y="24716"/>
                        </a:cubicBezTo>
                        <a:cubicBezTo>
                          <a:pt x="212281" y="27447"/>
                          <a:pt x="211899" y="30241"/>
                          <a:pt x="211392" y="32908"/>
                        </a:cubicBezTo>
                        <a:cubicBezTo>
                          <a:pt x="210820" y="35956"/>
                          <a:pt x="208598" y="37480"/>
                          <a:pt x="205931" y="36845"/>
                        </a:cubicBezTo>
                        <a:cubicBezTo>
                          <a:pt x="203518" y="36337"/>
                          <a:pt x="202311" y="34051"/>
                          <a:pt x="202756" y="31194"/>
                        </a:cubicBezTo>
                        <a:cubicBezTo>
                          <a:pt x="203136" y="28400"/>
                          <a:pt x="203518" y="25542"/>
                          <a:pt x="203645" y="22748"/>
                        </a:cubicBezTo>
                        <a:cubicBezTo>
                          <a:pt x="203898" y="15255"/>
                          <a:pt x="198628" y="9159"/>
                          <a:pt x="191198" y="8841"/>
                        </a:cubicBezTo>
                        <a:cubicBezTo>
                          <a:pt x="178118" y="8270"/>
                          <a:pt x="162941" y="14112"/>
                          <a:pt x="153036" y="26495"/>
                        </a:cubicBezTo>
                        <a:cubicBezTo>
                          <a:pt x="154051" y="26495"/>
                          <a:pt x="154877" y="26495"/>
                          <a:pt x="155639" y="26495"/>
                        </a:cubicBezTo>
                        <a:cubicBezTo>
                          <a:pt x="160274" y="26748"/>
                          <a:pt x="164973" y="26431"/>
                          <a:pt x="169418" y="27384"/>
                        </a:cubicBezTo>
                        <a:cubicBezTo>
                          <a:pt x="179007" y="29479"/>
                          <a:pt x="185865" y="38178"/>
                          <a:pt x="185928" y="47958"/>
                        </a:cubicBezTo>
                        <a:cubicBezTo>
                          <a:pt x="186055" y="69230"/>
                          <a:pt x="186119" y="90566"/>
                          <a:pt x="185928" y="111839"/>
                        </a:cubicBezTo>
                        <a:cubicBezTo>
                          <a:pt x="185865" y="120284"/>
                          <a:pt x="182245" y="127459"/>
                          <a:pt x="176085" y="133302"/>
                        </a:cubicBezTo>
                        <a:cubicBezTo>
                          <a:pt x="161672" y="147018"/>
                          <a:pt x="147257" y="160797"/>
                          <a:pt x="132842" y="174513"/>
                        </a:cubicBezTo>
                        <a:cubicBezTo>
                          <a:pt x="123254" y="183657"/>
                          <a:pt x="113538" y="192738"/>
                          <a:pt x="104013" y="202009"/>
                        </a:cubicBezTo>
                        <a:cubicBezTo>
                          <a:pt x="99187" y="206708"/>
                          <a:pt x="94235" y="211089"/>
                          <a:pt x="87249" y="212359"/>
                        </a:cubicBezTo>
                        <a:lnTo>
                          <a:pt x="81471" y="212359"/>
                        </a:lnTo>
                        <a:cubicBezTo>
                          <a:pt x="74359" y="211216"/>
                          <a:pt x="69406" y="206834"/>
                          <a:pt x="64580" y="201945"/>
                        </a:cubicBezTo>
                        <a:cubicBezTo>
                          <a:pt x="46673" y="183847"/>
                          <a:pt x="28702" y="165877"/>
                          <a:pt x="10605" y="147970"/>
                        </a:cubicBezTo>
                        <a:cubicBezTo>
                          <a:pt x="5715" y="143144"/>
                          <a:pt x="1270" y="138128"/>
                          <a:pt x="191" y="131079"/>
                        </a:cubicBezTo>
                        <a:lnTo>
                          <a:pt x="191" y="125301"/>
                        </a:lnTo>
                        <a:close/>
                        <a:moveTo>
                          <a:pt x="141860" y="53482"/>
                        </a:moveTo>
                        <a:cubicBezTo>
                          <a:pt x="142494" y="53672"/>
                          <a:pt x="143002" y="53800"/>
                          <a:pt x="143511" y="53990"/>
                        </a:cubicBezTo>
                        <a:cubicBezTo>
                          <a:pt x="154178" y="57228"/>
                          <a:pt x="160782" y="67770"/>
                          <a:pt x="159004" y="78755"/>
                        </a:cubicBezTo>
                        <a:cubicBezTo>
                          <a:pt x="157290" y="89169"/>
                          <a:pt x="148781" y="96726"/>
                          <a:pt x="137923" y="97297"/>
                        </a:cubicBezTo>
                        <a:cubicBezTo>
                          <a:pt x="128143" y="97869"/>
                          <a:pt x="118555" y="90820"/>
                          <a:pt x="115888" y="81104"/>
                        </a:cubicBezTo>
                        <a:cubicBezTo>
                          <a:pt x="113157" y="71071"/>
                          <a:pt x="117729" y="60340"/>
                          <a:pt x="126936" y="55641"/>
                        </a:cubicBezTo>
                        <a:cubicBezTo>
                          <a:pt x="128842" y="54625"/>
                          <a:pt x="131573" y="54371"/>
                          <a:pt x="132715" y="52910"/>
                        </a:cubicBezTo>
                        <a:cubicBezTo>
                          <a:pt x="133859" y="51323"/>
                          <a:pt x="133414" y="48656"/>
                          <a:pt x="133859" y="46497"/>
                        </a:cubicBezTo>
                        <a:cubicBezTo>
                          <a:pt x="134748" y="42814"/>
                          <a:pt x="135763" y="39195"/>
                          <a:pt x="136843" y="35384"/>
                        </a:cubicBezTo>
                        <a:cubicBezTo>
                          <a:pt x="136017" y="35384"/>
                          <a:pt x="135319" y="35384"/>
                          <a:pt x="134557" y="35384"/>
                        </a:cubicBezTo>
                        <a:cubicBezTo>
                          <a:pt x="124461" y="35384"/>
                          <a:pt x="114364" y="35575"/>
                          <a:pt x="104267" y="35384"/>
                        </a:cubicBezTo>
                        <a:cubicBezTo>
                          <a:pt x="96012" y="35194"/>
                          <a:pt x="89536" y="38178"/>
                          <a:pt x="83884" y="44147"/>
                        </a:cubicBezTo>
                        <a:cubicBezTo>
                          <a:pt x="60516" y="68913"/>
                          <a:pt x="37021" y="93487"/>
                          <a:pt x="13526" y="118125"/>
                        </a:cubicBezTo>
                        <a:cubicBezTo>
                          <a:pt x="7048" y="124920"/>
                          <a:pt x="7112" y="132222"/>
                          <a:pt x="13716" y="138890"/>
                        </a:cubicBezTo>
                        <a:cubicBezTo>
                          <a:pt x="33719" y="158892"/>
                          <a:pt x="53722" y="178895"/>
                          <a:pt x="73723" y="198897"/>
                        </a:cubicBezTo>
                        <a:cubicBezTo>
                          <a:pt x="79947" y="205120"/>
                          <a:pt x="87757" y="205184"/>
                          <a:pt x="94107" y="199088"/>
                        </a:cubicBezTo>
                        <a:cubicBezTo>
                          <a:pt x="106744" y="187022"/>
                          <a:pt x="119444" y="174958"/>
                          <a:pt x="132144" y="162893"/>
                        </a:cubicBezTo>
                        <a:cubicBezTo>
                          <a:pt x="144463" y="151145"/>
                          <a:pt x="156782" y="139397"/>
                          <a:pt x="169101" y="127714"/>
                        </a:cubicBezTo>
                        <a:cubicBezTo>
                          <a:pt x="172720" y="124284"/>
                          <a:pt x="175451" y="120411"/>
                          <a:pt x="176403" y="115458"/>
                        </a:cubicBezTo>
                        <a:cubicBezTo>
                          <a:pt x="176785" y="113616"/>
                          <a:pt x="176974" y="111775"/>
                          <a:pt x="176974" y="109934"/>
                        </a:cubicBezTo>
                        <a:cubicBezTo>
                          <a:pt x="176974" y="89804"/>
                          <a:pt x="176974" y="69675"/>
                          <a:pt x="176974" y="49545"/>
                        </a:cubicBezTo>
                        <a:cubicBezTo>
                          <a:pt x="176974" y="41417"/>
                          <a:pt x="171641" y="35702"/>
                          <a:pt x="163767" y="35448"/>
                        </a:cubicBezTo>
                        <a:cubicBezTo>
                          <a:pt x="158560" y="35321"/>
                          <a:pt x="153416" y="35448"/>
                          <a:pt x="148210" y="35448"/>
                        </a:cubicBezTo>
                        <a:cubicBezTo>
                          <a:pt x="147638" y="35448"/>
                          <a:pt x="146748" y="35829"/>
                          <a:pt x="146559" y="36273"/>
                        </a:cubicBezTo>
                        <a:cubicBezTo>
                          <a:pt x="143891" y="41671"/>
                          <a:pt x="142240" y="47450"/>
                          <a:pt x="141796" y="53609"/>
                        </a:cubicBezTo>
                        <a:close/>
                        <a:moveTo>
                          <a:pt x="132779" y="63007"/>
                        </a:moveTo>
                        <a:cubicBezTo>
                          <a:pt x="127127" y="64214"/>
                          <a:pt x="123190" y="70881"/>
                          <a:pt x="124079" y="77358"/>
                        </a:cubicBezTo>
                        <a:cubicBezTo>
                          <a:pt x="125032" y="84089"/>
                          <a:pt x="131255" y="88915"/>
                          <a:pt x="138367" y="88471"/>
                        </a:cubicBezTo>
                        <a:cubicBezTo>
                          <a:pt x="145035" y="88026"/>
                          <a:pt x="150495" y="82121"/>
                          <a:pt x="150495" y="75263"/>
                        </a:cubicBezTo>
                        <a:cubicBezTo>
                          <a:pt x="150495" y="69611"/>
                          <a:pt x="146114" y="63578"/>
                          <a:pt x="141605" y="63197"/>
                        </a:cubicBezTo>
                        <a:cubicBezTo>
                          <a:pt x="141605" y="66944"/>
                          <a:pt x="141605" y="70627"/>
                          <a:pt x="141605" y="74373"/>
                        </a:cubicBezTo>
                        <a:cubicBezTo>
                          <a:pt x="141605" y="75326"/>
                          <a:pt x="141478" y="76342"/>
                          <a:pt x="141160" y="77168"/>
                        </a:cubicBezTo>
                        <a:cubicBezTo>
                          <a:pt x="140398" y="79009"/>
                          <a:pt x="138240" y="80025"/>
                          <a:pt x="136335" y="79581"/>
                        </a:cubicBezTo>
                        <a:cubicBezTo>
                          <a:pt x="134303" y="79136"/>
                          <a:pt x="132842" y="77485"/>
                          <a:pt x="132842" y="75263"/>
                        </a:cubicBezTo>
                        <a:cubicBezTo>
                          <a:pt x="132779" y="71198"/>
                          <a:pt x="132842" y="67134"/>
                          <a:pt x="132842" y="63007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635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</p:grpSp>
            <p:sp>
              <p:nvSpPr>
                <p:cNvPr id="337" name="Полилиния: фигура 336">
                  <a:extLst>
                    <a:ext uri="{FF2B5EF4-FFF2-40B4-BE49-F238E27FC236}">
                      <a16:creationId xmlns="" xmlns:a16="http://schemas.microsoft.com/office/drawing/2014/main" id="{FAE22E57-9320-4FC9-9468-3B5C49E0CD29}"/>
                    </a:ext>
                  </a:extLst>
                </p:cNvPr>
                <p:cNvSpPr/>
                <p:nvPr/>
              </p:nvSpPr>
              <p:spPr>
                <a:xfrm>
                  <a:off x="6069203" y="5168011"/>
                  <a:ext cx="273621" cy="233562"/>
                </a:xfrm>
                <a:custGeom>
                  <a:avLst/>
                  <a:gdLst>
                    <a:gd name="connsiteX0" fmla="*/ 127 w 273621"/>
                    <a:gd name="connsiteY0" fmla="*/ 61659 h 233562"/>
                    <a:gd name="connsiteX1" fmla="*/ 7556 w 273621"/>
                    <a:gd name="connsiteY1" fmla="*/ 55309 h 233562"/>
                    <a:gd name="connsiteX2" fmla="*/ 134239 w 273621"/>
                    <a:gd name="connsiteY2" fmla="*/ 953 h 233562"/>
                    <a:gd name="connsiteX3" fmla="*/ 142938 w 273621"/>
                    <a:gd name="connsiteY3" fmla="*/ 953 h 233562"/>
                    <a:gd name="connsiteX4" fmla="*/ 267652 w 273621"/>
                    <a:gd name="connsiteY4" fmla="*/ 55880 h 233562"/>
                    <a:gd name="connsiteX5" fmla="*/ 273621 w 273621"/>
                    <a:gd name="connsiteY5" fmla="*/ 63881 h 233562"/>
                    <a:gd name="connsiteX6" fmla="*/ 267716 w 273621"/>
                    <a:gd name="connsiteY6" fmla="*/ 71692 h 233562"/>
                    <a:gd name="connsiteX7" fmla="*/ 250825 w 273621"/>
                    <a:gd name="connsiteY7" fmla="*/ 78930 h 233562"/>
                    <a:gd name="connsiteX8" fmla="*/ 248158 w 273621"/>
                    <a:gd name="connsiteY8" fmla="*/ 83058 h 233562"/>
                    <a:gd name="connsiteX9" fmla="*/ 248158 w 273621"/>
                    <a:gd name="connsiteY9" fmla="*/ 222758 h 233562"/>
                    <a:gd name="connsiteX10" fmla="*/ 248031 w 273621"/>
                    <a:gd name="connsiteY10" fmla="*/ 226505 h 233562"/>
                    <a:gd name="connsiteX11" fmla="*/ 240474 w 273621"/>
                    <a:gd name="connsiteY11" fmla="*/ 233553 h 233562"/>
                    <a:gd name="connsiteX12" fmla="*/ 232410 w 273621"/>
                    <a:gd name="connsiteY12" fmla="*/ 227457 h 233562"/>
                    <a:gd name="connsiteX13" fmla="*/ 232092 w 273621"/>
                    <a:gd name="connsiteY13" fmla="*/ 223203 h 233562"/>
                    <a:gd name="connsiteX14" fmla="*/ 232092 w 273621"/>
                    <a:gd name="connsiteY14" fmla="*/ 90996 h 233562"/>
                    <a:gd name="connsiteX15" fmla="*/ 232092 w 273621"/>
                    <a:gd name="connsiteY15" fmla="*/ 87186 h 233562"/>
                    <a:gd name="connsiteX16" fmla="*/ 226377 w 273621"/>
                    <a:gd name="connsiteY16" fmla="*/ 89598 h 233562"/>
                    <a:gd name="connsiteX17" fmla="*/ 210947 w 273621"/>
                    <a:gd name="connsiteY17" fmla="*/ 96266 h 233562"/>
                    <a:gd name="connsiteX18" fmla="*/ 208407 w 273621"/>
                    <a:gd name="connsiteY18" fmla="*/ 100203 h 233562"/>
                    <a:gd name="connsiteX19" fmla="*/ 208407 w 273621"/>
                    <a:gd name="connsiteY19" fmla="*/ 190246 h 233562"/>
                    <a:gd name="connsiteX20" fmla="*/ 198564 w 273621"/>
                    <a:gd name="connsiteY20" fmla="*/ 200088 h 233562"/>
                    <a:gd name="connsiteX21" fmla="*/ 75946 w 273621"/>
                    <a:gd name="connsiteY21" fmla="*/ 200088 h 233562"/>
                    <a:gd name="connsiteX22" fmla="*/ 66230 w 273621"/>
                    <a:gd name="connsiteY22" fmla="*/ 190310 h 233562"/>
                    <a:gd name="connsiteX23" fmla="*/ 66294 w 273621"/>
                    <a:gd name="connsiteY23" fmla="*/ 101600 h 233562"/>
                    <a:gd name="connsiteX24" fmla="*/ 62928 w 273621"/>
                    <a:gd name="connsiteY24" fmla="*/ 96330 h 233562"/>
                    <a:gd name="connsiteX25" fmla="*/ 7366 w 273621"/>
                    <a:gd name="connsiteY25" fmla="*/ 72327 h 233562"/>
                    <a:gd name="connsiteX26" fmla="*/ 0 w 273621"/>
                    <a:gd name="connsiteY26" fmla="*/ 65913 h 233562"/>
                    <a:gd name="connsiteX27" fmla="*/ 0 w 273621"/>
                    <a:gd name="connsiteY27" fmla="*/ 61659 h 233562"/>
                    <a:gd name="connsiteX28" fmla="*/ 28511 w 273621"/>
                    <a:gd name="connsiteY28" fmla="*/ 63881 h 233562"/>
                    <a:gd name="connsiteX29" fmla="*/ 30797 w 273621"/>
                    <a:gd name="connsiteY29" fmla="*/ 64961 h 233562"/>
                    <a:gd name="connsiteX30" fmla="*/ 135001 w 273621"/>
                    <a:gd name="connsiteY30" fmla="*/ 110173 h 233562"/>
                    <a:gd name="connsiteX31" fmla="*/ 139192 w 273621"/>
                    <a:gd name="connsiteY31" fmla="*/ 110046 h 233562"/>
                    <a:gd name="connsiteX32" fmla="*/ 243141 w 273621"/>
                    <a:gd name="connsiteY32" fmla="*/ 64961 h 233562"/>
                    <a:gd name="connsiteX33" fmla="*/ 245300 w 273621"/>
                    <a:gd name="connsiteY33" fmla="*/ 63817 h 233562"/>
                    <a:gd name="connsiteX34" fmla="*/ 243967 w 273621"/>
                    <a:gd name="connsiteY34" fmla="*/ 63119 h 233562"/>
                    <a:gd name="connsiteX35" fmla="*/ 140208 w 273621"/>
                    <a:gd name="connsiteY35" fmla="*/ 17526 h 233562"/>
                    <a:gd name="connsiteX36" fmla="*/ 136525 w 273621"/>
                    <a:gd name="connsiteY36" fmla="*/ 17590 h 233562"/>
                    <a:gd name="connsiteX37" fmla="*/ 41656 w 273621"/>
                    <a:gd name="connsiteY37" fmla="*/ 58230 h 233562"/>
                    <a:gd name="connsiteX38" fmla="*/ 28448 w 273621"/>
                    <a:gd name="connsiteY38" fmla="*/ 63944 h 233562"/>
                    <a:gd name="connsiteX39" fmla="*/ 82550 w 273621"/>
                    <a:gd name="connsiteY39" fmla="*/ 151765 h 233562"/>
                    <a:gd name="connsiteX40" fmla="*/ 192468 w 273621"/>
                    <a:gd name="connsiteY40" fmla="*/ 151765 h 233562"/>
                    <a:gd name="connsiteX41" fmla="*/ 192468 w 273621"/>
                    <a:gd name="connsiteY41" fmla="*/ 104521 h 233562"/>
                    <a:gd name="connsiteX42" fmla="*/ 189611 w 273621"/>
                    <a:gd name="connsiteY42" fmla="*/ 105664 h 233562"/>
                    <a:gd name="connsiteX43" fmla="*/ 141732 w 273621"/>
                    <a:gd name="connsiteY43" fmla="*/ 126492 h 233562"/>
                    <a:gd name="connsiteX44" fmla="*/ 132270 w 273621"/>
                    <a:gd name="connsiteY44" fmla="*/ 126492 h 233562"/>
                    <a:gd name="connsiteX45" fmla="*/ 85344 w 273621"/>
                    <a:gd name="connsiteY45" fmla="*/ 106045 h 233562"/>
                    <a:gd name="connsiteX46" fmla="*/ 82550 w 273621"/>
                    <a:gd name="connsiteY46" fmla="*/ 104966 h 233562"/>
                    <a:gd name="connsiteX47" fmla="*/ 82550 w 273621"/>
                    <a:gd name="connsiteY47" fmla="*/ 151702 h 233562"/>
                    <a:gd name="connsiteX48" fmla="*/ 82613 w 273621"/>
                    <a:gd name="connsiteY48" fmla="*/ 183896 h 233562"/>
                    <a:gd name="connsiteX49" fmla="*/ 192468 w 273621"/>
                    <a:gd name="connsiteY49" fmla="*/ 183896 h 233562"/>
                    <a:gd name="connsiteX50" fmla="*/ 192468 w 273621"/>
                    <a:gd name="connsiteY50" fmla="*/ 168085 h 233562"/>
                    <a:gd name="connsiteX51" fmla="*/ 82613 w 273621"/>
                    <a:gd name="connsiteY51" fmla="*/ 168085 h 233562"/>
                    <a:gd name="connsiteX52" fmla="*/ 82613 w 273621"/>
                    <a:gd name="connsiteY52" fmla="*/ 183896 h 2335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</a:cxnLst>
                  <a:rect l="l" t="t" r="r" b="b"/>
                  <a:pathLst>
                    <a:path w="273621" h="233562">
                      <a:moveTo>
                        <a:pt x="127" y="61659"/>
                      </a:moveTo>
                      <a:cubicBezTo>
                        <a:pt x="1588" y="58356"/>
                        <a:pt x="4318" y="56642"/>
                        <a:pt x="7556" y="55309"/>
                      </a:cubicBezTo>
                      <a:cubicBezTo>
                        <a:pt x="49847" y="37274"/>
                        <a:pt x="92075" y="19113"/>
                        <a:pt x="134239" y="953"/>
                      </a:cubicBezTo>
                      <a:cubicBezTo>
                        <a:pt x="137223" y="-318"/>
                        <a:pt x="139954" y="-318"/>
                        <a:pt x="142938" y="953"/>
                      </a:cubicBezTo>
                      <a:cubicBezTo>
                        <a:pt x="184467" y="19304"/>
                        <a:pt x="226060" y="37592"/>
                        <a:pt x="267652" y="55880"/>
                      </a:cubicBezTo>
                      <a:cubicBezTo>
                        <a:pt x="271208" y="57467"/>
                        <a:pt x="273621" y="59817"/>
                        <a:pt x="273621" y="63881"/>
                      </a:cubicBezTo>
                      <a:cubicBezTo>
                        <a:pt x="273621" y="67818"/>
                        <a:pt x="271208" y="70167"/>
                        <a:pt x="267716" y="71692"/>
                      </a:cubicBezTo>
                      <a:cubicBezTo>
                        <a:pt x="262064" y="74105"/>
                        <a:pt x="256476" y="76644"/>
                        <a:pt x="250825" y="78930"/>
                      </a:cubicBezTo>
                      <a:cubicBezTo>
                        <a:pt x="248793" y="79756"/>
                        <a:pt x="248158" y="80836"/>
                        <a:pt x="248158" y="83058"/>
                      </a:cubicBezTo>
                      <a:cubicBezTo>
                        <a:pt x="248221" y="129604"/>
                        <a:pt x="248158" y="176212"/>
                        <a:pt x="248158" y="222758"/>
                      </a:cubicBezTo>
                      <a:cubicBezTo>
                        <a:pt x="248158" y="224028"/>
                        <a:pt x="248158" y="225235"/>
                        <a:pt x="248031" y="226505"/>
                      </a:cubicBezTo>
                      <a:cubicBezTo>
                        <a:pt x="247586" y="230378"/>
                        <a:pt x="244411" y="233299"/>
                        <a:pt x="240474" y="233553"/>
                      </a:cubicBezTo>
                      <a:cubicBezTo>
                        <a:pt x="236791" y="233743"/>
                        <a:pt x="233235" y="231140"/>
                        <a:pt x="232410" y="227457"/>
                      </a:cubicBezTo>
                      <a:cubicBezTo>
                        <a:pt x="232092" y="226060"/>
                        <a:pt x="232092" y="224663"/>
                        <a:pt x="232092" y="223203"/>
                      </a:cubicBezTo>
                      <a:cubicBezTo>
                        <a:pt x="232092" y="179134"/>
                        <a:pt x="232092" y="135065"/>
                        <a:pt x="232092" y="90996"/>
                      </a:cubicBezTo>
                      <a:lnTo>
                        <a:pt x="232092" y="87186"/>
                      </a:lnTo>
                      <a:cubicBezTo>
                        <a:pt x="229933" y="88074"/>
                        <a:pt x="228155" y="88836"/>
                        <a:pt x="226377" y="89598"/>
                      </a:cubicBezTo>
                      <a:cubicBezTo>
                        <a:pt x="221234" y="91821"/>
                        <a:pt x="216154" y="94171"/>
                        <a:pt x="210947" y="96266"/>
                      </a:cubicBezTo>
                      <a:cubicBezTo>
                        <a:pt x="208915" y="97092"/>
                        <a:pt x="208407" y="98171"/>
                        <a:pt x="208407" y="100203"/>
                      </a:cubicBezTo>
                      <a:cubicBezTo>
                        <a:pt x="208470" y="130238"/>
                        <a:pt x="208407" y="160211"/>
                        <a:pt x="208407" y="190246"/>
                      </a:cubicBezTo>
                      <a:cubicBezTo>
                        <a:pt x="208407" y="197294"/>
                        <a:pt x="205613" y="200088"/>
                        <a:pt x="198564" y="200088"/>
                      </a:cubicBezTo>
                      <a:cubicBezTo>
                        <a:pt x="157670" y="200088"/>
                        <a:pt x="116840" y="200088"/>
                        <a:pt x="75946" y="200088"/>
                      </a:cubicBezTo>
                      <a:cubicBezTo>
                        <a:pt x="69151" y="200088"/>
                        <a:pt x="66230" y="197167"/>
                        <a:pt x="66230" y="190310"/>
                      </a:cubicBezTo>
                      <a:cubicBezTo>
                        <a:pt x="66230" y="160718"/>
                        <a:pt x="66230" y="131191"/>
                        <a:pt x="66294" y="101600"/>
                      </a:cubicBezTo>
                      <a:cubicBezTo>
                        <a:pt x="66294" y="98806"/>
                        <a:pt x="65532" y="97473"/>
                        <a:pt x="62928" y="96330"/>
                      </a:cubicBezTo>
                      <a:cubicBezTo>
                        <a:pt x="44386" y="88392"/>
                        <a:pt x="25908" y="80264"/>
                        <a:pt x="7366" y="72327"/>
                      </a:cubicBezTo>
                      <a:cubicBezTo>
                        <a:pt x="4127" y="70930"/>
                        <a:pt x="1460" y="69215"/>
                        <a:pt x="0" y="65913"/>
                      </a:cubicBezTo>
                      <a:lnTo>
                        <a:pt x="0" y="61659"/>
                      </a:lnTo>
                      <a:close/>
                      <a:moveTo>
                        <a:pt x="28511" y="63881"/>
                      </a:moveTo>
                      <a:cubicBezTo>
                        <a:pt x="29718" y="64453"/>
                        <a:pt x="30226" y="64706"/>
                        <a:pt x="30797" y="64961"/>
                      </a:cubicBezTo>
                      <a:cubicBezTo>
                        <a:pt x="65532" y="80073"/>
                        <a:pt x="100203" y="95186"/>
                        <a:pt x="135001" y="110173"/>
                      </a:cubicBezTo>
                      <a:cubicBezTo>
                        <a:pt x="136207" y="110680"/>
                        <a:pt x="137985" y="110554"/>
                        <a:pt x="139192" y="110046"/>
                      </a:cubicBezTo>
                      <a:cubicBezTo>
                        <a:pt x="173863" y="95060"/>
                        <a:pt x="208470" y="80010"/>
                        <a:pt x="243141" y="64961"/>
                      </a:cubicBezTo>
                      <a:cubicBezTo>
                        <a:pt x="243840" y="64643"/>
                        <a:pt x="244411" y="64262"/>
                        <a:pt x="245300" y="63817"/>
                      </a:cubicBezTo>
                      <a:cubicBezTo>
                        <a:pt x="244602" y="63436"/>
                        <a:pt x="244284" y="63246"/>
                        <a:pt x="243967" y="63119"/>
                      </a:cubicBezTo>
                      <a:cubicBezTo>
                        <a:pt x="209423" y="47879"/>
                        <a:pt x="174815" y="32639"/>
                        <a:pt x="140208" y="17526"/>
                      </a:cubicBezTo>
                      <a:cubicBezTo>
                        <a:pt x="139192" y="17081"/>
                        <a:pt x="137541" y="17145"/>
                        <a:pt x="136525" y="17590"/>
                      </a:cubicBezTo>
                      <a:cubicBezTo>
                        <a:pt x="104902" y="31115"/>
                        <a:pt x="73279" y="44641"/>
                        <a:pt x="41656" y="58230"/>
                      </a:cubicBezTo>
                      <a:cubicBezTo>
                        <a:pt x="37465" y="60071"/>
                        <a:pt x="33210" y="61849"/>
                        <a:pt x="28448" y="63944"/>
                      </a:cubicBezTo>
                      <a:close/>
                      <a:moveTo>
                        <a:pt x="82550" y="151765"/>
                      </a:moveTo>
                      <a:lnTo>
                        <a:pt x="192468" y="151765"/>
                      </a:lnTo>
                      <a:lnTo>
                        <a:pt x="192468" y="104521"/>
                      </a:lnTo>
                      <a:cubicBezTo>
                        <a:pt x="191389" y="104966"/>
                        <a:pt x="190500" y="105283"/>
                        <a:pt x="189611" y="105664"/>
                      </a:cubicBezTo>
                      <a:cubicBezTo>
                        <a:pt x="173609" y="112586"/>
                        <a:pt x="157670" y="119507"/>
                        <a:pt x="141732" y="126492"/>
                      </a:cubicBezTo>
                      <a:cubicBezTo>
                        <a:pt x="138493" y="127953"/>
                        <a:pt x="135572" y="127953"/>
                        <a:pt x="132270" y="126492"/>
                      </a:cubicBezTo>
                      <a:cubicBezTo>
                        <a:pt x="116649" y="119571"/>
                        <a:pt x="101028" y="112840"/>
                        <a:pt x="85344" y="106045"/>
                      </a:cubicBezTo>
                      <a:cubicBezTo>
                        <a:pt x="84455" y="105664"/>
                        <a:pt x="83566" y="105347"/>
                        <a:pt x="82550" y="104966"/>
                      </a:cubicBezTo>
                      <a:lnTo>
                        <a:pt x="82550" y="151702"/>
                      </a:lnTo>
                      <a:close/>
                      <a:moveTo>
                        <a:pt x="82613" y="183896"/>
                      </a:moveTo>
                      <a:lnTo>
                        <a:pt x="192468" y="183896"/>
                      </a:lnTo>
                      <a:lnTo>
                        <a:pt x="192468" y="168085"/>
                      </a:lnTo>
                      <a:lnTo>
                        <a:pt x="82613" y="168085"/>
                      </a:lnTo>
                      <a:lnTo>
                        <a:pt x="82613" y="1838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38" name="Полилиния: фигура 337">
                  <a:extLst>
                    <a:ext uri="{FF2B5EF4-FFF2-40B4-BE49-F238E27FC236}">
                      <a16:creationId xmlns="" xmlns:a16="http://schemas.microsoft.com/office/drawing/2014/main" id="{16722A59-A2FD-493A-9BC9-76FB8EEFCB90}"/>
                    </a:ext>
                  </a:extLst>
                </p:cNvPr>
                <p:cNvSpPr/>
                <p:nvPr/>
              </p:nvSpPr>
              <p:spPr>
                <a:xfrm>
                  <a:off x="4603677" y="5169350"/>
                  <a:ext cx="193795" cy="231007"/>
                </a:xfrm>
                <a:custGeom>
                  <a:avLst/>
                  <a:gdLst>
                    <a:gd name="connsiteX0" fmla="*/ 39062 w 193795"/>
                    <a:gd name="connsiteY0" fmla="*/ 65971 h 231007"/>
                    <a:gd name="connsiteX1" fmla="*/ 94370 w 193795"/>
                    <a:gd name="connsiteY1" fmla="*/ 58 h 231007"/>
                    <a:gd name="connsiteX2" fmla="*/ 126501 w 193795"/>
                    <a:gd name="connsiteY2" fmla="*/ 8503 h 231007"/>
                    <a:gd name="connsiteX3" fmla="*/ 148790 w 193795"/>
                    <a:gd name="connsiteY3" fmla="*/ 32951 h 231007"/>
                    <a:gd name="connsiteX4" fmla="*/ 154505 w 193795"/>
                    <a:gd name="connsiteY4" fmla="*/ 66034 h 231007"/>
                    <a:gd name="connsiteX5" fmla="*/ 157553 w 193795"/>
                    <a:gd name="connsiteY5" fmla="*/ 66034 h 231007"/>
                    <a:gd name="connsiteX6" fmla="*/ 179714 w 193795"/>
                    <a:gd name="connsiteY6" fmla="*/ 66034 h 231007"/>
                    <a:gd name="connsiteX7" fmla="*/ 187589 w 193795"/>
                    <a:gd name="connsiteY7" fmla="*/ 73654 h 231007"/>
                    <a:gd name="connsiteX8" fmla="*/ 192351 w 193795"/>
                    <a:gd name="connsiteY8" fmla="*/ 175381 h 231007"/>
                    <a:gd name="connsiteX9" fmla="*/ 193748 w 193795"/>
                    <a:gd name="connsiteY9" fmla="*/ 203194 h 231007"/>
                    <a:gd name="connsiteX10" fmla="*/ 172031 w 193795"/>
                    <a:gd name="connsiteY10" fmla="*/ 230816 h 231007"/>
                    <a:gd name="connsiteX11" fmla="*/ 168665 w 193795"/>
                    <a:gd name="connsiteY11" fmla="*/ 231007 h 231007"/>
                    <a:gd name="connsiteX12" fmla="*/ 25092 w 193795"/>
                    <a:gd name="connsiteY12" fmla="*/ 231007 h 231007"/>
                    <a:gd name="connsiteX13" fmla="*/ 9 w 193795"/>
                    <a:gd name="connsiteY13" fmla="*/ 205797 h 231007"/>
                    <a:gd name="connsiteX14" fmla="*/ 2168 w 193795"/>
                    <a:gd name="connsiteY14" fmla="*/ 157157 h 231007"/>
                    <a:gd name="connsiteX15" fmla="*/ 5089 w 193795"/>
                    <a:gd name="connsiteY15" fmla="*/ 96133 h 231007"/>
                    <a:gd name="connsiteX16" fmla="*/ 6105 w 193795"/>
                    <a:gd name="connsiteY16" fmla="*/ 73464 h 231007"/>
                    <a:gd name="connsiteX17" fmla="*/ 14107 w 193795"/>
                    <a:gd name="connsiteY17" fmla="*/ 66034 h 231007"/>
                    <a:gd name="connsiteX18" fmla="*/ 36268 w 193795"/>
                    <a:gd name="connsiteY18" fmla="*/ 66034 h 231007"/>
                    <a:gd name="connsiteX19" fmla="*/ 38998 w 193795"/>
                    <a:gd name="connsiteY19" fmla="*/ 66034 h 231007"/>
                    <a:gd name="connsiteX20" fmla="*/ 22298 w 193795"/>
                    <a:gd name="connsiteY20" fmla="*/ 82608 h 231007"/>
                    <a:gd name="connsiteX21" fmla="*/ 22107 w 193795"/>
                    <a:gd name="connsiteY21" fmla="*/ 85211 h 231007"/>
                    <a:gd name="connsiteX22" fmla="*/ 20901 w 193795"/>
                    <a:gd name="connsiteY22" fmla="*/ 111183 h 231007"/>
                    <a:gd name="connsiteX23" fmla="*/ 16456 w 193795"/>
                    <a:gd name="connsiteY23" fmla="*/ 203829 h 231007"/>
                    <a:gd name="connsiteX24" fmla="*/ 26616 w 193795"/>
                    <a:gd name="connsiteY24" fmla="*/ 214434 h 231007"/>
                    <a:gd name="connsiteX25" fmla="*/ 164982 w 193795"/>
                    <a:gd name="connsiteY25" fmla="*/ 214560 h 231007"/>
                    <a:gd name="connsiteX26" fmla="*/ 177111 w 193795"/>
                    <a:gd name="connsiteY26" fmla="*/ 201416 h 231007"/>
                    <a:gd name="connsiteX27" fmla="*/ 175142 w 193795"/>
                    <a:gd name="connsiteY27" fmla="*/ 162554 h 231007"/>
                    <a:gd name="connsiteX28" fmla="*/ 171840 w 193795"/>
                    <a:gd name="connsiteY28" fmla="*/ 92005 h 231007"/>
                    <a:gd name="connsiteX29" fmla="*/ 171332 w 193795"/>
                    <a:gd name="connsiteY29" fmla="*/ 82544 h 231007"/>
                    <a:gd name="connsiteX30" fmla="*/ 154505 w 193795"/>
                    <a:gd name="connsiteY30" fmla="*/ 82544 h 231007"/>
                    <a:gd name="connsiteX31" fmla="*/ 154505 w 193795"/>
                    <a:gd name="connsiteY31" fmla="*/ 90354 h 231007"/>
                    <a:gd name="connsiteX32" fmla="*/ 146377 w 193795"/>
                    <a:gd name="connsiteY32" fmla="*/ 98927 h 231007"/>
                    <a:gd name="connsiteX33" fmla="*/ 138058 w 193795"/>
                    <a:gd name="connsiteY33" fmla="*/ 90354 h 231007"/>
                    <a:gd name="connsiteX34" fmla="*/ 138058 w 193795"/>
                    <a:gd name="connsiteY34" fmla="*/ 82608 h 231007"/>
                    <a:gd name="connsiteX35" fmla="*/ 55572 w 193795"/>
                    <a:gd name="connsiteY35" fmla="*/ 82608 h 231007"/>
                    <a:gd name="connsiteX36" fmla="*/ 55572 w 193795"/>
                    <a:gd name="connsiteY36" fmla="*/ 90418 h 231007"/>
                    <a:gd name="connsiteX37" fmla="*/ 47380 w 193795"/>
                    <a:gd name="connsiteY37" fmla="*/ 98927 h 231007"/>
                    <a:gd name="connsiteX38" fmla="*/ 39062 w 193795"/>
                    <a:gd name="connsiteY38" fmla="*/ 90291 h 231007"/>
                    <a:gd name="connsiteX39" fmla="*/ 39062 w 193795"/>
                    <a:gd name="connsiteY39" fmla="*/ 82544 h 231007"/>
                    <a:gd name="connsiteX40" fmla="*/ 22234 w 193795"/>
                    <a:gd name="connsiteY40" fmla="*/ 82544 h 231007"/>
                    <a:gd name="connsiteX41" fmla="*/ 137868 w 193795"/>
                    <a:gd name="connsiteY41" fmla="*/ 65907 h 231007"/>
                    <a:gd name="connsiteX42" fmla="*/ 116532 w 193795"/>
                    <a:gd name="connsiteY42" fmla="*/ 21647 h 231007"/>
                    <a:gd name="connsiteX43" fmla="*/ 71574 w 193795"/>
                    <a:gd name="connsiteY43" fmla="*/ 25394 h 231007"/>
                    <a:gd name="connsiteX44" fmla="*/ 56016 w 193795"/>
                    <a:gd name="connsiteY44" fmla="*/ 65907 h 231007"/>
                    <a:gd name="connsiteX45" fmla="*/ 137868 w 193795"/>
                    <a:gd name="connsiteY45" fmla="*/ 65907 h 2310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</a:cxnLst>
                  <a:rect l="l" t="t" r="r" b="b"/>
                  <a:pathLst>
                    <a:path w="193795" h="231007">
                      <a:moveTo>
                        <a:pt x="39062" y="65971"/>
                      </a:moveTo>
                      <a:cubicBezTo>
                        <a:pt x="34807" y="32125"/>
                        <a:pt x="61223" y="1518"/>
                        <a:pt x="94370" y="58"/>
                      </a:cubicBezTo>
                      <a:cubicBezTo>
                        <a:pt x="105927" y="-451"/>
                        <a:pt x="116659" y="2407"/>
                        <a:pt x="126501" y="8503"/>
                      </a:cubicBezTo>
                      <a:cubicBezTo>
                        <a:pt x="136280" y="14472"/>
                        <a:pt x="143646" y="22727"/>
                        <a:pt x="148790" y="32951"/>
                      </a:cubicBezTo>
                      <a:cubicBezTo>
                        <a:pt x="153997" y="43301"/>
                        <a:pt x="155203" y="54350"/>
                        <a:pt x="154505" y="66034"/>
                      </a:cubicBezTo>
                      <a:cubicBezTo>
                        <a:pt x="155711" y="66034"/>
                        <a:pt x="156664" y="66034"/>
                        <a:pt x="157553" y="66034"/>
                      </a:cubicBezTo>
                      <a:cubicBezTo>
                        <a:pt x="164919" y="66034"/>
                        <a:pt x="172348" y="66034"/>
                        <a:pt x="179714" y="66034"/>
                      </a:cubicBezTo>
                      <a:cubicBezTo>
                        <a:pt x="183905" y="66034"/>
                        <a:pt x="187398" y="69527"/>
                        <a:pt x="187589" y="73654"/>
                      </a:cubicBezTo>
                      <a:cubicBezTo>
                        <a:pt x="189176" y="107563"/>
                        <a:pt x="190764" y="141472"/>
                        <a:pt x="192351" y="175381"/>
                      </a:cubicBezTo>
                      <a:cubicBezTo>
                        <a:pt x="192795" y="184652"/>
                        <a:pt x="193303" y="193923"/>
                        <a:pt x="193748" y="203194"/>
                      </a:cubicBezTo>
                      <a:cubicBezTo>
                        <a:pt x="194510" y="217735"/>
                        <a:pt x="186064" y="228467"/>
                        <a:pt x="172031" y="230816"/>
                      </a:cubicBezTo>
                      <a:cubicBezTo>
                        <a:pt x="170951" y="231007"/>
                        <a:pt x="169808" y="231007"/>
                        <a:pt x="168665" y="231007"/>
                      </a:cubicBezTo>
                      <a:cubicBezTo>
                        <a:pt x="120786" y="231007"/>
                        <a:pt x="72971" y="231007"/>
                        <a:pt x="25092" y="231007"/>
                      </a:cubicBezTo>
                      <a:cubicBezTo>
                        <a:pt x="10995" y="231007"/>
                        <a:pt x="-372" y="219895"/>
                        <a:pt x="9" y="205797"/>
                      </a:cubicBezTo>
                      <a:cubicBezTo>
                        <a:pt x="454" y="189541"/>
                        <a:pt x="1407" y="173349"/>
                        <a:pt x="2168" y="157157"/>
                      </a:cubicBezTo>
                      <a:cubicBezTo>
                        <a:pt x="3121" y="136836"/>
                        <a:pt x="4137" y="116453"/>
                        <a:pt x="5089" y="96133"/>
                      </a:cubicBezTo>
                      <a:cubicBezTo>
                        <a:pt x="5470" y="88577"/>
                        <a:pt x="5788" y="81020"/>
                        <a:pt x="6105" y="73464"/>
                      </a:cubicBezTo>
                      <a:cubicBezTo>
                        <a:pt x="6296" y="69336"/>
                        <a:pt x="9852" y="66034"/>
                        <a:pt x="14107" y="66034"/>
                      </a:cubicBezTo>
                      <a:cubicBezTo>
                        <a:pt x="21472" y="66034"/>
                        <a:pt x="28902" y="66034"/>
                        <a:pt x="36268" y="66034"/>
                      </a:cubicBezTo>
                      <a:cubicBezTo>
                        <a:pt x="37093" y="66034"/>
                        <a:pt x="37919" y="66034"/>
                        <a:pt x="38998" y="66034"/>
                      </a:cubicBezTo>
                      <a:close/>
                      <a:moveTo>
                        <a:pt x="22298" y="82608"/>
                      </a:moveTo>
                      <a:cubicBezTo>
                        <a:pt x="22234" y="83560"/>
                        <a:pt x="22171" y="84385"/>
                        <a:pt x="22107" y="85211"/>
                      </a:cubicBezTo>
                      <a:cubicBezTo>
                        <a:pt x="21726" y="93847"/>
                        <a:pt x="21345" y="102546"/>
                        <a:pt x="20901" y="111183"/>
                      </a:cubicBezTo>
                      <a:cubicBezTo>
                        <a:pt x="19440" y="142044"/>
                        <a:pt x="17916" y="172968"/>
                        <a:pt x="16456" y="203829"/>
                      </a:cubicBezTo>
                      <a:cubicBezTo>
                        <a:pt x="16139" y="211195"/>
                        <a:pt x="19250" y="214434"/>
                        <a:pt x="26616" y="214434"/>
                      </a:cubicBezTo>
                      <a:cubicBezTo>
                        <a:pt x="72717" y="214434"/>
                        <a:pt x="118882" y="214307"/>
                        <a:pt x="164982" y="214560"/>
                      </a:cubicBezTo>
                      <a:cubicBezTo>
                        <a:pt x="174444" y="214560"/>
                        <a:pt x="177873" y="210941"/>
                        <a:pt x="177111" y="201416"/>
                      </a:cubicBezTo>
                      <a:cubicBezTo>
                        <a:pt x="176095" y="188462"/>
                        <a:pt x="175777" y="175508"/>
                        <a:pt x="175142" y="162554"/>
                      </a:cubicBezTo>
                      <a:cubicBezTo>
                        <a:pt x="174063" y="139059"/>
                        <a:pt x="172983" y="115564"/>
                        <a:pt x="171840" y="92005"/>
                      </a:cubicBezTo>
                      <a:cubicBezTo>
                        <a:pt x="171714" y="88830"/>
                        <a:pt x="171459" y="85719"/>
                        <a:pt x="171332" y="82544"/>
                      </a:cubicBezTo>
                      <a:lnTo>
                        <a:pt x="154505" y="82544"/>
                      </a:lnTo>
                      <a:cubicBezTo>
                        <a:pt x="154505" y="85211"/>
                        <a:pt x="154505" y="87815"/>
                        <a:pt x="154505" y="90354"/>
                      </a:cubicBezTo>
                      <a:cubicBezTo>
                        <a:pt x="154441" y="95244"/>
                        <a:pt x="150949" y="98864"/>
                        <a:pt x="146377" y="98927"/>
                      </a:cubicBezTo>
                      <a:cubicBezTo>
                        <a:pt x="141678" y="98927"/>
                        <a:pt x="138122" y="95308"/>
                        <a:pt x="138058" y="90354"/>
                      </a:cubicBezTo>
                      <a:cubicBezTo>
                        <a:pt x="138058" y="87815"/>
                        <a:pt x="138058" y="85274"/>
                        <a:pt x="138058" y="82608"/>
                      </a:cubicBezTo>
                      <a:lnTo>
                        <a:pt x="55572" y="82608"/>
                      </a:lnTo>
                      <a:cubicBezTo>
                        <a:pt x="55572" y="85338"/>
                        <a:pt x="55572" y="87878"/>
                        <a:pt x="55572" y="90418"/>
                      </a:cubicBezTo>
                      <a:cubicBezTo>
                        <a:pt x="55508" y="95244"/>
                        <a:pt x="51952" y="98864"/>
                        <a:pt x="47380" y="98927"/>
                      </a:cubicBezTo>
                      <a:cubicBezTo>
                        <a:pt x="42682" y="98927"/>
                        <a:pt x="39126" y="95308"/>
                        <a:pt x="39062" y="90291"/>
                      </a:cubicBezTo>
                      <a:cubicBezTo>
                        <a:pt x="39062" y="87751"/>
                        <a:pt x="39062" y="85211"/>
                        <a:pt x="39062" y="82544"/>
                      </a:cubicBezTo>
                      <a:lnTo>
                        <a:pt x="22234" y="82544"/>
                      </a:lnTo>
                      <a:close/>
                      <a:moveTo>
                        <a:pt x="137868" y="65907"/>
                      </a:moveTo>
                      <a:cubicBezTo>
                        <a:pt x="140090" y="46984"/>
                        <a:pt x="132026" y="30284"/>
                        <a:pt x="116532" y="21647"/>
                      </a:cubicBezTo>
                      <a:cubicBezTo>
                        <a:pt x="102054" y="13583"/>
                        <a:pt x="84655" y="14980"/>
                        <a:pt x="71574" y="25394"/>
                      </a:cubicBezTo>
                      <a:cubicBezTo>
                        <a:pt x="57667" y="36507"/>
                        <a:pt x="54048" y="51683"/>
                        <a:pt x="56016" y="65907"/>
                      </a:cubicBezTo>
                      <a:lnTo>
                        <a:pt x="137868" y="6590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sp>
          <p:nvSpPr>
            <p:cNvPr id="339" name="Полилиния: фигура 338">
              <a:extLst>
                <a:ext uri="{FF2B5EF4-FFF2-40B4-BE49-F238E27FC236}">
                  <a16:creationId xmlns="" xmlns:a16="http://schemas.microsoft.com/office/drawing/2014/main" id="{8D75A8D6-E683-4E10-AE59-F38DD1242A1B}"/>
                </a:ext>
              </a:extLst>
            </p:cNvPr>
            <p:cNvSpPr/>
            <p:nvPr/>
          </p:nvSpPr>
          <p:spPr>
            <a:xfrm>
              <a:off x="8619934" y="1803400"/>
              <a:ext cx="3120898" cy="4492498"/>
            </a:xfrm>
            <a:custGeom>
              <a:avLst/>
              <a:gdLst>
                <a:gd name="connsiteX0" fmla="*/ 3003931 w 3120898"/>
                <a:gd name="connsiteY0" fmla="*/ 0 h 4492498"/>
                <a:gd name="connsiteX1" fmla="*/ 3120899 w 3120898"/>
                <a:gd name="connsiteY1" fmla="*/ 116967 h 4492498"/>
                <a:gd name="connsiteX2" fmla="*/ 3120899 w 3120898"/>
                <a:gd name="connsiteY2" fmla="*/ 4375531 h 4492498"/>
                <a:gd name="connsiteX3" fmla="*/ 3003931 w 3120898"/>
                <a:gd name="connsiteY3" fmla="*/ 4492498 h 4492498"/>
                <a:gd name="connsiteX4" fmla="*/ 116967 w 3120898"/>
                <a:gd name="connsiteY4" fmla="*/ 4492498 h 4492498"/>
                <a:gd name="connsiteX5" fmla="*/ 0 w 3120898"/>
                <a:gd name="connsiteY5" fmla="*/ 4375531 h 4492498"/>
                <a:gd name="connsiteX6" fmla="*/ 0 w 3120898"/>
                <a:gd name="connsiteY6" fmla="*/ 116967 h 4492498"/>
                <a:gd name="connsiteX7" fmla="*/ 116967 w 3120898"/>
                <a:gd name="connsiteY7" fmla="*/ 0 h 449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0898" h="4492498">
                  <a:moveTo>
                    <a:pt x="3003931" y="0"/>
                  </a:moveTo>
                  <a:cubicBezTo>
                    <a:pt x="3068530" y="0"/>
                    <a:pt x="3120899" y="52368"/>
                    <a:pt x="3120899" y="116967"/>
                  </a:cubicBezTo>
                  <a:lnTo>
                    <a:pt x="3120899" y="4375531"/>
                  </a:lnTo>
                  <a:cubicBezTo>
                    <a:pt x="3120899" y="4440130"/>
                    <a:pt x="3068530" y="4492498"/>
                    <a:pt x="3003931" y="4492498"/>
                  </a:cubicBezTo>
                  <a:lnTo>
                    <a:pt x="116967" y="4492498"/>
                  </a:lnTo>
                  <a:cubicBezTo>
                    <a:pt x="52368" y="4492498"/>
                    <a:pt x="0" y="4440130"/>
                    <a:pt x="0" y="4375531"/>
                  </a:cubicBezTo>
                  <a:lnTo>
                    <a:pt x="0" y="116967"/>
                  </a:lnTo>
                  <a:cubicBezTo>
                    <a:pt x="0" y="52368"/>
                    <a:pt x="52368" y="0"/>
                    <a:pt x="116967" y="0"/>
                  </a:cubicBezTo>
                  <a:close/>
                </a:path>
              </a:pathLst>
            </a:custGeom>
            <a:solidFill>
              <a:srgbClr val="FF83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pic>
        <p:nvPicPr>
          <p:cNvPr id="373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6921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74" name="Объект 90">
            <a:extLst>
              <a:ext uri="{FF2B5EF4-FFF2-40B4-BE49-F238E27FC236}">
                <a16:creationId xmlns:a16="http://schemas.microsoft.com/office/drawing/2014/main" xmlns="" id="{2597C0FB-F8F0-43F5-80DE-06AD191337A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6625176"/>
              </p:ext>
            </p:extLst>
          </p:nvPr>
        </p:nvGraphicFramePr>
        <p:xfrm>
          <a:off x="14295438" y="4826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986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4826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780138" y="3148500"/>
            <a:ext cx="388651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700" b="1" dirty="0">
                <a:latin typeface="Calibri"/>
                <a:ea typeface="Calibri"/>
                <a:cs typeface="Calibri"/>
                <a:rtl val="0"/>
              </a:rPr>
              <a:t>Разработка и реализация стратегии на </a:t>
            </a:r>
          </a:p>
          <a:p>
            <a:r>
              <a:rPr lang="ru-RU" sz="1700" b="1" dirty="0">
                <a:latin typeface="Calibri"/>
                <a:ea typeface="Calibri"/>
                <a:cs typeface="Calibri"/>
                <a:rtl val="0"/>
              </a:rPr>
              <a:t>территории </a:t>
            </a:r>
            <a:r>
              <a:rPr lang="ru-RU" sz="1700" b="1" dirty="0" smtClean="0">
                <a:latin typeface="Calibri"/>
                <a:ea typeface="Calibri"/>
                <a:cs typeface="Calibri"/>
                <a:rtl val="0"/>
              </a:rPr>
              <a:t>ответственности.</a:t>
            </a:r>
            <a:endParaRPr lang="ru-RU" sz="1700" b="1" dirty="0"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375" name="TextBox 374"/>
          <p:cNvSpPr txBox="1"/>
          <p:nvPr/>
        </p:nvSpPr>
        <p:spPr>
          <a:xfrm>
            <a:off x="768096" y="3711952"/>
            <a:ext cx="43480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Обеспечение партнерских отношений </a:t>
            </a:r>
            <a:r>
              <a:rPr lang="ru-RU" sz="1400" dirty="0" smtClean="0"/>
              <a:t>с каждым </a:t>
            </a:r>
            <a:r>
              <a:rPr lang="ru-RU" sz="1400" dirty="0"/>
              <a:t>дистрибьютором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7103" y="8251450"/>
            <a:ext cx="2154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 smtClean="0"/>
              <a:t>Контроль присутствия </a:t>
            </a:r>
          </a:p>
          <a:p>
            <a:pPr algn="ctr"/>
            <a:r>
              <a:rPr lang="ru-RU" sz="1600" dirty="0" smtClean="0"/>
              <a:t>обязательных </a:t>
            </a:r>
            <a:r>
              <a:rPr lang="en-US" sz="1600" dirty="0" smtClean="0"/>
              <a:t>SKU</a:t>
            </a:r>
            <a:endParaRPr lang="ru-RU" sz="1600" dirty="0"/>
          </a:p>
        </p:txBody>
      </p:sp>
      <p:sp>
        <p:nvSpPr>
          <p:cNvPr id="4" name="TextBox 3"/>
          <p:cNvSpPr txBox="1"/>
          <p:nvPr/>
        </p:nvSpPr>
        <p:spPr>
          <a:xfrm>
            <a:off x="645102" y="1705076"/>
            <a:ext cx="4969053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800" b="1" dirty="0">
                <a:latin typeface="Calibri"/>
                <a:ea typeface="Calibri"/>
                <a:cs typeface="Calibri"/>
                <a:rtl val="0"/>
              </a:rPr>
              <a:t>СТРУКТУРА КОМАНДЫ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6038729" y="1705076"/>
            <a:ext cx="698306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800" b="1" dirty="0" smtClean="0">
                <a:latin typeface="Calibri"/>
                <a:ea typeface="Calibri"/>
                <a:cs typeface="Calibri"/>
                <a:rtl val="0"/>
              </a:rPr>
              <a:t>ПРИНЦИП МАСШТАБИРОВАНИЯ</a:t>
            </a:r>
            <a:endParaRPr lang="ru-RU" sz="3800" b="1" dirty="0"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6785052" y="3764053"/>
            <a:ext cx="48032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Рост </a:t>
            </a:r>
            <a:r>
              <a:rPr lang="ru-RU" dirty="0"/>
              <a:t>нашего присутствия на вашей территории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113853" y="5495049"/>
            <a:ext cx="411394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/>
              <a:t>Каждые 120 активных торговых точек = </a:t>
            </a:r>
            <a:endParaRPr lang="ru-RU" dirty="0" smtClean="0"/>
          </a:p>
          <a:p>
            <a:pPr algn="ctr"/>
            <a:r>
              <a:rPr lang="ru-RU" dirty="0" smtClean="0"/>
              <a:t>+</a:t>
            </a:r>
            <a:r>
              <a:rPr lang="ru-RU" dirty="0"/>
              <a:t>1 ЭТП на вашей территории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8682869" y="8263982"/>
            <a:ext cx="129843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/>
              <a:t>Тренинги по </a:t>
            </a:r>
            <a:endParaRPr lang="ru-RU" sz="1600" dirty="0" smtClean="0"/>
          </a:p>
          <a:p>
            <a:pPr algn="ctr"/>
            <a:r>
              <a:rPr lang="ru-RU" sz="1600" dirty="0" smtClean="0"/>
              <a:t>продукту </a:t>
            </a:r>
            <a:r>
              <a:rPr lang="ru-RU" sz="1600" dirty="0"/>
              <a:t>и </a:t>
            </a:r>
            <a:endParaRPr lang="ru-RU" sz="1600" dirty="0" smtClean="0"/>
          </a:p>
          <a:p>
            <a:pPr algn="ctr"/>
            <a:r>
              <a:rPr lang="ru-RU" sz="1600" dirty="0" smtClean="0"/>
              <a:t>продажам </a:t>
            </a:r>
            <a:endParaRPr lang="ru-RU" sz="16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10733410" y="8255160"/>
            <a:ext cx="1671420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/>
              <a:t>Контроль полки, </a:t>
            </a:r>
            <a:endParaRPr lang="ru-RU" sz="1600" dirty="0" smtClean="0"/>
          </a:p>
          <a:p>
            <a:pPr algn="ctr"/>
            <a:r>
              <a:rPr lang="ru-RU" sz="1600" dirty="0" smtClean="0"/>
              <a:t>установка </a:t>
            </a:r>
            <a:r>
              <a:rPr lang="en-US" sz="1600" dirty="0"/>
              <a:t>POS </a:t>
            </a:r>
            <a:endParaRPr lang="ru-RU" sz="1600" dirty="0" smtClean="0"/>
          </a:p>
          <a:p>
            <a:pPr algn="ctr"/>
            <a:r>
              <a:rPr lang="ru-RU" sz="1600" dirty="0" smtClean="0"/>
              <a:t>материалов</a:t>
            </a:r>
            <a:endParaRPr lang="ru-RU" sz="16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3170090" y="3919619"/>
            <a:ext cx="4012441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solidFill>
                  <a:schemeClr val="bg1"/>
                </a:solidFill>
              </a:rPr>
              <a:t>НАЧНИТЕ РАБОТАТЬ </a:t>
            </a:r>
            <a:endParaRPr lang="ru-RU" sz="28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2800" b="1" dirty="0" smtClean="0">
                <a:solidFill>
                  <a:schemeClr val="bg1"/>
                </a:solidFill>
              </a:rPr>
              <a:t>С </a:t>
            </a:r>
            <a:r>
              <a:rPr lang="ru-RU" sz="2800" b="1" dirty="0">
                <a:solidFill>
                  <a:schemeClr val="bg1"/>
                </a:solidFill>
              </a:rPr>
              <a:t>ЭМПИЛС </a:t>
            </a:r>
          </a:p>
          <a:p>
            <a:pPr algn="ctr"/>
            <a:r>
              <a:rPr lang="ru-RU" sz="2800" b="1" dirty="0">
                <a:solidFill>
                  <a:schemeClr val="bg1"/>
                </a:solidFill>
              </a:rPr>
              <a:t>– </a:t>
            </a:r>
          </a:p>
          <a:p>
            <a:pPr algn="ctr"/>
            <a:r>
              <a:rPr lang="ru-RU" sz="2800" b="1" dirty="0">
                <a:solidFill>
                  <a:schemeClr val="bg1"/>
                </a:solidFill>
              </a:rPr>
              <a:t>НАША КОМАНДА ПОМОЖЕТ </a:t>
            </a:r>
          </a:p>
          <a:p>
            <a:pPr algn="ctr"/>
            <a:r>
              <a:rPr lang="ru-RU" sz="2800" b="1" dirty="0">
                <a:solidFill>
                  <a:schemeClr val="bg1"/>
                </a:solidFill>
              </a:rPr>
              <a:t>ВАМ МАСШТАБИРОВАТЬ ПРОДАЖИ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704047" y="5530728"/>
            <a:ext cx="4732020" cy="6155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700" b="1" dirty="0">
                <a:latin typeface="Calibri"/>
                <a:ea typeface="Calibri"/>
                <a:cs typeface="Calibri"/>
                <a:rtl val="0"/>
              </a:rPr>
              <a:t>Оперативное управление. Контроль отгрузок. </a:t>
            </a:r>
            <a:r>
              <a:rPr lang="en-US" sz="1700" b="1" dirty="0">
                <a:latin typeface="Calibri"/>
                <a:ea typeface="Calibri"/>
                <a:cs typeface="Calibri"/>
                <a:rtl val="0"/>
              </a:rPr>
              <a:t>MML</a:t>
            </a:r>
            <a:r>
              <a:rPr lang="ru-RU" sz="1700" b="1" dirty="0">
                <a:latin typeface="Calibri"/>
                <a:ea typeface="Calibri"/>
                <a:cs typeface="Calibri"/>
                <a:rtl val="0"/>
              </a:rPr>
              <a:t>. </a:t>
            </a:r>
            <a:r>
              <a:rPr lang="ru-RU" sz="1700" b="1" dirty="0" smtClean="0">
                <a:latin typeface="Calibri"/>
                <a:ea typeface="Calibri"/>
                <a:cs typeface="Calibri"/>
                <a:rtl val="0"/>
              </a:rPr>
              <a:t>Маркетинговые </a:t>
            </a:r>
            <a:r>
              <a:rPr lang="ru-RU" sz="1700" b="1" dirty="0">
                <a:latin typeface="Calibri"/>
                <a:ea typeface="Calibri"/>
                <a:cs typeface="Calibri"/>
                <a:rtl val="0"/>
              </a:rPr>
              <a:t>программы, аналитика</a:t>
            </a:r>
            <a:r>
              <a:rPr lang="ru-RU" sz="1700" b="1" dirty="0"/>
              <a:t>.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715049" y="6120726"/>
            <a:ext cx="445454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Точка контакта для дистрибьютора </a:t>
            </a:r>
            <a:r>
              <a:rPr lang="ru-RU" sz="1400" dirty="0" smtClean="0"/>
              <a:t>на ежедневной </a:t>
            </a:r>
          </a:p>
          <a:p>
            <a:r>
              <a:rPr lang="ru-RU" sz="1400" dirty="0" smtClean="0"/>
              <a:t>основе</a:t>
            </a:r>
            <a:r>
              <a:rPr lang="ru-RU" sz="1400" dirty="0"/>
              <a:t>.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403359" y="7551892"/>
            <a:ext cx="3790589" cy="80021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300" b="1" dirty="0">
                <a:solidFill>
                  <a:srgbClr val="FFFFFF"/>
                </a:solidFill>
                <a:latin typeface="Calibri"/>
                <a:ea typeface="Calibri"/>
                <a:cs typeface="Calibri"/>
                <a:rtl val="0"/>
              </a:rPr>
              <a:t>ЭТП – ЭКСКЛЮЗИВНЫЙ </a:t>
            </a:r>
          </a:p>
          <a:p>
            <a:r>
              <a:rPr lang="ru-RU" sz="2300" b="1" dirty="0">
                <a:solidFill>
                  <a:srgbClr val="FFFFFF"/>
                </a:solidFill>
                <a:latin typeface="Calibri"/>
                <a:ea typeface="Calibri"/>
                <a:cs typeface="Calibri"/>
                <a:rtl val="0"/>
              </a:rPr>
              <a:t>ТОРГОВЫЙ ПРЕДСТАВИТЕЛЬ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715049" y="8472115"/>
            <a:ext cx="4693722" cy="6155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700" b="1" dirty="0">
                <a:latin typeface="Calibri"/>
                <a:ea typeface="Calibri"/>
                <a:cs typeface="Calibri"/>
                <a:rtl val="0"/>
              </a:rPr>
              <a:t>Полевая работа с АКБ. Визиты в РТТ, </a:t>
            </a:r>
          </a:p>
          <a:p>
            <a:r>
              <a:rPr lang="ru-RU" sz="1700" b="1" dirty="0">
                <a:latin typeface="Calibri"/>
                <a:ea typeface="Calibri"/>
                <a:cs typeface="Calibri"/>
                <a:rtl val="0"/>
              </a:rPr>
              <a:t>обучение ТП, выкладка, </a:t>
            </a:r>
            <a:r>
              <a:rPr lang="en-US" sz="1700" b="1" dirty="0">
                <a:latin typeface="Calibri"/>
                <a:ea typeface="Calibri"/>
                <a:cs typeface="Calibri"/>
                <a:rtl val="0"/>
              </a:rPr>
              <a:t>POS</a:t>
            </a:r>
            <a:r>
              <a:rPr lang="ru-RU" sz="1700" b="1" dirty="0">
                <a:latin typeface="Calibri"/>
                <a:ea typeface="Calibri"/>
                <a:cs typeface="Calibri"/>
                <a:rtl val="0"/>
              </a:rPr>
              <a:t>-материалы.</a:t>
            </a:r>
          </a:p>
        </p:txBody>
      </p:sp>
    </p:spTree>
    <p:extLst>
      <p:ext uri="{BB962C8B-B14F-4D97-AF65-F5344CB8AC3E}">
        <p14:creationId xmlns:p14="http://schemas.microsoft.com/office/powerpoint/2010/main" val="3394065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E2AEBF2A-A13C-425A-AD77-43AA55CF4B3A}"/>
              </a:ext>
            </a:extLst>
          </p:cNvPr>
          <p:cNvSpPr txBox="1"/>
          <p:nvPr/>
        </p:nvSpPr>
        <p:spPr>
          <a:xfrm>
            <a:off x="728661" y="480155"/>
            <a:ext cx="6132769" cy="815608"/>
          </a:xfrm>
          <a:prstGeom prst="rect">
            <a:avLst/>
          </a:prstGeom>
          <a:noFill/>
        </p:spPr>
        <p:txBody>
          <a:bodyPr wrap="none" lIns="137160" tIns="68580" rIns="137160" bIns="68580" rtlCol="0">
            <a:spAutoFit/>
          </a:bodyPr>
          <a:lstStyle>
            <a:defPPr>
              <a:defRPr lang="ru-RU"/>
            </a:defPPr>
            <a:lvl1pPr>
              <a:defRPr sz="4400" b="1">
                <a:solidFill>
                  <a:srgbClr val="656565"/>
                </a:solidFill>
                <a:latin typeface="Inter Extra Bold" panose="02000903000000020004" pitchFamily="2" charset="0"/>
              </a:defRPr>
            </a:lvl1pPr>
          </a:lstStyle>
          <a:p>
            <a:r>
              <a:rPr lang="ru-RU" dirty="0">
                <a:sym typeface="Calibri"/>
              </a:rPr>
              <a:t>ТРЕЙД-МАРКЕТИНГ</a:t>
            </a: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="" xmlns:a16="http://schemas.microsoft.com/office/drawing/2014/main" id="{65620B3C-AF6F-4AA9-BCE3-142A468FD9BD}"/>
              </a:ext>
            </a:extLst>
          </p:cNvPr>
          <p:cNvSpPr/>
          <p:nvPr/>
        </p:nvSpPr>
        <p:spPr>
          <a:xfrm>
            <a:off x="13538930" y="2768156"/>
            <a:ext cx="3978974" cy="6738747"/>
          </a:xfrm>
          <a:custGeom>
            <a:avLst/>
            <a:gdLst>
              <a:gd name="connsiteX0" fmla="*/ 2535682 w 2652649"/>
              <a:gd name="connsiteY0" fmla="*/ 0 h 4492498"/>
              <a:gd name="connsiteX1" fmla="*/ 2652649 w 2652649"/>
              <a:gd name="connsiteY1" fmla="*/ 116967 h 4492498"/>
              <a:gd name="connsiteX2" fmla="*/ 2652649 w 2652649"/>
              <a:gd name="connsiteY2" fmla="*/ 4375531 h 4492498"/>
              <a:gd name="connsiteX3" fmla="*/ 2535682 w 2652649"/>
              <a:gd name="connsiteY3" fmla="*/ 4492498 h 4492498"/>
              <a:gd name="connsiteX4" fmla="*/ 116967 w 2652649"/>
              <a:gd name="connsiteY4" fmla="*/ 4492498 h 4492498"/>
              <a:gd name="connsiteX5" fmla="*/ -1 w 2652649"/>
              <a:gd name="connsiteY5" fmla="*/ 4375531 h 4492498"/>
              <a:gd name="connsiteX6" fmla="*/ -1 w 2652649"/>
              <a:gd name="connsiteY6" fmla="*/ 116967 h 4492498"/>
              <a:gd name="connsiteX7" fmla="*/ 116967 w 2652649"/>
              <a:gd name="connsiteY7" fmla="*/ 0 h 4492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52649" h="4492498">
                <a:moveTo>
                  <a:pt x="2535682" y="0"/>
                </a:moveTo>
                <a:cubicBezTo>
                  <a:pt x="2600281" y="0"/>
                  <a:pt x="2652649" y="52368"/>
                  <a:pt x="2652649" y="116967"/>
                </a:cubicBezTo>
                <a:lnTo>
                  <a:pt x="2652649" y="4375531"/>
                </a:lnTo>
                <a:cubicBezTo>
                  <a:pt x="2652649" y="4440130"/>
                  <a:pt x="2600281" y="4492498"/>
                  <a:pt x="2535682" y="4492498"/>
                </a:cubicBezTo>
                <a:lnTo>
                  <a:pt x="116967" y="4492498"/>
                </a:lnTo>
                <a:cubicBezTo>
                  <a:pt x="52368" y="4492498"/>
                  <a:pt x="-1" y="4440130"/>
                  <a:pt x="-1" y="4375531"/>
                </a:cubicBezTo>
                <a:lnTo>
                  <a:pt x="-1" y="116967"/>
                </a:lnTo>
                <a:cubicBezTo>
                  <a:pt x="-1" y="52368"/>
                  <a:pt x="52368" y="0"/>
                  <a:pt x="116967" y="0"/>
                </a:cubicBezTo>
                <a:close/>
              </a:path>
            </a:pathLst>
          </a:custGeom>
          <a:solidFill>
            <a:srgbClr val="8C96A3"/>
          </a:solidFill>
          <a:ln w="6350" cap="flat">
            <a:noFill/>
            <a:prstDash val="solid"/>
            <a:miter/>
          </a:ln>
        </p:spPr>
        <p:txBody>
          <a:bodyPr lIns="137160" tIns="68580" rIns="137160" bIns="68580" rtlCol="0" anchor="ctr"/>
          <a:lstStyle/>
          <a:p>
            <a:pPr algn="ctr"/>
            <a:r>
              <a:rPr lang="ru-RU" sz="2800" b="1" dirty="0" smtClean="0">
                <a:solidFill>
                  <a:schemeClr val="bg1"/>
                </a:solidFill>
              </a:rPr>
              <a:t>Средняя доходность</a:t>
            </a:r>
          </a:p>
          <a:p>
            <a:pPr algn="ctr"/>
            <a:endParaRPr lang="ru-RU" sz="28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2800" b="1" dirty="0" smtClean="0">
                <a:solidFill>
                  <a:srgbClr val="F18324"/>
                </a:solidFill>
              </a:rPr>
              <a:t>230 р/кг </a:t>
            </a:r>
          </a:p>
          <a:p>
            <a:pPr algn="ctr"/>
            <a:endParaRPr lang="ru-RU" sz="2800" b="1" dirty="0" smtClean="0">
              <a:solidFill>
                <a:schemeClr val="bg1"/>
              </a:solidFill>
            </a:endParaRPr>
          </a:p>
          <a:p>
            <a:pPr algn="ctr"/>
            <a:r>
              <a:rPr lang="ru-RU" sz="2800" b="1" dirty="0" smtClean="0">
                <a:solidFill>
                  <a:schemeClr val="bg1"/>
                </a:solidFill>
              </a:rPr>
              <a:t> Зарабатываем вместе</a:t>
            </a:r>
            <a:endParaRPr lang="ru-RU" sz="2400" b="1" dirty="0">
              <a:solidFill>
                <a:schemeClr val="bg1"/>
              </a:solidFill>
            </a:endParaRPr>
          </a:p>
        </p:txBody>
      </p:sp>
      <p:grpSp>
        <p:nvGrpSpPr>
          <p:cNvPr id="2" name="Группа 1"/>
          <p:cNvGrpSpPr/>
          <p:nvPr/>
        </p:nvGrpSpPr>
        <p:grpSpPr>
          <a:xfrm>
            <a:off x="735710" y="1910810"/>
            <a:ext cx="6199540" cy="723275"/>
            <a:chOff x="735710" y="1910810"/>
            <a:chExt cx="6199540" cy="723275"/>
          </a:xfrm>
        </p:grpSpPr>
        <p:sp>
          <p:nvSpPr>
            <p:cNvPr id="303" name="TextBox 302">
              <a:extLst>
                <a:ext uri="{FF2B5EF4-FFF2-40B4-BE49-F238E27FC236}">
                  <a16:creationId xmlns="" xmlns:a16="http://schemas.microsoft.com/office/drawing/2014/main" id="{701E903A-E436-4A72-BFE4-EEFEF95AF794}"/>
                </a:ext>
              </a:extLst>
            </p:cNvPr>
            <p:cNvSpPr txBox="1"/>
            <p:nvPr/>
          </p:nvSpPr>
          <p:spPr>
            <a:xfrm>
              <a:off x="735710" y="1910810"/>
              <a:ext cx="1185902" cy="72327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НАП</a:t>
              </a:r>
            </a:p>
          </p:txBody>
        </p:sp>
        <p:sp>
          <p:nvSpPr>
            <p:cNvPr id="304" name="TextBox 303">
              <a:extLst>
                <a:ext uri="{FF2B5EF4-FFF2-40B4-BE49-F238E27FC236}">
                  <a16:creationId xmlns="" xmlns:a16="http://schemas.microsoft.com/office/drawing/2014/main" id="{EE738E97-52FD-4897-B40C-296EBA10DB35}"/>
                </a:ext>
              </a:extLst>
            </p:cNvPr>
            <p:cNvSpPr txBox="1"/>
            <p:nvPr/>
          </p:nvSpPr>
          <p:spPr>
            <a:xfrm>
              <a:off x="1624679" y="1910810"/>
              <a:ext cx="507831" cy="72327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3800" b="1" spc="-225" dirty="0">
                  <a:latin typeface="Calibri"/>
                  <a:ea typeface="Calibri"/>
                  <a:cs typeface="Calibri"/>
                  <a:sym typeface="Calibri"/>
                  <a:rtl val="0"/>
                </a:rPr>
                <a:t>Р</a:t>
              </a:r>
            </a:p>
          </p:txBody>
        </p:sp>
        <p:sp>
          <p:nvSpPr>
            <p:cNvPr id="305" name="TextBox 304">
              <a:extLst>
                <a:ext uri="{FF2B5EF4-FFF2-40B4-BE49-F238E27FC236}">
                  <a16:creationId xmlns="" xmlns:a16="http://schemas.microsoft.com/office/drawing/2014/main" id="{2168CFAF-8A8F-45B6-B5F9-BA88DB422517}"/>
                </a:ext>
              </a:extLst>
            </p:cNvPr>
            <p:cNvSpPr txBox="1"/>
            <p:nvPr/>
          </p:nvSpPr>
          <p:spPr>
            <a:xfrm>
              <a:off x="1851660" y="1910810"/>
              <a:ext cx="2710357" cy="72327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АВЛЕНИЯ П</a:t>
              </a:r>
            </a:p>
          </p:txBody>
        </p:sp>
        <p:sp>
          <p:nvSpPr>
            <p:cNvPr id="306" name="TextBox 305">
              <a:extLst>
                <a:ext uri="{FF2B5EF4-FFF2-40B4-BE49-F238E27FC236}">
                  <a16:creationId xmlns="" xmlns:a16="http://schemas.microsoft.com/office/drawing/2014/main" id="{850EAC2A-731F-40BC-811C-FBA9A790ED1B}"/>
                </a:ext>
              </a:extLst>
            </p:cNvPr>
            <p:cNvSpPr txBox="1"/>
            <p:nvPr/>
          </p:nvSpPr>
          <p:spPr>
            <a:xfrm>
              <a:off x="4231100" y="1910810"/>
              <a:ext cx="598170" cy="71818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3800" b="1" spc="-113" dirty="0">
                  <a:latin typeface="Calibri"/>
                  <a:ea typeface="Calibri"/>
                  <a:cs typeface="Calibri"/>
                  <a:sym typeface="Calibri"/>
                  <a:rtl val="0"/>
                </a:rPr>
                <a:t>О</a:t>
              </a:r>
            </a:p>
          </p:txBody>
        </p:sp>
        <p:sp>
          <p:nvSpPr>
            <p:cNvPr id="307" name="TextBox 306">
              <a:extLst>
                <a:ext uri="{FF2B5EF4-FFF2-40B4-BE49-F238E27FC236}">
                  <a16:creationId xmlns="" xmlns:a16="http://schemas.microsoft.com/office/drawing/2014/main" id="{907CFB88-CB20-41CE-8FAF-62485B819E06}"/>
                </a:ext>
              </a:extLst>
            </p:cNvPr>
            <p:cNvSpPr txBox="1"/>
            <p:nvPr/>
          </p:nvSpPr>
          <p:spPr>
            <a:xfrm>
              <a:off x="4540566" y="1910810"/>
              <a:ext cx="1171475" cy="72327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ДДЕ</a:t>
              </a:r>
            </a:p>
          </p:txBody>
        </p:sp>
        <p:sp>
          <p:nvSpPr>
            <p:cNvPr id="308" name="TextBox 307">
              <a:extLst>
                <a:ext uri="{FF2B5EF4-FFF2-40B4-BE49-F238E27FC236}">
                  <a16:creationId xmlns="" xmlns:a16="http://schemas.microsoft.com/office/drawing/2014/main" id="{66C4D77D-CAFB-460E-A01F-1F27DA43D46D}"/>
                </a:ext>
              </a:extLst>
            </p:cNvPr>
            <p:cNvSpPr txBox="1"/>
            <p:nvPr/>
          </p:nvSpPr>
          <p:spPr>
            <a:xfrm>
              <a:off x="5413820" y="1910810"/>
              <a:ext cx="531495" cy="71818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3800" b="1" spc="-38" dirty="0">
                  <a:latin typeface="Calibri"/>
                  <a:ea typeface="Calibri"/>
                  <a:cs typeface="Calibri"/>
                  <a:sym typeface="Calibri"/>
                  <a:rtl val="0"/>
                </a:rPr>
                <a:t>Р</a:t>
              </a:r>
            </a:p>
          </p:txBody>
        </p:sp>
        <p:sp>
          <p:nvSpPr>
            <p:cNvPr id="309" name="TextBox 308">
              <a:extLst>
                <a:ext uri="{FF2B5EF4-FFF2-40B4-BE49-F238E27FC236}">
                  <a16:creationId xmlns="" xmlns:a16="http://schemas.microsoft.com/office/drawing/2014/main" id="{5F421EDB-886A-420B-8684-7D2DC70F0294}"/>
                </a:ext>
              </a:extLst>
            </p:cNvPr>
            <p:cNvSpPr txBox="1"/>
            <p:nvPr/>
          </p:nvSpPr>
          <p:spPr>
            <a:xfrm>
              <a:off x="5661183" y="1910810"/>
              <a:ext cx="1274067" cy="72327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3800" b="1" dirty="0">
                  <a:latin typeface="Calibri"/>
                  <a:ea typeface="Calibri"/>
                  <a:cs typeface="Calibri"/>
                  <a:sym typeface="Calibri"/>
                  <a:rtl val="0"/>
                </a:rPr>
                <a:t>ЖКИ</a:t>
              </a:r>
            </a:p>
          </p:txBody>
        </p:sp>
      </p:grpSp>
      <p:sp>
        <p:nvSpPr>
          <p:cNvPr id="310" name="Полилиния: фигура 309">
            <a:extLst>
              <a:ext uri="{FF2B5EF4-FFF2-40B4-BE49-F238E27FC236}">
                <a16:creationId xmlns="" xmlns:a16="http://schemas.microsoft.com/office/drawing/2014/main" id="{6086477C-AE5C-4126-9C9E-CE1782823813}"/>
              </a:ext>
            </a:extLst>
          </p:cNvPr>
          <p:cNvSpPr/>
          <p:nvPr/>
        </p:nvSpPr>
        <p:spPr>
          <a:xfrm>
            <a:off x="9316022" y="2768156"/>
            <a:ext cx="3978974" cy="2106453"/>
          </a:xfrm>
          <a:custGeom>
            <a:avLst/>
            <a:gdLst>
              <a:gd name="connsiteX0" fmla="*/ 2535682 w 2652649"/>
              <a:gd name="connsiteY0" fmla="*/ 0 h 1404302"/>
              <a:gd name="connsiteX1" fmla="*/ 2652649 w 2652649"/>
              <a:gd name="connsiteY1" fmla="*/ 116967 h 1404302"/>
              <a:gd name="connsiteX2" fmla="*/ 2652649 w 2652649"/>
              <a:gd name="connsiteY2" fmla="*/ 1287336 h 1404302"/>
              <a:gd name="connsiteX3" fmla="*/ 2535682 w 2652649"/>
              <a:gd name="connsiteY3" fmla="*/ 1404303 h 1404302"/>
              <a:gd name="connsiteX4" fmla="*/ 116967 w 2652649"/>
              <a:gd name="connsiteY4" fmla="*/ 1404303 h 1404302"/>
              <a:gd name="connsiteX5" fmla="*/ 0 w 2652649"/>
              <a:gd name="connsiteY5" fmla="*/ 1287336 h 1404302"/>
              <a:gd name="connsiteX6" fmla="*/ 0 w 2652649"/>
              <a:gd name="connsiteY6" fmla="*/ 116967 h 1404302"/>
              <a:gd name="connsiteX7" fmla="*/ 116967 w 2652649"/>
              <a:gd name="connsiteY7" fmla="*/ 0 h 1404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52649" h="1404302">
                <a:moveTo>
                  <a:pt x="2535682" y="0"/>
                </a:moveTo>
                <a:cubicBezTo>
                  <a:pt x="2600281" y="0"/>
                  <a:pt x="2652649" y="52368"/>
                  <a:pt x="2652649" y="116967"/>
                </a:cubicBezTo>
                <a:lnTo>
                  <a:pt x="2652649" y="1287336"/>
                </a:lnTo>
                <a:cubicBezTo>
                  <a:pt x="2652649" y="1351935"/>
                  <a:pt x="2600281" y="1404303"/>
                  <a:pt x="2535682" y="1404303"/>
                </a:cubicBezTo>
                <a:lnTo>
                  <a:pt x="116967" y="1404303"/>
                </a:lnTo>
                <a:cubicBezTo>
                  <a:pt x="52368" y="1404303"/>
                  <a:pt x="0" y="1351935"/>
                  <a:pt x="0" y="1287336"/>
                </a:cubicBezTo>
                <a:lnTo>
                  <a:pt x="0" y="116967"/>
                </a:lnTo>
                <a:cubicBezTo>
                  <a:pt x="0" y="52368"/>
                  <a:pt x="52368" y="0"/>
                  <a:pt x="116967" y="0"/>
                </a:cubicBezTo>
                <a:close/>
              </a:path>
            </a:pathLst>
          </a:custGeom>
          <a:noFill/>
          <a:ln w="12700" cap="flat">
            <a:solidFill>
              <a:srgbClr val="FF8300"/>
            </a:solidFill>
            <a:prstDash val="solid"/>
            <a:miter/>
          </a:ln>
        </p:spPr>
        <p:txBody>
          <a:bodyPr lIns="137160" tIns="68580" rIns="137160" bIns="68580" rtlCol="0" anchor="ctr"/>
          <a:lstStyle/>
          <a:p>
            <a:endParaRPr lang="ru-RU"/>
          </a:p>
        </p:txBody>
      </p:sp>
      <p:sp>
        <p:nvSpPr>
          <p:cNvPr id="311" name="Полилиния: фигура 310">
            <a:extLst>
              <a:ext uri="{FF2B5EF4-FFF2-40B4-BE49-F238E27FC236}">
                <a16:creationId xmlns="" xmlns:a16="http://schemas.microsoft.com/office/drawing/2014/main" id="{93AA7D34-95AB-42A9-B9D8-5A689EDD8CCC}"/>
              </a:ext>
            </a:extLst>
          </p:cNvPr>
          <p:cNvSpPr/>
          <p:nvPr/>
        </p:nvSpPr>
        <p:spPr>
          <a:xfrm>
            <a:off x="5093113" y="2768156"/>
            <a:ext cx="3978974" cy="2106453"/>
          </a:xfrm>
          <a:custGeom>
            <a:avLst/>
            <a:gdLst>
              <a:gd name="connsiteX0" fmla="*/ 2535682 w 2652649"/>
              <a:gd name="connsiteY0" fmla="*/ 0 h 1404302"/>
              <a:gd name="connsiteX1" fmla="*/ 2652649 w 2652649"/>
              <a:gd name="connsiteY1" fmla="*/ 116967 h 1404302"/>
              <a:gd name="connsiteX2" fmla="*/ 2652649 w 2652649"/>
              <a:gd name="connsiteY2" fmla="*/ 1287336 h 1404302"/>
              <a:gd name="connsiteX3" fmla="*/ 2535682 w 2652649"/>
              <a:gd name="connsiteY3" fmla="*/ 1404303 h 1404302"/>
              <a:gd name="connsiteX4" fmla="*/ 116967 w 2652649"/>
              <a:gd name="connsiteY4" fmla="*/ 1404303 h 1404302"/>
              <a:gd name="connsiteX5" fmla="*/ 0 w 2652649"/>
              <a:gd name="connsiteY5" fmla="*/ 1287336 h 1404302"/>
              <a:gd name="connsiteX6" fmla="*/ 0 w 2652649"/>
              <a:gd name="connsiteY6" fmla="*/ 116967 h 1404302"/>
              <a:gd name="connsiteX7" fmla="*/ 116967 w 2652649"/>
              <a:gd name="connsiteY7" fmla="*/ 0 h 1404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52649" h="1404302">
                <a:moveTo>
                  <a:pt x="2535682" y="0"/>
                </a:moveTo>
                <a:cubicBezTo>
                  <a:pt x="2600281" y="0"/>
                  <a:pt x="2652649" y="52368"/>
                  <a:pt x="2652649" y="116967"/>
                </a:cubicBezTo>
                <a:lnTo>
                  <a:pt x="2652649" y="1287336"/>
                </a:lnTo>
                <a:cubicBezTo>
                  <a:pt x="2652649" y="1351935"/>
                  <a:pt x="2600281" y="1404303"/>
                  <a:pt x="2535682" y="1404303"/>
                </a:cubicBezTo>
                <a:lnTo>
                  <a:pt x="116967" y="1404303"/>
                </a:lnTo>
                <a:cubicBezTo>
                  <a:pt x="52368" y="1404303"/>
                  <a:pt x="0" y="1351935"/>
                  <a:pt x="0" y="1287336"/>
                </a:cubicBezTo>
                <a:lnTo>
                  <a:pt x="0" y="116967"/>
                </a:lnTo>
                <a:cubicBezTo>
                  <a:pt x="0" y="52368"/>
                  <a:pt x="52368" y="0"/>
                  <a:pt x="116967" y="0"/>
                </a:cubicBezTo>
                <a:close/>
              </a:path>
            </a:pathLst>
          </a:custGeom>
          <a:noFill/>
          <a:ln w="12700" cap="flat">
            <a:solidFill>
              <a:srgbClr val="FF8300"/>
            </a:solidFill>
            <a:prstDash val="solid"/>
            <a:miter/>
          </a:ln>
        </p:spPr>
        <p:txBody>
          <a:bodyPr lIns="137160" tIns="68580" rIns="137160" bIns="68580" rtlCol="0" anchor="ctr"/>
          <a:lstStyle/>
          <a:p>
            <a:endParaRPr lang="ru-RU"/>
          </a:p>
        </p:txBody>
      </p:sp>
      <p:grpSp>
        <p:nvGrpSpPr>
          <p:cNvPr id="3" name="Группа 2"/>
          <p:cNvGrpSpPr/>
          <p:nvPr/>
        </p:nvGrpSpPr>
        <p:grpSpPr>
          <a:xfrm>
            <a:off x="870109" y="2768156"/>
            <a:ext cx="3978974" cy="2106453"/>
            <a:chOff x="870109" y="2768156"/>
            <a:chExt cx="3978974" cy="2106453"/>
          </a:xfrm>
        </p:grpSpPr>
        <p:sp>
          <p:nvSpPr>
            <p:cNvPr id="18" name="TextBox 17">
              <a:extLst>
                <a:ext uri="{FF2B5EF4-FFF2-40B4-BE49-F238E27FC236}">
                  <a16:creationId xmlns="" xmlns:a16="http://schemas.microsoft.com/office/drawing/2014/main" id="{A333E499-EC05-4BD5-80B2-B1D962A94E5D}"/>
                </a:ext>
              </a:extLst>
            </p:cNvPr>
            <p:cNvSpPr txBox="1"/>
            <p:nvPr/>
          </p:nvSpPr>
          <p:spPr>
            <a:xfrm>
              <a:off x="1675733" y="3970020"/>
              <a:ext cx="335028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14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="" xmlns:a16="http://schemas.microsoft.com/office/drawing/2014/main" id="{32AB628B-BA31-40A9-BFA8-A48A45505227}"/>
                </a:ext>
              </a:extLst>
            </p:cNvPr>
            <p:cNvSpPr txBox="1"/>
            <p:nvPr/>
          </p:nvSpPr>
          <p:spPr>
            <a:xfrm>
              <a:off x="2470212" y="3970020"/>
              <a:ext cx="335028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14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="" xmlns:a16="http://schemas.microsoft.com/office/drawing/2014/main" id="{1C6D5489-200F-47A4-BAC1-3C4E04C249BB}"/>
                </a:ext>
              </a:extLst>
            </p:cNvPr>
            <p:cNvSpPr txBox="1"/>
            <p:nvPr/>
          </p:nvSpPr>
          <p:spPr>
            <a:xfrm>
              <a:off x="3055430" y="3970020"/>
              <a:ext cx="335028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14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="" xmlns:a16="http://schemas.microsoft.com/office/drawing/2014/main" id="{0AF062F6-9298-4AD1-ABCA-592F5E44FD1E}"/>
                </a:ext>
              </a:extLst>
            </p:cNvPr>
            <p:cNvSpPr txBox="1"/>
            <p:nvPr/>
          </p:nvSpPr>
          <p:spPr>
            <a:xfrm>
              <a:off x="4280058" y="3970020"/>
              <a:ext cx="335028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14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312" name="Полилиния: фигура 311">
              <a:extLst>
                <a:ext uri="{FF2B5EF4-FFF2-40B4-BE49-F238E27FC236}">
                  <a16:creationId xmlns="" xmlns:a16="http://schemas.microsoft.com/office/drawing/2014/main" id="{9667A68D-D598-487B-98E5-85AFFFEB6CBF}"/>
                </a:ext>
              </a:extLst>
            </p:cNvPr>
            <p:cNvSpPr/>
            <p:nvPr/>
          </p:nvSpPr>
          <p:spPr>
            <a:xfrm>
              <a:off x="870109" y="2768156"/>
              <a:ext cx="3978974" cy="2106453"/>
            </a:xfrm>
            <a:custGeom>
              <a:avLst/>
              <a:gdLst>
                <a:gd name="connsiteX0" fmla="*/ 2535682 w 2652649"/>
                <a:gd name="connsiteY0" fmla="*/ 0 h 1404302"/>
                <a:gd name="connsiteX1" fmla="*/ 2652649 w 2652649"/>
                <a:gd name="connsiteY1" fmla="*/ 116967 h 1404302"/>
                <a:gd name="connsiteX2" fmla="*/ 2652649 w 2652649"/>
                <a:gd name="connsiteY2" fmla="*/ 1287336 h 1404302"/>
                <a:gd name="connsiteX3" fmla="*/ 2535682 w 2652649"/>
                <a:gd name="connsiteY3" fmla="*/ 1404303 h 1404302"/>
                <a:gd name="connsiteX4" fmla="*/ 116967 w 2652649"/>
                <a:gd name="connsiteY4" fmla="*/ 1404303 h 1404302"/>
                <a:gd name="connsiteX5" fmla="*/ 0 w 2652649"/>
                <a:gd name="connsiteY5" fmla="*/ 1287336 h 1404302"/>
                <a:gd name="connsiteX6" fmla="*/ 0 w 2652649"/>
                <a:gd name="connsiteY6" fmla="*/ 116967 h 1404302"/>
                <a:gd name="connsiteX7" fmla="*/ 116967 w 2652649"/>
                <a:gd name="connsiteY7" fmla="*/ 0 h 1404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52649" h="1404302">
                  <a:moveTo>
                    <a:pt x="2535682" y="0"/>
                  </a:moveTo>
                  <a:cubicBezTo>
                    <a:pt x="2600281" y="0"/>
                    <a:pt x="2652649" y="52368"/>
                    <a:pt x="2652649" y="116967"/>
                  </a:cubicBezTo>
                  <a:lnTo>
                    <a:pt x="2652649" y="1287336"/>
                  </a:lnTo>
                  <a:cubicBezTo>
                    <a:pt x="2652649" y="1351935"/>
                    <a:pt x="2600281" y="1404303"/>
                    <a:pt x="2535682" y="1404303"/>
                  </a:cubicBezTo>
                  <a:lnTo>
                    <a:pt x="116967" y="1404303"/>
                  </a:lnTo>
                  <a:cubicBezTo>
                    <a:pt x="52368" y="1404303"/>
                    <a:pt x="0" y="1351935"/>
                    <a:pt x="0" y="1287336"/>
                  </a:cubicBezTo>
                  <a:lnTo>
                    <a:pt x="0" y="116967"/>
                  </a:lnTo>
                  <a:cubicBezTo>
                    <a:pt x="0" y="52368"/>
                    <a:pt x="52368" y="0"/>
                    <a:pt x="116967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lIns="137160" tIns="68580" rIns="137160" bIns="68580" rtlCol="0" anchor="ctr"/>
            <a:lstStyle/>
            <a:p>
              <a:endParaRPr lang="ru-RU"/>
            </a:p>
          </p:txBody>
        </p:sp>
      </p:grpSp>
      <p:sp>
        <p:nvSpPr>
          <p:cNvPr id="313" name="Полилиния: фигура 312">
            <a:extLst>
              <a:ext uri="{FF2B5EF4-FFF2-40B4-BE49-F238E27FC236}">
                <a16:creationId xmlns="" xmlns:a16="http://schemas.microsoft.com/office/drawing/2014/main" id="{18CE31F2-0637-4B47-8816-1AA670D0B4A1}"/>
              </a:ext>
            </a:extLst>
          </p:cNvPr>
          <p:cNvSpPr/>
          <p:nvPr/>
        </p:nvSpPr>
        <p:spPr>
          <a:xfrm>
            <a:off x="9316022" y="5084255"/>
            <a:ext cx="3978974" cy="2106453"/>
          </a:xfrm>
          <a:custGeom>
            <a:avLst/>
            <a:gdLst>
              <a:gd name="connsiteX0" fmla="*/ 2535682 w 2652649"/>
              <a:gd name="connsiteY0" fmla="*/ 0 h 1404302"/>
              <a:gd name="connsiteX1" fmla="*/ 2652649 w 2652649"/>
              <a:gd name="connsiteY1" fmla="*/ 116967 h 1404302"/>
              <a:gd name="connsiteX2" fmla="*/ 2652649 w 2652649"/>
              <a:gd name="connsiteY2" fmla="*/ 1287336 h 1404302"/>
              <a:gd name="connsiteX3" fmla="*/ 2535682 w 2652649"/>
              <a:gd name="connsiteY3" fmla="*/ 1404303 h 1404302"/>
              <a:gd name="connsiteX4" fmla="*/ 116967 w 2652649"/>
              <a:gd name="connsiteY4" fmla="*/ 1404303 h 1404302"/>
              <a:gd name="connsiteX5" fmla="*/ 0 w 2652649"/>
              <a:gd name="connsiteY5" fmla="*/ 1287336 h 1404302"/>
              <a:gd name="connsiteX6" fmla="*/ 0 w 2652649"/>
              <a:gd name="connsiteY6" fmla="*/ 116967 h 1404302"/>
              <a:gd name="connsiteX7" fmla="*/ 116967 w 2652649"/>
              <a:gd name="connsiteY7" fmla="*/ 0 h 1404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52649" h="1404302">
                <a:moveTo>
                  <a:pt x="2535682" y="0"/>
                </a:moveTo>
                <a:cubicBezTo>
                  <a:pt x="2600281" y="0"/>
                  <a:pt x="2652649" y="52368"/>
                  <a:pt x="2652649" y="116967"/>
                </a:cubicBezTo>
                <a:lnTo>
                  <a:pt x="2652649" y="1287336"/>
                </a:lnTo>
                <a:cubicBezTo>
                  <a:pt x="2652649" y="1351935"/>
                  <a:pt x="2600281" y="1404303"/>
                  <a:pt x="2535682" y="1404303"/>
                </a:cubicBezTo>
                <a:lnTo>
                  <a:pt x="116967" y="1404303"/>
                </a:lnTo>
                <a:cubicBezTo>
                  <a:pt x="52368" y="1404303"/>
                  <a:pt x="0" y="1351935"/>
                  <a:pt x="0" y="1287336"/>
                </a:cubicBezTo>
                <a:lnTo>
                  <a:pt x="0" y="116967"/>
                </a:lnTo>
                <a:cubicBezTo>
                  <a:pt x="0" y="52368"/>
                  <a:pt x="52368" y="0"/>
                  <a:pt x="116967" y="0"/>
                </a:cubicBezTo>
                <a:close/>
              </a:path>
            </a:pathLst>
          </a:custGeom>
          <a:noFill/>
          <a:ln w="12700" cap="flat">
            <a:solidFill>
              <a:srgbClr val="FF8300"/>
            </a:solidFill>
            <a:prstDash val="solid"/>
            <a:miter/>
          </a:ln>
        </p:spPr>
        <p:txBody>
          <a:bodyPr lIns="137160" tIns="68580" rIns="137160" bIns="68580" rtlCol="0" anchor="ctr"/>
          <a:lstStyle/>
          <a:p>
            <a:endParaRPr lang="ru-RU"/>
          </a:p>
        </p:txBody>
      </p:sp>
      <p:sp>
        <p:nvSpPr>
          <p:cNvPr id="314" name="Полилиния: фигура 313">
            <a:extLst>
              <a:ext uri="{FF2B5EF4-FFF2-40B4-BE49-F238E27FC236}">
                <a16:creationId xmlns="" xmlns:a16="http://schemas.microsoft.com/office/drawing/2014/main" id="{A724A311-D566-4678-AA36-7CAB54D86274}"/>
              </a:ext>
            </a:extLst>
          </p:cNvPr>
          <p:cNvSpPr/>
          <p:nvPr/>
        </p:nvSpPr>
        <p:spPr>
          <a:xfrm>
            <a:off x="5093113" y="5084255"/>
            <a:ext cx="3978974" cy="2106453"/>
          </a:xfrm>
          <a:custGeom>
            <a:avLst/>
            <a:gdLst>
              <a:gd name="connsiteX0" fmla="*/ 2535682 w 2652649"/>
              <a:gd name="connsiteY0" fmla="*/ 0 h 1404302"/>
              <a:gd name="connsiteX1" fmla="*/ 2652649 w 2652649"/>
              <a:gd name="connsiteY1" fmla="*/ 116967 h 1404302"/>
              <a:gd name="connsiteX2" fmla="*/ 2652649 w 2652649"/>
              <a:gd name="connsiteY2" fmla="*/ 1287336 h 1404302"/>
              <a:gd name="connsiteX3" fmla="*/ 2535682 w 2652649"/>
              <a:gd name="connsiteY3" fmla="*/ 1404303 h 1404302"/>
              <a:gd name="connsiteX4" fmla="*/ 116967 w 2652649"/>
              <a:gd name="connsiteY4" fmla="*/ 1404303 h 1404302"/>
              <a:gd name="connsiteX5" fmla="*/ 0 w 2652649"/>
              <a:gd name="connsiteY5" fmla="*/ 1287336 h 1404302"/>
              <a:gd name="connsiteX6" fmla="*/ 0 w 2652649"/>
              <a:gd name="connsiteY6" fmla="*/ 116967 h 1404302"/>
              <a:gd name="connsiteX7" fmla="*/ 116967 w 2652649"/>
              <a:gd name="connsiteY7" fmla="*/ 0 h 1404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52649" h="1404302">
                <a:moveTo>
                  <a:pt x="2535682" y="0"/>
                </a:moveTo>
                <a:cubicBezTo>
                  <a:pt x="2600281" y="0"/>
                  <a:pt x="2652649" y="52368"/>
                  <a:pt x="2652649" y="116967"/>
                </a:cubicBezTo>
                <a:lnTo>
                  <a:pt x="2652649" y="1287336"/>
                </a:lnTo>
                <a:cubicBezTo>
                  <a:pt x="2652649" y="1351935"/>
                  <a:pt x="2600281" y="1404303"/>
                  <a:pt x="2535682" y="1404303"/>
                </a:cubicBezTo>
                <a:lnTo>
                  <a:pt x="116967" y="1404303"/>
                </a:lnTo>
                <a:cubicBezTo>
                  <a:pt x="52368" y="1404303"/>
                  <a:pt x="0" y="1351935"/>
                  <a:pt x="0" y="1287336"/>
                </a:cubicBezTo>
                <a:lnTo>
                  <a:pt x="0" y="116967"/>
                </a:lnTo>
                <a:cubicBezTo>
                  <a:pt x="0" y="52368"/>
                  <a:pt x="52368" y="0"/>
                  <a:pt x="116967" y="0"/>
                </a:cubicBezTo>
                <a:close/>
              </a:path>
            </a:pathLst>
          </a:custGeom>
          <a:noFill/>
          <a:ln w="12700" cap="flat">
            <a:solidFill>
              <a:srgbClr val="FF8300"/>
            </a:solidFill>
            <a:prstDash val="solid"/>
            <a:miter/>
          </a:ln>
        </p:spPr>
        <p:txBody>
          <a:bodyPr lIns="137160" tIns="68580" rIns="137160" bIns="68580" rtlCol="0" anchor="ctr"/>
          <a:lstStyle/>
          <a:p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870109" y="5084255"/>
            <a:ext cx="3978974" cy="2106453"/>
            <a:chOff x="870109" y="5084255"/>
            <a:chExt cx="3978974" cy="2106453"/>
          </a:xfrm>
        </p:grpSpPr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1453D32E-5ECC-4DA9-A443-52882AE5603C}"/>
                </a:ext>
              </a:extLst>
            </p:cNvPr>
            <p:cNvSpPr txBox="1"/>
            <p:nvPr/>
          </p:nvSpPr>
          <p:spPr>
            <a:xfrm>
              <a:off x="1717167" y="6286119"/>
              <a:ext cx="361702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348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="" xmlns:a16="http://schemas.microsoft.com/office/drawing/2014/main" id="{579E2DD7-484A-4ED3-9D5F-C37D5486E8A1}"/>
                </a:ext>
              </a:extLst>
            </p:cNvPr>
            <p:cNvSpPr txBox="1"/>
            <p:nvPr/>
          </p:nvSpPr>
          <p:spPr>
            <a:xfrm>
              <a:off x="2195036" y="6286119"/>
              <a:ext cx="361702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348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="" xmlns:a16="http://schemas.microsoft.com/office/drawing/2014/main" id="{CDE3800B-79B7-42CD-9746-ED2ECE379A2E}"/>
                </a:ext>
              </a:extLst>
            </p:cNvPr>
            <p:cNvSpPr txBox="1"/>
            <p:nvPr/>
          </p:nvSpPr>
          <p:spPr>
            <a:xfrm>
              <a:off x="3244214" y="6286119"/>
              <a:ext cx="361702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348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="" xmlns:a16="http://schemas.microsoft.com/office/drawing/2014/main" id="{CFD69AC5-B4AC-4D1F-A6BE-A78E32832994}"/>
                </a:ext>
              </a:extLst>
            </p:cNvPr>
            <p:cNvSpPr txBox="1"/>
            <p:nvPr/>
          </p:nvSpPr>
          <p:spPr>
            <a:xfrm>
              <a:off x="4088700" y="6286119"/>
              <a:ext cx="361702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348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 </a:t>
              </a:r>
            </a:p>
          </p:txBody>
        </p:sp>
        <p:sp>
          <p:nvSpPr>
            <p:cNvPr id="315" name="Полилиния: фигура 314">
              <a:extLst>
                <a:ext uri="{FF2B5EF4-FFF2-40B4-BE49-F238E27FC236}">
                  <a16:creationId xmlns="" xmlns:a16="http://schemas.microsoft.com/office/drawing/2014/main" id="{ABE6BF83-99D1-4F62-AC8A-30B2A8F8FDCD}"/>
                </a:ext>
              </a:extLst>
            </p:cNvPr>
            <p:cNvSpPr/>
            <p:nvPr/>
          </p:nvSpPr>
          <p:spPr>
            <a:xfrm>
              <a:off x="870109" y="5084255"/>
              <a:ext cx="3978974" cy="2106453"/>
            </a:xfrm>
            <a:custGeom>
              <a:avLst/>
              <a:gdLst>
                <a:gd name="connsiteX0" fmla="*/ 2535682 w 2652649"/>
                <a:gd name="connsiteY0" fmla="*/ 0 h 1404302"/>
                <a:gd name="connsiteX1" fmla="*/ 2652649 w 2652649"/>
                <a:gd name="connsiteY1" fmla="*/ 116967 h 1404302"/>
                <a:gd name="connsiteX2" fmla="*/ 2652649 w 2652649"/>
                <a:gd name="connsiteY2" fmla="*/ 1287336 h 1404302"/>
                <a:gd name="connsiteX3" fmla="*/ 2535682 w 2652649"/>
                <a:gd name="connsiteY3" fmla="*/ 1404303 h 1404302"/>
                <a:gd name="connsiteX4" fmla="*/ 116967 w 2652649"/>
                <a:gd name="connsiteY4" fmla="*/ 1404303 h 1404302"/>
                <a:gd name="connsiteX5" fmla="*/ 0 w 2652649"/>
                <a:gd name="connsiteY5" fmla="*/ 1287336 h 1404302"/>
                <a:gd name="connsiteX6" fmla="*/ 0 w 2652649"/>
                <a:gd name="connsiteY6" fmla="*/ 116967 h 1404302"/>
                <a:gd name="connsiteX7" fmla="*/ 116967 w 2652649"/>
                <a:gd name="connsiteY7" fmla="*/ 0 h 1404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52649" h="1404302">
                  <a:moveTo>
                    <a:pt x="2535682" y="0"/>
                  </a:moveTo>
                  <a:cubicBezTo>
                    <a:pt x="2600281" y="0"/>
                    <a:pt x="2652649" y="52368"/>
                    <a:pt x="2652649" y="116967"/>
                  </a:cubicBezTo>
                  <a:lnTo>
                    <a:pt x="2652649" y="1287336"/>
                  </a:lnTo>
                  <a:cubicBezTo>
                    <a:pt x="2652649" y="1351935"/>
                    <a:pt x="2600281" y="1404303"/>
                    <a:pt x="2535682" y="1404303"/>
                  </a:cubicBezTo>
                  <a:lnTo>
                    <a:pt x="116967" y="1404303"/>
                  </a:lnTo>
                  <a:cubicBezTo>
                    <a:pt x="52368" y="1404303"/>
                    <a:pt x="0" y="1351935"/>
                    <a:pt x="0" y="1287336"/>
                  </a:cubicBezTo>
                  <a:lnTo>
                    <a:pt x="0" y="116967"/>
                  </a:lnTo>
                  <a:cubicBezTo>
                    <a:pt x="0" y="52368"/>
                    <a:pt x="52368" y="0"/>
                    <a:pt x="116967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lIns="137160" tIns="68580" rIns="137160" bIns="68580" rtlCol="0" anchor="ctr"/>
            <a:lstStyle/>
            <a:p>
              <a:endParaRPr lang="ru-RU"/>
            </a:p>
          </p:txBody>
        </p:sp>
      </p:grpSp>
      <p:grpSp>
        <p:nvGrpSpPr>
          <p:cNvPr id="323" name="Группа 322"/>
          <p:cNvGrpSpPr/>
          <p:nvPr/>
        </p:nvGrpSpPr>
        <p:grpSpPr>
          <a:xfrm>
            <a:off x="9316022" y="7400448"/>
            <a:ext cx="3978974" cy="2106453"/>
            <a:chOff x="9316022" y="7400448"/>
            <a:chExt cx="3978974" cy="2106453"/>
          </a:xfrm>
        </p:grpSpPr>
        <p:sp>
          <p:nvSpPr>
            <p:cNvPr id="232" name="TextBox 231">
              <a:extLst>
                <a:ext uri="{FF2B5EF4-FFF2-40B4-BE49-F238E27FC236}">
                  <a16:creationId xmlns="" xmlns:a16="http://schemas.microsoft.com/office/drawing/2014/main" id="{C9A0E7C2-36EF-4002-94C5-933A8B3AB3CD}"/>
                </a:ext>
              </a:extLst>
            </p:cNvPr>
            <p:cNvSpPr txBox="1"/>
            <p:nvPr/>
          </p:nvSpPr>
          <p:spPr>
            <a:xfrm>
              <a:off x="9551861" y="7483412"/>
              <a:ext cx="2036445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БРЕНДИРО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="" xmlns:a16="http://schemas.microsoft.com/office/drawing/2014/main" id="{DB94B008-80F4-4F75-98E2-A3A363EB7907}"/>
                </a:ext>
              </a:extLst>
            </p:cNvPr>
            <p:cNvSpPr txBox="1"/>
            <p:nvPr/>
          </p:nvSpPr>
          <p:spPr>
            <a:xfrm>
              <a:off x="11297031" y="7483412"/>
              <a:ext cx="483870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 spc="-28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В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="" xmlns:a16="http://schemas.microsoft.com/office/drawing/2014/main" id="{15D48531-D304-4F78-A0BC-2E5BBD6B212B}"/>
                </a:ext>
              </a:extLst>
            </p:cNvPr>
            <p:cNvSpPr txBox="1"/>
            <p:nvPr/>
          </p:nvSpPr>
          <p:spPr>
            <a:xfrm>
              <a:off x="11499152" y="7483412"/>
              <a:ext cx="1160145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АНИЕ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="" xmlns:a16="http://schemas.microsoft.com/office/drawing/2014/main" id="{28DE0A5C-16BA-4B57-A851-54AD3CD4F567}"/>
                </a:ext>
              </a:extLst>
            </p:cNvPr>
            <p:cNvSpPr txBox="1"/>
            <p:nvPr/>
          </p:nvSpPr>
          <p:spPr>
            <a:xfrm>
              <a:off x="9551861" y="7835837"/>
              <a:ext cx="2207895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И РЕКЛАМА</a:t>
              </a:r>
            </a:p>
          </p:txBody>
        </p:sp>
        <p:sp>
          <p:nvSpPr>
            <p:cNvPr id="236" name="TextBox 235">
              <a:extLst>
                <a:ext uri="{FF2B5EF4-FFF2-40B4-BE49-F238E27FC236}">
                  <a16:creationId xmlns="" xmlns:a16="http://schemas.microsoft.com/office/drawing/2014/main" id="{575919C8-6EB1-4DB1-B486-8F70005A3BCB}"/>
                </a:ext>
              </a:extLst>
            </p:cNvPr>
            <p:cNvSpPr txBox="1"/>
            <p:nvPr/>
          </p:nvSpPr>
          <p:spPr>
            <a:xfrm>
              <a:off x="9393078" y="8602313"/>
              <a:ext cx="2141220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Брендирование машин, </a:t>
              </a:r>
            </a:p>
          </p:txBody>
        </p:sp>
        <p:sp>
          <p:nvSpPr>
            <p:cNvPr id="237" name="TextBox 236">
              <a:extLst>
                <a:ext uri="{FF2B5EF4-FFF2-40B4-BE49-F238E27FC236}">
                  <a16:creationId xmlns="" xmlns:a16="http://schemas.microsoft.com/office/drawing/2014/main" id="{69023B5A-800B-4E02-8644-36DD6CF90267}"/>
                </a:ext>
              </a:extLst>
            </p:cNvPr>
            <p:cNvSpPr txBox="1"/>
            <p:nvPr/>
          </p:nvSpPr>
          <p:spPr>
            <a:xfrm>
              <a:off x="11237880" y="8602313"/>
              <a:ext cx="360045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в</a:t>
              </a:r>
            </a:p>
          </p:txBody>
        </p:sp>
        <p:sp>
          <p:nvSpPr>
            <p:cNvPr id="238" name="TextBox 237">
              <a:extLst>
                <a:ext uri="{FF2B5EF4-FFF2-40B4-BE49-F238E27FC236}">
                  <a16:creationId xmlns="" xmlns:a16="http://schemas.microsoft.com/office/drawing/2014/main" id="{9A3C7FFA-7653-4FEB-84F9-4DB3F51CD2D6}"/>
                </a:ext>
              </a:extLst>
            </p:cNvPr>
            <p:cNvSpPr txBox="1"/>
            <p:nvPr/>
          </p:nvSpPr>
          <p:spPr>
            <a:xfrm>
              <a:off x="11321700" y="8602313"/>
              <a:ext cx="350520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-28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х</a:t>
              </a:r>
            </a:p>
          </p:txBody>
        </p:sp>
        <p:sp>
          <p:nvSpPr>
            <p:cNvPr id="239" name="TextBox 238">
              <a:extLst>
                <a:ext uri="{FF2B5EF4-FFF2-40B4-BE49-F238E27FC236}">
                  <a16:creationId xmlns="" xmlns:a16="http://schemas.microsoft.com/office/drawing/2014/main" id="{069FC4D2-9A4B-4897-8089-60EA5BCD02A6}"/>
                </a:ext>
              </a:extLst>
            </p:cNvPr>
            <p:cNvSpPr txBox="1"/>
            <p:nvPr/>
          </p:nvSpPr>
          <p:spPr>
            <a:xfrm>
              <a:off x="11395424" y="8602313"/>
              <a:ext cx="369570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-42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</a:t>
              </a:r>
            </a:p>
          </p:txBody>
        </p:sp>
        <p:sp>
          <p:nvSpPr>
            <p:cNvPr id="240" name="TextBox 239">
              <a:extLst>
                <a:ext uri="{FF2B5EF4-FFF2-40B4-BE49-F238E27FC236}">
                  <a16:creationId xmlns="" xmlns:a16="http://schemas.microsoft.com/office/drawing/2014/main" id="{D8F4FFE1-FDA5-4516-B044-D6C7B5F07320}"/>
                </a:ext>
              </a:extLst>
            </p:cNvPr>
            <p:cNvSpPr txBox="1"/>
            <p:nvPr/>
          </p:nvSpPr>
          <p:spPr>
            <a:xfrm>
              <a:off x="11483722" y="8602313"/>
              <a:ext cx="779144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дных г</a:t>
              </a:r>
            </a:p>
          </p:txBody>
        </p:sp>
        <p:sp>
          <p:nvSpPr>
            <p:cNvPr id="241" name="TextBox 240">
              <a:extLst>
                <a:ext uri="{FF2B5EF4-FFF2-40B4-BE49-F238E27FC236}">
                  <a16:creationId xmlns="" xmlns:a16="http://schemas.microsoft.com/office/drawing/2014/main" id="{439D8E13-E4E7-4944-94ED-23B01B26BBFB}"/>
                </a:ext>
              </a:extLst>
            </p:cNvPr>
            <p:cNvSpPr txBox="1"/>
            <p:nvPr/>
          </p:nvSpPr>
          <p:spPr>
            <a:xfrm>
              <a:off x="11972162" y="8602313"/>
              <a:ext cx="369570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р</a:t>
              </a:r>
            </a:p>
          </p:txBody>
        </p:sp>
        <p:sp>
          <p:nvSpPr>
            <p:cNvPr id="242" name="TextBox 241">
              <a:extLst>
                <a:ext uri="{FF2B5EF4-FFF2-40B4-BE49-F238E27FC236}">
                  <a16:creationId xmlns="" xmlns:a16="http://schemas.microsoft.com/office/drawing/2014/main" id="{92DD24FE-66F9-4D4C-89EB-930D6B23C71A}"/>
                </a:ext>
              </a:extLst>
            </p:cNvPr>
            <p:cNvSpPr txBox="1"/>
            <p:nvPr/>
          </p:nvSpPr>
          <p:spPr>
            <a:xfrm>
              <a:off x="12063794" y="8602313"/>
              <a:ext cx="712470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упп в </a:t>
              </a:r>
            </a:p>
          </p:txBody>
        </p:sp>
        <p:sp>
          <p:nvSpPr>
            <p:cNvPr id="243" name="TextBox 242">
              <a:extLst>
                <a:ext uri="{FF2B5EF4-FFF2-40B4-BE49-F238E27FC236}">
                  <a16:creationId xmlns="" xmlns:a16="http://schemas.microsoft.com/office/drawing/2014/main" id="{F1387C4E-9B54-4C9A-829A-AB88E68C1467}"/>
                </a:ext>
              </a:extLst>
            </p:cNvPr>
            <p:cNvSpPr txBox="1"/>
            <p:nvPr/>
          </p:nvSpPr>
          <p:spPr>
            <a:xfrm>
              <a:off x="12492323" y="8602313"/>
              <a:ext cx="369570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Р</a:t>
              </a:r>
            </a:p>
          </p:txBody>
        </p:sp>
        <p:sp>
          <p:nvSpPr>
            <p:cNvPr id="244" name="TextBox 243">
              <a:extLst>
                <a:ext uri="{FF2B5EF4-FFF2-40B4-BE49-F238E27FC236}">
                  <a16:creationId xmlns="" xmlns:a16="http://schemas.microsoft.com/office/drawing/2014/main" id="{D1369DDE-8CA3-4246-AF37-4BEE9F0FC65D}"/>
                </a:ext>
              </a:extLst>
            </p:cNvPr>
            <p:cNvSpPr txBox="1"/>
            <p:nvPr/>
          </p:nvSpPr>
          <p:spPr>
            <a:xfrm>
              <a:off x="12582333" y="8602313"/>
              <a:ext cx="365165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</a:t>
              </a:r>
            </a:p>
          </p:txBody>
        </p:sp>
        <p:sp>
          <p:nvSpPr>
            <p:cNvPr id="245" name="TextBox 244">
              <a:extLst>
                <a:ext uri="{FF2B5EF4-FFF2-40B4-BE49-F238E27FC236}">
                  <a16:creationId xmlns="" xmlns:a16="http://schemas.microsoft.com/office/drawing/2014/main" id="{F2835719-6ACC-4175-8BBF-6FF32C99151D}"/>
                </a:ext>
              </a:extLst>
            </p:cNvPr>
            <p:cNvSpPr txBox="1"/>
            <p:nvPr/>
          </p:nvSpPr>
          <p:spPr>
            <a:xfrm>
              <a:off x="12668439" y="8602313"/>
              <a:ext cx="360045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-11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</a:t>
              </a:r>
            </a:p>
          </p:txBody>
        </p:sp>
        <p:sp>
          <p:nvSpPr>
            <p:cNvPr id="246" name="TextBox 245">
              <a:extLst>
                <a:ext uri="{FF2B5EF4-FFF2-40B4-BE49-F238E27FC236}">
                  <a16:creationId xmlns="" xmlns:a16="http://schemas.microsoft.com/office/drawing/2014/main" id="{1D919295-9291-44FB-9806-A42324AA0508}"/>
                </a:ext>
              </a:extLst>
            </p:cNvPr>
            <p:cNvSpPr txBox="1"/>
            <p:nvPr/>
          </p:nvSpPr>
          <p:spPr>
            <a:xfrm>
              <a:off x="12739877" y="8602313"/>
              <a:ext cx="360045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, </a:t>
              </a:r>
            </a:p>
          </p:txBody>
        </p:sp>
        <p:sp>
          <p:nvSpPr>
            <p:cNvPr id="247" name="TextBox 246">
              <a:extLst>
                <a:ext uri="{FF2B5EF4-FFF2-40B4-BE49-F238E27FC236}">
                  <a16:creationId xmlns="" xmlns:a16="http://schemas.microsoft.com/office/drawing/2014/main" id="{285D684A-3A3C-4964-8A99-CCE636AC0BB1}"/>
                </a:ext>
              </a:extLst>
            </p:cNvPr>
            <p:cNvSpPr txBox="1"/>
            <p:nvPr/>
          </p:nvSpPr>
          <p:spPr>
            <a:xfrm>
              <a:off x="9393078" y="8779097"/>
              <a:ext cx="1874520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баннерная реклама. </a:t>
              </a:r>
            </a:p>
          </p:txBody>
        </p:sp>
        <p:sp>
          <p:nvSpPr>
            <p:cNvPr id="248" name="TextBox 247">
              <a:extLst>
                <a:ext uri="{FF2B5EF4-FFF2-40B4-BE49-F238E27FC236}">
                  <a16:creationId xmlns="" xmlns:a16="http://schemas.microsoft.com/office/drawing/2014/main" id="{F4F48E72-2E38-4A4C-B532-6B8C07109939}"/>
                </a:ext>
              </a:extLst>
            </p:cNvPr>
            <p:cNvSpPr txBox="1"/>
            <p:nvPr/>
          </p:nvSpPr>
          <p:spPr>
            <a:xfrm>
              <a:off x="10970990" y="8779097"/>
              <a:ext cx="369570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-42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У</a:t>
              </a:r>
            </a:p>
          </p:txBody>
        </p:sp>
        <p:sp>
          <p:nvSpPr>
            <p:cNvPr id="249" name="TextBox 248">
              <a:extLst>
                <a:ext uri="{FF2B5EF4-FFF2-40B4-BE49-F238E27FC236}">
                  <a16:creationId xmlns="" xmlns:a16="http://schemas.microsoft.com/office/drawing/2014/main" id="{F72EFA76-2067-498D-9131-C3CBB0DE7AD5}"/>
                </a:ext>
              </a:extLst>
            </p:cNvPr>
            <p:cNvSpPr txBox="1"/>
            <p:nvPr/>
          </p:nvSpPr>
          <p:spPr>
            <a:xfrm>
              <a:off x="11059191" y="8779097"/>
              <a:ext cx="702945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знава</a:t>
              </a:r>
            </a:p>
          </p:txBody>
        </p:sp>
        <p:sp>
          <p:nvSpPr>
            <p:cNvPr id="250" name="TextBox 249">
              <a:extLst>
                <a:ext uri="{FF2B5EF4-FFF2-40B4-BE49-F238E27FC236}">
                  <a16:creationId xmlns="" xmlns:a16="http://schemas.microsoft.com/office/drawing/2014/main" id="{29F88C65-6ED4-4C0A-B28E-78048643532A}"/>
                </a:ext>
              </a:extLst>
            </p:cNvPr>
            <p:cNvSpPr txBox="1"/>
            <p:nvPr/>
          </p:nvSpPr>
          <p:spPr>
            <a:xfrm>
              <a:off x="11482482" y="8779097"/>
              <a:ext cx="366767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е</a:t>
              </a:r>
            </a:p>
          </p:txBody>
        </p:sp>
        <p:sp>
          <p:nvSpPr>
            <p:cNvPr id="251" name="TextBox 250">
              <a:extLst>
                <a:ext uri="{FF2B5EF4-FFF2-40B4-BE49-F238E27FC236}">
                  <a16:creationId xmlns="" xmlns:a16="http://schemas.microsoft.com/office/drawing/2014/main" id="{F85A0460-CE13-4ECC-8A82-1C45FB061DEC}"/>
                </a:ext>
              </a:extLst>
            </p:cNvPr>
            <p:cNvSpPr txBox="1"/>
            <p:nvPr/>
          </p:nvSpPr>
          <p:spPr>
            <a:xfrm>
              <a:off x="11569350" y="8779097"/>
              <a:ext cx="769620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мость.</a:t>
              </a:r>
            </a:p>
          </p:txBody>
        </p:sp>
        <p:sp>
          <p:nvSpPr>
            <p:cNvPr id="316" name="Полилиния: фигура 315">
              <a:extLst>
                <a:ext uri="{FF2B5EF4-FFF2-40B4-BE49-F238E27FC236}">
                  <a16:creationId xmlns="" xmlns:a16="http://schemas.microsoft.com/office/drawing/2014/main" id="{F0957C6D-6EC3-4A79-B17C-CEC3F3629A0A}"/>
                </a:ext>
              </a:extLst>
            </p:cNvPr>
            <p:cNvSpPr/>
            <p:nvPr/>
          </p:nvSpPr>
          <p:spPr>
            <a:xfrm>
              <a:off x="9316022" y="7400448"/>
              <a:ext cx="3978974" cy="2106453"/>
            </a:xfrm>
            <a:custGeom>
              <a:avLst/>
              <a:gdLst>
                <a:gd name="connsiteX0" fmla="*/ 2535682 w 2652649"/>
                <a:gd name="connsiteY0" fmla="*/ 0 h 1404302"/>
                <a:gd name="connsiteX1" fmla="*/ 2652649 w 2652649"/>
                <a:gd name="connsiteY1" fmla="*/ 116967 h 1404302"/>
                <a:gd name="connsiteX2" fmla="*/ 2652649 w 2652649"/>
                <a:gd name="connsiteY2" fmla="*/ 1287336 h 1404302"/>
                <a:gd name="connsiteX3" fmla="*/ 2535682 w 2652649"/>
                <a:gd name="connsiteY3" fmla="*/ 1404302 h 1404302"/>
                <a:gd name="connsiteX4" fmla="*/ 116967 w 2652649"/>
                <a:gd name="connsiteY4" fmla="*/ 1404302 h 1404302"/>
                <a:gd name="connsiteX5" fmla="*/ 0 w 2652649"/>
                <a:gd name="connsiteY5" fmla="*/ 1287336 h 1404302"/>
                <a:gd name="connsiteX6" fmla="*/ 0 w 2652649"/>
                <a:gd name="connsiteY6" fmla="*/ 116967 h 1404302"/>
                <a:gd name="connsiteX7" fmla="*/ 116967 w 2652649"/>
                <a:gd name="connsiteY7" fmla="*/ 0 h 1404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52649" h="1404302">
                  <a:moveTo>
                    <a:pt x="2535682" y="0"/>
                  </a:moveTo>
                  <a:cubicBezTo>
                    <a:pt x="2600281" y="0"/>
                    <a:pt x="2652649" y="52368"/>
                    <a:pt x="2652649" y="116967"/>
                  </a:cubicBezTo>
                  <a:lnTo>
                    <a:pt x="2652649" y="1287336"/>
                  </a:lnTo>
                  <a:cubicBezTo>
                    <a:pt x="2652649" y="1351935"/>
                    <a:pt x="2600281" y="1404302"/>
                    <a:pt x="2535682" y="1404302"/>
                  </a:cubicBezTo>
                  <a:lnTo>
                    <a:pt x="116967" y="1404302"/>
                  </a:lnTo>
                  <a:cubicBezTo>
                    <a:pt x="52368" y="1404302"/>
                    <a:pt x="0" y="1351935"/>
                    <a:pt x="0" y="1287336"/>
                  </a:cubicBezTo>
                  <a:lnTo>
                    <a:pt x="0" y="116967"/>
                  </a:lnTo>
                  <a:cubicBezTo>
                    <a:pt x="0" y="52368"/>
                    <a:pt x="52368" y="0"/>
                    <a:pt x="116967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lIns="137160" tIns="68580" rIns="137160" bIns="68580" rtlCol="0" anchor="ctr"/>
            <a:lstStyle/>
            <a:p>
              <a:endParaRPr lang="ru-RU"/>
            </a:p>
          </p:txBody>
        </p:sp>
      </p:grpSp>
      <p:grpSp>
        <p:nvGrpSpPr>
          <p:cNvPr id="322" name="Группа 321"/>
          <p:cNvGrpSpPr/>
          <p:nvPr/>
        </p:nvGrpSpPr>
        <p:grpSpPr>
          <a:xfrm>
            <a:off x="5093113" y="7400448"/>
            <a:ext cx="3978974" cy="2106453"/>
            <a:chOff x="5093113" y="7400448"/>
            <a:chExt cx="3978974" cy="2106453"/>
          </a:xfrm>
        </p:grpSpPr>
        <p:sp>
          <p:nvSpPr>
            <p:cNvPr id="196" name="TextBox 195">
              <a:extLst>
                <a:ext uri="{FF2B5EF4-FFF2-40B4-BE49-F238E27FC236}">
                  <a16:creationId xmlns="" xmlns:a16="http://schemas.microsoft.com/office/drawing/2014/main" id="{B3C27CE3-E4EB-47DC-B090-F559DFA06F1A}"/>
                </a:ext>
              </a:extLst>
            </p:cNvPr>
            <p:cNvSpPr txBox="1"/>
            <p:nvPr/>
          </p:nvSpPr>
          <p:spPr>
            <a:xfrm>
              <a:off x="5328951" y="7483412"/>
              <a:ext cx="483870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 spc="-87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К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="" xmlns:a16="http://schemas.microsoft.com/office/drawing/2014/main" id="{6022BFAD-DEBB-48EE-8C94-458B46D7A441}"/>
                </a:ext>
              </a:extLst>
            </p:cNvPr>
            <p:cNvSpPr txBox="1"/>
            <p:nvPr/>
          </p:nvSpPr>
          <p:spPr>
            <a:xfrm>
              <a:off x="5526881" y="7483412"/>
              <a:ext cx="2617469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ОНТЕНТ И DIGI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="" xmlns:a16="http://schemas.microsoft.com/office/drawing/2014/main" id="{C362B678-6D3B-4488-A45D-547C29B70E84}"/>
                </a:ext>
              </a:extLst>
            </p:cNvPr>
            <p:cNvSpPr txBox="1"/>
            <p:nvPr/>
          </p:nvSpPr>
          <p:spPr>
            <a:xfrm>
              <a:off x="7854219" y="7483412"/>
              <a:ext cx="431465" cy="58477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 spc="-233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T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="" xmlns:a16="http://schemas.microsoft.com/office/drawing/2014/main" id="{63F5FA7F-1684-493C-9B12-7FE1DF94971D}"/>
                </a:ext>
              </a:extLst>
            </p:cNvPr>
            <p:cNvSpPr txBox="1"/>
            <p:nvPr/>
          </p:nvSpPr>
          <p:spPr>
            <a:xfrm>
              <a:off x="8007572" y="7483412"/>
              <a:ext cx="655320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AL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="" xmlns:a16="http://schemas.microsoft.com/office/drawing/2014/main" id="{FAA2AAB0-2DE1-461F-B42B-C63130492FC5}"/>
                </a:ext>
              </a:extLst>
            </p:cNvPr>
            <p:cNvSpPr txBox="1"/>
            <p:nvPr/>
          </p:nvSpPr>
          <p:spPr>
            <a:xfrm>
              <a:off x="5170170" y="8602313"/>
              <a:ext cx="426720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М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="" xmlns:a16="http://schemas.microsoft.com/office/drawing/2014/main" id="{F7F5EEB2-D4A6-4E6D-972A-59075F93C909}"/>
                </a:ext>
              </a:extLst>
            </p:cNvPr>
            <p:cNvSpPr txBox="1"/>
            <p:nvPr/>
          </p:nvSpPr>
          <p:spPr>
            <a:xfrm>
              <a:off x="5321235" y="8602313"/>
              <a:ext cx="360045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а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="" xmlns:a16="http://schemas.microsoft.com/office/drawing/2014/main" id="{69F168E3-0EA0-4027-9158-6A5B5331D9F4}"/>
                </a:ext>
              </a:extLst>
            </p:cNvPr>
            <p:cNvSpPr txBox="1"/>
            <p:nvPr/>
          </p:nvSpPr>
          <p:spPr>
            <a:xfrm>
              <a:off x="5405438" y="8602313"/>
              <a:ext cx="345929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="" xmlns:a16="http://schemas.microsoft.com/office/drawing/2014/main" id="{5A69BD93-2D32-4637-9B27-795ABA9A7CA7}"/>
                </a:ext>
              </a:extLst>
            </p:cNvPr>
            <p:cNvSpPr txBox="1"/>
            <p:nvPr/>
          </p:nvSpPr>
          <p:spPr>
            <a:xfrm>
              <a:off x="5472302" y="8602313"/>
              <a:ext cx="1388745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ериалы для со</a:t>
              </a:r>
            </a:p>
          </p:txBody>
        </p:sp>
        <p:sp>
          <p:nvSpPr>
            <p:cNvPr id="204" name="TextBox 203">
              <a:extLst>
                <a:ext uri="{FF2B5EF4-FFF2-40B4-BE49-F238E27FC236}">
                  <a16:creationId xmlns="" xmlns:a16="http://schemas.microsoft.com/office/drawing/2014/main" id="{140EC6C2-3259-4C1B-8382-AFF4AA9B15F8}"/>
                </a:ext>
              </a:extLst>
            </p:cNvPr>
            <p:cNvSpPr txBox="1"/>
            <p:nvPr/>
          </p:nvSpPr>
          <p:spPr>
            <a:xfrm>
              <a:off x="6561677" y="8602313"/>
              <a:ext cx="374783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ц</a:t>
              </a:r>
            </a:p>
          </p:txBody>
        </p:sp>
        <p:sp>
          <p:nvSpPr>
            <p:cNvPr id="205" name="TextBox 204">
              <a:extLst>
                <a:ext uri="{FF2B5EF4-FFF2-40B4-BE49-F238E27FC236}">
                  <a16:creationId xmlns="" xmlns:a16="http://schemas.microsoft.com/office/drawing/2014/main" id="{0F98B46A-543E-42E9-A66C-89A14B1FACF3}"/>
                </a:ext>
              </a:extLst>
            </p:cNvPr>
            <p:cNvSpPr txBox="1"/>
            <p:nvPr/>
          </p:nvSpPr>
          <p:spPr>
            <a:xfrm>
              <a:off x="6655593" y="8602313"/>
              <a:ext cx="350520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с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="" xmlns:a16="http://schemas.microsoft.com/office/drawing/2014/main" id="{5256469C-5701-4B22-9ADB-CEC72473A0E4}"/>
                </a:ext>
              </a:extLst>
            </p:cNvPr>
            <p:cNvSpPr txBox="1"/>
            <p:nvPr/>
          </p:nvSpPr>
          <p:spPr>
            <a:xfrm>
              <a:off x="6730365" y="8602313"/>
              <a:ext cx="366767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е</a:t>
              </a:r>
            </a:p>
          </p:txBody>
        </p:sp>
        <p:sp>
          <p:nvSpPr>
            <p:cNvPr id="207" name="TextBox 206">
              <a:extLst>
                <a:ext uri="{FF2B5EF4-FFF2-40B4-BE49-F238E27FC236}">
                  <a16:creationId xmlns="" xmlns:a16="http://schemas.microsoft.com/office/drawing/2014/main" id="{CF876FE1-941A-491C-958C-84C96C77B9B0}"/>
                </a:ext>
              </a:extLst>
            </p:cNvPr>
            <p:cNvSpPr txBox="1"/>
            <p:nvPr/>
          </p:nvSpPr>
          <p:spPr>
            <a:xfrm>
              <a:off x="6817614" y="8602313"/>
              <a:ext cx="345929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</a:t>
              </a:r>
            </a:p>
          </p:txBody>
        </p:sp>
        <p:sp>
          <p:nvSpPr>
            <p:cNvPr id="208" name="TextBox 207">
              <a:extLst>
                <a:ext uri="{FF2B5EF4-FFF2-40B4-BE49-F238E27FC236}">
                  <a16:creationId xmlns="" xmlns:a16="http://schemas.microsoft.com/office/drawing/2014/main" id="{0EBC3ADA-2B5C-4130-8686-65C7B3942525}"/>
                </a:ext>
              </a:extLst>
            </p:cNvPr>
            <p:cNvSpPr txBox="1"/>
            <p:nvPr/>
          </p:nvSpPr>
          <p:spPr>
            <a:xfrm>
              <a:off x="6884478" y="8602313"/>
              <a:ext cx="733855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ей, ви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="" xmlns:a16="http://schemas.microsoft.com/office/drawing/2014/main" id="{61396354-4000-4497-8704-FC0D8C5A39BE}"/>
                </a:ext>
              </a:extLst>
            </p:cNvPr>
            <p:cNvSpPr txBox="1"/>
            <p:nvPr/>
          </p:nvSpPr>
          <p:spPr>
            <a:xfrm>
              <a:off x="7332249" y="8602313"/>
              <a:ext cx="379095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д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="" xmlns:a16="http://schemas.microsoft.com/office/drawing/2014/main" id="{4C3C5790-3A9D-42A2-B577-383E50AA6B6F}"/>
                </a:ext>
              </a:extLst>
            </p:cNvPr>
            <p:cNvSpPr txBox="1"/>
            <p:nvPr/>
          </p:nvSpPr>
          <p:spPr>
            <a:xfrm>
              <a:off x="7429214" y="8602313"/>
              <a:ext cx="799578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еоинст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="" xmlns:a16="http://schemas.microsoft.com/office/drawing/2014/main" id="{5DF241B1-5282-49AA-A1F6-3DE297F801D4}"/>
                </a:ext>
              </a:extLst>
            </p:cNvPr>
            <p:cNvSpPr txBox="1"/>
            <p:nvPr/>
          </p:nvSpPr>
          <p:spPr>
            <a:xfrm>
              <a:off x="7943564" y="8602313"/>
              <a:ext cx="369570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р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="" xmlns:a16="http://schemas.microsoft.com/office/drawing/2014/main" id="{586A6BDC-D69F-430F-8999-6D2C61EFFB4E}"/>
                </a:ext>
              </a:extLst>
            </p:cNvPr>
            <p:cNvSpPr txBox="1"/>
            <p:nvPr/>
          </p:nvSpPr>
          <p:spPr>
            <a:xfrm>
              <a:off x="8035098" y="8602313"/>
              <a:ext cx="817245" cy="3562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укции, 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="" xmlns:a16="http://schemas.microsoft.com/office/drawing/2014/main" id="{3C782CB8-F753-4985-9523-16C8D480875A}"/>
                </a:ext>
              </a:extLst>
            </p:cNvPr>
            <p:cNvSpPr txBox="1"/>
            <p:nvPr/>
          </p:nvSpPr>
          <p:spPr>
            <a:xfrm>
              <a:off x="5170170" y="8779097"/>
              <a:ext cx="388620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ф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="" xmlns:a16="http://schemas.microsoft.com/office/drawing/2014/main" id="{C5C88EF3-9793-49DE-87F2-8FBB80F76B5F}"/>
                </a:ext>
              </a:extLst>
            </p:cNvPr>
            <p:cNvSpPr txBox="1"/>
            <p:nvPr/>
          </p:nvSpPr>
          <p:spPr>
            <a:xfrm>
              <a:off x="5280468" y="8779097"/>
              <a:ext cx="369570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</a:t>
              </a:r>
            </a:p>
          </p:txBody>
        </p:sp>
        <p:sp>
          <p:nvSpPr>
            <p:cNvPr id="215" name="TextBox 214">
              <a:extLst>
                <a:ext uri="{FF2B5EF4-FFF2-40B4-BE49-F238E27FC236}">
                  <a16:creationId xmlns="" xmlns:a16="http://schemas.microsoft.com/office/drawing/2014/main" id="{55A8BB7D-EB69-4002-BFB1-BCB9E0C6F2F7}"/>
                </a:ext>
              </a:extLst>
            </p:cNvPr>
            <p:cNvSpPr txBox="1"/>
            <p:nvPr/>
          </p:nvSpPr>
          <p:spPr>
            <a:xfrm>
              <a:off x="5372385" y="8779097"/>
              <a:ext cx="340995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-1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="" xmlns:a16="http://schemas.microsoft.com/office/drawing/2014/main" id="{B2E2B3F6-A36D-426E-9EE7-05A1D9CEA20F}"/>
                </a:ext>
              </a:extLst>
            </p:cNvPr>
            <p:cNvSpPr txBox="1"/>
            <p:nvPr/>
          </p:nvSpPr>
          <p:spPr>
            <a:xfrm>
              <a:off x="5438776" y="8779097"/>
              <a:ext cx="1341119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 выкрасов. П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="" xmlns:a16="http://schemas.microsoft.com/office/drawing/2014/main" id="{CC1FDB71-53E1-44EE-B7C8-7987CE894222}"/>
                </a:ext>
              </a:extLst>
            </p:cNvPr>
            <p:cNvSpPr txBox="1"/>
            <p:nvPr/>
          </p:nvSpPr>
          <p:spPr>
            <a:xfrm>
              <a:off x="6480905" y="8779097"/>
              <a:ext cx="369570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-42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о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="" xmlns:a16="http://schemas.microsoft.com/office/drawing/2014/main" id="{A6107045-D8AF-4688-9CE4-528E5667292A}"/>
                </a:ext>
              </a:extLst>
            </p:cNvPr>
            <p:cNvSpPr txBox="1"/>
            <p:nvPr/>
          </p:nvSpPr>
          <p:spPr>
            <a:xfrm>
              <a:off x="6569106" y="8779097"/>
              <a:ext cx="379095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28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д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="" xmlns:a16="http://schemas.microsoft.com/office/drawing/2014/main" id="{E626CE6D-0A84-4D42-AC90-2F252C4822FA}"/>
                </a:ext>
              </a:extLst>
            </p:cNvPr>
            <p:cNvSpPr txBox="1"/>
            <p:nvPr/>
          </p:nvSpPr>
          <p:spPr>
            <a:xfrm>
              <a:off x="6671882" y="8779097"/>
              <a:ext cx="379095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д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="" xmlns:a16="http://schemas.microsoft.com/office/drawing/2014/main" id="{4CC5B6E2-B746-4CAB-95AE-7805E1C63EA3}"/>
                </a:ext>
              </a:extLst>
            </p:cNvPr>
            <p:cNvSpPr txBox="1"/>
            <p:nvPr/>
          </p:nvSpPr>
          <p:spPr>
            <a:xfrm>
              <a:off x="6768845" y="8779097"/>
              <a:ext cx="366767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е</a:t>
              </a:r>
            </a:p>
          </p:txBody>
        </p:sp>
        <p:sp>
          <p:nvSpPr>
            <p:cNvPr id="221" name="TextBox 220">
              <a:extLst>
                <a:ext uri="{FF2B5EF4-FFF2-40B4-BE49-F238E27FC236}">
                  <a16:creationId xmlns="" xmlns:a16="http://schemas.microsoft.com/office/drawing/2014/main" id="{1D201F9D-9B07-460D-A7F3-9DD93026D1AF}"/>
                </a:ext>
              </a:extLst>
            </p:cNvPr>
            <p:cNvSpPr txBox="1"/>
            <p:nvPr/>
          </p:nvSpPr>
          <p:spPr>
            <a:xfrm>
              <a:off x="6856761" y="8779097"/>
              <a:ext cx="369570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р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="" xmlns:a16="http://schemas.microsoft.com/office/drawing/2014/main" id="{D71E0676-D1DC-4EA0-A4F7-C5B856619A1A}"/>
                </a:ext>
              </a:extLst>
            </p:cNvPr>
            <p:cNvSpPr txBox="1"/>
            <p:nvPr/>
          </p:nvSpPr>
          <p:spPr>
            <a:xfrm>
              <a:off x="6948678" y="8779097"/>
              <a:ext cx="398145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ж</a:t>
              </a:r>
            </a:p>
          </p:txBody>
        </p:sp>
        <p:sp>
          <p:nvSpPr>
            <p:cNvPr id="223" name="TextBox 222">
              <a:extLst>
                <a:ext uri="{FF2B5EF4-FFF2-40B4-BE49-F238E27FC236}">
                  <a16:creationId xmlns="" xmlns:a16="http://schemas.microsoft.com/office/drawing/2014/main" id="{F950CE5B-179C-4F12-863F-43F949A187B8}"/>
                </a:ext>
              </a:extLst>
            </p:cNvPr>
            <p:cNvSpPr txBox="1"/>
            <p:nvPr/>
          </p:nvSpPr>
          <p:spPr>
            <a:xfrm>
              <a:off x="7070502" y="8779097"/>
              <a:ext cx="360045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-14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к</a:t>
              </a:r>
            </a:p>
          </p:txBody>
        </p:sp>
        <p:sp>
          <p:nvSpPr>
            <p:cNvPr id="224" name="TextBox 223">
              <a:extLst>
                <a:ext uri="{FF2B5EF4-FFF2-40B4-BE49-F238E27FC236}">
                  <a16:creationId xmlns="" xmlns:a16="http://schemas.microsoft.com/office/drawing/2014/main" id="{5CCA7B22-2A48-4F00-88CF-B70555A2B863}"/>
                </a:ext>
              </a:extLst>
            </p:cNvPr>
            <p:cNvSpPr txBox="1"/>
            <p:nvPr/>
          </p:nvSpPr>
          <p:spPr>
            <a:xfrm>
              <a:off x="7149844" y="8779097"/>
              <a:ext cx="597599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а ин</a:t>
              </a:r>
            </a:p>
          </p:txBody>
        </p:sp>
        <p:sp>
          <p:nvSpPr>
            <p:cNvPr id="225" name="TextBox 224">
              <a:extLst>
                <a:ext uri="{FF2B5EF4-FFF2-40B4-BE49-F238E27FC236}">
                  <a16:creationId xmlns="" xmlns:a16="http://schemas.microsoft.com/office/drawing/2014/main" id="{B315A279-040C-4344-A5A5-CC607F1336C3}"/>
                </a:ext>
              </a:extLst>
            </p:cNvPr>
            <p:cNvSpPr txBox="1"/>
            <p:nvPr/>
          </p:nvSpPr>
          <p:spPr>
            <a:xfrm>
              <a:off x="7464456" y="8779097"/>
              <a:ext cx="345929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="" xmlns:a16="http://schemas.microsoft.com/office/drawing/2014/main" id="{709C3D29-F354-469E-8403-646A89E36633}"/>
                </a:ext>
              </a:extLst>
            </p:cNvPr>
            <p:cNvSpPr txBox="1"/>
            <p:nvPr/>
          </p:nvSpPr>
          <p:spPr>
            <a:xfrm>
              <a:off x="7531416" y="8779097"/>
              <a:ext cx="557525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dirty="0" err="1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ерн</a:t>
              </a:r>
              <a:endPara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rtl val="0"/>
              </a:endParaRPr>
            </a:p>
          </p:txBody>
        </p:sp>
        <p:sp>
          <p:nvSpPr>
            <p:cNvPr id="227" name="TextBox 226">
              <a:extLst>
                <a:ext uri="{FF2B5EF4-FFF2-40B4-BE49-F238E27FC236}">
                  <a16:creationId xmlns="" xmlns:a16="http://schemas.microsoft.com/office/drawing/2014/main" id="{0917C789-943C-4066-A46C-C4912A8ACA91}"/>
                </a:ext>
              </a:extLst>
            </p:cNvPr>
            <p:cNvSpPr txBox="1"/>
            <p:nvPr/>
          </p:nvSpPr>
          <p:spPr>
            <a:xfrm>
              <a:off x="7806689" y="8779097"/>
              <a:ext cx="366767" cy="353943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е</a:t>
              </a:r>
            </a:p>
          </p:txBody>
        </p:sp>
        <p:sp>
          <p:nvSpPr>
            <p:cNvPr id="228" name="TextBox 227">
              <a:extLst>
                <a:ext uri="{FF2B5EF4-FFF2-40B4-BE49-F238E27FC236}">
                  <a16:creationId xmlns="" xmlns:a16="http://schemas.microsoft.com/office/drawing/2014/main" id="{30AFE5FA-1CC7-4A50-9FE0-EC06CD2B1DCC}"/>
                </a:ext>
              </a:extLst>
            </p:cNvPr>
            <p:cNvSpPr txBox="1"/>
            <p:nvPr/>
          </p:nvSpPr>
          <p:spPr>
            <a:xfrm>
              <a:off x="7893938" y="8779097"/>
              <a:ext cx="340995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 spc="-28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</a:t>
              </a:r>
            </a:p>
          </p:txBody>
        </p:sp>
        <p:sp>
          <p:nvSpPr>
            <p:cNvPr id="229" name="TextBox 228">
              <a:extLst>
                <a:ext uri="{FF2B5EF4-FFF2-40B4-BE49-F238E27FC236}">
                  <a16:creationId xmlns="" xmlns:a16="http://schemas.microsoft.com/office/drawing/2014/main" id="{218446ED-9194-4FFC-B304-2DF7BF47EA2D}"/>
                </a:ext>
              </a:extLst>
            </p:cNvPr>
            <p:cNvSpPr txBox="1"/>
            <p:nvPr/>
          </p:nvSpPr>
          <p:spPr>
            <a:xfrm>
              <a:off x="7958898" y="8779097"/>
              <a:ext cx="541020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-ма</a:t>
              </a:r>
            </a:p>
          </p:txBody>
        </p:sp>
        <p:sp>
          <p:nvSpPr>
            <p:cNvPr id="230" name="TextBox 229">
              <a:extLst>
                <a:ext uri="{FF2B5EF4-FFF2-40B4-BE49-F238E27FC236}">
                  <a16:creationId xmlns="" xmlns:a16="http://schemas.microsoft.com/office/drawing/2014/main" id="{3287B130-F252-4449-866B-CDCC9642E3B8}"/>
                </a:ext>
              </a:extLst>
            </p:cNvPr>
            <p:cNvSpPr txBox="1"/>
            <p:nvPr/>
          </p:nvSpPr>
          <p:spPr>
            <a:xfrm>
              <a:off x="8217216" y="8779097"/>
              <a:ext cx="340995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г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="" xmlns:a16="http://schemas.microsoft.com/office/drawing/2014/main" id="{7C481920-D356-4995-8595-85A0EB8E1AC5}"/>
                </a:ext>
              </a:extLst>
            </p:cNvPr>
            <p:cNvSpPr txBox="1"/>
            <p:nvPr/>
          </p:nvSpPr>
          <p:spPr>
            <a:xfrm>
              <a:off x="8277701" y="8779097"/>
              <a:ext cx="760095" cy="356234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1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азина.</a:t>
              </a:r>
            </a:p>
          </p:txBody>
        </p:sp>
        <p:sp>
          <p:nvSpPr>
            <p:cNvPr id="317" name="Полилиния: фигура 316">
              <a:extLst>
                <a:ext uri="{FF2B5EF4-FFF2-40B4-BE49-F238E27FC236}">
                  <a16:creationId xmlns="" xmlns:a16="http://schemas.microsoft.com/office/drawing/2014/main" id="{2298CCEE-0219-4BF8-A8F6-0B31070B8175}"/>
                </a:ext>
              </a:extLst>
            </p:cNvPr>
            <p:cNvSpPr/>
            <p:nvPr/>
          </p:nvSpPr>
          <p:spPr>
            <a:xfrm>
              <a:off x="5093113" y="7400448"/>
              <a:ext cx="3978974" cy="2106453"/>
            </a:xfrm>
            <a:custGeom>
              <a:avLst/>
              <a:gdLst>
                <a:gd name="connsiteX0" fmla="*/ 2535682 w 2652649"/>
                <a:gd name="connsiteY0" fmla="*/ 0 h 1404302"/>
                <a:gd name="connsiteX1" fmla="*/ 2652649 w 2652649"/>
                <a:gd name="connsiteY1" fmla="*/ 116967 h 1404302"/>
                <a:gd name="connsiteX2" fmla="*/ 2652649 w 2652649"/>
                <a:gd name="connsiteY2" fmla="*/ 1287336 h 1404302"/>
                <a:gd name="connsiteX3" fmla="*/ 2535682 w 2652649"/>
                <a:gd name="connsiteY3" fmla="*/ 1404302 h 1404302"/>
                <a:gd name="connsiteX4" fmla="*/ 116967 w 2652649"/>
                <a:gd name="connsiteY4" fmla="*/ 1404302 h 1404302"/>
                <a:gd name="connsiteX5" fmla="*/ 0 w 2652649"/>
                <a:gd name="connsiteY5" fmla="*/ 1287336 h 1404302"/>
                <a:gd name="connsiteX6" fmla="*/ 0 w 2652649"/>
                <a:gd name="connsiteY6" fmla="*/ 116967 h 1404302"/>
                <a:gd name="connsiteX7" fmla="*/ 116967 w 2652649"/>
                <a:gd name="connsiteY7" fmla="*/ 0 h 1404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52649" h="1404302">
                  <a:moveTo>
                    <a:pt x="2535682" y="0"/>
                  </a:moveTo>
                  <a:cubicBezTo>
                    <a:pt x="2600281" y="0"/>
                    <a:pt x="2652649" y="52368"/>
                    <a:pt x="2652649" y="116967"/>
                  </a:cubicBezTo>
                  <a:lnTo>
                    <a:pt x="2652649" y="1287336"/>
                  </a:lnTo>
                  <a:cubicBezTo>
                    <a:pt x="2652649" y="1351935"/>
                    <a:pt x="2600281" y="1404302"/>
                    <a:pt x="2535682" y="1404302"/>
                  </a:cubicBezTo>
                  <a:lnTo>
                    <a:pt x="116967" y="1404302"/>
                  </a:lnTo>
                  <a:cubicBezTo>
                    <a:pt x="52368" y="1404302"/>
                    <a:pt x="0" y="1351935"/>
                    <a:pt x="0" y="1287336"/>
                  </a:cubicBezTo>
                  <a:lnTo>
                    <a:pt x="0" y="116967"/>
                  </a:lnTo>
                  <a:cubicBezTo>
                    <a:pt x="0" y="52368"/>
                    <a:pt x="52368" y="0"/>
                    <a:pt x="116967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lIns="137160" tIns="68580" rIns="137160" bIns="68580" rtlCol="0" anchor="ctr"/>
            <a:lstStyle/>
            <a:p>
              <a:endParaRPr lang="ru-RU"/>
            </a:p>
          </p:txBody>
        </p:sp>
      </p:grpSp>
      <p:grpSp>
        <p:nvGrpSpPr>
          <p:cNvPr id="321" name="Группа 320"/>
          <p:cNvGrpSpPr/>
          <p:nvPr/>
        </p:nvGrpSpPr>
        <p:grpSpPr>
          <a:xfrm>
            <a:off x="870109" y="7400448"/>
            <a:ext cx="3978974" cy="2106453"/>
            <a:chOff x="870109" y="7400448"/>
            <a:chExt cx="3978974" cy="2106453"/>
          </a:xfrm>
        </p:grpSpPr>
        <p:sp>
          <p:nvSpPr>
            <p:cNvPr id="166" name="TextBox 165">
              <a:extLst>
                <a:ext uri="{FF2B5EF4-FFF2-40B4-BE49-F238E27FC236}">
                  <a16:creationId xmlns="" xmlns:a16="http://schemas.microsoft.com/office/drawing/2014/main" id="{D0413974-754D-4601-96D3-5DCBF6B40E03}"/>
                </a:ext>
              </a:extLst>
            </p:cNvPr>
            <p:cNvSpPr txBox="1"/>
            <p:nvPr/>
          </p:nvSpPr>
          <p:spPr>
            <a:xfrm>
              <a:off x="1105947" y="7483412"/>
              <a:ext cx="721995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PO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="" xmlns:a16="http://schemas.microsoft.com/office/drawing/2014/main" id="{234BE674-95A9-4836-BC7C-EB8808592B89}"/>
                </a:ext>
              </a:extLst>
            </p:cNvPr>
            <p:cNvSpPr txBox="1"/>
            <p:nvPr/>
          </p:nvSpPr>
          <p:spPr>
            <a:xfrm>
              <a:off x="1550955" y="7483412"/>
              <a:ext cx="453329" cy="58477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S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="" xmlns:a16="http://schemas.microsoft.com/office/drawing/2014/main" id="{C710BA10-02E4-4599-82D3-0EECCC051992}"/>
                </a:ext>
              </a:extLst>
            </p:cNvPr>
            <p:cNvSpPr txBox="1"/>
            <p:nvPr/>
          </p:nvSpPr>
          <p:spPr>
            <a:xfrm>
              <a:off x="1723548" y="7483412"/>
              <a:ext cx="712470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-М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="" xmlns:a16="http://schemas.microsoft.com/office/drawing/2014/main" id="{3E682EA0-2679-4170-9B1A-3243E34589F7}"/>
                </a:ext>
              </a:extLst>
            </p:cNvPr>
            <p:cNvSpPr txBox="1"/>
            <p:nvPr/>
          </p:nvSpPr>
          <p:spPr>
            <a:xfrm>
              <a:off x="2158079" y="7483412"/>
              <a:ext cx="476990" cy="58477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 spc="-203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А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="" xmlns:a16="http://schemas.microsoft.com/office/drawing/2014/main" id="{EDAC0522-6C12-45C8-96D3-6342B9C8657B}"/>
                </a:ext>
              </a:extLst>
            </p:cNvPr>
            <p:cNvSpPr txBox="1"/>
            <p:nvPr/>
          </p:nvSpPr>
          <p:spPr>
            <a:xfrm>
              <a:off x="2356009" y="7483412"/>
              <a:ext cx="1836419" cy="584835"/>
            </a:xfrm>
            <a:prstGeom prst="rect">
              <a:avLst/>
            </a:prstGeom>
            <a:noFill/>
          </p:spPr>
          <p:txBody>
            <a:bodyPr wrap="none" lIns="137160" tIns="68580" rIns="137160" bIns="68580" rtlCol="0">
              <a:spAutoFit/>
            </a:bodyPr>
            <a:lstStyle/>
            <a:p>
              <a:pPr algn="l"/>
              <a:r>
                <a:rPr lang="ru-RU" sz="2900" b="1">
                  <a:solidFill>
                    <a:srgbClr val="FF8300"/>
                  </a:solidFill>
                  <a:latin typeface="Calibri"/>
                  <a:ea typeface="Calibri"/>
                  <a:cs typeface="Calibri"/>
                  <a:sym typeface="Calibri"/>
                  <a:rtl val="0"/>
                </a:rPr>
                <a:t>ТЕРИАЛЫ</a:t>
              </a:r>
            </a:p>
          </p:txBody>
        </p:sp>
        <p:sp>
          <p:nvSpPr>
            <p:cNvPr id="318" name="Полилиния: фигура 317">
              <a:extLst>
                <a:ext uri="{FF2B5EF4-FFF2-40B4-BE49-F238E27FC236}">
                  <a16:creationId xmlns="" xmlns:a16="http://schemas.microsoft.com/office/drawing/2014/main" id="{E1B152BE-A4C3-481D-BD3F-D376D6633220}"/>
                </a:ext>
              </a:extLst>
            </p:cNvPr>
            <p:cNvSpPr/>
            <p:nvPr/>
          </p:nvSpPr>
          <p:spPr>
            <a:xfrm>
              <a:off x="870109" y="7400448"/>
              <a:ext cx="3978974" cy="2106453"/>
            </a:xfrm>
            <a:custGeom>
              <a:avLst/>
              <a:gdLst>
                <a:gd name="connsiteX0" fmla="*/ 2535682 w 2652649"/>
                <a:gd name="connsiteY0" fmla="*/ 0 h 1404302"/>
                <a:gd name="connsiteX1" fmla="*/ 2652649 w 2652649"/>
                <a:gd name="connsiteY1" fmla="*/ 116967 h 1404302"/>
                <a:gd name="connsiteX2" fmla="*/ 2652649 w 2652649"/>
                <a:gd name="connsiteY2" fmla="*/ 1287336 h 1404302"/>
                <a:gd name="connsiteX3" fmla="*/ 2535682 w 2652649"/>
                <a:gd name="connsiteY3" fmla="*/ 1404302 h 1404302"/>
                <a:gd name="connsiteX4" fmla="*/ 116967 w 2652649"/>
                <a:gd name="connsiteY4" fmla="*/ 1404302 h 1404302"/>
                <a:gd name="connsiteX5" fmla="*/ 0 w 2652649"/>
                <a:gd name="connsiteY5" fmla="*/ 1287336 h 1404302"/>
                <a:gd name="connsiteX6" fmla="*/ 0 w 2652649"/>
                <a:gd name="connsiteY6" fmla="*/ 116967 h 1404302"/>
                <a:gd name="connsiteX7" fmla="*/ 116967 w 2652649"/>
                <a:gd name="connsiteY7" fmla="*/ 0 h 1404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52649" h="1404302">
                  <a:moveTo>
                    <a:pt x="2535682" y="0"/>
                  </a:moveTo>
                  <a:cubicBezTo>
                    <a:pt x="2600281" y="0"/>
                    <a:pt x="2652649" y="52368"/>
                    <a:pt x="2652649" y="116967"/>
                  </a:cubicBezTo>
                  <a:lnTo>
                    <a:pt x="2652649" y="1287336"/>
                  </a:lnTo>
                  <a:cubicBezTo>
                    <a:pt x="2652649" y="1351935"/>
                    <a:pt x="2600281" y="1404302"/>
                    <a:pt x="2535682" y="1404302"/>
                  </a:cubicBezTo>
                  <a:lnTo>
                    <a:pt x="116967" y="1404302"/>
                  </a:lnTo>
                  <a:cubicBezTo>
                    <a:pt x="52368" y="1404302"/>
                    <a:pt x="0" y="1351935"/>
                    <a:pt x="0" y="1287336"/>
                  </a:cubicBezTo>
                  <a:lnTo>
                    <a:pt x="0" y="116967"/>
                  </a:lnTo>
                  <a:cubicBezTo>
                    <a:pt x="0" y="52368"/>
                    <a:pt x="52368" y="0"/>
                    <a:pt x="116967" y="0"/>
                  </a:cubicBezTo>
                  <a:close/>
                </a:path>
              </a:pathLst>
            </a:custGeom>
            <a:noFill/>
            <a:ln w="12700" cap="flat">
              <a:solidFill>
                <a:srgbClr val="FF8300"/>
              </a:solidFill>
              <a:prstDash val="solid"/>
              <a:miter/>
            </a:ln>
          </p:spPr>
          <p:txBody>
            <a:bodyPr lIns="137160" tIns="68580" rIns="137160" bIns="68580" rtlCol="0" anchor="ctr"/>
            <a:lstStyle/>
            <a:p>
              <a:endParaRPr lang="ru-RU"/>
            </a:p>
          </p:txBody>
        </p:sp>
      </p:grpSp>
      <p:pic>
        <p:nvPicPr>
          <p:cNvPr id="325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8445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6" name="Объект 90">
            <a:extLst>
              <a:ext uri="{FF2B5EF4-FFF2-40B4-BE49-F238E27FC236}">
                <a16:creationId xmlns:a16="http://schemas.microsoft.com/office/drawing/2014/main" xmlns="" id="{2597C0FB-F8F0-43F5-80DE-06AD191337A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22138924"/>
              </p:ext>
            </p:extLst>
          </p:nvPr>
        </p:nvGraphicFramePr>
        <p:xfrm>
          <a:off x="14295438" y="6350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962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6350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411896" y="2802305"/>
            <a:ext cx="367743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b="1" dirty="0" smtClean="0">
                <a:solidFill>
                  <a:srgbClr val="FF8300"/>
                </a:solidFill>
                <a:latin typeface="Calibri"/>
                <a:ea typeface="Calibri"/>
                <a:cs typeface="Calibri"/>
                <a:rtl val="0"/>
              </a:rPr>
              <a:t>ОТСРОЧКА ПЛАТЕЖА</a:t>
            </a:r>
            <a:endParaRPr lang="ru-RU" sz="2900" b="1" dirty="0">
              <a:solidFill>
                <a:srgbClr val="FF83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252" name="TextBox 251"/>
          <p:cNvSpPr txBox="1"/>
          <p:nvPr/>
        </p:nvSpPr>
        <p:spPr>
          <a:xfrm>
            <a:off x="5228709" y="6270543"/>
            <a:ext cx="27235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Бонусная продукция </a:t>
            </a:r>
            <a:r>
              <a:rPr lang="ru-RU" sz="14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бесплатно. </a:t>
            </a:r>
          </a:p>
          <a:p>
            <a:r>
              <a:rPr lang="ru-RU" sz="14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Стимулирует  увеличение заказа.</a:t>
            </a:r>
            <a:endParaRPr lang="ru-RU" sz="1400" dirty="0">
              <a:solidFill>
                <a:srgbClr val="0000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253" name="TextBox 252"/>
          <p:cNvSpPr txBox="1"/>
          <p:nvPr/>
        </p:nvSpPr>
        <p:spPr>
          <a:xfrm>
            <a:off x="960051" y="8596179"/>
            <a:ext cx="350762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 err="1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Выкрасы</a:t>
            </a:r>
            <a:r>
              <a: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, каталоги, </a:t>
            </a:r>
            <a:r>
              <a:rPr lang="ru-RU" sz="1400" dirty="0" err="1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шелфтокеры</a:t>
            </a:r>
            <a:r>
              <a: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, </a:t>
            </a:r>
            <a:r>
              <a:rPr lang="ru-RU" sz="1400" dirty="0" err="1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воблеры</a:t>
            </a:r>
            <a:r>
              <a: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, </a:t>
            </a:r>
            <a:endParaRPr lang="ru-RU" sz="1400" dirty="0" smtClean="0">
              <a:solidFill>
                <a:srgbClr val="000000"/>
              </a:solidFill>
              <a:latin typeface="Calibri"/>
              <a:ea typeface="Calibri"/>
              <a:cs typeface="Calibri"/>
              <a:rtl val="0"/>
            </a:endParaRPr>
          </a:p>
          <a:p>
            <a:r>
              <a:rPr lang="ru-RU" sz="1400" dirty="0" err="1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ценникодержатели</a:t>
            </a:r>
            <a:r>
              <a: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, </a:t>
            </a:r>
            <a:r>
              <a:rPr lang="ru-RU" sz="1400" dirty="0" err="1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планограммы</a:t>
            </a:r>
            <a:r>
              <a: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, </a:t>
            </a:r>
            <a:endParaRPr lang="ru-RU" sz="1400" dirty="0" smtClean="0">
              <a:solidFill>
                <a:srgbClr val="000000"/>
              </a:solidFill>
              <a:latin typeface="Calibri"/>
              <a:ea typeface="Calibri"/>
              <a:cs typeface="Calibri"/>
              <a:rtl val="0"/>
            </a:endParaRPr>
          </a:p>
          <a:p>
            <a:r>
              <a:rPr lang="ru-RU" sz="14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баннеры </a:t>
            </a:r>
            <a:r>
              <a:rPr lang="ru-RU" sz="1400" dirty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– бесплатно.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119" y="3773861"/>
            <a:ext cx="35681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Конкурсы и премии для ТП </a:t>
            </a:r>
            <a:endParaRPr lang="en-US" sz="1600" dirty="0" smtClean="0"/>
          </a:p>
          <a:p>
            <a:r>
              <a:rPr lang="ru-RU" sz="1600" dirty="0" smtClean="0"/>
              <a:t>дистрибьютора за активные продажи. </a:t>
            </a:r>
            <a:endParaRPr lang="en-US" sz="1600" dirty="0" smtClean="0"/>
          </a:p>
          <a:p>
            <a:r>
              <a:rPr lang="ru-RU" sz="1600" dirty="0" smtClean="0"/>
              <a:t>Призы, бонусы за </a:t>
            </a:r>
            <a:r>
              <a:rPr lang="en-US" sz="1600" dirty="0" smtClean="0"/>
              <a:t>KPI.</a:t>
            </a:r>
            <a:endParaRPr lang="ru-RU" sz="1600" dirty="0"/>
          </a:p>
        </p:txBody>
      </p:sp>
      <p:sp>
        <p:nvSpPr>
          <p:cNvPr id="254" name="TextBox 253"/>
          <p:cNvSpPr txBox="1"/>
          <p:nvPr/>
        </p:nvSpPr>
        <p:spPr>
          <a:xfrm>
            <a:off x="5348523" y="3773542"/>
            <a:ext cx="31477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Программы лояльности для РТТ:</a:t>
            </a:r>
            <a:br>
              <a:rPr lang="ru-RU" sz="1600" dirty="0" smtClean="0"/>
            </a:br>
            <a:r>
              <a:rPr lang="ru-RU" sz="1600" dirty="0" smtClean="0"/>
              <a:t>накопительные бонусы, призы за </a:t>
            </a:r>
          </a:p>
          <a:p>
            <a:r>
              <a:rPr lang="ru-RU" sz="1600" dirty="0"/>
              <a:t>в</a:t>
            </a:r>
            <a:r>
              <a:rPr lang="ru-RU" sz="1600" dirty="0" smtClean="0"/>
              <a:t>ыкладку, рейтинги. </a:t>
            </a:r>
            <a:endParaRPr lang="ru-RU" sz="1600" dirty="0"/>
          </a:p>
        </p:txBody>
      </p:sp>
      <p:sp>
        <p:nvSpPr>
          <p:cNvPr id="255" name="TextBox 254"/>
          <p:cNvSpPr txBox="1"/>
          <p:nvPr/>
        </p:nvSpPr>
        <p:spPr>
          <a:xfrm>
            <a:off x="9381058" y="3764586"/>
            <a:ext cx="38174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Гибкий подход к предоставляемой </a:t>
            </a:r>
          </a:p>
          <a:p>
            <a:r>
              <a:rPr lang="ru-RU" sz="1600" dirty="0" smtClean="0"/>
              <a:t>отсрочке,  направленный на реализацию </a:t>
            </a:r>
          </a:p>
          <a:p>
            <a:r>
              <a:rPr lang="ru-RU" sz="1600" dirty="0" smtClean="0"/>
              <a:t>стратегии компании.</a:t>
            </a:r>
            <a:endParaRPr lang="ru-RU" sz="1600" dirty="0"/>
          </a:p>
        </p:txBody>
      </p:sp>
      <p:sp>
        <p:nvSpPr>
          <p:cNvPr id="256" name="TextBox 255"/>
          <p:cNvSpPr txBox="1"/>
          <p:nvPr/>
        </p:nvSpPr>
        <p:spPr>
          <a:xfrm>
            <a:off x="5333915" y="2798219"/>
            <a:ext cx="295176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b="1" dirty="0" smtClean="0">
                <a:solidFill>
                  <a:srgbClr val="FF8300"/>
                </a:solidFill>
                <a:latin typeface="Calibri"/>
                <a:ea typeface="Calibri"/>
                <a:cs typeface="Calibri"/>
                <a:rtl val="0"/>
              </a:rPr>
              <a:t>МОТИВАЦИЯ </a:t>
            </a:r>
          </a:p>
          <a:p>
            <a:r>
              <a:rPr lang="ru-RU" sz="2900" b="1" dirty="0" smtClean="0">
                <a:solidFill>
                  <a:srgbClr val="FF8300"/>
                </a:solidFill>
                <a:latin typeface="Calibri"/>
                <a:ea typeface="Calibri"/>
                <a:cs typeface="Calibri"/>
                <a:rtl val="0"/>
              </a:rPr>
              <a:t>РОЗНИЦЫ</a:t>
            </a:r>
            <a:endParaRPr lang="ru-RU" sz="2900" b="1" dirty="0">
              <a:solidFill>
                <a:srgbClr val="FF83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257" name="TextBox 256"/>
          <p:cNvSpPr txBox="1"/>
          <p:nvPr/>
        </p:nvSpPr>
        <p:spPr>
          <a:xfrm>
            <a:off x="1067205" y="2779348"/>
            <a:ext cx="2951769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b="1" dirty="0" smtClean="0">
                <a:solidFill>
                  <a:srgbClr val="FF8300"/>
                </a:solidFill>
                <a:latin typeface="Calibri"/>
                <a:ea typeface="Calibri"/>
                <a:cs typeface="Calibri"/>
                <a:rtl val="0"/>
              </a:rPr>
              <a:t>МОТИВАЦИЯ ТП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030050" y="5097903"/>
            <a:ext cx="369196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b="1" dirty="0" smtClean="0">
                <a:solidFill>
                  <a:srgbClr val="FF8300"/>
                </a:solidFill>
                <a:latin typeface="Calibri"/>
                <a:ea typeface="Calibri"/>
                <a:cs typeface="Calibri"/>
                <a:rtl val="0"/>
              </a:rPr>
              <a:t>ЖЕЛТЫЙ ЦЕННИК </a:t>
            </a:r>
          </a:p>
          <a:p>
            <a:r>
              <a:rPr lang="ru-RU" sz="2900" b="1" dirty="0" smtClean="0">
                <a:solidFill>
                  <a:srgbClr val="FF8300"/>
                </a:solidFill>
                <a:latin typeface="Calibri"/>
                <a:ea typeface="Calibri"/>
                <a:cs typeface="Calibri"/>
                <a:rtl val="0"/>
              </a:rPr>
              <a:t>И СПЕЦЦЕНЫ</a:t>
            </a:r>
            <a:endParaRPr lang="ru-RU" sz="2900" b="1" dirty="0">
              <a:solidFill>
                <a:srgbClr val="FF83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259" name="TextBox 258"/>
          <p:cNvSpPr txBox="1"/>
          <p:nvPr/>
        </p:nvSpPr>
        <p:spPr>
          <a:xfrm>
            <a:off x="1067205" y="6135524"/>
            <a:ext cx="3205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Снижение цены на полке на </a:t>
            </a:r>
          </a:p>
          <a:p>
            <a:r>
              <a:rPr lang="ru-RU" sz="1600" dirty="0" smtClean="0"/>
              <a:t>ключевые </a:t>
            </a:r>
            <a:r>
              <a:rPr lang="en-US" sz="1600" dirty="0" smtClean="0"/>
              <a:t>SKU.</a:t>
            </a:r>
            <a:r>
              <a:rPr lang="ru-RU" sz="1600" dirty="0" smtClean="0"/>
              <a:t> Сезонное ценовое </a:t>
            </a:r>
          </a:p>
          <a:p>
            <a:r>
              <a:rPr lang="ru-RU" sz="1600" dirty="0" smtClean="0"/>
              <a:t>продвижение.</a:t>
            </a:r>
            <a:endParaRPr lang="ru-RU" sz="1600" dirty="0"/>
          </a:p>
        </p:txBody>
      </p:sp>
      <p:sp>
        <p:nvSpPr>
          <p:cNvPr id="262" name="TextBox 261"/>
          <p:cNvSpPr txBox="1"/>
          <p:nvPr/>
        </p:nvSpPr>
        <p:spPr>
          <a:xfrm>
            <a:off x="5246385" y="5097903"/>
            <a:ext cx="369196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b="1" dirty="0" smtClean="0">
                <a:solidFill>
                  <a:srgbClr val="FF8300"/>
                </a:solidFill>
                <a:latin typeface="Calibri"/>
                <a:ea typeface="Calibri"/>
                <a:cs typeface="Calibri"/>
                <a:rtl val="0"/>
              </a:rPr>
              <a:t>АКЦИИ «ПОДАРОК ЗА ПОКУПКУ»</a:t>
            </a:r>
            <a:endParaRPr lang="ru-RU" sz="2900" b="1" dirty="0">
              <a:solidFill>
                <a:srgbClr val="FF83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264" name="TextBox 263"/>
          <p:cNvSpPr txBox="1"/>
          <p:nvPr/>
        </p:nvSpPr>
        <p:spPr>
          <a:xfrm>
            <a:off x="9489368" y="5102277"/>
            <a:ext cx="369196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900" b="1" dirty="0" smtClean="0">
                <a:solidFill>
                  <a:srgbClr val="FF8300"/>
                </a:solidFill>
                <a:latin typeface="Calibri"/>
                <a:ea typeface="Calibri"/>
                <a:cs typeface="Calibri"/>
                <a:rtl val="0"/>
              </a:rPr>
              <a:t>ОБУЧЕНИЕ И МОТИВАЦИЯ ТП</a:t>
            </a:r>
            <a:endParaRPr lang="ru-RU" sz="2900" b="1" dirty="0">
              <a:solidFill>
                <a:srgbClr val="FF8300"/>
              </a:solidFill>
              <a:latin typeface="Calibri"/>
              <a:ea typeface="Calibri"/>
              <a:cs typeface="Calibri"/>
              <a:rtl val="0"/>
            </a:endParaRPr>
          </a:p>
        </p:txBody>
      </p:sp>
      <p:sp>
        <p:nvSpPr>
          <p:cNvPr id="265" name="TextBox 264"/>
          <p:cNvSpPr txBox="1"/>
          <p:nvPr/>
        </p:nvSpPr>
        <p:spPr>
          <a:xfrm>
            <a:off x="9567816" y="6289412"/>
            <a:ext cx="3173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Тренинги по продукту. Мастер-классы. </a:t>
            </a:r>
            <a:br>
              <a:rPr lang="ru-RU" sz="14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</a:br>
            <a:r>
              <a:rPr lang="ru-RU" sz="1400" dirty="0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Сравнительные </a:t>
            </a:r>
            <a:r>
              <a:rPr lang="ru-RU" sz="1400" dirty="0" err="1" smtClean="0">
                <a:solidFill>
                  <a:srgbClr val="000000"/>
                </a:solidFill>
                <a:latin typeface="Calibri"/>
                <a:ea typeface="Calibri"/>
                <a:cs typeface="Calibri"/>
                <a:rtl val="0"/>
              </a:rPr>
              <a:t>выкрасы</a:t>
            </a:r>
            <a:endParaRPr lang="ru-RU" sz="1400" dirty="0">
              <a:solidFill>
                <a:srgbClr val="000000"/>
              </a:solidFill>
              <a:latin typeface="Calibri"/>
              <a:ea typeface="Calibri"/>
              <a:cs typeface="Calibri"/>
              <a:rtl val="0"/>
            </a:endParaRPr>
          </a:p>
        </p:txBody>
      </p:sp>
    </p:spTree>
    <p:extLst>
      <p:ext uri="{BB962C8B-B14F-4D97-AF65-F5344CB8AC3E}">
        <p14:creationId xmlns:p14="http://schemas.microsoft.com/office/powerpoint/2010/main" val="2344533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2AEBF2A-A13C-425A-AD77-43AA55CF4B3A}"/>
              </a:ext>
            </a:extLst>
          </p:cNvPr>
          <p:cNvSpPr txBox="1"/>
          <p:nvPr/>
        </p:nvSpPr>
        <p:spPr>
          <a:xfrm>
            <a:off x="728661" y="480155"/>
            <a:ext cx="3904595" cy="815608"/>
          </a:xfrm>
          <a:prstGeom prst="rect">
            <a:avLst/>
          </a:prstGeom>
          <a:noFill/>
        </p:spPr>
        <p:txBody>
          <a:bodyPr wrap="none" lIns="137160" tIns="68580" rIns="137160" bIns="68580" rtlCol="0">
            <a:spAutoFit/>
          </a:bodyPr>
          <a:lstStyle>
            <a:defPPr>
              <a:defRPr lang="ru-RU"/>
            </a:defPPr>
            <a:lvl1pPr>
              <a:defRPr sz="4400" b="1">
                <a:solidFill>
                  <a:srgbClr val="656565"/>
                </a:solidFill>
                <a:latin typeface="Inter Extra Bold" panose="02000903000000020004" pitchFamily="2" charset="0"/>
              </a:defRPr>
            </a:lvl1pPr>
          </a:lstStyle>
          <a:p>
            <a:r>
              <a:rPr lang="ru-RU" dirty="0" smtClean="0">
                <a:sym typeface="Calibri"/>
              </a:rPr>
              <a:t>МАРКЕТИНГ</a:t>
            </a:r>
            <a:endParaRPr lang="ru-RU" dirty="0">
              <a:sym typeface="Calibri"/>
            </a:endParaRPr>
          </a:p>
        </p:txBody>
      </p:sp>
      <p:pic>
        <p:nvPicPr>
          <p:cNvPr id="5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8445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" name="Объект 90">
            <a:extLst>
              <a:ext uri="{FF2B5EF4-FFF2-40B4-BE49-F238E27FC236}">
                <a16:creationId xmlns:a16="http://schemas.microsoft.com/office/drawing/2014/main" xmlns="" id="{2597C0FB-F8F0-43F5-80DE-06AD191337A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5657029"/>
              </p:ext>
            </p:extLst>
          </p:nvPr>
        </p:nvGraphicFramePr>
        <p:xfrm>
          <a:off x="14295438" y="6350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7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6350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4819" name="Picture 3" descr="C:\Users\zakolodniy\Desktop\IMG_20260811_123502_203.jpg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63" t="22132" r="16903" b="21173"/>
          <a:stretch/>
        </p:blipFill>
        <p:spPr bwMode="auto">
          <a:xfrm>
            <a:off x="8704659" y="5519920"/>
            <a:ext cx="3707686" cy="4349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820" name="Picture 4" descr="C:\Users\zakolodniy\Desktop\IMG_20260811_123504_690.jpg"/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84" t="33682" r="5788" b="22427"/>
          <a:stretch/>
        </p:blipFill>
        <p:spPr bwMode="auto">
          <a:xfrm>
            <a:off x="12792889" y="5519920"/>
            <a:ext cx="3748259" cy="4349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822" name="Picture 6" descr="C:\Users\zakolodniy\Desktop\Empils\16._Federal_networks\Lemana_Pro\Master-klass_iyul\Лемана Про мастер класс.jpg"/>
          <p:cNvPicPr>
            <a:picLocks noChangeAspect="1" noChangeArrowheads="1"/>
          </p:cNvPicPr>
          <p:nvPr/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71021" y="5519922"/>
            <a:ext cx="3301249" cy="434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object 3">
            <a:extLst>
              <a:ext uri="{FF2B5EF4-FFF2-40B4-BE49-F238E27FC236}">
                <a16:creationId xmlns="" xmlns:a16="http://schemas.microsoft.com/office/drawing/2014/main" id="{4EEBBBD8-A82B-48F8-B28B-D1EFE637B9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56868" y="3941934"/>
            <a:ext cx="3819525" cy="7216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200" dirty="0">
                <a:latin typeface="Inter Regular" panose="02000503000000020004" pitchFamily="2" charset="0"/>
              </a:rPr>
              <a:t>Работа с </a:t>
            </a:r>
            <a:r>
              <a:rPr lang="ru-RU" altLang="ru-RU" sz="2200" dirty="0" err="1">
                <a:latin typeface="Inter Regular" panose="02000503000000020004" pitchFamily="2" charset="0"/>
              </a:rPr>
              <a:t>блогером</a:t>
            </a:r>
            <a:r>
              <a:rPr lang="ru-RU" altLang="ru-RU" sz="2200" dirty="0">
                <a:latin typeface="Inter Regular" panose="02000503000000020004" pitchFamily="2" charset="0"/>
              </a:rPr>
              <a:t> / </a:t>
            </a:r>
            <a:r>
              <a:rPr lang="ru-RU" altLang="ru-RU" sz="2200" dirty="0" err="1">
                <a:latin typeface="Inter Regular" panose="02000503000000020004" pitchFamily="2" charset="0"/>
              </a:rPr>
              <a:t>инфлюенсером</a:t>
            </a:r>
            <a:endParaRPr lang="ru-RU" altLang="ru-RU" sz="2200" dirty="0">
              <a:latin typeface="Inter Regular" panose="02000503000000020004" pitchFamily="2" charset="0"/>
            </a:endParaRPr>
          </a:p>
        </p:txBody>
      </p:sp>
      <p:sp>
        <p:nvSpPr>
          <p:cNvPr id="13" name="object 4">
            <a:extLst>
              <a:ext uri="{FF2B5EF4-FFF2-40B4-BE49-F238E27FC236}">
                <a16:creationId xmlns="" xmlns:a16="http://schemas.microsoft.com/office/drawing/2014/main" id="{3C6B3F93-F0F1-4C57-AC23-DCAF63ED54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731" y="1924050"/>
            <a:ext cx="10946162" cy="557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8884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ts val="4213"/>
              </a:lnSpc>
              <a:spcBef>
                <a:spcPts val="150"/>
              </a:spcBef>
            </a:pPr>
            <a:r>
              <a:rPr lang="ru-RU" altLang="ru-RU" sz="3800" b="1" dirty="0" smtClean="0">
                <a:solidFill>
                  <a:srgbClr val="F18324"/>
                </a:solidFill>
                <a:latin typeface="Inter Extra Bold" panose="02000903000000020004" pitchFamily="2" charset="0"/>
              </a:rPr>
              <a:t>Системный подход</a:t>
            </a:r>
            <a:endParaRPr lang="ru-RU" altLang="ru-RU" sz="3800" dirty="0">
              <a:solidFill>
                <a:srgbClr val="F18324"/>
              </a:solidFill>
              <a:latin typeface="Inter Extra Bold" panose="02000903000000020004" pitchFamily="2" charset="0"/>
            </a:endParaRPr>
          </a:p>
        </p:txBody>
      </p:sp>
      <p:sp>
        <p:nvSpPr>
          <p:cNvPr id="15" name="object 25">
            <a:extLst>
              <a:ext uri="{FF2B5EF4-FFF2-40B4-BE49-F238E27FC236}">
                <a16:creationId xmlns="" xmlns:a16="http://schemas.microsoft.com/office/drawing/2014/main" id="{150B18B0-62C7-45F6-AED6-564B9520F2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71382" y="2785167"/>
            <a:ext cx="4369766" cy="7446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200" dirty="0" err="1" smtClean="0">
                <a:latin typeface="Inter Regular" panose="02000503000000020004" pitchFamily="2" charset="0"/>
              </a:rPr>
              <a:t>Имиджевые</a:t>
            </a:r>
            <a:r>
              <a:rPr lang="ru-RU" altLang="ru-RU" sz="2200" dirty="0" smtClean="0">
                <a:latin typeface="Inter Regular" panose="02000503000000020004" pitchFamily="2" charset="0"/>
              </a:rPr>
              <a:t> видеоролики, </a:t>
            </a:r>
            <a:r>
              <a:rPr lang="ru-RU" altLang="ru-RU" sz="2200" dirty="0" err="1" smtClean="0">
                <a:latin typeface="Inter Regular" panose="02000503000000020004" pitchFamily="2" charset="0"/>
              </a:rPr>
              <a:t>видеопортфолио</a:t>
            </a:r>
            <a:r>
              <a:rPr lang="ru-RU" altLang="ru-RU" sz="2200" dirty="0" smtClean="0">
                <a:latin typeface="Inter Regular" panose="02000503000000020004" pitchFamily="2" charset="0"/>
              </a:rPr>
              <a:t> объектов.</a:t>
            </a:r>
            <a:endParaRPr lang="ru-RU" altLang="ru-RU" sz="2200" dirty="0">
              <a:latin typeface="Inter Regular" panose="02000503000000020004" pitchFamily="2" charset="0"/>
            </a:endParaRPr>
          </a:p>
        </p:txBody>
      </p:sp>
      <p:sp>
        <p:nvSpPr>
          <p:cNvPr id="16" name="object 26">
            <a:extLst>
              <a:ext uri="{FF2B5EF4-FFF2-40B4-BE49-F238E27FC236}">
                <a16:creationId xmlns="" xmlns:a16="http://schemas.microsoft.com/office/drawing/2014/main" id="{3565D29A-BD99-47D8-8724-B186414240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7045" y="2729451"/>
            <a:ext cx="4276021" cy="11280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r>
              <a:rPr lang="en-US" sz="2400" dirty="0"/>
              <a:t>Event </a:t>
            </a:r>
            <a:r>
              <a:rPr lang="ru-RU" sz="2400" dirty="0"/>
              <a:t>маркетинг:</a:t>
            </a:r>
            <a:br>
              <a:rPr lang="ru-RU" sz="2400" dirty="0"/>
            </a:br>
            <a:r>
              <a:rPr lang="ru-RU" sz="2400" dirty="0"/>
              <a:t>участие в выставках, мастер-классы</a:t>
            </a:r>
          </a:p>
        </p:txBody>
      </p:sp>
      <p:sp>
        <p:nvSpPr>
          <p:cNvPr id="17" name="object 27">
            <a:extLst>
              <a:ext uri="{FF2B5EF4-FFF2-40B4-BE49-F238E27FC236}">
                <a16:creationId xmlns="" xmlns:a16="http://schemas.microsoft.com/office/drawing/2014/main" id="{A4DDB0E5-5943-4B23-925B-5B00469DCB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4591" y="4019291"/>
            <a:ext cx="4295775" cy="7446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sz="2200" dirty="0" smtClean="0">
                <a:latin typeface="Inter Regular" panose="02000503000000020004" pitchFamily="2" charset="0"/>
              </a:rPr>
              <a:t>Контент: фото/видео </a:t>
            </a:r>
            <a:r>
              <a:rPr lang="en-US" sz="2200" dirty="0" err="1">
                <a:latin typeface="Inter Regular" panose="02000503000000020004" pitchFamily="2" charset="0"/>
              </a:rPr>
              <a:t>POSm</a:t>
            </a:r>
            <a:r>
              <a:rPr lang="en-US" sz="2200" dirty="0">
                <a:latin typeface="Inter Regular" panose="02000503000000020004" pitchFamily="2" charset="0"/>
              </a:rPr>
              <a:t> </a:t>
            </a:r>
            <a:r>
              <a:rPr lang="ru-RU" sz="2200" dirty="0" smtClean="0">
                <a:latin typeface="Inter Regular" panose="02000503000000020004" pitchFamily="2" charset="0"/>
              </a:rPr>
              <a:t>на облаке для дистрибьютора</a:t>
            </a:r>
            <a:endParaRPr lang="ru-RU" sz="2200" dirty="0">
              <a:latin typeface="Inter Regular" panose="02000503000000020004" pitchFamily="2" charset="0"/>
            </a:endParaRPr>
          </a:p>
        </p:txBody>
      </p:sp>
      <p:grpSp>
        <p:nvGrpSpPr>
          <p:cNvPr id="18" name="object 18">
            <a:extLst>
              <a:ext uri="{FF2B5EF4-FFF2-40B4-BE49-F238E27FC236}">
                <a16:creationId xmlns="" xmlns:a16="http://schemas.microsoft.com/office/drawing/2014/main" id="{AE07CCF0-535A-4C69-AF89-DB54DBFF27BC}"/>
              </a:ext>
            </a:extLst>
          </p:cNvPr>
          <p:cNvGrpSpPr>
            <a:grpSpLocks/>
          </p:cNvGrpSpPr>
          <p:nvPr/>
        </p:nvGrpSpPr>
        <p:grpSpPr bwMode="auto">
          <a:xfrm>
            <a:off x="874731" y="2878368"/>
            <a:ext cx="11188949" cy="1405263"/>
            <a:chOff x="1190837" y="4644674"/>
            <a:chExt cx="6516332" cy="857951"/>
          </a:xfrm>
        </p:grpSpPr>
        <p:pic>
          <p:nvPicPr>
            <p:cNvPr id="19" name="object 19">
              <a:extLst>
                <a:ext uri="{FF2B5EF4-FFF2-40B4-BE49-F238E27FC236}">
                  <a16:creationId xmlns="" xmlns:a16="http://schemas.microsoft.com/office/drawing/2014/main" id="{43428F9E-B8EB-48F7-8C0E-126A5D9D0C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4409" y="5357152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" name="object 20">
              <a:extLst>
                <a:ext uri="{FF2B5EF4-FFF2-40B4-BE49-F238E27FC236}">
                  <a16:creationId xmlns="" xmlns:a16="http://schemas.microsoft.com/office/drawing/2014/main" id="{DE8A6AF6-37A7-4C08-867A-89E3686767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837" y="4644674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1" name="object 21">
              <a:extLst>
                <a:ext uri="{FF2B5EF4-FFF2-40B4-BE49-F238E27FC236}">
                  <a16:creationId xmlns="" xmlns:a16="http://schemas.microsoft.com/office/drawing/2014/main" id="{0EBE98C9-1ED9-4FC0-B5E8-21DF39125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9584" y="4662396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" name="object 22">
              <a:extLst>
                <a:ext uri="{FF2B5EF4-FFF2-40B4-BE49-F238E27FC236}">
                  <a16:creationId xmlns="" xmlns:a16="http://schemas.microsoft.com/office/drawing/2014/main" id="{D792F46A-6344-4160-8898-874B6FBC4E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838" y="5356165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3" name="object 23">
              <a:extLst>
                <a:ext uri="{FF2B5EF4-FFF2-40B4-BE49-F238E27FC236}">
                  <a16:creationId xmlns="" xmlns:a16="http://schemas.microsoft.com/office/drawing/2014/main" id="{FF078D75-1146-4BB3-A299-03F95FBAE3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5037" y="5409865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6" name="object 21">
              <a:extLst>
                <a:ext uri="{FF2B5EF4-FFF2-40B4-BE49-F238E27FC236}">
                  <a16:creationId xmlns="" xmlns:a16="http://schemas.microsoft.com/office/drawing/2014/main" id="{0EBE98C9-1ED9-4FC0-B5E8-21DF39125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48180" y="4659355"/>
              <a:ext cx="92760" cy="927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34854" name="Picture 38"/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775"/>
          <a:stretch/>
        </p:blipFill>
        <p:spPr bwMode="auto">
          <a:xfrm>
            <a:off x="4459625" y="5519923"/>
            <a:ext cx="4057810" cy="4349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8" name="object 25">
            <a:extLst>
              <a:ext uri="{FF2B5EF4-FFF2-40B4-BE49-F238E27FC236}">
                <a16:creationId xmlns="" xmlns:a16="http://schemas.microsoft.com/office/drawing/2014/main" id="{150B18B0-62C7-45F6-AED6-564B9520F2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8315" y="2781451"/>
            <a:ext cx="4844278" cy="11069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sz="2200" dirty="0" smtClean="0">
                <a:latin typeface="Inter Regular" panose="02000503000000020004" pitchFamily="2" charset="0"/>
              </a:rPr>
              <a:t>Реклама в интернете:</a:t>
            </a:r>
            <a:br>
              <a:rPr lang="ru-RU" sz="2200" dirty="0" smtClean="0">
                <a:latin typeface="Inter Regular" panose="02000503000000020004" pitchFamily="2" charset="0"/>
              </a:rPr>
            </a:br>
            <a:r>
              <a:rPr lang="ru-RU" sz="2200" dirty="0" smtClean="0">
                <a:latin typeface="Inter Regular" panose="02000503000000020004" pitchFamily="2" charset="0"/>
              </a:rPr>
              <a:t>Яндекс </a:t>
            </a:r>
            <a:r>
              <a:rPr lang="ru-RU" sz="2200" dirty="0" err="1" smtClean="0">
                <a:latin typeface="Inter Regular" panose="02000503000000020004" pitchFamily="2" charset="0"/>
              </a:rPr>
              <a:t>Директ</a:t>
            </a:r>
            <a:r>
              <a:rPr lang="ru-RU" sz="2200" dirty="0" smtClean="0">
                <a:latin typeface="Inter Regular" panose="02000503000000020004" pitchFamily="2" charset="0"/>
              </a:rPr>
              <a:t> (поиск </a:t>
            </a:r>
            <a:r>
              <a:rPr lang="ru-RU" sz="2200" dirty="0">
                <a:latin typeface="Inter Regular" panose="02000503000000020004" pitchFamily="2" charset="0"/>
              </a:rPr>
              <a:t>+ р</a:t>
            </a:r>
            <a:r>
              <a:rPr lang="ru-RU" sz="2200" dirty="0" smtClean="0">
                <a:latin typeface="Inter Regular" panose="02000503000000020004" pitchFamily="2" charset="0"/>
              </a:rPr>
              <a:t>екламная сеть Яндекса)</a:t>
            </a:r>
            <a:endParaRPr lang="ru-RU" altLang="ru-RU" sz="2200" dirty="0">
              <a:latin typeface="Inter Regular" panose="02000503000000020004" pitchFamily="2" charset="0"/>
            </a:endParaRPr>
          </a:p>
        </p:txBody>
      </p:sp>
      <p:sp>
        <p:nvSpPr>
          <p:cNvPr id="29" name="object 3">
            <a:extLst>
              <a:ext uri="{FF2B5EF4-FFF2-40B4-BE49-F238E27FC236}">
                <a16:creationId xmlns="" xmlns:a16="http://schemas.microsoft.com/office/drawing/2014/main" id="{4EEBBBD8-A82B-48F8-B28B-D1EFE637B9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693" y="3921486"/>
            <a:ext cx="3819525" cy="14948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9878" rIns="0" bIns="0">
            <a:spAutoFit/>
          </a:bodyPr>
          <a:lstStyle>
            <a:lvl1pPr marL="190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en-US" altLang="ru-RU" sz="2200" dirty="0" smtClean="0">
                <a:latin typeface="Inter Regular" panose="02000503000000020004" pitchFamily="2" charset="0"/>
              </a:rPr>
              <a:t>POS</a:t>
            </a:r>
            <a:r>
              <a:rPr lang="ru-RU" altLang="ru-RU" sz="2200" dirty="0" smtClean="0">
                <a:latin typeface="Inter Regular" panose="02000503000000020004" pitchFamily="2" charset="0"/>
              </a:rPr>
              <a:t> материалы на полке:</a:t>
            </a:r>
          </a:p>
          <a:p>
            <a:pPr eaLnBrk="1" hangingPunct="1">
              <a:lnSpc>
                <a:spcPct val="107000"/>
              </a:lnSpc>
              <a:spcBef>
                <a:spcPts val="163"/>
              </a:spcBef>
            </a:pPr>
            <a:r>
              <a:rPr lang="ru-RU" altLang="ru-RU" sz="2200" dirty="0" err="1" smtClean="0">
                <a:latin typeface="Inter Regular" panose="02000503000000020004" pitchFamily="2" charset="0"/>
              </a:rPr>
              <a:t>выкрасы</a:t>
            </a:r>
            <a:r>
              <a:rPr lang="ru-RU" altLang="ru-RU" sz="2200" dirty="0" smtClean="0">
                <a:latin typeface="Inter Regular" panose="02000503000000020004" pitchFamily="2" charset="0"/>
              </a:rPr>
              <a:t>, </a:t>
            </a:r>
            <a:r>
              <a:rPr lang="ru-RU" altLang="ru-RU" sz="2200" dirty="0" err="1" smtClean="0">
                <a:latin typeface="Inter Regular" panose="02000503000000020004" pitchFamily="2" charset="0"/>
              </a:rPr>
              <a:t>шелфтокеры</a:t>
            </a:r>
            <a:r>
              <a:rPr lang="ru-RU" altLang="ru-RU" sz="2200" dirty="0" smtClean="0">
                <a:latin typeface="Inter Regular" panose="02000503000000020004" pitchFamily="2" charset="0"/>
              </a:rPr>
              <a:t>, </a:t>
            </a:r>
            <a:r>
              <a:rPr lang="ru-RU" altLang="ru-RU" sz="2200" dirty="0" err="1" smtClean="0">
                <a:latin typeface="Inter Regular" panose="02000503000000020004" pitchFamily="2" charset="0"/>
              </a:rPr>
              <a:t>воблеры</a:t>
            </a:r>
            <a:r>
              <a:rPr lang="ru-RU" altLang="ru-RU" sz="2200" dirty="0" smtClean="0">
                <a:latin typeface="Inter Regular" panose="02000503000000020004" pitchFamily="2" charset="0"/>
              </a:rPr>
              <a:t>, </a:t>
            </a:r>
            <a:r>
              <a:rPr lang="ru-RU" altLang="ru-RU" sz="2200" dirty="0" err="1" smtClean="0">
                <a:latin typeface="Inter Regular" panose="02000503000000020004" pitchFamily="2" charset="0"/>
              </a:rPr>
              <a:t>брендированные</a:t>
            </a:r>
            <a:r>
              <a:rPr lang="ru-RU" altLang="ru-RU" sz="2200" dirty="0" smtClean="0">
                <a:latin typeface="Inter Regular" panose="02000503000000020004" pitchFamily="2" charset="0"/>
              </a:rPr>
              <a:t> ценники </a:t>
            </a:r>
            <a:endParaRPr lang="ru-RU" altLang="ru-RU" sz="2200" dirty="0">
              <a:latin typeface="Inter Regula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714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олилиния: фигура 27">
            <a:extLst>
              <a:ext uri="{FF2B5EF4-FFF2-40B4-BE49-F238E27FC236}">
                <a16:creationId xmlns="" xmlns:a16="http://schemas.microsoft.com/office/drawing/2014/main" id="{5023D9AB-D031-447E-AC08-2A2FF6F96267}"/>
              </a:ext>
            </a:extLst>
          </p:cNvPr>
          <p:cNvSpPr/>
          <p:nvPr/>
        </p:nvSpPr>
        <p:spPr>
          <a:xfrm>
            <a:off x="368075" y="2048674"/>
            <a:ext cx="10795793" cy="575520"/>
          </a:xfrm>
          <a:custGeom>
            <a:avLst/>
            <a:gdLst>
              <a:gd name="connsiteX0" fmla="*/ 2012696 w 2231326"/>
              <a:gd name="connsiteY0" fmla="*/ 0 h 462152"/>
              <a:gd name="connsiteX1" fmla="*/ 2231326 w 2231326"/>
              <a:gd name="connsiteY1" fmla="*/ 218630 h 462152"/>
              <a:gd name="connsiteX2" fmla="*/ 2231326 w 2231326"/>
              <a:gd name="connsiteY2" fmla="*/ 243522 h 462152"/>
              <a:gd name="connsiteX3" fmla="*/ 2012696 w 2231326"/>
              <a:gd name="connsiteY3" fmla="*/ 462153 h 462152"/>
              <a:gd name="connsiteX4" fmla="*/ 218630 w 2231326"/>
              <a:gd name="connsiteY4" fmla="*/ 462153 h 462152"/>
              <a:gd name="connsiteX5" fmla="*/ 0 w 2231326"/>
              <a:gd name="connsiteY5" fmla="*/ 243522 h 462152"/>
              <a:gd name="connsiteX6" fmla="*/ 0 w 2231326"/>
              <a:gd name="connsiteY6" fmla="*/ 218630 h 462152"/>
              <a:gd name="connsiteX7" fmla="*/ 218630 w 2231326"/>
              <a:gd name="connsiteY7" fmla="*/ 0 h 462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31326" h="462152">
                <a:moveTo>
                  <a:pt x="2012696" y="0"/>
                </a:moveTo>
                <a:cubicBezTo>
                  <a:pt x="2133442" y="0"/>
                  <a:pt x="2231326" y="97884"/>
                  <a:pt x="2231326" y="218630"/>
                </a:cubicBezTo>
                <a:lnTo>
                  <a:pt x="2231326" y="243522"/>
                </a:lnTo>
                <a:cubicBezTo>
                  <a:pt x="2231326" y="364268"/>
                  <a:pt x="2133442" y="462153"/>
                  <a:pt x="2012696" y="462153"/>
                </a:cubicBezTo>
                <a:lnTo>
                  <a:pt x="218630" y="462153"/>
                </a:lnTo>
                <a:cubicBezTo>
                  <a:pt x="97884" y="462153"/>
                  <a:pt x="0" y="364268"/>
                  <a:pt x="0" y="243522"/>
                </a:cubicBezTo>
                <a:lnTo>
                  <a:pt x="0" y="218630"/>
                </a:lnTo>
                <a:cubicBezTo>
                  <a:pt x="0" y="97884"/>
                  <a:pt x="97884" y="0"/>
                  <a:pt x="218630" y="0"/>
                </a:cubicBezTo>
                <a:close/>
              </a:path>
            </a:pathLst>
          </a:custGeom>
          <a:solidFill>
            <a:srgbClr val="FF83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" name="Полилиния: фигура 27">
            <a:extLst>
              <a:ext uri="{FF2B5EF4-FFF2-40B4-BE49-F238E27FC236}">
                <a16:creationId xmlns="" xmlns:a16="http://schemas.microsoft.com/office/drawing/2014/main" id="{5023D9AB-D031-447E-AC08-2A2FF6F96267}"/>
              </a:ext>
            </a:extLst>
          </p:cNvPr>
          <p:cNvSpPr/>
          <p:nvPr/>
        </p:nvSpPr>
        <p:spPr>
          <a:xfrm>
            <a:off x="409019" y="6496337"/>
            <a:ext cx="7875171" cy="575520"/>
          </a:xfrm>
          <a:custGeom>
            <a:avLst/>
            <a:gdLst>
              <a:gd name="connsiteX0" fmla="*/ 2012696 w 2231326"/>
              <a:gd name="connsiteY0" fmla="*/ 0 h 462152"/>
              <a:gd name="connsiteX1" fmla="*/ 2231326 w 2231326"/>
              <a:gd name="connsiteY1" fmla="*/ 218630 h 462152"/>
              <a:gd name="connsiteX2" fmla="*/ 2231326 w 2231326"/>
              <a:gd name="connsiteY2" fmla="*/ 243522 h 462152"/>
              <a:gd name="connsiteX3" fmla="*/ 2012696 w 2231326"/>
              <a:gd name="connsiteY3" fmla="*/ 462153 h 462152"/>
              <a:gd name="connsiteX4" fmla="*/ 218630 w 2231326"/>
              <a:gd name="connsiteY4" fmla="*/ 462153 h 462152"/>
              <a:gd name="connsiteX5" fmla="*/ 0 w 2231326"/>
              <a:gd name="connsiteY5" fmla="*/ 243522 h 462152"/>
              <a:gd name="connsiteX6" fmla="*/ 0 w 2231326"/>
              <a:gd name="connsiteY6" fmla="*/ 218630 h 462152"/>
              <a:gd name="connsiteX7" fmla="*/ 218630 w 2231326"/>
              <a:gd name="connsiteY7" fmla="*/ 0 h 462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31326" h="462152">
                <a:moveTo>
                  <a:pt x="2012696" y="0"/>
                </a:moveTo>
                <a:cubicBezTo>
                  <a:pt x="2133442" y="0"/>
                  <a:pt x="2231326" y="97884"/>
                  <a:pt x="2231326" y="218630"/>
                </a:cubicBezTo>
                <a:lnTo>
                  <a:pt x="2231326" y="243522"/>
                </a:lnTo>
                <a:cubicBezTo>
                  <a:pt x="2231326" y="364268"/>
                  <a:pt x="2133442" y="462153"/>
                  <a:pt x="2012696" y="462153"/>
                </a:cubicBezTo>
                <a:lnTo>
                  <a:pt x="218630" y="462153"/>
                </a:lnTo>
                <a:cubicBezTo>
                  <a:pt x="97884" y="462153"/>
                  <a:pt x="0" y="364268"/>
                  <a:pt x="0" y="243522"/>
                </a:cubicBezTo>
                <a:lnTo>
                  <a:pt x="0" y="218630"/>
                </a:lnTo>
                <a:cubicBezTo>
                  <a:pt x="0" y="97884"/>
                  <a:pt x="97884" y="0"/>
                  <a:pt x="218630" y="0"/>
                </a:cubicBezTo>
                <a:close/>
              </a:path>
            </a:pathLst>
          </a:custGeom>
          <a:solidFill>
            <a:srgbClr val="FF83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2AEBF2A-A13C-425A-AD77-43AA55CF4B3A}"/>
              </a:ext>
            </a:extLst>
          </p:cNvPr>
          <p:cNvSpPr txBox="1"/>
          <p:nvPr/>
        </p:nvSpPr>
        <p:spPr>
          <a:xfrm>
            <a:off x="728661" y="480155"/>
            <a:ext cx="5180585" cy="815608"/>
          </a:xfrm>
          <a:prstGeom prst="rect">
            <a:avLst/>
          </a:prstGeom>
          <a:noFill/>
        </p:spPr>
        <p:txBody>
          <a:bodyPr wrap="none" lIns="137160" tIns="68580" rIns="137160" bIns="68580" rtlCol="0">
            <a:spAutoFit/>
          </a:bodyPr>
          <a:lstStyle>
            <a:defPPr>
              <a:defRPr lang="ru-RU"/>
            </a:defPPr>
            <a:lvl1pPr>
              <a:defRPr sz="4400" b="1">
                <a:solidFill>
                  <a:srgbClr val="656565"/>
                </a:solidFill>
                <a:latin typeface="Inter Extra Bold" panose="02000903000000020004" pitchFamily="2" charset="0"/>
              </a:defRPr>
            </a:lvl1pPr>
          </a:lstStyle>
          <a:p>
            <a:r>
              <a:rPr lang="ru-RU" dirty="0" smtClean="0">
                <a:sym typeface="Calibri"/>
              </a:rPr>
              <a:t>ОБОРУДОВАНИЕ</a:t>
            </a:r>
            <a:endParaRPr lang="ru-RU" dirty="0">
              <a:sym typeface="Calibri"/>
            </a:endParaRPr>
          </a:p>
        </p:txBody>
      </p:sp>
      <p:pic>
        <p:nvPicPr>
          <p:cNvPr id="5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8445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" name="Объект 90">
            <a:extLst>
              <a:ext uri="{FF2B5EF4-FFF2-40B4-BE49-F238E27FC236}">
                <a16:creationId xmlns:a16="http://schemas.microsoft.com/office/drawing/2014/main" xmlns="" id="{2597C0FB-F8F0-43F5-80DE-06AD191337A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8774519"/>
              </p:ext>
            </p:extLst>
          </p:nvPr>
        </p:nvGraphicFramePr>
        <p:xfrm>
          <a:off x="14295438" y="6350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935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6350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5842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29942" y="2156347"/>
            <a:ext cx="4786376" cy="71867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Объект 2"/>
          <p:cNvSpPr txBox="1">
            <a:spLocks/>
          </p:cNvSpPr>
          <p:nvPr/>
        </p:nvSpPr>
        <p:spPr>
          <a:xfrm>
            <a:off x="657585" y="6537298"/>
            <a:ext cx="8219256" cy="2688608"/>
          </a:xfrm>
          <a:prstGeom prst="rect">
            <a:avLst/>
          </a:prstGeom>
        </p:spPr>
        <p:txBody>
          <a:bodyPr>
            <a:normAutofit/>
          </a:bodyPr>
          <a:lstStyle>
            <a:lvl1pPr marL="342839" indent="-342839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819" indent="-285700" algn="l" defTabSz="914239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98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918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037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156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75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95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514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800" b="1" dirty="0">
                <a:latin typeface="Calibri" panose="020F0502020204030204" pitchFamily="34" charset="0"/>
                <a:cs typeface="Arial" panose="020B0604020202020204" pitchFamily="34" charset="0"/>
              </a:rPr>
              <a:t>Рекомендованный объем колеровки в месяц</a:t>
            </a:r>
            <a:r>
              <a:rPr lang="ru-RU" sz="2800" b="1" dirty="0" smtClean="0">
                <a:latin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ru-RU" sz="2800" b="1" dirty="0">
              <a:latin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sz="2100" dirty="0" smtClean="0"/>
              <a:t>«N</a:t>
            </a:r>
            <a:r>
              <a:rPr lang="en-US" sz="2100" dirty="0" err="1" smtClean="0"/>
              <a:t>ew</a:t>
            </a:r>
            <a:r>
              <a:rPr lang="ru-RU" sz="2100" dirty="0" smtClean="0"/>
              <a:t>T</a:t>
            </a:r>
            <a:r>
              <a:rPr lang="en-US" sz="2100" dirty="0" smtClean="0"/>
              <a:t>one</a:t>
            </a:r>
            <a:r>
              <a:rPr lang="ru-RU" sz="2100" dirty="0" smtClean="0"/>
              <a:t>» </a:t>
            </a:r>
          </a:p>
          <a:p>
            <a:pPr marL="0" indent="0">
              <a:buNone/>
            </a:pPr>
            <a:r>
              <a:rPr lang="ru-RU" sz="2100" dirty="0" smtClean="0"/>
              <a:t>                                    1 500 кг.</a:t>
            </a:r>
          </a:p>
          <a:p>
            <a:pPr marL="0" indent="0">
              <a:buNone/>
            </a:pPr>
            <a:r>
              <a:rPr lang="ru-RU" sz="2100" dirty="0" smtClean="0"/>
              <a:t>«</a:t>
            </a:r>
            <a:r>
              <a:rPr lang="en-US" sz="2100" dirty="0" err="1" smtClean="0"/>
              <a:t>AvantGarde</a:t>
            </a:r>
            <a:r>
              <a:rPr lang="ru-RU" sz="2100" dirty="0" smtClean="0"/>
              <a:t>»                                   2 000 кг.      </a:t>
            </a:r>
          </a:p>
          <a:p>
            <a:pPr marL="0" indent="0">
              <a:buNone/>
            </a:pPr>
            <a:endParaRPr lang="ru-RU" sz="2100" dirty="0"/>
          </a:p>
          <a:p>
            <a:pPr marL="0" indent="0">
              <a:buNone/>
            </a:pPr>
            <a:r>
              <a:rPr lang="ru-RU" sz="2100" dirty="0" smtClean="0"/>
              <a:t>«ОРЕОЛ».</a:t>
            </a:r>
          </a:p>
          <a:p>
            <a:pPr marL="0" indent="0">
              <a:buNone/>
            </a:pPr>
            <a:endParaRPr lang="ru-RU" sz="2400" dirty="0" smtClean="0"/>
          </a:p>
          <a:p>
            <a:endParaRPr lang="ru-RU" sz="2400" dirty="0"/>
          </a:p>
        </p:txBody>
      </p:sp>
      <p:sp>
        <p:nvSpPr>
          <p:cNvPr id="12" name="Правая фигурная скобка 11"/>
          <p:cNvSpPr/>
          <p:nvPr/>
        </p:nvSpPr>
        <p:spPr>
          <a:xfrm>
            <a:off x="2552050" y="7190102"/>
            <a:ext cx="155448" cy="946004"/>
          </a:xfrm>
          <a:prstGeom prst="rightBrac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92D050"/>
              </a:solidFill>
            </a:endParaRPr>
          </a:p>
        </p:txBody>
      </p:sp>
      <p:sp>
        <p:nvSpPr>
          <p:cNvPr id="13" name="Правая фигурная скобка 12"/>
          <p:cNvSpPr/>
          <p:nvPr/>
        </p:nvSpPr>
        <p:spPr>
          <a:xfrm>
            <a:off x="4097393" y="7196433"/>
            <a:ext cx="155448" cy="1852051"/>
          </a:xfrm>
          <a:prstGeom prst="rightBrac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92D050"/>
              </a:solidFill>
            </a:endParaRPr>
          </a:p>
        </p:txBody>
      </p:sp>
      <p:sp>
        <p:nvSpPr>
          <p:cNvPr id="14" name="Объект 2"/>
          <p:cNvSpPr txBox="1">
            <a:spLocks/>
          </p:cNvSpPr>
          <p:nvPr/>
        </p:nvSpPr>
        <p:spPr>
          <a:xfrm>
            <a:off x="715013" y="2607077"/>
            <a:ext cx="10134956" cy="1773846"/>
          </a:xfrm>
          <a:prstGeom prst="rect">
            <a:avLst/>
          </a:prstGeom>
        </p:spPr>
        <p:txBody>
          <a:bodyPr>
            <a:noAutofit/>
          </a:bodyPr>
          <a:lstStyle>
            <a:lvl1pPr marL="342839" indent="-342839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819" indent="-285700" algn="l" defTabSz="914239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98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918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037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156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75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95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514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b="1" dirty="0" smtClean="0"/>
              <a:t>Бесплатная </a:t>
            </a:r>
            <a:r>
              <a:rPr lang="ru-RU" sz="2400" b="1" dirty="0"/>
              <a:t>установка и </a:t>
            </a:r>
            <a:r>
              <a:rPr lang="ru-RU" sz="2400" b="1" dirty="0" err="1"/>
              <a:t>пусконаладка</a:t>
            </a:r>
            <a:r>
              <a:rPr lang="ru-RU" sz="2400" dirty="0"/>
              <a:t> </a:t>
            </a:r>
            <a:endParaRPr lang="ru-RU" sz="2400" dirty="0" smtClean="0"/>
          </a:p>
          <a:p>
            <a:r>
              <a:rPr lang="ru-RU" sz="2400" b="1" dirty="0" smtClean="0"/>
              <a:t>Обучение персонала</a:t>
            </a:r>
            <a:endParaRPr lang="ru-RU" sz="2400" dirty="0" smtClean="0"/>
          </a:p>
          <a:p>
            <a:r>
              <a:rPr lang="ru-RU" sz="2400" b="1" dirty="0" smtClean="0"/>
              <a:t>Сервисное обслуживание</a:t>
            </a:r>
          </a:p>
          <a:p>
            <a:r>
              <a:rPr lang="ru-RU" sz="2400" b="1" dirty="0" smtClean="0"/>
              <a:t>Условная плата 700 рублей в месяц</a:t>
            </a:r>
            <a:endParaRPr lang="ru-RU" sz="24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742308" y="2087326"/>
            <a:ext cx="1128763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 err="1" smtClean="0">
                <a:latin typeface="+mn-lt"/>
                <a:cs typeface="+mn-cs"/>
              </a:rPr>
              <a:t>Эмпилс</a:t>
            </a:r>
            <a:r>
              <a:rPr lang="ru-RU" sz="2800" b="1" dirty="0" smtClean="0">
                <a:latin typeface="+mn-lt"/>
                <a:cs typeface="+mn-cs"/>
              </a:rPr>
              <a:t> </a:t>
            </a:r>
            <a:r>
              <a:rPr lang="ru-RU" sz="2800" b="1" dirty="0">
                <a:latin typeface="+mn-lt"/>
                <a:cs typeface="+mn-cs"/>
              </a:rPr>
              <a:t>предоставляет </a:t>
            </a:r>
            <a:r>
              <a:rPr lang="ru-RU" sz="2800" b="1" dirty="0" err="1">
                <a:latin typeface="+mn-lt"/>
                <a:cs typeface="+mn-cs"/>
              </a:rPr>
              <a:t>колеровочное</a:t>
            </a:r>
            <a:r>
              <a:rPr lang="ru-RU" sz="2800" b="1" dirty="0">
                <a:latin typeface="+mn-lt"/>
                <a:cs typeface="+mn-cs"/>
              </a:rPr>
              <a:t> </a:t>
            </a:r>
            <a:r>
              <a:rPr lang="ru-RU" sz="2800" b="1" dirty="0" smtClean="0">
                <a:latin typeface="+mn-lt"/>
                <a:cs typeface="+mn-cs"/>
              </a:rPr>
              <a:t>оборудование </a:t>
            </a:r>
            <a:r>
              <a:rPr lang="en-US" sz="2800" b="1" dirty="0">
                <a:latin typeface="+mn-lt"/>
                <a:cs typeface="+mn-cs"/>
              </a:rPr>
              <a:t>COROB D180</a:t>
            </a:r>
            <a:r>
              <a:rPr lang="ru-RU" sz="2800" b="1" dirty="0">
                <a:latin typeface="+mn-lt"/>
                <a:cs typeface="+mn-cs"/>
              </a:rPr>
              <a:t> </a:t>
            </a:r>
          </a:p>
        </p:txBody>
      </p:sp>
      <p:sp>
        <p:nvSpPr>
          <p:cNvPr id="17" name="Полилиния: фигура 27">
            <a:extLst>
              <a:ext uri="{FF2B5EF4-FFF2-40B4-BE49-F238E27FC236}">
                <a16:creationId xmlns="" xmlns:a16="http://schemas.microsoft.com/office/drawing/2014/main" id="{5023D9AB-D031-447E-AC08-2A2FF6F96267}"/>
              </a:ext>
            </a:extLst>
          </p:cNvPr>
          <p:cNvSpPr/>
          <p:nvPr/>
        </p:nvSpPr>
        <p:spPr>
          <a:xfrm>
            <a:off x="340780" y="4521193"/>
            <a:ext cx="10795793" cy="575520"/>
          </a:xfrm>
          <a:custGeom>
            <a:avLst/>
            <a:gdLst>
              <a:gd name="connsiteX0" fmla="*/ 2012696 w 2231326"/>
              <a:gd name="connsiteY0" fmla="*/ 0 h 462152"/>
              <a:gd name="connsiteX1" fmla="*/ 2231326 w 2231326"/>
              <a:gd name="connsiteY1" fmla="*/ 218630 h 462152"/>
              <a:gd name="connsiteX2" fmla="*/ 2231326 w 2231326"/>
              <a:gd name="connsiteY2" fmla="*/ 243522 h 462152"/>
              <a:gd name="connsiteX3" fmla="*/ 2012696 w 2231326"/>
              <a:gd name="connsiteY3" fmla="*/ 462153 h 462152"/>
              <a:gd name="connsiteX4" fmla="*/ 218630 w 2231326"/>
              <a:gd name="connsiteY4" fmla="*/ 462153 h 462152"/>
              <a:gd name="connsiteX5" fmla="*/ 0 w 2231326"/>
              <a:gd name="connsiteY5" fmla="*/ 243522 h 462152"/>
              <a:gd name="connsiteX6" fmla="*/ 0 w 2231326"/>
              <a:gd name="connsiteY6" fmla="*/ 218630 h 462152"/>
              <a:gd name="connsiteX7" fmla="*/ 218630 w 2231326"/>
              <a:gd name="connsiteY7" fmla="*/ 0 h 462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31326" h="462152">
                <a:moveTo>
                  <a:pt x="2012696" y="0"/>
                </a:moveTo>
                <a:cubicBezTo>
                  <a:pt x="2133442" y="0"/>
                  <a:pt x="2231326" y="97884"/>
                  <a:pt x="2231326" y="218630"/>
                </a:cubicBezTo>
                <a:lnTo>
                  <a:pt x="2231326" y="243522"/>
                </a:lnTo>
                <a:cubicBezTo>
                  <a:pt x="2231326" y="364268"/>
                  <a:pt x="2133442" y="462153"/>
                  <a:pt x="2012696" y="462153"/>
                </a:cubicBezTo>
                <a:lnTo>
                  <a:pt x="218630" y="462153"/>
                </a:lnTo>
                <a:cubicBezTo>
                  <a:pt x="97884" y="462153"/>
                  <a:pt x="0" y="364268"/>
                  <a:pt x="0" y="243522"/>
                </a:cubicBezTo>
                <a:lnTo>
                  <a:pt x="0" y="218630"/>
                </a:lnTo>
                <a:cubicBezTo>
                  <a:pt x="0" y="97884"/>
                  <a:pt x="97884" y="0"/>
                  <a:pt x="218630" y="0"/>
                </a:cubicBezTo>
                <a:close/>
              </a:path>
            </a:pathLst>
          </a:custGeom>
          <a:solidFill>
            <a:srgbClr val="FF83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715013" y="4559845"/>
            <a:ext cx="1128763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 smtClean="0">
                <a:latin typeface="+mn-lt"/>
                <a:cs typeface="+mn-cs"/>
              </a:rPr>
              <a:t>Преимущества для дистрибьютора</a:t>
            </a:r>
            <a:endParaRPr lang="ru-RU" sz="2800" b="1" dirty="0">
              <a:latin typeface="+mn-lt"/>
              <a:cs typeface="+mn-cs"/>
            </a:endParaRPr>
          </a:p>
        </p:txBody>
      </p:sp>
      <p:sp>
        <p:nvSpPr>
          <p:cNvPr id="19" name="Объект 2"/>
          <p:cNvSpPr txBox="1">
            <a:spLocks/>
          </p:cNvSpPr>
          <p:nvPr/>
        </p:nvSpPr>
        <p:spPr>
          <a:xfrm>
            <a:off x="695627" y="5177808"/>
            <a:ext cx="10134956" cy="1086512"/>
          </a:xfrm>
          <a:prstGeom prst="rect">
            <a:avLst/>
          </a:prstGeom>
        </p:spPr>
        <p:txBody>
          <a:bodyPr>
            <a:noAutofit/>
          </a:bodyPr>
          <a:lstStyle>
            <a:lvl1pPr marL="342839" indent="-342839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819" indent="-285700" algn="l" defTabSz="914239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98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918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037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156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75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95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514" indent="-228560" algn="l" defTabSz="9142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b="1" dirty="0" smtClean="0"/>
              <a:t>Бесплатная </a:t>
            </a:r>
            <a:r>
              <a:rPr lang="ru-RU" sz="2400" b="1" dirty="0"/>
              <a:t>установка и </a:t>
            </a:r>
            <a:r>
              <a:rPr lang="ru-RU" sz="2400" b="1" dirty="0" err="1"/>
              <a:t>пусконаладка</a:t>
            </a:r>
            <a:r>
              <a:rPr lang="ru-RU" sz="2400" dirty="0"/>
              <a:t> </a:t>
            </a:r>
            <a:endParaRPr lang="ru-RU" sz="2400" dirty="0" smtClean="0"/>
          </a:p>
          <a:p>
            <a:r>
              <a:rPr lang="ru-RU" sz="2400" b="1" dirty="0"/>
              <a:t>Расширение ассортимента</a:t>
            </a:r>
            <a:endParaRPr lang="ru-RU" sz="2400" dirty="0" smtClean="0"/>
          </a:p>
        </p:txBody>
      </p:sp>
    </p:spTree>
    <p:extLst>
      <p:ext uri="{BB962C8B-B14F-4D97-AF65-F5344CB8AC3E}">
        <p14:creationId xmlns:p14="http://schemas.microsoft.com/office/powerpoint/2010/main" val="3066523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ounded Rectangle 32"/>
          <p:cNvSpPr/>
          <p:nvPr/>
        </p:nvSpPr>
        <p:spPr>
          <a:xfrm>
            <a:off x="9305504" y="4644028"/>
            <a:ext cx="3960748" cy="197845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32"/>
          <p:cNvSpPr/>
          <p:nvPr/>
        </p:nvSpPr>
        <p:spPr>
          <a:xfrm>
            <a:off x="9248799" y="2475440"/>
            <a:ext cx="4017453" cy="197845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32"/>
          <p:cNvSpPr/>
          <p:nvPr/>
        </p:nvSpPr>
        <p:spPr>
          <a:xfrm>
            <a:off x="13569069" y="2475441"/>
            <a:ext cx="3629539" cy="197845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32"/>
          <p:cNvSpPr/>
          <p:nvPr/>
        </p:nvSpPr>
        <p:spPr>
          <a:xfrm>
            <a:off x="13581007" y="4623203"/>
            <a:ext cx="3617601" cy="197845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ounded Rectangle 32"/>
          <p:cNvSpPr/>
          <p:nvPr/>
        </p:nvSpPr>
        <p:spPr>
          <a:xfrm>
            <a:off x="9396187" y="7006453"/>
            <a:ext cx="3870065" cy="19343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660" y="337820"/>
            <a:ext cx="5441874" cy="677108"/>
          </a:xfrm>
          <a:prstGeom prst="rect">
            <a:avLst/>
          </a:prstGeom>
          <a:noFill/>
        </p:spPr>
        <p:txBody>
          <a:bodyPr wrap="none" lIns="137160" tIns="0" rIns="137160" bIns="0">
            <a:spAutoFit/>
          </a:bodyPr>
          <a:lstStyle/>
          <a:p>
            <a:r>
              <a:rPr sz="4400" b="1" dirty="0">
                <a:solidFill>
                  <a:srgbClr val="656565"/>
                </a:solidFill>
                <a:latin typeface="Inter Extra Bold" panose="02000903000000020004" pitchFamily="2" charset="0"/>
              </a:rPr>
              <a:t>КЕЙС ПАРТНЁРА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2983" y="1363822"/>
            <a:ext cx="8520842" cy="738664"/>
          </a:xfrm>
          <a:prstGeom prst="rect">
            <a:avLst/>
          </a:prstGeom>
          <a:noFill/>
        </p:spPr>
        <p:txBody>
          <a:bodyPr wrap="square" lIns="137160" tIns="0" rIns="137160" bIns="0">
            <a:spAutoFit/>
          </a:bodyPr>
          <a:lstStyle/>
          <a:p>
            <a:pPr defTabSz="457200" eaLnBrk="1" hangingPunct="1"/>
            <a:r>
              <a:rPr lang="ru-RU" sz="4800" b="1" dirty="0" smtClean="0">
                <a:solidFill>
                  <a:srgbClr val="F47629"/>
                </a:solidFill>
                <a:latin typeface="+mn-lt"/>
              </a:rPr>
              <a:t>ДИСТРИБЬЮТОР </a:t>
            </a:r>
            <a:r>
              <a:rPr lang="en-US" sz="4800" b="1" dirty="0">
                <a:solidFill>
                  <a:srgbClr val="F47629"/>
                </a:solidFill>
                <a:latin typeface="+mn-lt"/>
              </a:rPr>
              <a:t>&amp;</a:t>
            </a:r>
            <a:r>
              <a:rPr sz="4800" b="1" dirty="0" smtClean="0">
                <a:solidFill>
                  <a:srgbClr val="F47629"/>
                </a:solidFill>
                <a:latin typeface="+mn-lt"/>
              </a:rPr>
              <a:t>  </a:t>
            </a:r>
            <a:r>
              <a:rPr sz="4800" b="1" dirty="0">
                <a:solidFill>
                  <a:srgbClr val="F47629"/>
                </a:solidFill>
                <a:latin typeface="+mn-lt"/>
              </a:rPr>
              <a:t>ЭМПИЛС</a:t>
            </a:r>
          </a:p>
        </p:txBody>
      </p:sp>
      <p:pic>
        <p:nvPicPr>
          <p:cNvPr id="40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8984342" y="6921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" name="Объект 90">
            <a:extLst>
              <a:ext uri="{FF2B5EF4-FFF2-40B4-BE49-F238E27FC236}">
                <a16:creationId xmlns:a16="http://schemas.microsoft.com/office/drawing/2014/main" xmlns="" id="{2597C0FB-F8F0-43F5-80DE-06AD191337A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9745707"/>
              </p:ext>
            </p:extLst>
          </p:nvPr>
        </p:nvGraphicFramePr>
        <p:xfrm>
          <a:off x="14295438" y="4826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011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95438" y="4826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851" name="Picture 59" descr="C:\Users\zakolodniy\Desktop\IMG_20260812_084630_249.jpg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3"/>
          <a:stretch/>
        </p:blipFill>
        <p:spPr bwMode="auto">
          <a:xfrm>
            <a:off x="367491" y="3003262"/>
            <a:ext cx="3857203" cy="5063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852" name="Picture 60" descr="C:\Users\zakolodniy\Desktop\IMG_20260812_084754_170.jpg"/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50" b="1732"/>
          <a:stretch/>
        </p:blipFill>
        <p:spPr bwMode="auto">
          <a:xfrm>
            <a:off x="4452686" y="3003261"/>
            <a:ext cx="4541193" cy="5063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9" name="TextBox 68"/>
          <p:cNvSpPr txBox="1"/>
          <p:nvPr/>
        </p:nvSpPr>
        <p:spPr>
          <a:xfrm>
            <a:off x="9469846" y="2710104"/>
            <a:ext cx="1002197" cy="3077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000" b="1" dirty="0">
                <a:latin typeface="Calibri"/>
              </a:rPr>
              <a:t>📐  АКБ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55332" y="3075282"/>
            <a:ext cx="1785361" cy="55399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600" b="1" dirty="0">
                <a:solidFill>
                  <a:srgbClr val="F18324"/>
                </a:solidFill>
                <a:latin typeface="Calibri"/>
              </a:rPr>
              <a:t>1 200</a:t>
            </a:r>
            <a:r>
              <a:rPr sz="1400" dirty="0">
                <a:solidFill>
                  <a:srgbClr val="F18324"/>
                </a:solidFill>
                <a:latin typeface="Calibri"/>
              </a:rPr>
              <a:t>  </a:t>
            </a:r>
            <a:r>
              <a:rPr sz="1600" dirty="0" err="1">
                <a:solidFill>
                  <a:srgbClr val="F18324"/>
                </a:solidFill>
                <a:latin typeface="Calibri"/>
              </a:rPr>
              <a:t>точек</a:t>
            </a:r>
            <a:endParaRPr sz="1600" dirty="0">
              <a:solidFill>
                <a:srgbClr val="F18324"/>
              </a:solidFill>
              <a:latin typeface="Calibri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455332" y="3705054"/>
            <a:ext cx="2421176" cy="246221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600" dirty="0">
                <a:latin typeface="Calibri"/>
              </a:rPr>
              <a:t>● </a:t>
            </a:r>
            <a:r>
              <a:rPr sz="1600" b="1" dirty="0" err="1">
                <a:latin typeface="Calibri"/>
              </a:rPr>
              <a:t>стабильно</a:t>
            </a:r>
            <a:r>
              <a:rPr sz="1600" b="1" dirty="0">
                <a:latin typeface="Calibri"/>
              </a:rPr>
              <a:t> · </a:t>
            </a:r>
            <a:r>
              <a:rPr sz="1600" b="1" dirty="0" err="1">
                <a:latin typeface="Calibri"/>
              </a:rPr>
              <a:t>удержание</a:t>
            </a:r>
            <a:endParaRPr sz="1600" b="1" dirty="0">
              <a:latin typeface="Calibri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9455332" y="3977196"/>
            <a:ext cx="3642151" cy="246221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600" i="1" dirty="0" err="1">
                <a:solidFill>
                  <a:srgbClr val="6B6B6B"/>
                </a:solidFill>
                <a:latin typeface="Calibri"/>
              </a:rPr>
              <a:t>стратегия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удержания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,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не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расширения</a:t>
            </a:r>
            <a:endParaRPr sz="1600" i="1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3718168" y="2782674"/>
            <a:ext cx="2041521" cy="3077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000" b="1" dirty="0">
                <a:latin typeface="Calibri"/>
              </a:rPr>
              <a:t>👥  </a:t>
            </a:r>
            <a:r>
              <a:rPr sz="2000" b="1" dirty="0" err="1">
                <a:latin typeface="Calibri"/>
              </a:rPr>
              <a:t>Команда</a:t>
            </a:r>
            <a:r>
              <a:rPr sz="2000" b="1" dirty="0">
                <a:latin typeface="Calibri"/>
              </a:rPr>
              <a:t> ЭТП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718168" y="3075282"/>
            <a:ext cx="1202380" cy="55399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600" b="1" dirty="0">
                <a:solidFill>
                  <a:srgbClr val="F18324"/>
                </a:solidFill>
                <a:latin typeface="Calibri"/>
              </a:rPr>
              <a:t>6</a:t>
            </a:r>
            <a:r>
              <a:rPr sz="1400" dirty="0">
                <a:solidFill>
                  <a:srgbClr val="F18324"/>
                </a:solidFill>
                <a:latin typeface="Calibri"/>
              </a:rPr>
              <a:t>  </a:t>
            </a:r>
            <a:r>
              <a:rPr sz="1600" dirty="0" err="1">
                <a:solidFill>
                  <a:srgbClr val="F18324"/>
                </a:solidFill>
                <a:latin typeface="Calibri"/>
              </a:rPr>
              <a:t>человек</a:t>
            </a:r>
            <a:endParaRPr sz="1600" dirty="0">
              <a:solidFill>
                <a:srgbClr val="F18324"/>
              </a:solidFill>
              <a:latin typeface="Calibri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3718168" y="3719568"/>
            <a:ext cx="2992742" cy="246221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600" dirty="0">
                <a:latin typeface="Calibri"/>
              </a:rPr>
              <a:t>▲ </a:t>
            </a:r>
            <a:r>
              <a:rPr sz="1600" b="1" dirty="0" err="1">
                <a:latin typeface="Calibri"/>
              </a:rPr>
              <a:t>доля</a:t>
            </a:r>
            <a:r>
              <a:rPr sz="1600" b="1" dirty="0">
                <a:latin typeface="Calibri"/>
              </a:rPr>
              <a:t> </a:t>
            </a:r>
            <a:r>
              <a:rPr lang="ru-RU" sz="1600" b="1" dirty="0" smtClean="0">
                <a:latin typeface="Calibri"/>
              </a:rPr>
              <a:t>7</a:t>
            </a:r>
            <a:r>
              <a:rPr sz="1600" b="1" dirty="0" smtClean="0">
                <a:latin typeface="Calibri"/>
              </a:rPr>
              <a:t>0</a:t>
            </a:r>
            <a:r>
              <a:rPr sz="1600" b="1" dirty="0">
                <a:latin typeface="Calibri"/>
              </a:rPr>
              <a:t>% в </a:t>
            </a:r>
            <a:r>
              <a:rPr sz="1600" b="1" dirty="0" err="1">
                <a:latin typeface="Calibri"/>
              </a:rPr>
              <a:t>общих</a:t>
            </a:r>
            <a:r>
              <a:rPr sz="1600" b="1" dirty="0">
                <a:latin typeface="Calibri"/>
              </a:rPr>
              <a:t> </a:t>
            </a:r>
            <a:r>
              <a:rPr sz="1600" b="1" dirty="0" err="1">
                <a:latin typeface="Calibri"/>
              </a:rPr>
              <a:t>продажах</a:t>
            </a:r>
            <a:endParaRPr sz="1600" b="1" dirty="0">
              <a:latin typeface="Calibri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3718168" y="4006224"/>
            <a:ext cx="3334118" cy="246221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600" i="1" dirty="0" err="1">
                <a:solidFill>
                  <a:srgbClr val="6B6B6B"/>
                </a:solidFill>
                <a:latin typeface="Calibri"/>
              </a:rPr>
              <a:t>команда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Эмпилс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в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поле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у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партнёра</a:t>
            </a:r>
            <a:endParaRPr sz="1600" i="1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455332" y="4849212"/>
            <a:ext cx="2910861" cy="3077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000" b="1" dirty="0">
                <a:latin typeface="Calibri"/>
              </a:rPr>
              <a:t>🚚  </a:t>
            </a:r>
            <a:r>
              <a:rPr sz="2000" b="1" dirty="0" err="1">
                <a:latin typeface="Calibri"/>
              </a:rPr>
              <a:t>Стоимость</a:t>
            </a:r>
            <a:r>
              <a:rPr sz="2000" b="1" dirty="0">
                <a:latin typeface="Calibri"/>
              </a:rPr>
              <a:t> </a:t>
            </a:r>
            <a:r>
              <a:rPr sz="2000" b="1" dirty="0" err="1">
                <a:latin typeface="Calibri"/>
              </a:rPr>
              <a:t>логистики</a:t>
            </a:r>
            <a:endParaRPr sz="2000" b="1" dirty="0">
              <a:latin typeface="Calibri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455332" y="5214390"/>
            <a:ext cx="2161169" cy="55399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600" b="1" dirty="0">
                <a:solidFill>
                  <a:srgbClr val="F18324"/>
                </a:solidFill>
                <a:latin typeface="Calibri"/>
              </a:rPr>
              <a:t>5%</a:t>
            </a:r>
            <a:r>
              <a:rPr sz="3600" dirty="0">
                <a:solidFill>
                  <a:srgbClr val="F18324"/>
                </a:solidFill>
                <a:latin typeface="Calibri"/>
              </a:rPr>
              <a:t>  →  </a:t>
            </a:r>
            <a:r>
              <a:rPr sz="3600" b="1" dirty="0">
                <a:solidFill>
                  <a:srgbClr val="F18324"/>
                </a:solidFill>
                <a:latin typeface="Calibri"/>
              </a:rPr>
              <a:t>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55332" y="5771592"/>
            <a:ext cx="2316660" cy="246221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600" dirty="0">
                <a:latin typeface="Calibri"/>
              </a:rPr>
              <a:t>▼ </a:t>
            </a:r>
            <a:r>
              <a:rPr sz="1600" b="1" dirty="0">
                <a:latin typeface="Calibri"/>
              </a:rPr>
              <a:t>−1 </a:t>
            </a:r>
            <a:r>
              <a:rPr sz="1600" b="1" dirty="0" err="1">
                <a:latin typeface="Calibri"/>
              </a:rPr>
              <a:t>п.п</a:t>
            </a:r>
            <a:r>
              <a:rPr sz="1600" b="1" dirty="0">
                <a:latin typeface="Calibri"/>
              </a:rPr>
              <a:t>. </a:t>
            </a:r>
            <a:r>
              <a:rPr sz="1600" b="1" dirty="0" err="1">
                <a:latin typeface="Calibri"/>
              </a:rPr>
              <a:t>за</a:t>
            </a:r>
            <a:r>
              <a:rPr sz="1600" b="1" dirty="0">
                <a:latin typeface="Calibri"/>
              </a:rPr>
              <a:t> 2023→2025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498874" y="6116304"/>
            <a:ext cx="3767378" cy="246221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600" i="1" dirty="0">
                <a:solidFill>
                  <a:srgbClr val="6B6B6B"/>
                </a:solidFill>
                <a:latin typeface="Calibri"/>
              </a:rPr>
              <a:t>%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от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оборота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·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собственный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автопарк</a:t>
            </a:r>
            <a:endParaRPr sz="1600" i="1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3718168" y="4835423"/>
            <a:ext cx="2482346" cy="3077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000" b="1" dirty="0">
                <a:latin typeface="Calibri"/>
              </a:rPr>
              <a:t>💰  </a:t>
            </a:r>
            <a:r>
              <a:rPr sz="2000" b="1" dirty="0" err="1">
                <a:latin typeface="Calibri"/>
              </a:rPr>
              <a:t>Стоимость</a:t>
            </a:r>
            <a:r>
              <a:rPr sz="2000" b="1" dirty="0">
                <a:latin typeface="Calibri"/>
              </a:rPr>
              <a:t> </a:t>
            </a:r>
            <a:r>
              <a:rPr sz="2000" b="1" dirty="0" err="1">
                <a:latin typeface="Calibri"/>
              </a:rPr>
              <a:t>тонны</a:t>
            </a:r>
            <a:endParaRPr sz="2000" b="1" dirty="0">
              <a:latin typeface="Calibri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3718168" y="5186087"/>
            <a:ext cx="1218603" cy="55399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600" b="1" dirty="0">
                <a:solidFill>
                  <a:srgbClr val="F18324"/>
                </a:solidFill>
                <a:latin typeface="Calibri"/>
              </a:rPr>
              <a:t>+26%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718168" y="5815859"/>
            <a:ext cx="2435282" cy="246221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600" b="1" dirty="0">
                <a:latin typeface="Calibri"/>
              </a:rPr>
              <a:t>▲ 2024 → 2026 (</a:t>
            </a:r>
            <a:r>
              <a:rPr sz="1600" b="1" dirty="0" err="1">
                <a:latin typeface="Calibri"/>
              </a:rPr>
              <a:t>прогноз</a:t>
            </a:r>
            <a:r>
              <a:rPr sz="1600" b="1" dirty="0">
                <a:latin typeface="Calibri"/>
              </a:rPr>
              <a:t>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718168" y="6088001"/>
            <a:ext cx="3480440" cy="246221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600" i="1" dirty="0" err="1">
                <a:solidFill>
                  <a:srgbClr val="6B6B6B"/>
                </a:solidFill>
                <a:latin typeface="Calibri"/>
              </a:rPr>
              <a:t>сдвиг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в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средний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+ и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премиум</a:t>
            </a:r>
            <a:r>
              <a:rPr sz="1600" i="1" dirty="0">
                <a:solidFill>
                  <a:srgbClr val="6B6B6B"/>
                </a:solidFill>
                <a:latin typeface="Calibri"/>
              </a:rPr>
              <a:t> </a:t>
            </a:r>
            <a:r>
              <a:rPr sz="1600" i="1" dirty="0" err="1">
                <a:solidFill>
                  <a:srgbClr val="6B6B6B"/>
                </a:solidFill>
                <a:latin typeface="Calibri"/>
              </a:rPr>
              <a:t>сегмент</a:t>
            </a:r>
            <a:endParaRPr sz="1600" i="1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9455332" y="7111255"/>
            <a:ext cx="2758384" cy="3077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000" b="1" dirty="0">
                <a:latin typeface="Calibri"/>
              </a:rPr>
              <a:t>📦  SKU: </a:t>
            </a:r>
            <a:r>
              <a:rPr sz="2000" b="1" dirty="0" err="1">
                <a:latin typeface="Calibri"/>
              </a:rPr>
              <a:t>сеть</a:t>
            </a:r>
            <a:r>
              <a:rPr sz="2000" b="1" dirty="0">
                <a:latin typeface="Calibri"/>
              </a:rPr>
              <a:t> + </a:t>
            </a:r>
            <a:r>
              <a:rPr sz="2000" b="1" dirty="0" err="1">
                <a:latin typeface="Calibri"/>
              </a:rPr>
              <a:t>розница</a:t>
            </a:r>
            <a:endParaRPr sz="2000" b="1" dirty="0">
              <a:latin typeface="Calibri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9455331" y="7529119"/>
            <a:ext cx="3810921" cy="1036181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dirty="0" err="1" smtClean="0">
                <a:latin typeface="Calibri"/>
              </a:rPr>
              <a:t>Дистр</a:t>
            </a:r>
            <a:r>
              <a:rPr lang="ru-RU" sz="1600" dirty="0" err="1" smtClean="0">
                <a:latin typeface="Calibri"/>
              </a:rPr>
              <a:t>ибьюторы</a:t>
            </a:r>
            <a:r>
              <a:rPr sz="1600" dirty="0" smtClean="0">
                <a:latin typeface="Calibri"/>
              </a:rPr>
              <a:t>: </a:t>
            </a:r>
            <a:r>
              <a:rPr sz="1600" b="1" dirty="0">
                <a:solidFill>
                  <a:srgbClr val="F18324"/>
                </a:solidFill>
                <a:latin typeface="Calibri"/>
              </a:rPr>
              <a:t>550 SKU </a:t>
            </a:r>
            <a:r>
              <a:rPr sz="1600" b="1" dirty="0" smtClean="0">
                <a:solidFill>
                  <a:srgbClr val="F18324"/>
                </a:solidFill>
                <a:latin typeface="Calibri"/>
              </a:rPr>
              <a:t> </a:t>
            </a:r>
            <a:r>
              <a:rPr sz="1600" dirty="0" err="1">
                <a:latin typeface="Calibri"/>
              </a:rPr>
              <a:t>очищено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от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неликвидов</a:t>
            </a:r>
            <a:endParaRPr sz="1600" dirty="0"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600" dirty="0" err="1">
                <a:latin typeface="Calibri"/>
              </a:rPr>
              <a:t>Сеть</a:t>
            </a:r>
            <a:r>
              <a:rPr sz="1600" dirty="0">
                <a:latin typeface="Calibri"/>
              </a:rPr>
              <a:t> (</a:t>
            </a:r>
            <a:r>
              <a:rPr sz="1600" dirty="0" err="1">
                <a:latin typeface="Calibri"/>
              </a:rPr>
              <a:t>матрица</a:t>
            </a:r>
            <a:r>
              <a:rPr sz="1600" dirty="0">
                <a:latin typeface="Calibri"/>
              </a:rPr>
              <a:t>): </a:t>
            </a:r>
            <a:r>
              <a:rPr sz="1600" b="1" dirty="0">
                <a:solidFill>
                  <a:srgbClr val="F18324"/>
                </a:solidFill>
                <a:latin typeface="Calibri"/>
              </a:rPr>
              <a:t>150→200</a:t>
            </a:r>
            <a:r>
              <a:rPr lang="ru-RU" sz="1600" b="1" dirty="0">
                <a:solidFill>
                  <a:srgbClr val="F18324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F18324"/>
                </a:solidFill>
                <a:latin typeface="Calibri"/>
              </a:rPr>
              <a:t>▲ +33%</a:t>
            </a:r>
          </a:p>
          <a:p>
            <a:pPr algn="l"/>
            <a:r>
              <a:rPr sz="1600" dirty="0" err="1" smtClean="0">
                <a:latin typeface="Calibri"/>
              </a:rPr>
              <a:t>Розница</a:t>
            </a:r>
            <a:r>
              <a:rPr sz="1600" dirty="0">
                <a:latin typeface="Calibri"/>
              </a:rPr>
              <a:t>: </a:t>
            </a:r>
            <a:r>
              <a:rPr sz="1600" b="1" dirty="0">
                <a:solidFill>
                  <a:srgbClr val="F18324"/>
                </a:solidFill>
                <a:latin typeface="Calibri"/>
              </a:rPr>
              <a:t>550 </a:t>
            </a:r>
            <a:r>
              <a:rPr sz="1600" b="1" dirty="0" smtClean="0">
                <a:solidFill>
                  <a:srgbClr val="F18324"/>
                </a:solidFill>
                <a:latin typeface="Calibri"/>
              </a:rPr>
              <a:t>SK</a:t>
            </a:r>
            <a:r>
              <a:rPr lang="en-US" sz="1600" b="1" dirty="0" smtClean="0">
                <a:solidFill>
                  <a:srgbClr val="F18324"/>
                </a:solidFill>
                <a:latin typeface="Calibri"/>
              </a:rPr>
              <a:t>U</a:t>
            </a:r>
            <a:endParaRPr sz="1600" b="1" dirty="0">
              <a:solidFill>
                <a:srgbClr val="F18324"/>
              </a:solidFill>
              <a:latin typeface="Calibri"/>
            </a:endParaRPr>
          </a:p>
        </p:txBody>
      </p:sp>
      <p:sp>
        <p:nvSpPr>
          <p:cNvPr id="91" name="Rounded Rectangle 32"/>
          <p:cNvSpPr/>
          <p:nvPr/>
        </p:nvSpPr>
        <p:spPr>
          <a:xfrm>
            <a:off x="13581007" y="6991367"/>
            <a:ext cx="3617601" cy="197845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3718168" y="7080630"/>
            <a:ext cx="2719014" cy="3077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000" b="1" dirty="0">
                <a:latin typeface="Calibri"/>
              </a:rPr>
              <a:t>📈  </a:t>
            </a:r>
            <a:r>
              <a:rPr sz="2000" b="1" dirty="0" err="1">
                <a:latin typeface="Calibri"/>
              </a:rPr>
              <a:t>Рост</a:t>
            </a:r>
            <a:r>
              <a:rPr sz="2000" b="1" dirty="0">
                <a:latin typeface="Calibri"/>
              </a:rPr>
              <a:t> ТО </a:t>
            </a:r>
            <a:r>
              <a:rPr sz="2000" b="1" dirty="0" smtClean="0">
                <a:latin typeface="Calibri"/>
              </a:rPr>
              <a:t>2</a:t>
            </a:r>
            <a:r>
              <a:rPr lang="en-US" sz="2000" b="1" dirty="0" smtClean="0">
                <a:latin typeface="Calibri"/>
              </a:rPr>
              <a:t>02</a:t>
            </a:r>
            <a:r>
              <a:rPr sz="2000" b="1" dirty="0" smtClean="0">
                <a:latin typeface="Calibri"/>
              </a:rPr>
              <a:t>5</a:t>
            </a:r>
            <a:r>
              <a:rPr sz="2000" b="1" dirty="0">
                <a:latin typeface="Calibri"/>
              </a:rPr>
              <a:t>→</a:t>
            </a:r>
            <a:r>
              <a:rPr sz="2000" b="1" dirty="0" smtClean="0">
                <a:latin typeface="Calibri"/>
              </a:rPr>
              <a:t>2</a:t>
            </a:r>
            <a:r>
              <a:rPr lang="en-US" sz="2000" b="1" dirty="0" smtClean="0">
                <a:latin typeface="Calibri"/>
              </a:rPr>
              <a:t>02</a:t>
            </a:r>
            <a:r>
              <a:rPr sz="2000" b="1" dirty="0" smtClean="0">
                <a:latin typeface="Calibri"/>
              </a:rPr>
              <a:t>6</a:t>
            </a:r>
            <a:endParaRPr sz="2000" b="1" dirty="0">
              <a:latin typeface="Calibri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3718168" y="7527522"/>
            <a:ext cx="2606040" cy="106182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dirty="0" err="1" smtClean="0">
                <a:latin typeface="Calibri"/>
              </a:rPr>
              <a:t>Первичка</a:t>
            </a:r>
            <a:r>
              <a:rPr sz="1600" dirty="0">
                <a:latin typeface="Calibri"/>
              </a:rPr>
              <a:t>: </a:t>
            </a:r>
            <a:r>
              <a:rPr sz="1600" b="1" dirty="0">
                <a:solidFill>
                  <a:srgbClr val="F18324"/>
                </a:solidFill>
                <a:latin typeface="Calibri"/>
              </a:rPr>
              <a:t>+15% т / +20% ₽</a:t>
            </a:r>
          </a:p>
          <a:p>
            <a:pPr algn="l">
              <a:spcAft>
                <a:spcPts val="200"/>
              </a:spcAft>
            </a:pPr>
            <a:r>
              <a:rPr sz="1600" dirty="0" err="1">
                <a:latin typeface="Calibri"/>
              </a:rPr>
              <a:t>Вторичка</a:t>
            </a:r>
            <a:r>
              <a:rPr sz="1600" b="1" dirty="0">
                <a:latin typeface="Calibri"/>
              </a:rPr>
              <a:t>: </a:t>
            </a:r>
            <a:r>
              <a:rPr sz="1600" b="1" dirty="0">
                <a:solidFill>
                  <a:srgbClr val="F18324"/>
                </a:solidFill>
                <a:latin typeface="Calibri"/>
              </a:rPr>
              <a:t>+5% т / +10% ₽</a:t>
            </a:r>
          </a:p>
          <a:p>
            <a:pPr>
              <a:spcAft>
                <a:spcPts val="200"/>
              </a:spcAft>
            </a:pPr>
            <a:r>
              <a:rPr sz="1600" dirty="0" err="1">
                <a:latin typeface="Calibri"/>
              </a:rPr>
              <a:t>Сеть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дистры</a:t>
            </a:r>
            <a:r>
              <a:rPr sz="1600" dirty="0">
                <a:latin typeface="Calibri"/>
              </a:rPr>
              <a:t>: </a:t>
            </a:r>
            <a:r>
              <a:rPr sz="1600" b="1" dirty="0">
                <a:solidFill>
                  <a:srgbClr val="F18324"/>
                </a:solidFill>
                <a:latin typeface="Calibri"/>
              </a:rPr>
              <a:t>+17% ₽</a:t>
            </a:r>
          </a:p>
          <a:p>
            <a:pPr algn="l"/>
            <a:r>
              <a:rPr sz="1600" dirty="0" err="1">
                <a:latin typeface="Calibri"/>
              </a:rPr>
              <a:t>Розница</a:t>
            </a:r>
            <a:r>
              <a:rPr sz="1600" dirty="0">
                <a:latin typeface="Calibri"/>
              </a:rPr>
              <a:t>: </a:t>
            </a:r>
            <a:r>
              <a:rPr sz="1600" b="1" dirty="0">
                <a:solidFill>
                  <a:srgbClr val="F18324"/>
                </a:solidFill>
                <a:latin typeface="Calibri"/>
              </a:rPr>
              <a:t>+2% ₽</a:t>
            </a:r>
          </a:p>
        </p:txBody>
      </p:sp>
    </p:spTree>
    <p:extLst>
      <p:ext uri="{BB962C8B-B14F-4D97-AF65-F5344CB8AC3E}">
        <p14:creationId xmlns:p14="http://schemas.microsoft.com/office/powerpoint/2010/main" val="1155960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7040" y="510540"/>
            <a:ext cx="15773400" cy="1477328"/>
          </a:xfrm>
          <a:prstGeom prst="rect">
            <a:avLst/>
          </a:prstGeom>
          <a:noFill/>
        </p:spPr>
        <p:txBody>
          <a:bodyPr wrap="square" lIns="137160" tIns="0" rIns="137160" bIns="0">
            <a:spAutoFit/>
          </a:bodyPr>
          <a:lstStyle/>
          <a:p>
            <a:pPr algn="l"/>
            <a:r>
              <a:rPr sz="6600" b="1" dirty="0">
                <a:solidFill>
                  <a:srgbClr val="F08327"/>
                </a:solidFill>
                <a:latin typeface="Inter Extra Bold" panose="02000903000000020004" pitchFamily="2" charset="0"/>
                <a:ea typeface="Inter Extra Bold" panose="02000903000000020004" pitchFamily="2" charset="0"/>
                <a:cs typeface="Inter Extra Bold" panose="02000903000000020004" pitchFamily="2" charset="0"/>
              </a:rPr>
              <a:t>СТАНЬ ПАРТНЁРОМ </a:t>
            </a:r>
            <a:endParaRPr lang="ru-RU" sz="6600" b="1" dirty="0" smtClean="0">
              <a:solidFill>
                <a:srgbClr val="F08327"/>
              </a:solidFill>
              <a:latin typeface="Inter Extra Bold" panose="02000903000000020004" pitchFamily="2" charset="0"/>
              <a:ea typeface="Inter Extra Bold" panose="02000903000000020004" pitchFamily="2" charset="0"/>
              <a:cs typeface="Inter Extra Bold" panose="02000903000000020004" pitchFamily="2" charset="0"/>
            </a:endParaRPr>
          </a:p>
          <a:p>
            <a:pPr algn="l"/>
            <a:r>
              <a:rPr sz="3000" i="1" dirty="0" err="1" smtClean="0">
                <a:latin typeface="Calibri"/>
              </a:rPr>
              <a:t>Развивайте</a:t>
            </a:r>
            <a:r>
              <a:rPr sz="3000" i="1" dirty="0" smtClean="0">
                <a:latin typeface="Calibri"/>
              </a:rPr>
              <a:t> </a:t>
            </a:r>
            <a:r>
              <a:rPr sz="3000" i="1" dirty="0" err="1">
                <a:latin typeface="Calibri"/>
              </a:rPr>
              <a:t>бизнес</a:t>
            </a:r>
            <a:r>
              <a:rPr sz="3000" i="1" dirty="0">
                <a:latin typeface="Calibri"/>
              </a:rPr>
              <a:t> </a:t>
            </a:r>
            <a:r>
              <a:rPr sz="3000" i="1" dirty="0" err="1">
                <a:latin typeface="Calibri"/>
              </a:rPr>
              <a:t>вместе</a:t>
            </a:r>
            <a:r>
              <a:rPr sz="3000" i="1" dirty="0">
                <a:latin typeface="Calibri"/>
              </a:rPr>
              <a:t> с </a:t>
            </a:r>
            <a:r>
              <a:rPr sz="3000" i="1" dirty="0" err="1">
                <a:latin typeface="Calibri"/>
              </a:rPr>
              <a:t>надёжным</a:t>
            </a:r>
            <a:r>
              <a:rPr sz="3000" i="1" dirty="0">
                <a:latin typeface="Calibri"/>
              </a:rPr>
              <a:t> </a:t>
            </a:r>
            <a:r>
              <a:rPr sz="3000" i="1" dirty="0" err="1">
                <a:latin typeface="Calibri"/>
              </a:rPr>
              <a:t>производителем</a:t>
            </a:r>
            <a:r>
              <a:rPr sz="3000" i="1" dirty="0">
                <a:latin typeface="Calibri"/>
              </a:rPr>
              <a:t> ЛКМ</a:t>
            </a:r>
          </a:p>
        </p:txBody>
      </p:sp>
      <p:sp>
        <p:nvSpPr>
          <p:cNvPr id="6" name="Rectangle 5"/>
          <p:cNvSpPr/>
          <p:nvPr/>
        </p:nvSpPr>
        <p:spPr>
          <a:xfrm>
            <a:off x="825000" y="2731628"/>
            <a:ext cx="2468880" cy="76200"/>
          </a:xfrm>
          <a:prstGeom prst="rect">
            <a:avLst/>
          </a:prstGeom>
          <a:solidFill>
            <a:srgbClr val="F47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68580" rIns="137160" bIns="6858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7167" y="3028808"/>
            <a:ext cx="9199577" cy="5701561"/>
          </a:xfrm>
          <a:prstGeom prst="rect">
            <a:avLst/>
          </a:prstGeom>
          <a:noFill/>
        </p:spPr>
        <p:txBody>
          <a:bodyPr wrap="square" lIns="137160" tIns="0" rIns="137160" bIns="0">
            <a:spAutoFit/>
          </a:bodyPr>
          <a:lstStyle/>
          <a:p>
            <a:pPr>
              <a:lnSpc>
                <a:spcPct val="150000"/>
              </a:lnSpc>
            </a:pPr>
            <a:r>
              <a:rPr sz="2400" b="1" dirty="0">
                <a:solidFill>
                  <a:srgbClr val="F47629"/>
                </a:solidFill>
                <a:latin typeface="Calibri"/>
              </a:rPr>
              <a:t>▸ </a:t>
            </a:r>
            <a:r>
              <a:rPr lang="ru-RU" sz="2300" b="1" dirty="0">
                <a:solidFill>
                  <a:srgbClr val="313131"/>
                </a:solidFill>
                <a:latin typeface="Calibri"/>
              </a:rPr>
              <a:t>ЛИДЕР НА РЫНКЕ ЛКМ - </a:t>
            </a:r>
            <a:r>
              <a:rPr lang="ru-RU" sz="2000" dirty="0" smtClean="0">
                <a:solidFill>
                  <a:srgbClr val="6B6B6B"/>
                </a:solidFill>
                <a:latin typeface="Calibri"/>
              </a:rPr>
              <a:t>ТОП </a:t>
            </a:r>
            <a:r>
              <a:rPr lang="ru-RU" sz="2000" dirty="0" smtClean="0">
                <a:solidFill>
                  <a:srgbClr val="6B6B6B"/>
                </a:solidFill>
                <a:latin typeface="Calibri"/>
              </a:rPr>
              <a:t>производитель  </a:t>
            </a:r>
            <a:r>
              <a:rPr lang="ru-RU" sz="2000" dirty="0">
                <a:solidFill>
                  <a:srgbClr val="6B6B6B"/>
                </a:solidFill>
                <a:latin typeface="Calibri"/>
              </a:rPr>
              <a:t>органики 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F47629"/>
                </a:solidFill>
                <a:latin typeface="Calibri"/>
              </a:rPr>
              <a:t>▸ </a:t>
            </a:r>
            <a:r>
              <a:rPr lang="ru-RU" sz="2300" b="1" dirty="0" smtClean="0">
                <a:solidFill>
                  <a:srgbClr val="313131"/>
                </a:solidFill>
                <a:latin typeface="Calibri"/>
              </a:rPr>
              <a:t>&gt;</a:t>
            </a:r>
            <a:r>
              <a:rPr lang="ru-RU" sz="2300" b="1" dirty="0">
                <a:solidFill>
                  <a:srgbClr val="313131"/>
                </a:solidFill>
                <a:latin typeface="Calibri"/>
              </a:rPr>
              <a:t>100 </a:t>
            </a:r>
            <a:r>
              <a:rPr lang="ru-RU" sz="2300" b="1" cap="all" dirty="0">
                <a:solidFill>
                  <a:srgbClr val="313131"/>
                </a:solidFill>
                <a:latin typeface="Calibri"/>
              </a:rPr>
              <a:t>лет</a:t>
            </a:r>
            <a:r>
              <a:rPr lang="ru-RU" sz="2300" b="1" dirty="0">
                <a:solidFill>
                  <a:srgbClr val="313131"/>
                </a:solidFill>
                <a:latin typeface="Calibri"/>
              </a:rPr>
              <a:t> </a:t>
            </a:r>
            <a:r>
              <a:rPr lang="ru-RU" sz="2300" b="1" cap="all" dirty="0">
                <a:solidFill>
                  <a:srgbClr val="313131"/>
                </a:solidFill>
                <a:latin typeface="Calibri"/>
              </a:rPr>
              <a:t>непрерывного развития - </a:t>
            </a:r>
            <a:r>
              <a:rPr lang="ru-RU" sz="2000" dirty="0">
                <a:solidFill>
                  <a:srgbClr val="6B6B6B"/>
                </a:solidFill>
                <a:latin typeface="Calibri"/>
              </a:rPr>
              <a:t>с 1906 года    </a:t>
            </a:r>
          </a:p>
          <a:p>
            <a:pPr>
              <a:lnSpc>
                <a:spcPct val="150000"/>
              </a:lnSpc>
            </a:pPr>
            <a:r>
              <a:rPr lang="ru-RU" sz="2800" b="1" dirty="0" smtClean="0">
                <a:solidFill>
                  <a:srgbClr val="F47629"/>
                </a:solidFill>
                <a:latin typeface="Calibri"/>
              </a:rPr>
              <a:t>▸</a:t>
            </a:r>
            <a:r>
              <a:rPr lang="ru-RU" sz="2300" b="1" dirty="0" smtClean="0">
                <a:solidFill>
                  <a:srgbClr val="313131"/>
                </a:solidFill>
                <a:latin typeface="Calibri"/>
              </a:rPr>
              <a:t>&gt;</a:t>
            </a:r>
            <a:r>
              <a:rPr lang="ru-RU" sz="2300" b="1" dirty="0">
                <a:solidFill>
                  <a:srgbClr val="313131"/>
                </a:solidFill>
                <a:latin typeface="Calibri"/>
              </a:rPr>
              <a:t>100 ДИСТРИБЬЮТОРОВ </a:t>
            </a:r>
            <a:r>
              <a:rPr lang="ru-RU" sz="2000" b="1" dirty="0">
                <a:solidFill>
                  <a:srgbClr val="313131"/>
                </a:solidFill>
                <a:latin typeface="Calibri"/>
              </a:rPr>
              <a:t>-</a:t>
            </a:r>
            <a:r>
              <a:rPr lang="ru-RU" sz="2000" dirty="0" smtClean="0">
                <a:solidFill>
                  <a:srgbClr val="6B6B6B"/>
                </a:solidFill>
                <a:latin typeface="Calibri"/>
              </a:rPr>
              <a:t> уже </a:t>
            </a:r>
            <a:r>
              <a:rPr lang="ru-RU" sz="2000" dirty="0">
                <a:solidFill>
                  <a:srgbClr val="6B6B6B"/>
                </a:solidFill>
                <a:latin typeface="Calibri"/>
              </a:rPr>
              <a:t>работают с нами в РФ и СНГ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solidFill>
                  <a:srgbClr val="F47629"/>
                </a:solidFill>
                <a:latin typeface="Calibri"/>
              </a:rPr>
              <a:t>▸ </a:t>
            </a:r>
            <a:r>
              <a:rPr sz="2300" b="1" dirty="0" smtClean="0">
                <a:solidFill>
                  <a:srgbClr val="313131"/>
                </a:solidFill>
                <a:latin typeface="Calibri"/>
              </a:rPr>
              <a:t>11 </a:t>
            </a:r>
            <a:r>
              <a:rPr lang="ru-RU" sz="2300" b="1" dirty="0" smtClean="0">
                <a:solidFill>
                  <a:srgbClr val="313131"/>
                </a:solidFill>
                <a:latin typeface="Calibri"/>
              </a:rPr>
              <a:t>БРЕНДОВ</a:t>
            </a:r>
            <a:r>
              <a:rPr lang="ru-RU" sz="2300" dirty="0">
                <a:solidFill>
                  <a:srgbClr val="6B6B6B"/>
                </a:solidFill>
                <a:latin typeface="Calibri"/>
              </a:rPr>
              <a:t> </a:t>
            </a:r>
            <a:r>
              <a:rPr lang="ru-RU" sz="2000" b="1" dirty="0" smtClean="0">
                <a:solidFill>
                  <a:srgbClr val="313131"/>
                </a:solidFill>
                <a:latin typeface="Calibri"/>
              </a:rPr>
              <a:t>- </a:t>
            </a:r>
            <a:r>
              <a:rPr sz="2000" dirty="0" err="1" smtClean="0">
                <a:solidFill>
                  <a:srgbClr val="6B6B6B"/>
                </a:solidFill>
                <a:latin typeface="Calibri"/>
              </a:rPr>
              <a:t>от</a:t>
            </a:r>
            <a:r>
              <a:rPr sz="200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sz="2000" dirty="0" err="1" smtClean="0">
                <a:solidFill>
                  <a:srgbClr val="6B6B6B"/>
                </a:solidFill>
                <a:latin typeface="Calibri"/>
              </a:rPr>
              <a:t>эконома</a:t>
            </a:r>
            <a:r>
              <a:rPr sz="200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sz="2000" dirty="0" err="1" smtClean="0">
                <a:solidFill>
                  <a:srgbClr val="6B6B6B"/>
                </a:solidFill>
                <a:latin typeface="Calibri"/>
              </a:rPr>
              <a:t>до</a:t>
            </a:r>
            <a:r>
              <a:rPr sz="200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sz="2000" dirty="0" err="1" smtClean="0">
                <a:solidFill>
                  <a:srgbClr val="6B6B6B"/>
                </a:solidFill>
                <a:latin typeface="Calibri"/>
              </a:rPr>
              <a:t>премиума</a:t>
            </a:r>
            <a:r>
              <a:rPr sz="2000" dirty="0" smtClean="0">
                <a:solidFill>
                  <a:srgbClr val="6B6B6B"/>
                </a:solidFill>
                <a:latin typeface="Calibri"/>
              </a:rPr>
              <a:t> — </a:t>
            </a:r>
            <a:r>
              <a:rPr sz="2000" dirty="0" err="1" smtClean="0">
                <a:solidFill>
                  <a:srgbClr val="6B6B6B"/>
                </a:solidFill>
                <a:latin typeface="Calibri"/>
              </a:rPr>
              <a:t>полный</a:t>
            </a:r>
            <a:r>
              <a:rPr sz="2000" dirty="0" smtClean="0">
                <a:solidFill>
                  <a:srgbClr val="6B6B6B"/>
                </a:solidFill>
                <a:latin typeface="Calibri"/>
              </a:rPr>
              <a:t> </a:t>
            </a:r>
            <a:r>
              <a:rPr sz="2000" dirty="0" err="1" smtClean="0">
                <a:solidFill>
                  <a:srgbClr val="6B6B6B"/>
                </a:solidFill>
                <a:latin typeface="Calibri"/>
              </a:rPr>
              <a:t>спектр</a:t>
            </a:r>
            <a:r>
              <a:rPr sz="2000" dirty="0" smtClean="0">
                <a:solidFill>
                  <a:srgbClr val="6B6B6B"/>
                </a:solidFill>
                <a:latin typeface="Calibri"/>
              </a:rPr>
              <a:t> ЛКМ</a:t>
            </a:r>
            <a:endParaRPr sz="2000" dirty="0">
              <a:solidFill>
                <a:srgbClr val="6B6B6B"/>
              </a:solidFill>
              <a:latin typeface="Calibri"/>
            </a:endParaRPr>
          </a:p>
          <a:p>
            <a:pPr>
              <a:spcBef>
                <a:spcPts val="1500"/>
              </a:spcBef>
            </a:pPr>
            <a:r>
              <a:rPr sz="2400" b="1" dirty="0">
                <a:solidFill>
                  <a:srgbClr val="F47629"/>
                </a:solidFill>
                <a:latin typeface="Calibri"/>
              </a:rPr>
              <a:t>▸ </a:t>
            </a:r>
            <a:r>
              <a:rPr lang="ru-RU" sz="2300" b="1" dirty="0" smtClean="0">
                <a:solidFill>
                  <a:srgbClr val="313131"/>
                </a:solidFill>
                <a:latin typeface="Calibri"/>
              </a:rPr>
              <a:t>МАРКЕТИНГОВАЯ И </a:t>
            </a:r>
            <a:r>
              <a:rPr sz="2300" b="1" cap="all" dirty="0" err="1">
                <a:solidFill>
                  <a:srgbClr val="313131"/>
                </a:solidFill>
                <a:latin typeface="Calibri"/>
              </a:rPr>
              <a:t>трейд-маркетинговая</a:t>
            </a:r>
            <a:r>
              <a:rPr sz="2300" b="1" cap="all" dirty="0">
                <a:solidFill>
                  <a:srgbClr val="313131"/>
                </a:solidFill>
                <a:latin typeface="Calibri"/>
              </a:rPr>
              <a:t> </a:t>
            </a:r>
            <a:r>
              <a:rPr sz="2300" b="1" cap="all" dirty="0" err="1" smtClean="0">
                <a:solidFill>
                  <a:srgbClr val="313131"/>
                </a:solidFill>
                <a:latin typeface="Calibri"/>
              </a:rPr>
              <a:t>поддержка</a:t>
            </a:r>
            <a:r>
              <a:rPr lang="ru-RU" sz="2300" b="1" cap="all" dirty="0" smtClean="0">
                <a:solidFill>
                  <a:srgbClr val="313131"/>
                </a:solidFill>
                <a:latin typeface="Calibri"/>
              </a:rPr>
              <a:t> </a:t>
            </a:r>
            <a:r>
              <a:rPr lang="ru-RU" sz="2400" b="1" dirty="0">
                <a:solidFill>
                  <a:srgbClr val="313131"/>
                </a:solidFill>
                <a:latin typeface="Calibri"/>
              </a:rPr>
              <a:t>-</a:t>
            </a:r>
            <a:r>
              <a:rPr lang="ru-RU" sz="2300" b="1" cap="all" dirty="0" smtClean="0">
                <a:solidFill>
                  <a:srgbClr val="313131"/>
                </a:solidFill>
                <a:latin typeface="Calibri"/>
              </a:rPr>
              <a:t> </a:t>
            </a:r>
            <a:r>
              <a:rPr lang="ru-RU" sz="2000" dirty="0">
                <a:solidFill>
                  <a:srgbClr val="6B6B6B"/>
                </a:solidFill>
                <a:latin typeface="Calibri"/>
              </a:rPr>
              <a:t>для развития вашего </a:t>
            </a:r>
            <a:r>
              <a:rPr lang="ru-RU" sz="2000" dirty="0" smtClean="0">
                <a:solidFill>
                  <a:srgbClr val="6B6B6B"/>
                </a:solidFill>
                <a:latin typeface="Calibri"/>
              </a:rPr>
              <a:t>бизнеса</a:t>
            </a:r>
          </a:p>
          <a:p>
            <a:pPr>
              <a:spcBef>
                <a:spcPts val="1500"/>
              </a:spcBef>
            </a:pPr>
            <a:r>
              <a:rPr lang="ru-RU" sz="2000" b="1" dirty="0" smtClean="0">
                <a:solidFill>
                  <a:srgbClr val="F47629"/>
                </a:solidFill>
                <a:latin typeface="Calibri"/>
              </a:rPr>
              <a:t>▸ </a:t>
            </a:r>
            <a:r>
              <a:rPr lang="ru-RU" sz="2300" b="1" cap="all" dirty="0" smtClean="0">
                <a:solidFill>
                  <a:srgbClr val="313131"/>
                </a:solidFill>
                <a:latin typeface="Calibri"/>
              </a:rPr>
              <a:t>ПОДДЕРЖКА ТРЕТИЧНЫХ ПРОДАЖ </a:t>
            </a:r>
            <a:r>
              <a:rPr lang="ru-RU" sz="2000" b="1" dirty="0" smtClean="0">
                <a:solidFill>
                  <a:srgbClr val="313131"/>
                </a:solidFill>
                <a:latin typeface="Calibri"/>
              </a:rPr>
              <a:t>-  </a:t>
            </a:r>
            <a:r>
              <a:rPr lang="ru-RU" sz="2000" dirty="0" smtClean="0">
                <a:solidFill>
                  <a:srgbClr val="6B6B6B"/>
                </a:solidFill>
                <a:latin typeface="Calibri"/>
              </a:rPr>
              <a:t>стимулирование спроса на полке и в рознице</a:t>
            </a:r>
          </a:p>
          <a:p>
            <a:pPr>
              <a:spcBef>
                <a:spcPts val="1500"/>
              </a:spcBef>
            </a:pPr>
            <a:r>
              <a:rPr sz="2400" b="1" dirty="0" smtClean="0">
                <a:solidFill>
                  <a:srgbClr val="F47629"/>
                </a:solidFill>
                <a:latin typeface="Calibri"/>
              </a:rPr>
              <a:t>▸ </a:t>
            </a:r>
            <a:r>
              <a:rPr lang="ru-RU" sz="2300" b="1" cap="all" dirty="0" smtClean="0">
                <a:solidFill>
                  <a:srgbClr val="313131"/>
                </a:solidFill>
                <a:latin typeface="Calibri"/>
              </a:rPr>
              <a:t>региональная команда </a:t>
            </a:r>
            <a:r>
              <a:rPr lang="ru-RU" sz="2400" b="1" dirty="0">
                <a:solidFill>
                  <a:srgbClr val="313131"/>
                </a:solidFill>
                <a:latin typeface="Calibri"/>
              </a:rPr>
              <a:t>- </a:t>
            </a:r>
            <a:r>
              <a:rPr lang="ru-RU" sz="2000" dirty="0" smtClean="0">
                <a:solidFill>
                  <a:srgbClr val="6B6B6B"/>
                </a:solidFill>
                <a:latin typeface="Calibri"/>
              </a:rPr>
              <a:t>РМ </a:t>
            </a:r>
            <a:r>
              <a:rPr lang="ru-RU" sz="2000" dirty="0">
                <a:solidFill>
                  <a:srgbClr val="6B6B6B"/>
                </a:solidFill>
                <a:latin typeface="Calibri"/>
              </a:rPr>
              <a:t>и ЭТП в вашем регионе </a:t>
            </a:r>
            <a:endParaRPr sz="2000" dirty="0">
              <a:solidFill>
                <a:srgbClr val="6B6B6B"/>
              </a:solidFill>
              <a:latin typeface="Calibri"/>
            </a:endParaRPr>
          </a:p>
          <a:p>
            <a:pPr>
              <a:spcBef>
                <a:spcPts val="1500"/>
              </a:spcBef>
            </a:pPr>
            <a:r>
              <a:rPr sz="2400" b="1" dirty="0">
                <a:solidFill>
                  <a:srgbClr val="F47629"/>
                </a:solidFill>
                <a:latin typeface="Calibri"/>
              </a:rPr>
              <a:t>▸ </a:t>
            </a:r>
            <a:r>
              <a:rPr lang="ru-RU" sz="2300" b="1" cap="all" dirty="0" smtClean="0">
                <a:solidFill>
                  <a:srgbClr val="313131"/>
                </a:solidFill>
                <a:latin typeface="Calibri"/>
              </a:rPr>
              <a:t>НАЛИЧИЕ</a:t>
            </a:r>
            <a:r>
              <a:rPr lang="ru-RU" sz="2400" b="1" dirty="0" smtClean="0">
                <a:solidFill>
                  <a:srgbClr val="F47629"/>
                </a:solidFill>
                <a:latin typeface="Calibri"/>
              </a:rPr>
              <a:t> </a:t>
            </a:r>
            <a:r>
              <a:rPr sz="2300" b="1" dirty="0" smtClean="0">
                <a:solidFill>
                  <a:srgbClr val="313131"/>
                </a:solidFill>
                <a:latin typeface="Calibri"/>
              </a:rPr>
              <a:t>ЭТП</a:t>
            </a:r>
            <a:r>
              <a:rPr lang="ru-RU" sz="2000" dirty="0">
                <a:solidFill>
                  <a:srgbClr val="6B6B6B"/>
                </a:solidFill>
                <a:latin typeface="Calibri"/>
              </a:rPr>
              <a:t> </a:t>
            </a:r>
            <a:r>
              <a:rPr lang="ru-RU" sz="2000" b="1" dirty="0">
                <a:solidFill>
                  <a:srgbClr val="313131"/>
                </a:solidFill>
                <a:latin typeface="Calibri"/>
              </a:rPr>
              <a:t>- </a:t>
            </a:r>
            <a:r>
              <a:rPr lang="ru-RU" sz="2000" b="1" dirty="0" smtClean="0">
                <a:solidFill>
                  <a:srgbClr val="313131"/>
                </a:solidFill>
                <a:latin typeface="Calibri"/>
              </a:rPr>
              <a:t> </a:t>
            </a:r>
            <a:r>
              <a:rPr sz="2000" dirty="0" smtClean="0">
                <a:solidFill>
                  <a:srgbClr val="6B6B6B"/>
                </a:solidFill>
                <a:latin typeface="Calibri"/>
              </a:rPr>
              <a:t>120 </a:t>
            </a:r>
            <a:r>
              <a:rPr sz="2000" dirty="0">
                <a:solidFill>
                  <a:srgbClr val="6B6B6B"/>
                </a:solidFill>
                <a:latin typeface="Calibri"/>
              </a:rPr>
              <a:t>РТТ </a:t>
            </a:r>
            <a:r>
              <a:rPr sz="2000" dirty="0" err="1">
                <a:solidFill>
                  <a:srgbClr val="6B6B6B"/>
                </a:solidFill>
                <a:latin typeface="Calibri"/>
              </a:rPr>
              <a:t>на</a:t>
            </a:r>
            <a:r>
              <a:rPr sz="2000" dirty="0">
                <a:solidFill>
                  <a:srgbClr val="6B6B6B"/>
                </a:solidFill>
                <a:latin typeface="Calibri"/>
              </a:rPr>
              <a:t> 1 </a:t>
            </a:r>
            <a:r>
              <a:rPr sz="2000" dirty="0" err="1">
                <a:solidFill>
                  <a:srgbClr val="6B6B6B"/>
                </a:solidFill>
                <a:latin typeface="Calibri"/>
              </a:rPr>
              <a:t>представителя</a:t>
            </a:r>
            <a:r>
              <a:rPr sz="2000" dirty="0">
                <a:solidFill>
                  <a:srgbClr val="6B6B6B"/>
                </a:solidFill>
                <a:latin typeface="Calibri"/>
              </a:rPr>
              <a:t> в </a:t>
            </a:r>
            <a:r>
              <a:rPr sz="2000" dirty="0" err="1" smtClean="0">
                <a:solidFill>
                  <a:srgbClr val="6B6B6B"/>
                </a:solidFill>
                <a:latin typeface="Calibri"/>
              </a:rPr>
              <a:t>поле</a:t>
            </a:r>
            <a:endParaRPr lang="ru-RU" sz="2000" dirty="0" smtClean="0">
              <a:solidFill>
                <a:srgbClr val="6B6B6B"/>
              </a:solidFill>
              <a:latin typeface="Calibri"/>
            </a:endParaRPr>
          </a:p>
          <a:p>
            <a:pPr>
              <a:spcBef>
                <a:spcPts val="1500"/>
              </a:spcBef>
            </a:pPr>
            <a:r>
              <a:rPr lang="ru-RU" sz="2000" b="1" dirty="0" smtClean="0">
                <a:solidFill>
                  <a:srgbClr val="F47629"/>
                </a:solidFill>
                <a:latin typeface="Calibri"/>
              </a:rPr>
              <a:t>▸  </a:t>
            </a:r>
            <a:r>
              <a:rPr lang="ru-RU" sz="2300" b="1" cap="all" dirty="0" smtClean="0">
                <a:solidFill>
                  <a:srgbClr val="313131"/>
                </a:solidFill>
                <a:latin typeface="Calibri"/>
              </a:rPr>
              <a:t>Сервис поставок - 98% - </a:t>
            </a:r>
            <a:r>
              <a:rPr lang="ru-RU" sz="2000" dirty="0" smtClean="0">
                <a:solidFill>
                  <a:srgbClr val="6B6B6B"/>
                </a:solidFill>
                <a:latin typeface="Calibri"/>
              </a:rPr>
              <a:t>клиент ориентированность</a:t>
            </a:r>
            <a:endParaRPr sz="2000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796744" y="3561080"/>
            <a:ext cx="28575" cy="411480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68580" rIns="137160" bIns="6858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47792" y="3201494"/>
            <a:ext cx="5771645" cy="738664"/>
          </a:xfrm>
          <a:prstGeom prst="rect">
            <a:avLst/>
          </a:prstGeom>
          <a:noFill/>
        </p:spPr>
        <p:txBody>
          <a:bodyPr wrap="none" lIns="137160" tIns="0" rIns="137160" bIns="0">
            <a:spAutoFit/>
          </a:bodyPr>
          <a:lstStyle/>
          <a:p>
            <a:pPr algn="l"/>
            <a:r>
              <a:rPr sz="4800" b="1" dirty="0">
                <a:solidFill>
                  <a:srgbClr val="F47629"/>
                </a:solidFill>
                <a:latin typeface="Calibri"/>
              </a:rPr>
              <a:t>СВЯЖИТЕСЬ С НАМИ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72424" y="4126894"/>
            <a:ext cx="7543800" cy="4189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0" tIns="304800" rIns="381000" bIns="304800" rtlCol="0" anchor="ctr"/>
          <a:lstStyle/>
          <a:p>
            <a:pPr algn="l"/>
            <a:r>
              <a:rPr sz="1700" b="1" dirty="0">
                <a:solidFill>
                  <a:srgbClr val="F47629"/>
                </a:solidFill>
                <a:latin typeface="Calibri"/>
              </a:rPr>
              <a:t>ВАШ МЕНЕДЖЕР:  </a:t>
            </a:r>
            <a:r>
              <a:rPr sz="2000" dirty="0">
                <a:solidFill>
                  <a:srgbClr val="6B6B6B"/>
                </a:solidFill>
                <a:latin typeface="Calibri"/>
              </a:rPr>
              <a:t>____________________________</a:t>
            </a:r>
          </a:p>
          <a:p>
            <a:pPr>
              <a:spcBef>
                <a:spcPts val="2100"/>
              </a:spcBef>
            </a:pPr>
            <a:r>
              <a:rPr sz="1700" b="1" dirty="0">
                <a:solidFill>
                  <a:srgbClr val="F47629"/>
                </a:solidFill>
                <a:latin typeface="Calibri"/>
              </a:rPr>
              <a:t>ТЕЛЕФОН</a:t>
            </a:r>
            <a:r>
              <a:rPr sz="1700" b="1" dirty="0">
                <a:solidFill>
                  <a:schemeClr val="tx1"/>
                </a:solidFill>
                <a:latin typeface="Calibri"/>
              </a:rPr>
              <a:t>:  </a:t>
            </a:r>
            <a:r>
              <a:rPr sz="2700" b="1" dirty="0">
                <a:solidFill>
                  <a:schemeClr val="tx1"/>
                </a:solidFill>
                <a:latin typeface="Calibri"/>
              </a:rPr>
              <a:t>+7 (___) ___-__-__</a:t>
            </a:r>
          </a:p>
          <a:p>
            <a:pPr>
              <a:spcBef>
                <a:spcPts val="300"/>
              </a:spcBef>
            </a:pPr>
            <a:r>
              <a:rPr sz="1400" i="1" dirty="0">
                <a:solidFill>
                  <a:srgbClr val="F47629"/>
                </a:solidFill>
                <a:latin typeface="Calibri"/>
              </a:rPr>
              <a:t> </a:t>
            </a:r>
            <a:endParaRPr lang="ru-RU" sz="1400" i="1" dirty="0">
              <a:solidFill>
                <a:srgbClr val="F47629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sz="1700" b="1" dirty="0">
                <a:solidFill>
                  <a:srgbClr val="F47629"/>
                </a:solidFill>
                <a:latin typeface="Calibri"/>
              </a:rPr>
              <a:t>EMAIL:    </a:t>
            </a:r>
            <a:r>
              <a:rPr sz="2100" dirty="0">
                <a:solidFill>
                  <a:srgbClr val="313131"/>
                </a:solidFill>
                <a:latin typeface="Calibri"/>
              </a:rPr>
              <a:t>info@empils.ru</a:t>
            </a:r>
          </a:p>
          <a:p>
            <a:pPr>
              <a:spcBef>
                <a:spcPts val="1500"/>
              </a:spcBef>
            </a:pPr>
            <a:r>
              <a:rPr sz="1700" b="1" dirty="0">
                <a:solidFill>
                  <a:srgbClr val="F47629"/>
                </a:solidFill>
                <a:latin typeface="Calibri"/>
              </a:rPr>
              <a:t>САЙТ:    </a:t>
            </a:r>
            <a:r>
              <a:rPr sz="2100" dirty="0">
                <a:solidFill>
                  <a:srgbClr val="313131"/>
                </a:solidFill>
                <a:latin typeface="Calibri"/>
              </a:rPr>
              <a:t>www.empils.ru</a:t>
            </a:r>
          </a:p>
          <a:p>
            <a:pPr>
              <a:spcBef>
                <a:spcPts val="1500"/>
              </a:spcBef>
            </a:pPr>
            <a:r>
              <a:rPr sz="1700" b="1" dirty="0">
                <a:solidFill>
                  <a:srgbClr val="F47629"/>
                </a:solidFill>
                <a:latin typeface="Calibri"/>
              </a:rPr>
              <a:t>АДРЕС:    </a:t>
            </a:r>
            <a:r>
              <a:rPr sz="2000" dirty="0">
                <a:solidFill>
                  <a:srgbClr val="313131"/>
                </a:solidFill>
                <a:latin typeface="Calibri"/>
              </a:rPr>
              <a:t>г. </a:t>
            </a:r>
            <a:r>
              <a:rPr sz="2000" dirty="0" err="1">
                <a:solidFill>
                  <a:srgbClr val="313131"/>
                </a:solidFill>
                <a:latin typeface="Calibri"/>
              </a:rPr>
              <a:t>Ростов-на-Дону</a:t>
            </a:r>
            <a:r>
              <a:rPr sz="2000" dirty="0">
                <a:solidFill>
                  <a:srgbClr val="313131"/>
                </a:solidFill>
                <a:latin typeface="Calibri"/>
              </a:rPr>
              <a:t>, </a:t>
            </a:r>
            <a:r>
              <a:rPr lang="ru-RU" sz="2000" dirty="0">
                <a:solidFill>
                  <a:srgbClr val="313131"/>
                </a:solidFill>
              </a:rPr>
              <a:t>пер. 1-й Машиностроительный, 21</a:t>
            </a:r>
            <a:endParaRPr sz="2000" dirty="0">
              <a:solidFill>
                <a:srgbClr val="313131"/>
              </a:solidFill>
              <a:latin typeface="Calibri"/>
            </a:endParaRPr>
          </a:p>
        </p:txBody>
      </p:sp>
      <p:pic>
        <p:nvPicPr>
          <p:cNvPr id="13" name="Line 1" descr="preencoded.png">
            <a:extLst>
              <a:ext uri="{FF2B5EF4-FFF2-40B4-BE49-F238E27FC236}">
                <a16:creationId xmlns:a16="http://schemas.microsoft.com/office/drawing/2014/main" xmlns="" id="{5E56598A-03DC-4BD7-946D-42AD1B6EEE3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rgbClr val="C3CDDB">
                <a:tint val="45000"/>
                <a:satMod val="400000"/>
              </a:srgbClr>
            </a:duotone>
          </a:blip>
          <a:srcRect l="11384" t="-130532" r="33652" b="-273779"/>
          <a:stretch/>
        </p:blipFill>
        <p:spPr>
          <a:xfrm>
            <a:off x="627742" y="1416050"/>
            <a:ext cx="4931683" cy="2000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Объект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4826421"/>
              </p:ext>
            </p:extLst>
          </p:nvPr>
        </p:nvGraphicFramePr>
        <p:xfrm>
          <a:off x="14574838" y="596900"/>
          <a:ext cx="279082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49" name="CorelDRAW" r:id="rId5" imgW="3876120" imgH="797040" progId="CorelDraw.Graphic.23">
                  <p:embed/>
                </p:oleObj>
              </mc:Choice>
              <mc:Fallback>
                <p:oleObj name="CorelDRAW" r:id="rId5" imgW="3876120" imgH="797040" progId="CorelDraw.Graphic.23">
                  <p:embed/>
                  <p:pic>
                    <p:nvPicPr>
                      <p:cNvPr id="0" name="Объект 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74838" y="596900"/>
                        <a:ext cx="279082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59200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3898</TotalTime>
  <Words>1554</Words>
  <Application>Microsoft Office PowerPoint</Application>
  <PresentationFormat>Произвольный</PresentationFormat>
  <Paragraphs>496</Paragraphs>
  <Slides>27</Slides>
  <Notes>27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14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43" baseType="lpstr">
      <vt:lpstr>Arial</vt:lpstr>
      <vt:lpstr>Calibri</vt:lpstr>
      <vt:lpstr>Proxima Nova Lt</vt:lpstr>
      <vt:lpstr>Inter Bold</vt:lpstr>
      <vt:lpstr>Roboto</vt:lpstr>
      <vt:lpstr>Proxima Nova Semibold</vt:lpstr>
      <vt:lpstr>Gilroy ExtraBold</vt:lpstr>
      <vt:lpstr>Livvic</vt:lpstr>
      <vt:lpstr>Proxima Nova Regular</vt:lpstr>
      <vt:lpstr>Calibri Light</vt:lpstr>
      <vt:lpstr>Livvic Light</vt:lpstr>
      <vt:lpstr>Inter Extra Bold</vt:lpstr>
      <vt:lpstr>Inter Regular</vt:lpstr>
      <vt:lpstr>Proxima Nova Bold</vt:lpstr>
      <vt:lpstr>Office Theme</vt:lpstr>
      <vt:lpstr>CorelDRAW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ПРОДУКЦИЯ</vt:lpstr>
      <vt:lpstr>КЕЙСЫ ПРИМЕНЕНИЯ</vt:lpstr>
      <vt:lpstr>ПРОМЫШЛЕННЫЕ ПАРТНЕРЫ</vt:lpstr>
      <vt:lpstr>Презентация PowerPoint</vt:lpstr>
      <vt:lpstr>ЦЕНОВОЕ ПОЗИЦИОНИРОВАНИЕ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405</cp:revision>
  <dcterms:created xsi:type="dcterms:W3CDTF">2026-04-13T22:25:45Z</dcterms:created>
  <dcterms:modified xsi:type="dcterms:W3CDTF">2026-08-28T08:10:05Z</dcterms:modified>
</cp:coreProperties>
</file>