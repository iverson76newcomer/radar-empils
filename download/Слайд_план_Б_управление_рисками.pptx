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 «Б» — официальная часть программы. Не дополнительная услуга, а гарантия партнёрства.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