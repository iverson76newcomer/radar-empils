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Рейтинг узнаваемости компаний-производителей ЛКМ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Yandex Wordstat API, сентябрь 2026 | Брендовые запросы по компаниям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3152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1645920"/>
                <a:gridCol w="1554480"/>
                <a:gridCol w="109728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Компания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Запросов в мес.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&gt; Эмпилс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Компания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Во сколько раз &gt; Эмпилс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Tikkurila (Финляндия/РФ)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65556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22.1x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🔴 Очень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Текс (Текос)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11605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3.9x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🔴 Очень 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Caparol (Германия)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8632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2.9x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2.2x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ВГТ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4330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1.5x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Эмпилс (ЗАО)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2966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1.0x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Рогнеда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1537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0.52x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Расцвет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0.33x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0.15x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Husky (производитель)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0.13x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0.07x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Престиж (производитель)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Dufa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0.04x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29600" y="1463040"/>
            <a:ext cx="0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02752" y="144475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Компания (0.00x)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92224"/>
            <a:ext cx="1828800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31552" y="177393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Tikkurila (Финл… (15.1x)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121408"/>
            <a:ext cx="323741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6493" y="210312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Текс (Текос) (2.7x)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450592"/>
            <a:ext cx="240804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3556" y="2432304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Caparol (Герман… (2.0x)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779776"/>
            <a:ext cx="185457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8209" y="276148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Новбытхим (1.5x)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108960"/>
            <a:ext cx="120792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3544" y="309067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ВГТ (1.0x)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438144"/>
            <a:ext cx="82741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493" y="341985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Эмпилс (ЗАО) (0.68x)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767328"/>
            <a:ext cx="42877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5629" y="374904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Рогнеда (0.35x)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096512"/>
            <a:ext cx="27199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9951" y="4078224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Расцвет (0.23x)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425696"/>
            <a:ext cx="12693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5445" y="440740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Лакра (0.11x)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754880"/>
            <a:ext cx="10489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3241" y="473659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Husky (производ… (0.09x)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084064"/>
            <a:ext cx="5886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8638" y="506577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Elcon (0.05x)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413248"/>
            <a:ext cx="4993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7745" y="539496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Престиж (произв… (0.04x)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Топ-15 регионов по сумме 5 ключевых фраз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краска по металлу + грунт-эмаль + краска для металла + краска по ржавчине + грунт-эмаль по ржавчине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63040"/>
                <a:gridCol w="1463040"/>
                <a:gridCol w="1463040"/>
                <a:gridCol w="1463040"/>
                <a:gridCol w="1463040"/>
                <a:gridCol w="109728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Регион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br/>
                      <a:r>
                        <a:t>по металлу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грунт-</a:t>
                      </a:r>
                      <a:br/>
                      <a:r>
                        <a:t>эмаль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br/>
                      <a:r>
                        <a:t>для металла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br/>
                      <a: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грунт-эмаль</a:t>
                      </a:r>
                      <a:br/>
                      <a: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Москва и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33550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22284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18986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14707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132764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Москва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19757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16217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10497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8742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6976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62189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Санкт-Петербург и Ленинградская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11592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12235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4797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39641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Санкт-Петербург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7239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8408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3793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3301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3490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26231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Краснодарский край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7011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3816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20511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Нижегородская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5871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5908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3075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2160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2323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19337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Свердловская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19084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Республика Татарстан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4349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4678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1583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1948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14733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Ростовская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2831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Самарская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4229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4055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2177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1520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13605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Новосибирская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Воронежская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2099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1616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5371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Новосибирск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Республика Башкортостан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Динамика поисковых запросов по месяцам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Топ-5 фраз | Сезонность спроса | Yandex Wordstat API, сен 2025 — авг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Фраза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Сен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Окт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Ноя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Дек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Янв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Фев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Мар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Апр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Май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Июн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Июл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Авг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по металлу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109202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89247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66593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46872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35298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41109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89026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143952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157856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191346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189518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199879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118347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99924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73522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60724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43158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53910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97655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139633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144200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172258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176483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190604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для металла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55406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44776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34688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25496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20218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23220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49681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75714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79641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97782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97687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103238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по ржавчине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39905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27702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17992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11675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8609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10276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30245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54254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62736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77164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73562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77593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грунт-эмаль по ржавчине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43013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32303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22506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16289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11450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14392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32373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53868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58493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69684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68098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75112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ИТОГО топ-5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365873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293952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215301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161056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118733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142907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298980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467421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502926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608234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605348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646426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7629"/>
                </a:solidFill>
                <a:latin typeface="Arial"/>
              </a:rPr>
              <a:t>📊 Рекомендации по сезонности:</a:t>
            </a:r>
          </a:p>
          <a:p>
            <a:r>
              <a:rPr sz="1100">
                <a:solidFill>
                  <a:srgbClr val="313131"/>
                </a:solidFill>
                <a:latin typeface="Arial"/>
              </a:rPr>
              <a:t>🔴 ПИК: июнь—август (199 879 показов/мес) — максимальный бюджет на рекламу</a:t>
            </a:r>
            <a:br/>
            <a:r>
              <a:t>🟡 РОСТ: март—май — начало сезона, запуск кампаний</a:t>
            </a:r>
            <a:br/>
            <a:r>
              <a:t>⚪ СПАД: ноябрь—февраль — минимальный бюджет, поддерживающие кампании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