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10.vml" ContentType="application/vnd.openxmlformats-officedocument.vmlDrawing"/>
  <Override PartName="/ppt/drawings/vmlDrawing11.vml" ContentType="application/vnd.openxmlformats-officedocument.vmlDrawing"/>
  <Override PartName="/ppt/drawings/vmlDrawing12.vml" ContentType="application/vnd.openxmlformats-officedocument.vmlDrawing"/>
  <Override PartName="/ppt/drawings/vmlDrawing13.vml" ContentType="application/vnd.openxmlformats-officedocument.vmlDrawing"/>
  <Override PartName="/ppt/drawings/vmlDrawing14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drawings/vmlDrawing9.vml" ContentType="application/vnd.openxmlformats-officedocument.vmlDrawing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2"/>
  </p:notesMasterIdLst>
  <p:sldIdLst>
    <p:sldId id="320" r:id="rId2"/>
    <p:sldId id="306" r:id="rId3"/>
    <p:sldId id="298" r:id="rId4"/>
    <p:sldId id="308" r:id="rId5"/>
    <p:sldId id="309" r:id="rId6"/>
    <p:sldId id="310" r:id="rId7"/>
    <p:sldId id="311" r:id="rId8"/>
    <p:sldId id="335" r:id="rId9"/>
    <p:sldId id="336" r:id="rId10"/>
    <p:sldId id="258" r:id="rId11"/>
    <p:sldId id="259" r:id="rId12"/>
    <p:sldId id="337" r:id="rId13"/>
    <p:sldId id="318" r:id="rId14"/>
    <p:sldId id="330" r:id="rId15"/>
    <p:sldId id="338" r:id="rId16"/>
    <p:sldId id="317" r:id="rId17"/>
    <p:sldId id="341" r:id="rId18"/>
    <p:sldId id="340" r:id="rId19"/>
    <p:sldId id="343" r:id="rId20"/>
    <p:sldId id="296" r:id="rId21"/>
  </p:sldIdLst>
  <p:sldSz cx="18288000" cy="10287000"/>
  <p:notesSz cx="10287000" cy="18288000"/>
  <p:embeddedFontLst>
    <p:embeddedFont>
      <p:font typeface="Calibri" pitchFamily="34" charset="0"/>
      <p:regular r:id="rId23"/>
      <p:bold r:id="rId24"/>
      <p:italic r:id="rId25"/>
      <p:boldItalic r:id="rId26"/>
    </p:embeddedFont>
    <p:embeddedFont>
      <p:font typeface="Proxima Nova Rg" charset="0"/>
      <p:regular r:id="rId27"/>
      <p:bold r:id="rId28"/>
      <p:boldItalic r:id="rId29"/>
    </p:embeddedFont>
    <p:embeddedFont>
      <p:font typeface="Calibri Light" pitchFamily="34" charset="0"/>
      <p:regular r:id="rId30"/>
      <p:italic r:id="rId31"/>
    </p:embeddedFont>
    <p:embeddedFont>
      <p:font typeface="Inter Extra Bold" charset="0"/>
      <p:bold r:id="rId32"/>
      <p:boldItalic r:id="rId33"/>
    </p:embeddedFont>
    <p:embeddedFont>
      <p:font typeface="Inter Bold" charset="0"/>
      <p:bold r:id="rId34"/>
    </p:embeddedFont>
    <p:embeddedFont>
      <p:font typeface="Proxima Nova Regular" charset="0"/>
      <p:regular r:id="rId35"/>
    </p:embeddedFont>
    <p:embeddedFont>
      <p:font typeface="Inter Regular" charset="0"/>
      <p:regular r:id="rId36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921"/>
    <a:srgbClr val="DED09F"/>
    <a:srgbClr val="154889"/>
    <a:srgbClr val="A5A8A6"/>
    <a:srgbClr val="F18324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966" autoAdjust="0"/>
  </p:normalViewPr>
  <p:slideViewPr>
    <p:cSldViewPr snapToGrid="0" snapToObjects="1">
      <p:cViewPr>
        <p:scale>
          <a:sx n="70" d="100"/>
          <a:sy n="70" d="100"/>
        </p:scale>
        <p:origin x="-768" y="-228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font" Target="fonts/font9.fntdata"/><Relationship Id="rId32" Type="http://schemas.openxmlformats.org/officeDocument/2006/relationships/font" Target="fonts/font10.fntdata"/><Relationship Id="rId33" Type="http://schemas.openxmlformats.org/officeDocument/2006/relationships/font" Target="fonts/font11.fntdata"/><Relationship Id="rId34" Type="http://schemas.openxmlformats.org/officeDocument/2006/relationships/font" Target="fonts/font12.fntdata"/><Relationship Id="rId35" Type="http://schemas.openxmlformats.org/officeDocument/2006/relationships/font" Target="fonts/font13.fntdata"/><Relationship Id="rId36" Type="http://schemas.openxmlformats.org/officeDocument/2006/relationships/font" Target="fonts/font14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xmlns="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xmlns="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xmlns="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9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11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58" tIns="163258" rIns="163258" bIns="163258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xmlns="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xmlns="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xmlns="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18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="" xmlns:a16="http://schemas.microsoft.com/office/drawing/2014/main" id="{7AC85939-0549-44C7-BCD0-08F6EF457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="" xmlns:a16="http://schemas.microsoft.com/office/drawing/2014/main" id="{C393DED0-7D90-4972-9123-508F1A90A0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8916" name="Slide Number Placeholder 3">
            <a:extLst>
              <a:ext uri="{FF2B5EF4-FFF2-40B4-BE49-F238E27FC236}">
                <a16:creationId xmlns="" xmlns:a16="http://schemas.microsoft.com/office/drawing/2014/main" id="{683E272A-D514-477C-8814-D5E55165B9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0E4076-A5D8-4F72-9BF6-4EB5B6539BE1}" type="slidenum">
              <a:rPr lang="en-US" altLang="ru-RU"/>
              <a:pPr eaLnBrk="1" hangingPunct="1"/>
              <a:t>20</a:t>
            </a:fld>
            <a:endParaRPr lang="en-US" alt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0471"/>
            <a:ext cx="2895600" cy="364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0471"/>
            <a:ext cx="2133600" cy="3647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9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  <p:sldLayoutId id="2147483702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4.emf"/><Relationship Id="rId6" Type="http://schemas.openxmlformats.org/officeDocument/2006/relationships/image" Target="../media/image5.png"/><Relationship Id="rId7" Type="http://schemas.openxmlformats.org/officeDocument/2006/relationships/image" Target="../media/image5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8.bin"/><Relationship Id="rId6" Type="http://schemas.openxmlformats.org/officeDocument/2006/relationships/image" Target="../media/image4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Relationship Id="rId23" Type="http://schemas.openxmlformats.org/officeDocument/2006/relationships/image" Target="../media/image76.png"/><Relationship Id="rId24" Type="http://schemas.openxmlformats.org/officeDocument/2006/relationships/image" Target="../media/image77.png"/><Relationship Id="rId25" Type="http://schemas.openxmlformats.org/officeDocument/2006/relationships/image" Target="../media/image7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9.bin"/><Relationship Id="rId6" Type="http://schemas.openxmlformats.org/officeDocument/2006/relationships/image" Target="../media/image4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oleObject" Target="../embeddings/oleObject10.bin"/><Relationship Id="rId11" Type="http://schemas.openxmlformats.org/officeDocument/2006/relationships/image" Target="../media/image4.emf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jpeg"/><Relationship Id="rId18" Type="http://schemas.openxmlformats.org/officeDocument/2006/relationships/image" Target="../media/image91.png"/><Relationship Id="rId19" Type="http://schemas.openxmlformats.org/officeDocument/2006/relationships/image" Target="../media/image9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1.bin"/><Relationship Id="rId6" Type="http://schemas.openxmlformats.org/officeDocument/2006/relationships/image" Target="../media/image4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3.jpe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oleObject" Target="../embeddings/oleObject12.bin"/><Relationship Id="rId17" Type="http://schemas.openxmlformats.org/officeDocument/2006/relationships/image" Target="../media/image4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3.bin"/><Relationship Id="rId6" Type="http://schemas.openxmlformats.org/officeDocument/2006/relationships/image" Target="../media/image4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4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3098800"/>
            <a:ext cx="13533438" cy="344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7100">
                <a:latin typeface="Proxima Nova Lt" panose="02000506030000020004" pitchFamily="50" charset="0"/>
              </a:rPr>
              <a:t>Компания «Эмпилс»</a:t>
            </a:r>
            <a:br>
              <a:rPr lang="ru-RU" altLang="ru-RU" sz="7100">
                <a:latin typeface="Proxima Nova Lt" panose="02000506030000020004" pitchFamily="50" charset="0"/>
              </a:rPr>
            </a:br>
            <a:r>
              <a:rPr lang="ru-RU" altLang="ru-RU" sz="7100">
                <a:latin typeface="Proxima Nova Lt" panose="02000506030000020004" pitchFamily="50" charset="0"/>
              </a:rPr>
              <a:t>(г. Ростов-на-Дону)</a:t>
            </a:r>
          </a:p>
          <a:p>
            <a:pPr eaLnBrk="1" hangingPunct="1"/>
            <a:endParaRPr lang="ru-RU" altLang="ru-RU" sz="710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1015663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1076325"/>
            <a:ext cx="74406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313131"/>
                </a:solidFill>
                <a:latin typeface="Proxima Nova Regular" panose="02000506030000020004" pitchFamily="2" charset="0"/>
              </a:rPr>
              <a:t>О КОМПАНИИ «ЭМПИЛС»</a:t>
            </a:r>
            <a:endParaRPr lang="en-US" altLang="ru-RU" sz="4800"/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220119" y="1462881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02" name="Группа 27">
            <a:extLst>
              <a:ext uri="{FF2B5EF4-FFF2-40B4-BE49-F238E27FC236}">
                <a16:creationId xmlns="" xmlns:a16="http://schemas.microsoft.com/office/drawing/2014/main" id="{10D5CF38-88E8-442E-AEC6-56D5B132F598}"/>
              </a:ext>
            </a:extLst>
          </p:cNvPr>
          <p:cNvGrpSpPr>
            <a:grpSpLocks/>
          </p:cNvGrpSpPr>
          <p:nvPr/>
        </p:nvGrpSpPr>
        <p:grpSpPr bwMode="auto">
          <a:xfrm>
            <a:off x="2114550" y="2306638"/>
            <a:ext cx="2717800" cy="2065337"/>
            <a:chOff x="2729024" y="2459630"/>
            <a:chExt cx="2717801" cy="2064502"/>
          </a:xfrm>
        </p:grpSpPr>
        <p:sp>
          <p:nvSpPr>
            <p:cNvPr id="4132" name="Text 6">
              <a:extLst>
                <a:ext uri="{FF2B5EF4-FFF2-40B4-BE49-F238E27FC236}">
                  <a16:creationId xmlns="" xmlns:a16="http://schemas.microsoft.com/office/drawing/2014/main" id="{FA14128C-96F7-4005-966F-6B3A22AD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3443482"/>
              <a:ext cx="2557464" cy="108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крупнейших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производителей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ЛКМ в РФ</a:t>
              </a:r>
            </a:p>
          </p:txBody>
        </p:sp>
        <p:sp>
          <p:nvSpPr>
            <p:cNvPr id="4133" name="name_150">
              <a:extLst>
                <a:ext uri="{FF2B5EF4-FFF2-40B4-BE49-F238E27FC236}">
                  <a16:creationId xmlns="" xmlns:a16="http://schemas.microsoft.com/office/drawing/2014/main" id="{E9331E71-CA79-472A-818B-80DDECB5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810989"/>
              <a:ext cx="2717801" cy="640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ТОП-3</a:t>
              </a:r>
            </a:p>
          </p:txBody>
        </p:sp>
        <p:sp>
          <p:nvSpPr>
            <p:cNvPr id="4134" name="Text 6">
              <a:extLst>
                <a:ext uri="{FF2B5EF4-FFF2-40B4-BE49-F238E27FC236}">
                  <a16:creationId xmlns="" xmlns:a16="http://schemas.microsoft.com/office/drawing/2014/main" id="{97B2685C-A62B-419D-B8CA-0F5DCF7BF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2459630"/>
              <a:ext cx="1422401" cy="387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Входит в</a:t>
              </a:r>
            </a:p>
          </p:txBody>
        </p:sp>
      </p:grp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095625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выражении согласно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независимым источникам</a:t>
            </a: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470150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445625" y="3781425"/>
            <a:ext cx="965200" cy="351155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25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*тыс.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2025 год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(малотоннажные 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(крупнотоннажные</a:t>
            </a:r>
            <a:endParaRPr lang="ru-RU" altLang="ru-RU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5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Наше руководство  проходит обучение по программе «Декомпозиция целей», что позволит более точно планировать деятельность компании и эффективно распределять обязанности между сотрудниками для достижения высоких результатов.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7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226425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8680450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226425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8647113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224838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8659813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224838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8647113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419850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3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8878888"/>
            <a:ext cx="160924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750"/>
              </a:lnSpc>
              <a:spcBef>
                <a:spcPts val="138"/>
              </a:spcBef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«Эмпилс» обеспечивает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доставку любых партий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продукции своим клиентам автомобильным</a:t>
            </a:r>
            <a:endParaRPr lang="ru-RU" altLang="ru-RU" sz="2500">
              <a:latin typeface="Inter Regular" panose="02000503000000020004" pitchFamily="2" charset="0"/>
            </a:endParaRPr>
          </a:p>
          <a:p>
            <a:pPr eaLnBrk="1" hangingPunct="1">
              <a:lnSpc>
                <a:spcPts val="2750"/>
              </a:lnSpc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и железнодорожным транспортом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во всех регионах страны и за рубежом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1764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1764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sp>
        <p:nvSpPr>
          <p:cNvPr id="18440" name="object 8">
            <a:extLst>
              <a:ext uri="{FF2B5EF4-FFF2-40B4-BE49-F238E27FC236}">
                <a16:creationId xmlns="" xmlns:a16="http://schemas.microsoft.com/office/drawing/2014/main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1575" y="2176463"/>
            <a:ext cx="4484688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 dirty="0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3600" b="1" dirty="0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3600" dirty="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 dirty="0">
                <a:solidFill>
                  <a:srgbClr val="4A4949"/>
                </a:solidFill>
                <a:latin typeface="Inter Bold" panose="02000803000000020004" pitchFamily="2" charset="0"/>
              </a:rPr>
              <a:t>вместимость автоматизированного резервуарного парка</a:t>
            </a:r>
            <a:endParaRPr lang="ru-RU" altLang="ru-RU" sz="1900" dirty="0">
              <a:latin typeface="Inter Bold" panose="020008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28067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6772275" y="28067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3" name="object 15">
            <a:extLst>
              <a:ext uri="{FF2B5EF4-FFF2-40B4-BE49-F238E27FC236}">
                <a16:creationId xmlns="" xmlns:a16="http://schemas.microsoft.com/office/drawing/2014/main" id="{47894F5D-1B2D-4514-A300-E940A23A75B9}"/>
              </a:ext>
            </a:extLst>
          </p:cNvPr>
          <p:cNvGrpSpPr>
            <a:grpSpLocks/>
          </p:cNvGrpSpPr>
          <p:nvPr/>
        </p:nvGrpSpPr>
        <p:grpSpPr bwMode="auto">
          <a:xfrm>
            <a:off x="12117388" y="2806700"/>
            <a:ext cx="90487" cy="1296988"/>
            <a:chOff x="7085567" y="1611623"/>
            <a:chExt cx="52705" cy="953769"/>
          </a:xfrm>
        </p:grpSpPr>
        <p:sp>
          <p:nvSpPr>
            <p:cNvPr id="18457" name="object 16">
              <a:extLst>
                <a:ext uri="{FF2B5EF4-FFF2-40B4-BE49-F238E27FC236}">
                  <a16:creationId xmlns="" xmlns:a16="http://schemas.microsoft.com/office/drawing/2014/main" id="{D0A52E87-C739-4AD2-8A1C-21F3AD14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852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58" name="object 17">
              <a:extLst>
                <a:ext uri="{FF2B5EF4-FFF2-40B4-BE49-F238E27FC236}">
                  <a16:creationId xmlns="" xmlns:a16="http://schemas.microsoft.com/office/drawing/2014/main" id="{6AB457B8-1103-498E-8EE1-0C5DB4E3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5558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14 w 52704"/>
                <a:gd name="T3" fmla="*/ 917041 h 953769"/>
                <a:gd name="T4" fmla="*/ 44876 w 52704"/>
                <a:gd name="T5" fmla="*/ 908685 h 953769"/>
                <a:gd name="T6" fmla="*/ 36532 w 52704"/>
                <a:gd name="T7" fmla="*/ 903058 h 953769"/>
                <a:gd name="T8" fmla="*/ 26289 w 52704"/>
                <a:gd name="T9" fmla="*/ 900988 h 953769"/>
                <a:gd name="T10" fmla="*/ 16065 w 52704"/>
                <a:gd name="T11" fmla="*/ 903058 h 953769"/>
                <a:gd name="T12" fmla="*/ 7708 w 52704"/>
                <a:gd name="T13" fmla="*/ 908685 h 953769"/>
                <a:gd name="T14" fmla="*/ 2070 w 52704"/>
                <a:gd name="T15" fmla="*/ 917041 h 953769"/>
                <a:gd name="T16" fmla="*/ 0 w 52704"/>
                <a:gd name="T17" fmla="*/ 927265 h 953769"/>
                <a:gd name="T18" fmla="*/ 2070 w 52704"/>
                <a:gd name="T19" fmla="*/ 937501 h 953769"/>
                <a:gd name="T20" fmla="*/ 7708 w 52704"/>
                <a:gd name="T21" fmla="*/ 945857 h 953769"/>
                <a:gd name="T22" fmla="*/ 16065 w 52704"/>
                <a:gd name="T23" fmla="*/ 951484 h 953769"/>
                <a:gd name="T24" fmla="*/ 26289 w 52704"/>
                <a:gd name="T25" fmla="*/ 953541 h 953769"/>
                <a:gd name="T26" fmla="*/ 36532 w 52704"/>
                <a:gd name="T27" fmla="*/ 951484 h 953769"/>
                <a:gd name="T28" fmla="*/ 44876 w 52704"/>
                <a:gd name="T29" fmla="*/ 945857 h 953769"/>
                <a:gd name="T30" fmla="*/ 50514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14 w 52704"/>
                <a:gd name="T37" fmla="*/ 16052 h 953769"/>
                <a:gd name="T38" fmla="*/ 44876 w 52704"/>
                <a:gd name="T39" fmla="*/ 7696 h 953769"/>
                <a:gd name="T40" fmla="*/ 36532 w 52704"/>
                <a:gd name="T41" fmla="*/ 2070 h 953769"/>
                <a:gd name="T42" fmla="*/ 26289 w 52704"/>
                <a:gd name="T43" fmla="*/ 0 h 953769"/>
                <a:gd name="T44" fmla="*/ 16065 w 52704"/>
                <a:gd name="T45" fmla="*/ 2070 h 953769"/>
                <a:gd name="T46" fmla="*/ 7708 w 52704"/>
                <a:gd name="T47" fmla="*/ 7696 h 953769"/>
                <a:gd name="T48" fmla="*/ 2070 w 52704"/>
                <a:gd name="T49" fmla="*/ 16052 h 953769"/>
                <a:gd name="T50" fmla="*/ 0 w 52704"/>
                <a:gd name="T51" fmla="*/ 26276 h 953769"/>
                <a:gd name="T52" fmla="*/ 2070 w 52704"/>
                <a:gd name="T53" fmla="*/ 36499 h 953769"/>
                <a:gd name="T54" fmla="*/ 7708 w 52704"/>
                <a:gd name="T55" fmla="*/ 44856 h 953769"/>
                <a:gd name="T56" fmla="*/ 16065 w 52704"/>
                <a:gd name="T57" fmla="*/ 50482 h 953769"/>
                <a:gd name="T58" fmla="*/ 26289 w 52704"/>
                <a:gd name="T59" fmla="*/ 52552 h 953769"/>
                <a:gd name="T60" fmla="*/ 36532 w 52704"/>
                <a:gd name="T61" fmla="*/ 50482 h 953769"/>
                <a:gd name="T62" fmla="*/ 44876 w 52704"/>
                <a:gd name="T63" fmla="*/ 44856 h 953769"/>
                <a:gd name="T64" fmla="*/ 50514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507" y="917041"/>
                  </a:lnTo>
                  <a:lnTo>
                    <a:pt x="44869" y="908685"/>
                  </a:lnTo>
                  <a:lnTo>
                    <a:pt x="36525" y="903058"/>
                  </a:lnTo>
                  <a:lnTo>
                    <a:pt x="26289" y="900988"/>
                  </a:lnTo>
                  <a:lnTo>
                    <a:pt x="16065" y="903058"/>
                  </a:lnTo>
                  <a:lnTo>
                    <a:pt x="7708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708" y="945857"/>
                  </a:lnTo>
                  <a:lnTo>
                    <a:pt x="16065" y="951484"/>
                  </a:lnTo>
                  <a:lnTo>
                    <a:pt x="26289" y="953541"/>
                  </a:lnTo>
                  <a:lnTo>
                    <a:pt x="36525" y="951484"/>
                  </a:lnTo>
                  <a:lnTo>
                    <a:pt x="44869" y="945857"/>
                  </a:lnTo>
                  <a:lnTo>
                    <a:pt x="50507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507" y="16052"/>
                  </a:lnTo>
                  <a:lnTo>
                    <a:pt x="44869" y="7696"/>
                  </a:lnTo>
                  <a:lnTo>
                    <a:pt x="36525" y="2070"/>
                  </a:lnTo>
                  <a:lnTo>
                    <a:pt x="26289" y="0"/>
                  </a:lnTo>
                  <a:lnTo>
                    <a:pt x="16065" y="2070"/>
                  </a:lnTo>
                  <a:lnTo>
                    <a:pt x="7708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708" y="44856"/>
                  </a:lnTo>
                  <a:lnTo>
                    <a:pt x="16065" y="50482"/>
                  </a:lnTo>
                  <a:lnTo>
                    <a:pt x="26289" y="52552"/>
                  </a:lnTo>
                  <a:lnTo>
                    <a:pt x="36525" y="50482"/>
                  </a:lnTo>
                  <a:lnTo>
                    <a:pt x="44869" y="44856"/>
                  </a:lnTo>
                  <a:lnTo>
                    <a:pt x="50507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320800" y="60483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ЛОГИСТИКА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И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СКЛАДСКОЙ</a:t>
            </a:r>
            <a:r>
              <a:rPr lang="ru-RU" sz="4700" spc="32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spc="-16" dirty="0">
                <a:solidFill>
                  <a:srgbClr val="313131"/>
                </a:solidFill>
                <a:latin typeface="Proxima Nova Regular" charset="0"/>
              </a:rPr>
              <a:t>КОМПЛЕКС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8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1188774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object 8">
            <a:extLst>
              <a:ext uri="{FF2B5EF4-FFF2-40B4-BE49-F238E27FC236}">
                <a16:creationId xmlns:a16="http://schemas.microsoft.com/office/drawing/2014/main" xmlns="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444" y="6576661"/>
            <a:ext cx="4484688" cy="1848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8800" b="1" dirty="0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8800" b="1" dirty="0" smtClean="0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8800" dirty="0">
              <a:solidFill>
                <a:srgbClr val="F47629"/>
              </a:solidFill>
              <a:latin typeface="Roboto" panose="02000000000000000000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:a16="http://schemas.microsoft.com/office/drawing/2014/main" xmlns="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263650" y="43338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 smtClean="0">
                <a:solidFill>
                  <a:srgbClr val="313131"/>
                </a:solidFill>
                <a:latin typeface="Proxima Nova Regular" charset="0"/>
              </a:rPr>
              <a:t>Автоматизированный резервуарный парк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aphicFrame>
        <p:nvGraphicFramePr>
          <p:cNvPr id="18450" name="Объект 65">
            <a:extLst>
              <a:ext uri="{FF2B5EF4-FFF2-40B4-BE49-F238E27FC236}">
                <a16:creationId xmlns:a16="http://schemas.microsoft.com/office/drawing/2014/main" xmlns="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:a16="http://schemas.microsoft.com/office/drawing/2014/main" xmlns="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7677150" y="1086740"/>
            <a:ext cx="6213851" cy="3020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object 8">
            <a:extLst>
              <a:ext uri="{FF2B5EF4-FFF2-40B4-BE49-F238E27FC236}">
                <a16:creationId xmlns:a16="http://schemas.microsoft.com/office/drawing/2014/main" xmlns="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575" y="2320294"/>
            <a:ext cx="9170426" cy="388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sz="4400" b="1" dirty="0"/>
              <a:t>Собственный резервуарный парк сырья гарантирует дистрибьюторам бесперебойные поставки — мы выполняем обязательства независимо от внешних факторов.</a:t>
            </a:r>
            <a:endParaRPr lang="ru-RU" altLang="ru-RU" sz="4400" b="1" dirty="0">
              <a:latin typeface="Inter Bold" panose="02000803000000020004" pitchFamily="2" charset="0"/>
            </a:endParaRPr>
          </a:p>
        </p:txBody>
      </p:sp>
      <p:pic>
        <p:nvPicPr>
          <p:cNvPr id="22532" name="Picture 4" descr="C:\Users\zakolodniy\Desktop\Empils Reservoir Park - photo\IMG_9985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6"/>
          <a:stretch/>
        </p:blipFill>
        <p:spPr bwMode="auto">
          <a:xfrm>
            <a:off x="10784075" y="2279651"/>
            <a:ext cx="6063258" cy="614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210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20000" y="3596725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0" b="1" dirty="0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" y="5554508"/>
            <a:ext cx="168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dirty="0" err="1">
                <a:latin typeface="Inter Regular"/>
              </a:rPr>
              <a:t>Дистрибуция</a:t>
            </a:r>
            <a:r>
              <a:rPr sz="3200" dirty="0">
                <a:latin typeface="Inter Regular"/>
              </a:rPr>
              <a:t> в </a:t>
            </a:r>
            <a:r>
              <a:rPr sz="3200" dirty="0" err="1">
                <a:latin typeface="Inter Regular"/>
              </a:rPr>
              <a:t>России</a:t>
            </a:r>
            <a:r>
              <a:rPr sz="3200" dirty="0">
                <a:latin typeface="Inter Regular"/>
              </a:rPr>
              <a:t> и </a:t>
            </a:r>
            <a:r>
              <a:rPr sz="3200" dirty="0" err="1">
                <a:latin typeface="Inter Regular"/>
              </a:rPr>
              <a:t>экспорт</a:t>
            </a:r>
            <a:r>
              <a:rPr sz="3200" dirty="0">
                <a:latin typeface="Inter Regular"/>
              </a:rPr>
              <a:t> в </a:t>
            </a:r>
            <a:r>
              <a:rPr sz="3200" dirty="0" err="1">
                <a:latin typeface="Inter Regular"/>
              </a:rPr>
              <a:t>страны</a:t>
            </a:r>
            <a:r>
              <a:rPr sz="3200" dirty="0">
                <a:latin typeface="Inter Regular"/>
              </a:rPr>
              <a:t> СНГ</a:t>
            </a:r>
          </a:p>
        </p:txBody>
      </p:sp>
    </p:spTree>
    <p:extLst>
      <p:ext uri="{BB962C8B-B14F-4D97-AF65-F5344CB8AC3E}">
        <p14:creationId xmlns:p14="http://schemas.microsoft.com/office/powerpoint/2010/main" val="80214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495925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150</a:t>
            </a:r>
            <a:endParaRPr lang="en-US" altLang="ru-RU" sz="960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России и за рубежом</a:t>
            </a:r>
            <a:endParaRPr lang="en-US" altLang="ru-RU" sz="2400"/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365125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Продажи более, чем в</a:t>
            </a:r>
            <a:endParaRPr lang="en-US" altLang="ru-RU" sz="2400"/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name_150">
            <a:extLst>
              <a:ext uri="{FF2B5EF4-FFF2-40B4-BE49-F238E27FC236}">
                <a16:creationId xmlns="" xmlns:a16="http://schemas.microsoft.com/office/drawing/2014/main" id="{E21D8268-2AF5-4AD6-8AA9-1992E140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5003800"/>
            <a:ext cx="46577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ru-RU" altLang="ru-RU" sz="2800">
                <a:solidFill>
                  <a:srgbClr val="FFFFFF"/>
                </a:solidFill>
                <a:latin typeface="Inter Extra Bold" panose="02000903000000020004" pitchFamily="2" charset="0"/>
              </a:rPr>
              <a:t>ПРЕДСТАВЛЕННОСТЬ</a:t>
            </a:r>
            <a:endParaRPr lang="en-US" altLang="ru-RU" sz="2800">
              <a:latin typeface="Inter Extra Bold" panose="02000903000000020004" pitchFamily="2" charset="0"/>
            </a:endParaRPr>
          </a:p>
        </p:txBody>
      </p:sp>
      <p:pic>
        <p:nvPicPr>
          <p:cNvPr id="6158" name="Google Shape;170;p29">
            <a:extLst>
              <a:ext uri="{FF2B5EF4-FFF2-40B4-BE49-F238E27FC236}">
                <a16:creationId xmlns="" xmlns:a16="http://schemas.microsoft.com/office/drawing/2014/main" id="{E8BA19B0-E8DE-4B5F-995D-12FFE2032F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838" y="4117975"/>
            <a:ext cx="4148137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федеральных 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1076325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5" name="default_name">
            <a:extLst>
              <a:ext uri="{FF2B5EF4-FFF2-40B4-BE49-F238E27FC236}">
                <a16:creationId xmlns="" xmlns:a16="http://schemas.microsoft.com/office/drawing/2014/main" id="{A488FDF2-246A-4506-B98F-8E562909175B}"/>
              </a:ext>
            </a:extLst>
          </p:cNvPr>
          <p:cNvSpPr/>
          <p:nvPr/>
        </p:nvSpPr>
        <p:spPr>
          <a:xfrm>
            <a:off x="4238625" y="3706813"/>
            <a:ext cx="2640013" cy="4572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2460751"/>
            <a:ext cx="16848000" cy="55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АССОРТИМЕНТ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И </a:t>
            </a:r>
          </a:p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ЦЕНОВОЕ ПОЗИЦИОНИРОВАНИЕ</a:t>
            </a:r>
            <a:endParaRPr lang="ru-RU" sz="8800" b="1" dirty="0">
              <a:solidFill>
                <a:srgbClr val="F47629"/>
              </a:solidFill>
              <a:latin typeface="Proxima Nova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7948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119313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37050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583363"/>
            <a:ext cx="2305050" cy="3810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147888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/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4359275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sym typeface="Livvic"/>
              </a:rPr>
              <a:t>ВОДНЫЕ</a:t>
            </a:r>
            <a:endParaRPr lang="ru-RU" altLang="ru-RU"/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6611938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/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9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4384675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000" y="171888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>
                <a:solidFill>
                  <a:srgbClr val="313131"/>
                </a:solidFill>
                <a:latin typeface="Proxima Nova Regular"/>
              </a:rPr>
              <a:t>АССОРТИМЕНТНАЯ МАТРИЦА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648000"/>
            <a:ext cx="198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72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Inter Regular"/>
              </a:rPr>
              <a:t>11 брендов · от эконом до премиум · полный спектр ЛКМ для любых поверхностей и задач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044000"/>
            <a:ext cx="4068000" cy="2628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8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AVANTGARDE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ПРЕМИУМ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Гибридные технологии: экологичность водных + износостойкость органических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моющаяся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фасадов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яхтный / паркетный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88000" y="1044000"/>
            <a:ext cx="4068000" cy="26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NEWTONE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6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6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Передовые технологии и современные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6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глубокого проникновения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суперфинишная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6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6000" y="1044000"/>
            <a:ext cx="4068000" cy="2628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Краски, лаки, грунтовки — надёжный помощник в ремонте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 моющаяся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плит OSB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бетоноконтакт / шпатлёвка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Клей, олифа, растворитель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84000" y="1044000"/>
            <a:ext cx="4068000" cy="2628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392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TITAN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92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392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Грунт-эмаль 3в1 — грунт + эмаль + преобразователь ржавчины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92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3в1 по ржавчине (10 цветов, RAL)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Быстросохнущая матовая (7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Молотковая алкидно-стирольная (6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«Красишь 1 раз — служит 10 лет»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92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Оцинковка · Дерево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3816000"/>
            <a:ext cx="4068000" cy="26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PROFIWOOD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8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Профессиональная защита и декор древесины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Антисептик кроющий / лаковый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паркетный / по дереву и камню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Дерево · Камень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88000" y="3816000"/>
            <a:ext cx="4068000" cy="26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6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РАСЦВЕТ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 / ЭКОНОМ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6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6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Классические ЛКМ по ГОСТ — эмали, грунт-эмали, грунтовки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6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(ГОСТ)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Грунт-эмаль по ржавчине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с молотковым эффектом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 / растворители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6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6000" y="3816000"/>
            <a:ext cx="4068000" cy="2628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ОПТИМА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ЭКСПОРТ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на органической основе для стран ближнего зарубежья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Эмали цветные (яркие оттенки)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Оптимальное соотношение цены и качества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84000" y="3816000"/>
            <a:ext cx="4068000" cy="2628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392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 Дисконт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392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392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Водно-дисперсионные покрытия по доступной цене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92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масляно-клеевая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«Покрасил и забыл!»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392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000" y="6588000"/>
            <a:ext cx="4068000" cy="2628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78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ПРОСТОКРАШЕНО!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78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78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Базовые ЛКМ для массового потребителя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78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(БАУЦЕНТР)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водоэмульсионная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/ олифа / лак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Растворитель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8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18000" y="6588000"/>
            <a:ext cx="4068000" cy="2628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26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EMPILS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ПРОМЫШЛЕННЫЕ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6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26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промышленного назначения — для крупных предприятий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26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Краски-базы под колеровку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Партнёр: «Ростсельмаш»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26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Промышл.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66000" y="6588000"/>
            <a:ext cx="4068000" cy="2628000"/>
          </a:xfrm>
          <a:prstGeom prst="roundRect">
            <a:avLst/>
          </a:prstGeom>
          <a:solidFill>
            <a:srgbClr val="FEE5D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74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СТРОЙКОМПЛЕКТ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СТРОИТЕЛЬНАЯ ФАСОВКА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74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774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Крупная фасовка для строительных объектов большой площади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74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(крупная фасовка)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Универсальность · оптимальная цена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Яркая цветовая палитра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74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9648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0000" y="9720000"/>
            <a:ext cx="144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nter Regular"/>
              </a:rPr>
              <a:t>11 брендов покрывают весь спектр: от эконом до премиум · </a:t>
            </a:r>
            <a:r>
              <a:rPr sz="1000" b="1">
                <a:solidFill>
                  <a:srgbClr val="F47629"/>
                </a:solidFill>
                <a:latin typeface="Inter Regular"/>
              </a:rPr>
              <a:t>металл · дерево · интерьер · фасад · промышленные · экспорт</a:t>
            </a:r>
          </a:p>
        </p:txBody>
      </p:sp>
      <p:sp>
        <p:nvSpPr>
          <p:cNvPr id="74" name="Прямоугольник 73"/>
          <p:cNvSpPr/>
          <p:nvPr/>
        </p:nvSpPr>
        <p:spPr>
          <a:xfrm>
            <a:off x="14124714" y="7423312"/>
            <a:ext cx="370191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/>
              <a:t>230 ₽/кг — </a:t>
            </a:r>
            <a:endParaRPr lang="ru-RU" sz="2800" b="1" dirty="0" smtClean="0"/>
          </a:p>
          <a:p>
            <a:r>
              <a:rPr lang="ru-RU" sz="2800" b="1" dirty="0" smtClean="0"/>
              <a:t>зарабатываем </a:t>
            </a:r>
            <a:r>
              <a:rPr lang="ru-RU" sz="2800" b="1" dirty="0"/>
              <a:t>вместе.</a:t>
            </a:r>
            <a:endParaRPr lang="ru-RU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4492076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>
                <a:solidFill>
                  <a:srgbClr val="F47629"/>
                </a:solidFill>
                <a:latin typeface="Proxima Nova Regular"/>
              </a:rPr>
              <a:t>ПОРТФОЛИО: ОБЪЕКТЫ И </a:t>
            </a:r>
            <a:r>
              <a:rPr lang="en-US" sz="8800" b="1" dirty="0" smtClean="0">
                <a:solidFill>
                  <a:srgbClr val="F47629"/>
                </a:solidFill>
                <a:latin typeface="Proxima Nova Regular"/>
              </a:rPr>
              <a:t>B2B</a:t>
            </a:r>
            <a:endParaRPr lang="en-US" sz="8800" b="1" dirty="0">
              <a:solidFill>
                <a:srgbClr val="F47629"/>
              </a:solidFill>
              <a:latin typeface="Proxima Nova Regula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0950" y="5964576"/>
            <a:ext cx="1684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 err="1">
                <a:latin typeface="Inter Regular"/>
              </a:rPr>
              <a:t>Реальные</a:t>
            </a:r>
            <a:r>
              <a:rPr sz="2400" dirty="0">
                <a:latin typeface="Inter Regular"/>
              </a:rPr>
              <a:t> </a:t>
            </a:r>
            <a:r>
              <a:rPr sz="2400" dirty="0" err="1">
                <a:latin typeface="Inter Regular"/>
              </a:rPr>
              <a:t>кейсы</a:t>
            </a:r>
            <a:r>
              <a:rPr sz="2400" dirty="0">
                <a:latin typeface="Inter Regular"/>
              </a:rPr>
              <a:t> и </a:t>
            </a:r>
            <a:r>
              <a:rPr sz="2400" dirty="0" err="1">
                <a:latin typeface="Inter Regular"/>
              </a:rPr>
              <a:t>промышленные</a:t>
            </a:r>
            <a:r>
              <a:rPr sz="2400" dirty="0">
                <a:latin typeface="Inter Regular"/>
              </a:rPr>
              <a:t> </a:t>
            </a:r>
            <a:r>
              <a:rPr sz="2400" dirty="0" err="1">
                <a:latin typeface="Inter Regular"/>
              </a:rPr>
              <a:t>партнёры</a:t>
            </a:r>
            <a:endParaRPr sz="2400" dirty="0">
              <a:latin typeface="Inter Regular"/>
            </a:endParaRPr>
          </a:p>
        </p:txBody>
      </p:sp>
    </p:spTree>
    <p:extLst>
      <p:ext uri="{BB962C8B-B14F-4D97-AF65-F5344CB8AC3E}">
        <p14:creationId xmlns:p14="http://schemas.microsoft.com/office/powerpoint/2010/main" val="85893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object 3">
            <a:extLst>
              <a:ext uri="{FF2B5EF4-FFF2-40B4-BE49-F238E27FC236}">
                <a16:creationId xmlns="" xmlns:a16="http://schemas.microsoft.com/office/drawing/2014/main" id="{5DCA29DD-6F6B-440A-A706-A6CAC1549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238250" y="538163"/>
            <a:ext cx="4945063" cy="911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ПРОДУКЦИЯ</a:t>
            </a:r>
          </a:p>
        </p:txBody>
      </p:sp>
      <p:sp>
        <p:nvSpPr>
          <p:cNvPr id="20484" name="object 8">
            <a:extLst>
              <a:ext uri="{FF2B5EF4-FFF2-40B4-BE49-F238E27FC236}">
                <a16:creationId xmlns="" xmlns:a16="http://schemas.microsoft.com/office/drawing/2014/main" id="{D759C55D-AEED-4316-8F87-E9F77328A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1706563"/>
            <a:ext cx="91662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366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500"/>
              </a:lnSpc>
              <a:spcBef>
                <a:spcPts val="813"/>
              </a:spcBef>
            </a:pPr>
            <a:r>
              <a:rPr lang="ru-RU" altLang="ru-RU" sz="5000" b="1">
                <a:solidFill>
                  <a:srgbClr val="4D4C4C"/>
                </a:solidFill>
                <a:latin typeface="Roboto" panose="02000000000000000000" pitchFamily="2" charset="0"/>
              </a:rPr>
              <a:t>Покрытия промышленного назначения</a:t>
            </a:r>
            <a:endParaRPr lang="ru-RU" altLang="ru-RU" sz="5000">
              <a:latin typeface="Roboto" panose="02000000000000000000" pitchFamily="2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="" xmlns:a16="http://schemas.microsoft.com/office/drawing/2014/main" id="{83B3D71B-3AFD-469F-A889-480A2477EB95}"/>
              </a:ext>
            </a:extLst>
          </p:cNvPr>
          <p:cNvGraphicFramePr>
            <a:graphicFrameLocks noGrp="1"/>
          </p:cNvGraphicFramePr>
          <p:nvPr/>
        </p:nvGraphicFramePr>
        <p:xfrm>
          <a:off x="1289050" y="4826000"/>
          <a:ext cx="16389350" cy="617539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939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5892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4156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368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955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04788">
                <a:tc>
                  <a:txBody>
                    <a:bodyPr/>
                    <a:lstStyle>
                      <a:lvl1pPr marL="5080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50800" marR="0" lvl="0" indent="0" algn="l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Агротехника,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Автомобильная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Дорожное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Нефтегазовая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Лакокрасочная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>
                      <a:lvl1pPr marL="317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31750" marR="0" lvl="0" indent="0" algn="l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стройтехника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строительство,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 химическая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металло-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станков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инфраструктура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конструкций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507" name="object 10">
            <a:extLst>
              <a:ext uri="{FF2B5EF4-FFF2-40B4-BE49-F238E27FC236}">
                <a16:creationId xmlns="" xmlns:a16="http://schemas.microsoft.com/office/drawing/2014/main" id="{B88310FD-926A-4D39-85C7-0C9E7DEA04B5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3398838"/>
            <a:ext cx="15990888" cy="3540125"/>
            <a:chOff x="805268" y="2633878"/>
            <a:chExt cx="9350375" cy="2326640"/>
          </a:xfrm>
        </p:grpSpPr>
        <p:pic>
          <p:nvPicPr>
            <p:cNvPr id="20511" name="object 11">
              <a:extLst>
                <a:ext uri="{FF2B5EF4-FFF2-40B4-BE49-F238E27FC236}">
                  <a16:creationId xmlns="" xmlns:a16="http://schemas.microsoft.com/office/drawing/2014/main" id="{46CA9001-235A-4E93-B4C9-65DD324806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405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2" name="object 12">
              <a:extLst>
                <a:ext uri="{FF2B5EF4-FFF2-40B4-BE49-F238E27FC236}">
                  <a16:creationId xmlns="" xmlns:a16="http://schemas.microsoft.com/office/drawing/2014/main" id="{C58D6987-D226-4CAC-BBD2-00F1BCDB09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036" y="2993277"/>
              <a:ext cx="239750" cy="2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3" name="object 13">
              <a:extLst>
                <a:ext uri="{FF2B5EF4-FFF2-40B4-BE49-F238E27FC236}">
                  <a16:creationId xmlns="" xmlns:a16="http://schemas.microsoft.com/office/drawing/2014/main" id="{56E2BF7B-E169-4E0D-A13E-9191EACB1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470" y="2813468"/>
              <a:ext cx="506095" cy="419734"/>
            </a:xfrm>
            <a:custGeom>
              <a:avLst/>
              <a:gdLst>
                <a:gd name="T0" fmla="*/ 407854 w 506094"/>
                <a:gd name="T1" fmla="*/ 314660 h 419735"/>
                <a:gd name="T2" fmla="*/ 407854 w 506094"/>
                <a:gd name="T3" fmla="*/ 344632 h 419735"/>
                <a:gd name="T4" fmla="*/ 431121 w 506094"/>
                <a:gd name="T5" fmla="*/ 329646 h 419735"/>
                <a:gd name="T6" fmla="*/ 503943 w 506094"/>
                <a:gd name="T7" fmla="*/ 310292 h 419735"/>
                <a:gd name="T8" fmla="*/ 482454 w 506094"/>
                <a:gd name="T9" fmla="*/ 269715 h 419735"/>
                <a:gd name="T10" fmla="*/ 471354 w 506094"/>
                <a:gd name="T11" fmla="*/ 352951 h 419735"/>
                <a:gd name="T12" fmla="*/ 416135 w 506094"/>
                <a:gd name="T13" fmla="*/ 389590 h 419735"/>
                <a:gd name="T14" fmla="*/ 360902 w 506094"/>
                <a:gd name="T15" fmla="*/ 352951 h 419735"/>
                <a:gd name="T16" fmla="*/ 392818 w 506094"/>
                <a:gd name="T17" fmla="*/ 274427 h 419735"/>
                <a:gd name="T18" fmla="*/ 476079 w 506094"/>
                <a:gd name="T19" fmla="*/ 329646 h 419735"/>
                <a:gd name="T20" fmla="*/ 476079 w 506094"/>
                <a:gd name="T21" fmla="*/ 209778 h 419735"/>
                <a:gd name="T22" fmla="*/ 458502 w 506094"/>
                <a:gd name="T23" fmla="*/ 167411 h 419735"/>
                <a:gd name="T24" fmla="*/ 446107 w 506094"/>
                <a:gd name="T25" fmla="*/ 244887 h 419735"/>
                <a:gd name="T26" fmla="*/ 423920 w 506094"/>
                <a:gd name="T27" fmla="*/ 240073 h 419735"/>
                <a:gd name="T28" fmla="*/ 349180 w 506094"/>
                <a:gd name="T29" fmla="*/ 269715 h 419735"/>
                <a:gd name="T30" fmla="*/ 330524 w 506094"/>
                <a:gd name="T31" fmla="*/ 302164 h 419735"/>
                <a:gd name="T32" fmla="*/ 294266 w 506094"/>
                <a:gd name="T33" fmla="*/ 299687 h 419735"/>
                <a:gd name="T34" fmla="*/ 292830 w 506094"/>
                <a:gd name="T35" fmla="*/ 277068 h 419735"/>
                <a:gd name="T36" fmla="*/ 349180 w 506094"/>
                <a:gd name="T37" fmla="*/ 239743 h 419735"/>
                <a:gd name="T38" fmla="*/ 269005 w 506094"/>
                <a:gd name="T39" fmla="*/ 207899 h 419735"/>
                <a:gd name="T40" fmla="*/ 416135 w 506094"/>
                <a:gd name="T41" fmla="*/ 179819 h 419735"/>
                <a:gd name="T42" fmla="*/ 443745 w 506094"/>
                <a:gd name="T43" fmla="*/ 198120 h 419735"/>
                <a:gd name="T44" fmla="*/ 439439 w 506094"/>
                <a:gd name="T45" fmla="*/ 154559 h 419735"/>
                <a:gd name="T46" fmla="*/ 386163 w 506094"/>
                <a:gd name="T47" fmla="*/ 66662 h 419735"/>
                <a:gd name="T48" fmla="*/ 401149 w 506094"/>
                <a:gd name="T49" fmla="*/ 29972 h 419735"/>
                <a:gd name="T50" fmla="*/ 359721 w 506094"/>
                <a:gd name="T51" fmla="*/ 57442 h 419735"/>
                <a:gd name="T52" fmla="*/ 290430 w 506094"/>
                <a:gd name="T53" fmla="*/ 149847 h 419735"/>
                <a:gd name="T54" fmla="*/ 213715 w 506094"/>
                <a:gd name="T55" fmla="*/ 149847 h 419735"/>
                <a:gd name="T56" fmla="*/ 141414 w 506094"/>
                <a:gd name="T57" fmla="*/ 121894 h 419735"/>
                <a:gd name="T58" fmla="*/ 109423 w 506094"/>
                <a:gd name="T59" fmla="*/ 119875 h 419735"/>
                <a:gd name="T60" fmla="*/ 99453 w 506094"/>
                <a:gd name="T61" fmla="*/ 29972 h 419735"/>
                <a:gd name="T62" fmla="*/ 259137 w 506094"/>
                <a:gd name="T63" fmla="*/ 45554 h 419735"/>
                <a:gd name="T64" fmla="*/ 279280 w 506094"/>
                <a:gd name="T65" fmla="*/ 0 h 419735"/>
                <a:gd name="T66" fmla="*/ 69481 w 506094"/>
                <a:gd name="T67" fmla="*/ 29972 h 419735"/>
                <a:gd name="T68" fmla="*/ 32880 w 506094"/>
                <a:gd name="T69" fmla="*/ 139446 h 419735"/>
                <a:gd name="T70" fmla="*/ 19088 w 506094"/>
                <a:gd name="T71" fmla="*/ 184086 h 419735"/>
                <a:gd name="T72" fmla="*/ 88633 w 506094"/>
                <a:gd name="T73" fmla="*/ 152082 h 419735"/>
                <a:gd name="T74" fmla="*/ 202882 w 506094"/>
                <a:gd name="T75" fmla="*/ 178790 h 419735"/>
                <a:gd name="T76" fmla="*/ 264294 w 506094"/>
                <a:gd name="T77" fmla="*/ 299687 h 419735"/>
                <a:gd name="T78" fmla="*/ 338093 w 506094"/>
                <a:gd name="T79" fmla="*/ 374249 h 419735"/>
                <a:gd name="T80" fmla="*/ 416135 w 506094"/>
                <a:gd name="T81" fmla="*/ 419562 h 419735"/>
                <a:gd name="T82" fmla="*/ 482099 w 506094"/>
                <a:gd name="T83" fmla="*/ 389590 h 41973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6094" h="419735">
                  <a:moveTo>
                    <a:pt x="431114" y="321373"/>
                  </a:moveTo>
                  <a:lnTo>
                    <a:pt x="424408" y="314667"/>
                  </a:lnTo>
                  <a:lnTo>
                    <a:pt x="407847" y="314667"/>
                  </a:lnTo>
                  <a:lnTo>
                    <a:pt x="401142" y="321373"/>
                  </a:lnTo>
                  <a:lnTo>
                    <a:pt x="401142" y="337934"/>
                  </a:lnTo>
                  <a:lnTo>
                    <a:pt x="407847" y="344639"/>
                  </a:lnTo>
                  <a:lnTo>
                    <a:pt x="424408" y="344639"/>
                  </a:lnTo>
                  <a:lnTo>
                    <a:pt x="431114" y="337934"/>
                  </a:lnTo>
                  <a:lnTo>
                    <a:pt x="431114" y="329653"/>
                  </a:lnTo>
                  <a:lnTo>
                    <a:pt x="431114" y="321373"/>
                  </a:lnTo>
                  <a:close/>
                </a:path>
                <a:path w="506094" h="419735">
                  <a:moveTo>
                    <a:pt x="506031" y="329653"/>
                  </a:moveTo>
                  <a:lnTo>
                    <a:pt x="503936" y="310299"/>
                  </a:lnTo>
                  <a:lnTo>
                    <a:pt x="497941" y="292392"/>
                  </a:lnTo>
                  <a:lnTo>
                    <a:pt x="488505" y="276377"/>
                  </a:lnTo>
                  <a:lnTo>
                    <a:pt x="482447" y="269722"/>
                  </a:lnTo>
                  <a:lnTo>
                    <a:pt x="476072" y="262712"/>
                  </a:lnTo>
                  <a:lnTo>
                    <a:pt x="476072" y="329653"/>
                  </a:lnTo>
                  <a:lnTo>
                    <a:pt x="471347" y="352958"/>
                  </a:lnTo>
                  <a:lnTo>
                    <a:pt x="458495" y="372021"/>
                  </a:lnTo>
                  <a:lnTo>
                    <a:pt x="439432" y="384873"/>
                  </a:lnTo>
                  <a:lnTo>
                    <a:pt x="416128" y="389597"/>
                  </a:lnTo>
                  <a:lnTo>
                    <a:pt x="392811" y="384873"/>
                  </a:lnTo>
                  <a:lnTo>
                    <a:pt x="373761" y="372021"/>
                  </a:lnTo>
                  <a:lnTo>
                    <a:pt x="360895" y="352958"/>
                  </a:lnTo>
                  <a:lnTo>
                    <a:pt x="356184" y="329653"/>
                  </a:lnTo>
                  <a:lnTo>
                    <a:pt x="359206" y="314680"/>
                  </a:lnTo>
                  <a:lnTo>
                    <a:pt x="392811" y="274434"/>
                  </a:lnTo>
                  <a:lnTo>
                    <a:pt x="439432" y="274434"/>
                  </a:lnTo>
                  <a:lnTo>
                    <a:pt x="471347" y="306349"/>
                  </a:lnTo>
                  <a:lnTo>
                    <a:pt x="476072" y="329653"/>
                  </a:lnTo>
                  <a:lnTo>
                    <a:pt x="476072" y="262712"/>
                  </a:lnTo>
                  <a:lnTo>
                    <a:pt x="476072" y="244894"/>
                  </a:lnTo>
                  <a:lnTo>
                    <a:pt x="476072" y="209778"/>
                  </a:lnTo>
                  <a:lnTo>
                    <a:pt x="471347" y="186474"/>
                  </a:lnTo>
                  <a:lnTo>
                    <a:pt x="466864" y="179819"/>
                  </a:lnTo>
                  <a:lnTo>
                    <a:pt x="458495" y="167411"/>
                  </a:lnTo>
                  <a:lnTo>
                    <a:pt x="446100" y="159054"/>
                  </a:lnTo>
                  <a:lnTo>
                    <a:pt x="446100" y="209778"/>
                  </a:lnTo>
                  <a:lnTo>
                    <a:pt x="446100" y="244894"/>
                  </a:lnTo>
                  <a:lnTo>
                    <a:pt x="438924" y="242684"/>
                  </a:lnTo>
                  <a:lnTo>
                    <a:pt x="431533" y="241071"/>
                  </a:lnTo>
                  <a:lnTo>
                    <a:pt x="423913" y="240080"/>
                  </a:lnTo>
                  <a:lnTo>
                    <a:pt x="416128" y="239750"/>
                  </a:lnTo>
                  <a:lnTo>
                    <a:pt x="349173" y="239750"/>
                  </a:lnTo>
                  <a:lnTo>
                    <a:pt x="349173" y="269722"/>
                  </a:lnTo>
                  <a:lnTo>
                    <a:pt x="341503" y="279565"/>
                  </a:lnTo>
                  <a:lnTo>
                    <a:pt x="335241" y="290423"/>
                  </a:lnTo>
                  <a:lnTo>
                    <a:pt x="330517" y="302171"/>
                  </a:lnTo>
                  <a:lnTo>
                    <a:pt x="327482" y="314680"/>
                  </a:lnTo>
                  <a:lnTo>
                    <a:pt x="294259" y="314680"/>
                  </a:lnTo>
                  <a:lnTo>
                    <a:pt x="294259" y="299694"/>
                  </a:lnTo>
                  <a:lnTo>
                    <a:pt x="294093" y="292392"/>
                  </a:lnTo>
                  <a:lnTo>
                    <a:pt x="293611" y="284530"/>
                  </a:lnTo>
                  <a:lnTo>
                    <a:pt x="292823" y="277075"/>
                  </a:lnTo>
                  <a:lnTo>
                    <a:pt x="291744" y="269722"/>
                  </a:lnTo>
                  <a:lnTo>
                    <a:pt x="349173" y="269722"/>
                  </a:lnTo>
                  <a:lnTo>
                    <a:pt x="349173" y="239750"/>
                  </a:lnTo>
                  <a:lnTo>
                    <a:pt x="283972" y="239750"/>
                  </a:lnTo>
                  <a:lnTo>
                    <a:pt x="277241" y="223393"/>
                  </a:lnTo>
                  <a:lnTo>
                    <a:pt x="268998" y="207899"/>
                  </a:lnTo>
                  <a:lnTo>
                    <a:pt x="259321" y="193332"/>
                  </a:lnTo>
                  <a:lnTo>
                    <a:pt x="248335" y="179819"/>
                  </a:lnTo>
                  <a:lnTo>
                    <a:pt x="416128" y="179819"/>
                  </a:lnTo>
                  <a:lnTo>
                    <a:pt x="427774" y="182168"/>
                  </a:lnTo>
                  <a:lnTo>
                    <a:pt x="437311" y="188595"/>
                  </a:lnTo>
                  <a:lnTo>
                    <a:pt x="443738" y="198120"/>
                  </a:lnTo>
                  <a:lnTo>
                    <a:pt x="446100" y="209778"/>
                  </a:lnTo>
                  <a:lnTo>
                    <a:pt x="446100" y="159054"/>
                  </a:lnTo>
                  <a:lnTo>
                    <a:pt x="439432" y="154559"/>
                  </a:lnTo>
                  <a:lnTo>
                    <a:pt x="416128" y="149847"/>
                  </a:lnTo>
                  <a:lnTo>
                    <a:pt x="386156" y="149847"/>
                  </a:lnTo>
                  <a:lnTo>
                    <a:pt x="386156" y="66662"/>
                  </a:lnTo>
                  <a:lnTo>
                    <a:pt x="392887" y="59931"/>
                  </a:lnTo>
                  <a:lnTo>
                    <a:pt x="401142" y="59931"/>
                  </a:lnTo>
                  <a:lnTo>
                    <a:pt x="401142" y="29972"/>
                  </a:lnTo>
                  <a:lnTo>
                    <a:pt x="383654" y="33502"/>
                  </a:lnTo>
                  <a:lnTo>
                    <a:pt x="369366" y="43141"/>
                  </a:lnTo>
                  <a:lnTo>
                    <a:pt x="359714" y="57442"/>
                  </a:lnTo>
                  <a:lnTo>
                    <a:pt x="356184" y="74917"/>
                  </a:lnTo>
                  <a:lnTo>
                    <a:pt x="356184" y="149847"/>
                  </a:lnTo>
                  <a:lnTo>
                    <a:pt x="290423" y="149847"/>
                  </a:lnTo>
                  <a:lnTo>
                    <a:pt x="259130" y="45554"/>
                  </a:lnTo>
                  <a:lnTo>
                    <a:pt x="259130" y="149847"/>
                  </a:lnTo>
                  <a:lnTo>
                    <a:pt x="213715" y="149847"/>
                  </a:lnTo>
                  <a:lnTo>
                    <a:pt x="191350" y="137172"/>
                  </a:lnTo>
                  <a:lnTo>
                    <a:pt x="167144" y="127762"/>
                  </a:lnTo>
                  <a:lnTo>
                    <a:pt x="141414" y="121894"/>
                  </a:lnTo>
                  <a:lnTo>
                    <a:pt x="122910" y="120510"/>
                  </a:lnTo>
                  <a:lnTo>
                    <a:pt x="114439" y="119875"/>
                  </a:lnTo>
                  <a:lnTo>
                    <a:pt x="109423" y="119875"/>
                  </a:lnTo>
                  <a:lnTo>
                    <a:pt x="104419" y="120091"/>
                  </a:lnTo>
                  <a:lnTo>
                    <a:pt x="99453" y="120510"/>
                  </a:lnTo>
                  <a:lnTo>
                    <a:pt x="99453" y="29972"/>
                  </a:lnTo>
                  <a:lnTo>
                    <a:pt x="223164" y="29972"/>
                  </a:lnTo>
                  <a:lnTo>
                    <a:pt x="259130" y="149847"/>
                  </a:lnTo>
                  <a:lnTo>
                    <a:pt x="259130" y="45554"/>
                  </a:lnTo>
                  <a:lnTo>
                    <a:pt x="254457" y="29972"/>
                  </a:lnTo>
                  <a:lnTo>
                    <a:pt x="279273" y="29972"/>
                  </a:lnTo>
                  <a:lnTo>
                    <a:pt x="279273" y="0"/>
                  </a:lnTo>
                  <a:lnTo>
                    <a:pt x="39509" y="0"/>
                  </a:lnTo>
                  <a:lnTo>
                    <a:pt x="39509" y="29972"/>
                  </a:lnTo>
                  <a:lnTo>
                    <a:pt x="69481" y="29972"/>
                  </a:lnTo>
                  <a:lnTo>
                    <a:pt x="69481" y="125603"/>
                  </a:lnTo>
                  <a:lnTo>
                    <a:pt x="50800" y="131521"/>
                  </a:lnTo>
                  <a:lnTo>
                    <a:pt x="32880" y="139446"/>
                  </a:lnTo>
                  <a:lnTo>
                    <a:pt x="15875" y="149275"/>
                  </a:lnTo>
                  <a:lnTo>
                    <a:pt x="0" y="160985"/>
                  </a:lnTo>
                  <a:lnTo>
                    <a:pt x="19088" y="184086"/>
                  </a:lnTo>
                  <a:lnTo>
                    <a:pt x="40386" y="169418"/>
                  </a:lnTo>
                  <a:lnTo>
                    <a:pt x="63754" y="158673"/>
                  </a:lnTo>
                  <a:lnTo>
                    <a:pt x="88633" y="152082"/>
                  </a:lnTo>
                  <a:lnTo>
                    <a:pt x="114439" y="149847"/>
                  </a:lnTo>
                  <a:lnTo>
                    <a:pt x="161747" y="157492"/>
                  </a:lnTo>
                  <a:lnTo>
                    <a:pt x="202882" y="178790"/>
                  </a:lnTo>
                  <a:lnTo>
                    <a:pt x="235331" y="211251"/>
                  </a:lnTo>
                  <a:lnTo>
                    <a:pt x="256628" y="252374"/>
                  </a:lnTo>
                  <a:lnTo>
                    <a:pt x="264287" y="299694"/>
                  </a:lnTo>
                  <a:lnTo>
                    <a:pt x="264287" y="344639"/>
                  </a:lnTo>
                  <a:lnTo>
                    <a:pt x="327482" y="344639"/>
                  </a:lnTo>
                  <a:lnTo>
                    <a:pt x="338086" y="374256"/>
                  </a:lnTo>
                  <a:lnTo>
                    <a:pt x="357809" y="398030"/>
                  </a:lnTo>
                  <a:lnTo>
                    <a:pt x="384517" y="413829"/>
                  </a:lnTo>
                  <a:lnTo>
                    <a:pt x="416128" y="419569"/>
                  </a:lnTo>
                  <a:lnTo>
                    <a:pt x="451078" y="412483"/>
                  </a:lnTo>
                  <a:lnTo>
                    <a:pt x="479666" y="393204"/>
                  </a:lnTo>
                  <a:lnTo>
                    <a:pt x="482092" y="389597"/>
                  </a:lnTo>
                  <a:lnTo>
                    <a:pt x="498944" y="364617"/>
                  </a:lnTo>
                  <a:lnTo>
                    <a:pt x="506031" y="3296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4" name="object 14">
              <a:extLst>
                <a:ext uri="{FF2B5EF4-FFF2-40B4-BE49-F238E27FC236}">
                  <a16:creationId xmlns="" xmlns:a16="http://schemas.microsoft.com/office/drawing/2014/main" id="{11097515-C234-4509-BA60-2D73EC0A98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492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5" name="object 15">
              <a:extLst>
                <a:ext uri="{FF2B5EF4-FFF2-40B4-BE49-F238E27FC236}">
                  <a16:creationId xmlns="" xmlns:a16="http://schemas.microsoft.com/office/drawing/2014/main" id="{7D1F4629-D9F2-4112-AA17-54465733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087" y="2799067"/>
              <a:ext cx="518159" cy="434340"/>
            </a:xfrm>
            <a:custGeom>
              <a:avLst/>
              <a:gdLst>
                <a:gd name="T0" fmla="*/ 63271 w 518160"/>
                <a:gd name="T1" fmla="*/ 224860 h 434339"/>
                <a:gd name="T2" fmla="*/ 145249 w 518160"/>
                <a:gd name="T3" fmla="*/ 255213 h 434339"/>
                <a:gd name="T4" fmla="*/ 454818 w 518160"/>
                <a:gd name="T5" fmla="*/ 224860 h 434339"/>
                <a:gd name="T6" fmla="*/ 372839 w 518160"/>
                <a:gd name="T7" fmla="*/ 255213 h 434339"/>
                <a:gd name="T8" fmla="*/ 454818 w 518160"/>
                <a:gd name="T9" fmla="*/ 224860 h 434339"/>
                <a:gd name="T10" fmla="*/ 456088 w 518160"/>
                <a:gd name="T11" fmla="*/ 93319 h 434339"/>
                <a:gd name="T12" fmla="*/ 438917 w 518160"/>
                <a:gd name="T13" fmla="*/ 129247 h 434339"/>
                <a:gd name="T14" fmla="*/ 123456 w 518160"/>
                <a:gd name="T15" fmla="*/ 30365 h 434339"/>
                <a:gd name="T16" fmla="*/ 438917 w 518160"/>
                <a:gd name="T17" fmla="*/ 129247 h 434339"/>
                <a:gd name="T18" fmla="*/ 427881 w 518160"/>
                <a:gd name="T19" fmla="*/ 30365 h 434339"/>
                <a:gd name="T20" fmla="*/ 103797 w 518160"/>
                <a:gd name="T21" fmla="*/ 0 h 434339"/>
                <a:gd name="T22" fmla="*/ 0 w 518160"/>
                <a:gd name="T23" fmla="*/ 93319 h 434339"/>
                <a:gd name="T24" fmla="*/ 48387 w 518160"/>
                <a:gd name="T25" fmla="*/ 123672 h 434339"/>
                <a:gd name="T26" fmla="*/ 17297 w 518160"/>
                <a:gd name="T27" fmla="*/ 171704 h 434339"/>
                <a:gd name="T28" fmla="*/ 4406 w 518160"/>
                <a:gd name="T29" fmla="*/ 197091 h 434339"/>
                <a:gd name="T30" fmla="*/ 0 w 518160"/>
                <a:gd name="T31" fmla="*/ 225228 h 434339"/>
                <a:gd name="T32" fmla="*/ 31242 w 518160"/>
                <a:gd name="T33" fmla="*/ 370631 h 434339"/>
                <a:gd name="T34" fmla="*/ 34467 w 518160"/>
                <a:gd name="T35" fmla="*/ 408921 h 434339"/>
                <a:gd name="T36" fmla="*/ 56286 w 518160"/>
                <a:gd name="T37" fmla="*/ 430740 h 434339"/>
                <a:gd name="T38" fmla="*/ 117106 w 518160"/>
                <a:gd name="T39" fmla="*/ 433966 h 434339"/>
                <a:gd name="T40" fmla="*/ 158089 w 518160"/>
                <a:gd name="T41" fmla="*/ 392983 h 434339"/>
                <a:gd name="T42" fmla="*/ 359987 w 518160"/>
                <a:gd name="T43" fmla="*/ 370631 h 434339"/>
                <a:gd name="T44" fmla="*/ 363213 w 518160"/>
                <a:gd name="T45" fmla="*/ 408921 h 434339"/>
                <a:gd name="T46" fmla="*/ 385031 w 518160"/>
                <a:gd name="T47" fmla="*/ 430740 h 434339"/>
                <a:gd name="T48" fmla="*/ 445851 w 518160"/>
                <a:gd name="T49" fmla="*/ 433966 h 434339"/>
                <a:gd name="T50" fmla="*/ 486834 w 518160"/>
                <a:gd name="T51" fmla="*/ 392983 h 434339"/>
                <a:gd name="T52" fmla="*/ 518076 w 518160"/>
                <a:gd name="T53" fmla="*/ 370631 h 434339"/>
                <a:gd name="T54" fmla="*/ 518076 w 518160"/>
                <a:gd name="T55" fmla="*/ 312871 h 434339"/>
                <a:gd name="T56" fmla="*/ 518076 w 518160"/>
                <a:gd name="T57" fmla="*/ 225228 h 434339"/>
                <a:gd name="T58" fmla="*/ 500779 w 518160"/>
                <a:gd name="T59" fmla="*/ 171704 h 434339"/>
                <a:gd name="T60" fmla="*/ 487723 w 518160"/>
                <a:gd name="T61" fmla="*/ 225228 h 434339"/>
                <a:gd name="T62" fmla="*/ 487723 w 518160"/>
                <a:gd name="T63" fmla="*/ 312871 h 434339"/>
                <a:gd name="T64" fmla="*/ 456469 w 518160"/>
                <a:gd name="T65" fmla="*/ 340278 h 434339"/>
                <a:gd name="T66" fmla="*/ 456469 w 518160"/>
                <a:gd name="T67" fmla="*/ 398850 h 434339"/>
                <a:gd name="T68" fmla="*/ 395115 w 518160"/>
                <a:gd name="T69" fmla="*/ 403613 h 434339"/>
                <a:gd name="T70" fmla="*/ 390352 w 518160"/>
                <a:gd name="T71" fmla="*/ 370631 h 434339"/>
                <a:gd name="T72" fmla="*/ 456469 w 518160"/>
                <a:gd name="T73" fmla="*/ 340278 h 434339"/>
                <a:gd name="T74" fmla="*/ 127723 w 518160"/>
                <a:gd name="T75" fmla="*/ 370631 h 434339"/>
                <a:gd name="T76" fmla="*/ 122961 w 518160"/>
                <a:gd name="T77" fmla="*/ 403613 h 434339"/>
                <a:gd name="T78" fmla="*/ 61607 w 518160"/>
                <a:gd name="T79" fmla="*/ 398850 h 434339"/>
                <a:gd name="T80" fmla="*/ 127723 w 518160"/>
                <a:gd name="T81" fmla="*/ 370631 h 434339"/>
                <a:gd name="T82" fmla="*/ 30353 w 518160"/>
                <a:gd name="T83" fmla="*/ 340278 h 434339"/>
                <a:gd name="T84" fmla="*/ 487723 w 518160"/>
                <a:gd name="T85" fmla="*/ 312871 h 434339"/>
                <a:gd name="T86" fmla="*/ 345788 w 518160"/>
                <a:gd name="T87" fmla="*/ 282518 h 434339"/>
                <a:gd name="T88" fmla="*/ 323525 w 518160"/>
                <a:gd name="T89" fmla="*/ 206692 h 434339"/>
                <a:gd name="T90" fmla="*/ 314152 w 518160"/>
                <a:gd name="T91" fmla="*/ 282518 h 434339"/>
                <a:gd name="T92" fmla="*/ 217284 w 518160"/>
                <a:gd name="T93" fmla="*/ 237065 h 434339"/>
                <a:gd name="T94" fmla="*/ 314152 w 518160"/>
                <a:gd name="T95" fmla="*/ 282518 h 434339"/>
                <a:gd name="T96" fmla="*/ 194551 w 518160"/>
                <a:gd name="T97" fmla="*/ 206692 h 434339"/>
                <a:gd name="T98" fmla="*/ 30353 w 518160"/>
                <a:gd name="T99" fmla="*/ 282518 h 434339"/>
                <a:gd name="T100" fmla="*/ 31102 w 518160"/>
                <a:gd name="T101" fmla="*/ 215658 h 434339"/>
                <a:gd name="T102" fmla="*/ 454589 w 518160"/>
                <a:gd name="T103" fmla="*/ 159600 h 434339"/>
                <a:gd name="T104" fmla="*/ 487723 w 518160"/>
                <a:gd name="T105" fmla="*/ 225228 h 434339"/>
                <a:gd name="T106" fmla="*/ 475557 w 518160"/>
                <a:gd name="T107" fmla="*/ 136791 h 434339"/>
                <a:gd name="T108" fmla="*/ 469689 w 518160"/>
                <a:gd name="T109" fmla="*/ 123672 h 434339"/>
                <a:gd name="T110" fmla="*/ 518076 w 518160"/>
                <a:gd name="T111" fmla="*/ 93319 h 43433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8160" h="434339">
                  <a:moveTo>
                    <a:pt x="145249" y="224853"/>
                  </a:moveTo>
                  <a:lnTo>
                    <a:pt x="63271" y="224853"/>
                  </a:lnTo>
                  <a:lnTo>
                    <a:pt x="63271" y="255206"/>
                  </a:lnTo>
                  <a:lnTo>
                    <a:pt x="145249" y="255206"/>
                  </a:lnTo>
                  <a:lnTo>
                    <a:pt x="145249" y="224853"/>
                  </a:lnTo>
                  <a:close/>
                </a:path>
                <a:path w="518160" h="434339">
                  <a:moveTo>
                    <a:pt x="454825" y="224853"/>
                  </a:moveTo>
                  <a:lnTo>
                    <a:pt x="372846" y="224853"/>
                  </a:lnTo>
                  <a:lnTo>
                    <a:pt x="372846" y="255206"/>
                  </a:lnTo>
                  <a:lnTo>
                    <a:pt x="454825" y="255206"/>
                  </a:lnTo>
                  <a:lnTo>
                    <a:pt x="454825" y="224853"/>
                  </a:lnTo>
                  <a:close/>
                </a:path>
                <a:path w="518160" h="434339">
                  <a:moveTo>
                    <a:pt x="518083" y="93319"/>
                  </a:moveTo>
                  <a:lnTo>
                    <a:pt x="456095" y="93319"/>
                  </a:lnTo>
                  <a:lnTo>
                    <a:pt x="438924" y="55003"/>
                  </a:lnTo>
                  <a:lnTo>
                    <a:pt x="438924" y="129247"/>
                  </a:lnTo>
                  <a:lnTo>
                    <a:pt x="79159" y="129247"/>
                  </a:lnTo>
                  <a:lnTo>
                    <a:pt x="123456" y="30365"/>
                  </a:lnTo>
                  <a:lnTo>
                    <a:pt x="394627" y="30365"/>
                  </a:lnTo>
                  <a:lnTo>
                    <a:pt x="438924" y="129247"/>
                  </a:lnTo>
                  <a:lnTo>
                    <a:pt x="438924" y="55003"/>
                  </a:lnTo>
                  <a:lnTo>
                    <a:pt x="427888" y="30365"/>
                  </a:lnTo>
                  <a:lnTo>
                    <a:pt x="414286" y="0"/>
                  </a:lnTo>
                  <a:lnTo>
                    <a:pt x="103797" y="0"/>
                  </a:lnTo>
                  <a:lnTo>
                    <a:pt x="61988" y="93319"/>
                  </a:lnTo>
                  <a:lnTo>
                    <a:pt x="0" y="93319"/>
                  </a:lnTo>
                  <a:lnTo>
                    <a:pt x="0" y="123672"/>
                  </a:lnTo>
                  <a:lnTo>
                    <a:pt x="48387" y="123672"/>
                  </a:lnTo>
                  <a:lnTo>
                    <a:pt x="42519" y="136791"/>
                  </a:lnTo>
                  <a:lnTo>
                    <a:pt x="17297" y="171704"/>
                  </a:lnTo>
                  <a:lnTo>
                    <a:pt x="9817" y="183959"/>
                  </a:lnTo>
                  <a:lnTo>
                    <a:pt x="4406" y="197091"/>
                  </a:lnTo>
                  <a:lnTo>
                    <a:pt x="1117" y="210908"/>
                  </a:lnTo>
                  <a:lnTo>
                    <a:pt x="0" y="225221"/>
                  </a:lnTo>
                  <a:lnTo>
                    <a:pt x="0" y="370624"/>
                  </a:lnTo>
                  <a:lnTo>
                    <a:pt x="31242" y="370624"/>
                  </a:lnTo>
                  <a:lnTo>
                    <a:pt x="31242" y="392976"/>
                  </a:lnTo>
                  <a:lnTo>
                    <a:pt x="34467" y="408914"/>
                  </a:lnTo>
                  <a:lnTo>
                    <a:pt x="43268" y="421944"/>
                  </a:lnTo>
                  <a:lnTo>
                    <a:pt x="56286" y="430733"/>
                  </a:lnTo>
                  <a:lnTo>
                    <a:pt x="72224" y="433959"/>
                  </a:lnTo>
                  <a:lnTo>
                    <a:pt x="117106" y="433959"/>
                  </a:lnTo>
                  <a:lnTo>
                    <a:pt x="154863" y="408914"/>
                  </a:lnTo>
                  <a:lnTo>
                    <a:pt x="158089" y="392976"/>
                  </a:lnTo>
                  <a:lnTo>
                    <a:pt x="158089" y="370624"/>
                  </a:lnTo>
                  <a:lnTo>
                    <a:pt x="359994" y="370624"/>
                  </a:lnTo>
                  <a:lnTo>
                    <a:pt x="359994" y="392976"/>
                  </a:lnTo>
                  <a:lnTo>
                    <a:pt x="363220" y="408914"/>
                  </a:lnTo>
                  <a:lnTo>
                    <a:pt x="372021" y="421944"/>
                  </a:lnTo>
                  <a:lnTo>
                    <a:pt x="385038" y="430733"/>
                  </a:lnTo>
                  <a:lnTo>
                    <a:pt x="400977" y="433959"/>
                  </a:lnTo>
                  <a:lnTo>
                    <a:pt x="445858" y="433959"/>
                  </a:lnTo>
                  <a:lnTo>
                    <a:pt x="483616" y="408914"/>
                  </a:lnTo>
                  <a:lnTo>
                    <a:pt x="486841" y="392976"/>
                  </a:lnTo>
                  <a:lnTo>
                    <a:pt x="486841" y="370624"/>
                  </a:lnTo>
                  <a:lnTo>
                    <a:pt x="518083" y="370624"/>
                  </a:lnTo>
                  <a:lnTo>
                    <a:pt x="518083" y="340271"/>
                  </a:lnTo>
                  <a:lnTo>
                    <a:pt x="518083" y="312864"/>
                  </a:lnTo>
                  <a:lnTo>
                    <a:pt x="518083" y="282511"/>
                  </a:lnTo>
                  <a:lnTo>
                    <a:pt x="518083" y="225221"/>
                  </a:lnTo>
                  <a:lnTo>
                    <a:pt x="516978" y="210908"/>
                  </a:lnTo>
                  <a:lnTo>
                    <a:pt x="500786" y="171704"/>
                  </a:lnTo>
                  <a:lnTo>
                    <a:pt x="487730" y="153631"/>
                  </a:lnTo>
                  <a:lnTo>
                    <a:pt x="487730" y="225221"/>
                  </a:lnTo>
                  <a:lnTo>
                    <a:pt x="487730" y="282511"/>
                  </a:lnTo>
                  <a:lnTo>
                    <a:pt x="487730" y="312864"/>
                  </a:lnTo>
                  <a:lnTo>
                    <a:pt x="487730" y="340271"/>
                  </a:lnTo>
                  <a:lnTo>
                    <a:pt x="456476" y="340271"/>
                  </a:lnTo>
                  <a:lnTo>
                    <a:pt x="456476" y="370624"/>
                  </a:lnTo>
                  <a:lnTo>
                    <a:pt x="456476" y="398843"/>
                  </a:lnTo>
                  <a:lnTo>
                    <a:pt x="451713" y="403606"/>
                  </a:lnTo>
                  <a:lnTo>
                    <a:pt x="395122" y="403606"/>
                  </a:lnTo>
                  <a:lnTo>
                    <a:pt x="390359" y="398843"/>
                  </a:lnTo>
                  <a:lnTo>
                    <a:pt x="390359" y="370624"/>
                  </a:lnTo>
                  <a:lnTo>
                    <a:pt x="456476" y="370624"/>
                  </a:lnTo>
                  <a:lnTo>
                    <a:pt x="456476" y="340271"/>
                  </a:lnTo>
                  <a:lnTo>
                    <a:pt x="127723" y="340271"/>
                  </a:lnTo>
                  <a:lnTo>
                    <a:pt x="127723" y="370624"/>
                  </a:lnTo>
                  <a:lnTo>
                    <a:pt x="127723" y="398843"/>
                  </a:lnTo>
                  <a:lnTo>
                    <a:pt x="122961" y="403606"/>
                  </a:lnTo>
                  <a:lnTo>
                    <a:pt x="66370" y="403606"/>
                  </a:lnTo>
                  <a:lnTo>
                    <a:pt x="61607" y="398843"/>
                  </a:lnTo>
                  <a:lnTo>
                    <a:pt x="61607" y="370624"/>
                  </a:lnTo>
                  <a:lnTo>
                    <a:pt x="127723" y="370624"/>
                  </a:lnTo>
                  <a:lnTo>
                    <a:pt x="127723" y="340271"/>
                  </a:lnTo>
                  <a:lnTo>
                    <a:pt x="30353" y="340271"/>
                  </a:lnTo>
                  <a:lnTo>
                    <a:pt x="30353" y="312864"/>
                  </a:lnTo>
                  <a:lnTo>
                    <a:pt x="487730" y="312864"/>
                  </a:lnTo>
                  <a:lnTo>
                    <a:pt x="487730" y="282511"/>
                  </a:lnTo>
                  <a:lnTo>
                    <a:pt x="345795" y="282511"/>
                  </a:lnTo>
                  <a:lnTo>
                    <a:pt x="332447" y="237058"/>
                  </a:lnTo>
                  <a:lnTo>
                    <a:pt x="323532" y="206692"/>
                  </a:lnTo>
                  <a:lnTo>
                    <a:pt x="314159" y="206692"/>
                  </a:lnTo>
                  <a:lnTo>
                    <a:pt x="314159" y="282511"/>
                  </a:lnTo>
                  <a:lnTo>
                    <a:pt x="203936" y="282511"/>
                  </a:lnTo>
                  <a:lnTo>
                    <a:pt x="217284" y="237058"/>
                  </a:lnTo>
                  <a:lnTo>
                    <a:pt x="300812" y="237058"/>
                  </a:lnTo>
                  <a:lnTo>
                    <a:pt x="314159" y="282511"/>
                  </a:lnTo>
                  <a:lnTo>
                    <a:pt x="314159" y="206692"/>
                  </a:lnTo>
                  <a:lnTo>
                    <a:pt x="194551" y="206692"/>
                  </a:lnTo>
                  <a:lnTo>
                    <a:pt x="172288" y="282511"/>
                  </a:lnTo>
                  <a:lnTo>
                    <a:pt x="30353" y="282511"/>
                  </a:lnTo>
                  <a:lnTo>
                    <a:pt x="30353" y="225221"/>
                  </a:lnTo>
                  <a:lnTo>
                    <a:pt x="31102" y="215658"/>
                  </a:lnTo>
                  <a:lnTo>
                    <a:pt x="63487" y="159600"/>
                  </a:lnTo>
                  <a:lnTo>
                    <a:pt x="454596" y="159600"/>
                  </a:lnTo>
                  <a:lnTo>
                    <a:pt x="481164" y="197662"/>
                  </a:lnTo>
                  <a:lnTo>
                    <a:pt x="487730" y="225221"/>
                  </a:lnTo>
                  <a:lnTo>
                    <a:pt x="487730" y="153631"/>
                  </a:lnTo>
                  <a:lnTo>
                    <a:pt x="475564" y="136791"/>
                  </a:lnTo>
                  <a:lnTo>
                    <a:pt x="472198" y="129247"/>
                  </a:lnTo>
                  <a:lnTo>
                    <a:pt x="469696" y="123672"/>
                  </a:lnTo>
                  <a:lnTo>
                    <a:pt x="518083" y="123672"/>
                  </a:lnTo>
                  <a:lnTo>
                    <a:pt x="518083" y="933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6" name="object 16">
              <a:extLst>
                <a:ext uri="{FF2B5EF4-FFF2-40B4-BE49-F238E27FC236}">
                  <a16:creationId xmlns="" xmlns:a16="http://schemas.microsoft.com/office/drawing/2014/main" id="{A4CDC5D9-D37D-445D-9941-B49AE551C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3645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7" name="object 17">
              <a:extLst>
                <a:ext uri="{FF2B5EF4-FFF2-40B4-BE49-F238E27FC236}">
                  <a16:creationId xmlns="" xmlns:a16="http://schemas.microsoft.com/office/drawing/2014/main" id="{EDA8D840-77AF-43A3-9238-6BC4B6010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168" y="2774956"/>
              <a:ext cx="467359" cy="466725"/>
            </a:xfrm>
            <a:custGeom>
              <a:avLst/>
              <a:gdLst>
                <a:gd name="T0" fmla="*/ 379672 w 467360"/>
                <a:gd name="T1" fmla="*/ 0 h 466725"/>
                <a:gd name="T2" fmla="*/ 87134 w 467360"/>
                <a:gd name="T3" fmla="*/ 0 h 466725"/>
                <a:gd name="T4" fmla="*/ 0 w 467360"/>
                <a:gd name="T5" fmla="*/ 466712 h 466725"/>
                <a:gd name="T6" fmla="*/ 466819 w 467360"/>
                <a:gd name="T7" fmla="*/ 466712 h 466725"/>
                <a:gd name="T8" fmla="*/ 461713 w 467360"/>
                <a:gd name="T9" fmla="*/ 439369 h 466725"/>
                <a:gd name="T10" fmla="*/ 32918 w 467360"/>
                <a:gd name="T11" fmla="*/ 439369 h 466725"/>
                <a:gd name="T12" fmla="*/ 109854 w 467360"/>
                <a:gd name="T13" fmla="*/ 27343 h 466725"/>
                <a:gd name="T14" fmla="*/ 384777 w 467360"/>
                <a:gd name="T15" fmla="*/ 27343 h 466725"/>
                <a:gd name="T16" fmla="*/ 379672 w 467360"/>
                <a:gd name="T17" fmla="*/ 0 h 466725"/>
                <a:gd name="T18" fmla="*/ 164553 w 467360"/>
                <a:gd name="T19" fmla="*/ 27343 h 466725"/>
                <a:gd name="T20" fmla="*/ 136728 w 467360"/>
                <a:gd name="T21" fmla="*/ 27343 h 466725"/>
                <a:gd name="T22" fmla="*/ 59791 w 467360"/>
                <a:gd name="T23" fmla="*/ 439369 h 466725"/>
                <a:gd name="T24" fmla="*/ 87617 w 467360"/>
                <a:gd name="T25" fmla="*/ 439369 h 466725"/>
                <a:gd name="T26" fmla="*/ 164553 w 467360"/>
                <a:gd name="T27" fmla="*/ 27343 h 466725"/>
                <a:gd name="T28" fmla="*/ 274414 w 467360"/>
                <a:gd name="T29" fmla="*/ 329069 h 466725"/>
                <a:gd name="T30" fmla="*/ 192392 w 467360"/>
                <a:gd name="T31" fmla="*/ 329069 h 466725"/>
                <a:gd name="T32" fmla="*/ 192392 w 467360"/>
                <a:gd name="T33" fmla="*/ 439369 h 466725"/>
                <a:gd name="T34" fmla="*/ 219735 w 467360"/>
                <a:gd name="T35" fmla="*/ 439369 h 466725"/>
                <a:gd name="T36" fmla="*/ 219735 w 467360"/>
                <a:gd name="T37" fmla="*/ 356425 h 466725"/>
                <a:gd name="T38" fmla="*/ 274414 w 467360"/>
                <a:gd name="T39" fmla="*/ 356425 h 466725"/>
                <a:gd name="T40" fmla="*/ 274414 w 467360"/>
                <a:gd name="T41" fmla="*/ 329069 h 466725"/>
                <a:gd name="T42" fmla="*/ 274414 w 467360"/>
                <a:gd name="T43" fmla="*/ 356425 h 466725"/>
                <a:gd name="T44" fmla="*/ 247071 w 467360"/>
                <a:gd name="T45" fmla="*/ 356425 h 466725"/>
                <a:gd name="T46" fmla="*/ 247071 w 467360"/>
                <a:gd name="T47" fmla="*/ 439369 h 466725"/>
                <a:gd name="T48" fmla="*/ 274414 w 467360"/>
                <a:gd name="T49" fmla="*/ 439369 h 466725"/>
                <a:gd name="T50" fmla="*/ 274414 w 467360"/>
                <a:gd name="T51" fmla="*/ 356425 h 466725"/>
                <a:gd name="T52" fmla="*/ 330078 w 467360"/>
                <a:gd name="T53" fmla="*/ 27343 h 466725"/>
                <a:gd name="T54" fmla="*/ 302265 w 467360"/>
                <a:gd name="T55" fmla="*/ 27343 h 466725"/>
                <a:gd name="T56" fmla="*/ 379189 w 467360"/>
                <a:gd name="T57" fmla="*/ 439369 h 466725"/>
                <a:gd name="T58" fmla="*/ 407015 w 467360"/>
                <a:gd name="T59" fmla="*/ 439369 h 466725"/>
                <a:gd name="T60" fmla="*/ 330078 w 467360"/>
                <a:gd name="T61" fmla="*/ 27343 h 466725"/>
                <a:gd name="T62" fmla="*/ 384777 w 467360"/>
                <a:gd name="T63" fmla="*/ 27343 h 466725"/>
                <a:gd name="T64" fmla="*/ 356951 w 467360"/>
                <a:gd name="T65" fmla="*/ 27343 h 466725"/>
                <a:gd name="T66" fmla="*/ 433888 w 467360"/>
                <a:gd name="T67" fmla="*/ 439369 h 466725"/>
                <a:gd name="T68" fmla="*/ 461713 w 467360"/>
                <a:gd name="T69" fmla="*/ 439369 h 466725"/>
                <a:gd name="T70" fmla="*/ 384777 w 467360"/>
                <a:gd name="T71" fmla="*/ 27343 h 466725"/>
                <a:gd name="T72" fmla="*/ 219735 w 467360"/>
                <a:gd name="T73" fmla="*/ 27343 h 466725"/>
                <a:gd name="T74" fmla="*/ 192392 w 467360"/>
                <a:gd name="T75" fmla="*/ 27343 h 466725"/>
                <a:gd name="T76" fmla="*/ 192392 w 467360"/>
                <a:gd name="T77" fmla="*/ 82042 h 466725"/>
                <a:gd name="T78" fmla="*/ 274414 w 467360"/>
                <a:gd name="T79" fmla="*/ 82042 h 466725"/>
                <a:gd name="T80" fmla="*/ 274414 w 467360"/>
                <a:gd name="T81" fmla="*/ 54686 h 466725"/>
                <a:gd name="T82" fmla="*/ 219735 w 467360"/>
                <a:gd name="T83" fmla="*/ 54686 h 466725"/>
                <a:gd name="T84" fmla="*/ 219735 w 467360"/>
                <a:gd name="T85" fmla="*/ 27343 h 466725"/>
                <a:gd name="T86" fmla="*/ 274414 w 467360"/>
                <a:gd name="T87" fmla="*/ 27343 h 466725"/>
                <a:gd name="T88" fmla="*/ 247071 w 467360"/>
                <a:gd name="T89" fmla="*/ 27343 h 466725"/>
                <a:gd name="T90" fmla="*/ 247071 w 467360"/>
                <a:gd name="T91" fmla="*/ 54686 h 466725"/>
                <a:gd name="T92" fmla="*/ 274414 w 467360"/>
                <a:gd name="T93" fmla="*/ 54686 h 466725"/>
                <a:gd name="T94" fmla="*/ 274414 w 467360"/>
                <a:gd name="T95" fmla="*/ 27343 h 46672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360" h="466725">
                  <a:moveTo>
                    <a:pt x="379679" y="0"/>
                  </a:moveTo>
                  <a:lnTo>
                    <a:pt x="87134" y="0"/>
                  </a:lnTo>
                  <a:lnTo>
                    <a:pt x="0" y="466712"/>
                  </a:lnTo>
                  <a:lnTo>
                    <a:pt x="466826" y="466712"/>
                  </a:lnTo>
                  <a:lnTo>
                    <a:pt x="461720" y="439369"/>
                  </a:lnTo>
                  <a:lnTo>
                    <a:pt x="32918" y="439369"/>
                  </a:lnTo>
                  <a:lnTo>
                    <a:pt x="109854" y="27343"/>
                  </a:lnTo>
                  <a:lnTo>
                    <a:pt x="384784" y="27343"/>
                  </a:lnTo>
                  <a:lnTo>
                    <a:pt x="379679" y="0"/>
                  </a:lnTo>
                  <a:close/>
                </a:path>
                <a:path w="467360" h="466725">
                  <a:moveTo>
                    <a:pt x="164553" y="27343"/>
                  </a:moveTo>
                  <a:lnTo>
                    <a:pt x="136728" y="27343"/>
                  </a:lnTo>
                  <a:lnTo>
                    <a:pt x="59791" y="439369"/>
                  </a:lnTo>
                  <a:lnTo>
                    <a:pt x="87617" y="439369"/>
                  </a:lnTo>
                  <a:lnTo>
                    <a:pt x="164553" y="27343"/>
                  </a:lnTo>
                  <a:close/>
                </a:path>
                <a:path w="467360" h="466725">
                  <a:moveTo>
                    <a:pt x="274421" y="329069"/>
                  </a:moveTo>
                  <a:lnTo>
                    <a:pt x="192392" y="329069"/>
                  </a:lnTo>
                  <a:lnTo>
                    <a:pt x="192392" y="439369"/>
                  </a:lnTo>
                  <a:lnTo>
                    <a:pt x="219735" y="439369"/>
                  </a:lnTo>
                  <a:lnTo>
                    <a:pt x="219735" y="356425"/>
                  </a:lnTo>
                  <a:lnTo>
                    <a:pt x="274421" y="356425"/>
                  </a:lnTo>
                  <a:lnTo>
                    <a:pt x="274421" y="329069"/>
                  </a:lnTo>
                  <a:close/>
                </a:path>
                <a:path w="467360" h="466725">
                  <a:moveTo>
                    <a:pt x="274421" y="356425"/>
                  </a:moveTo>
                  <a:lnTo>
                    <a:pt x="247078" y="356425"/>
                  </a:lnTo>
                  <a:lnTo>
                    <a:pt x="247078" y="439369"/>
                  </a:lnTo>
                  <a:lnTo>
                    <a:pt x="274421" y="439369"/>
                  </a:lnTo>
                  <a:lnTo>
                    <a:pt x="274421" y="356425"/>
                  </a:lnTo>
                  <a:close/>
                </a:path>
                <a:path w="467360" h="466725">
                  <a:moveTo>
                    <a:pt x="330085" y="27343"/>
                  </a:moveTo>
                  <a:lnTo>
                    <a:pt x="302272" y="27343"/>
                  </a:lnTo>
                  <a:lnTo>
                    <a:pt x="379196" y="439369"/>
                  </a:lnTo>
                  <a:lnTo>
                    <a:pt x="407022" y="439369"/>
                  </a:lnTo>
                  <a:lnTo>
                    <a:pt x="330085" y="27343"/>
                  </a:lnTo>
                  <a:close/>
                </a:path>
                <a:path w="467360" h="466725">
                  <a:moveTo>
                    <a:pt x="384784" y="27343"/>
                  </a:moveTo>
                  <a:lnTo>
                    <a:pt x="356958" y="27343"/>
                  </a:lnTo>
                  <a:lnTo>
                    <a:pt x="433895" y="439369"/>
                  </a:lnTo>
                  <a:lnTo>
                    <a:pt x="461720" y="439369"/>
                  </a:lnTo>
                  <a:lnTo>
                    <a:pt x="384784" y="27343"/>
                  </a:lnTo>
                  <a:close/>
                </a:path>
                <a:path w="467360" h="466725">
                  <a:moveTo>
                    <a:pt x="219735" y="27343"/>
                  </a:moveTo>
                  <a:lnTo>
                    <a:pt x="192392" y="27343"/>
                  </a:lnTo>
                  <a:lnTo>
                    <a:pt x="192392" y="82042"/>
                  </a:lnTo>
                  <a:lnTo>
                    <a:pt x="274421" y="82042"/>
                  </a:lnTo>
                  <a:lnTo>
                    <a:pt x="274421" y="54686"/>
                  </a:lnTo>
                  <a:lnTo>
                    <a:pt x="219735" y="54686"/>
                  </a:lnTo>
                  <a:lnTo>
                    <a:pt x="219735" y="27343"/>
                  </a:lnTo>
                  <a:close/>
                </a:path>
                <a:path w="467360" h="466725">
                  <a:moveTo>
                    <a:pt x="274421" y="27343"/>
                  </a:moveTo>
                  <a:lnTo>
                    <a:pt x="247078" y="27343"/>
                  </a:lnTo>
                  <a:lnTo>
                    <a:pt x="247078" y="54686"/>
                  </a:lnTo>
                  <a:lnTo>
                    <a:pt x="274421" y="54686"/>
                  </a:lnTo>
                  <a:lnTo>
                    <a:pt x="274421" y="273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8" name="object 18">
              <a:extLst>
                <a:ext uri="{FF2B5EF4-FFF2-40B4-BE49-F238E27FC236}">
                  <a16:creationId xmlns="" xmlns:a16="http://schemas.microsoft.com/office/drawing/2014/main" id="{A79BC6CC-91D6-4FA1-8F3D-6A2E40699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6552" y="2911690"/>
              <a:ext cx="82041" cy="137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9" name="object 19">
              <a:extLst>
                <a:ext uri="{FF2B5EF4-FFF2-40B4-BE49-F238E27FC236}">
                  <a16:creationId xmlns="" xmlns:a16="http://schemas.microsoft.com/office/drawing/2014/main" id="{391F1599-2EAC-4A8C-AB2B-2B945A1E8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7018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0" name="object 20">
              <a:extLst>
                <a:ext uri="{FF2B5EF4-FFF2-40B4-BE49-F238E27FC236}">
                  <a16:creationId xmlns="" xmlns:a16="http://schemas.microsoft.com/office/drawing/2014/main" id="{E2CA146B-9902-49D6-8FAE-889E421DE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4808" y="2758654"/>
              <a:ext cx="503555" cy="499745"/>
            </a:xfrm>
            <a:custGeom>
              <a:avLst/>
              <a:gdLst>
                <a:gd name="T0" fmla="*/ 0 w 503554"/>
                <a:gd name="T1" fmla="*/ 499607 h 499745"/>
                <a:gd name="T2" fmla="*/ 121044 w 503554"/>
                <a:gd name="T3" fmla="*/ 0 h 499745"/>
                <a:gd name="T4" fmla="*/ 5290 w 503554"/>
                <a:gd name="T5" fmla="*/ 113957 h 499745"/>
                <a:gd name="T6" fmla="*/ 25434 w 503554"/>
                <a:gd name="T7" fmla="*/ 180211 h 499745"/>
                <a:gd name="T8" fmla="*/ 82359 w 503554"/>
                <a:gd name="T9" fmla="*/ 470130 h 499745"/>
                <a:gd name="T10" fmla="*/ 103498 w 503554"/>
                <a:gd name="T11" fmla="*/ 178614 h 499745"/>
                <a:gd name="T12" fmla="*/ 37752 w 503554"/>
                <a:gd name="T13" fmla="*/ 142187 h 499745"/>
                <a:gd name="T14" fmla="*/ 61558 w 503554"/>
                <a:gd name="T15" fmla="*/ 56745 h 499745"/>
                <a:gd name="T16" fmla="*/ 181948 w 503554"/>
                <a:gd name="T17" fmla="*/ 29424 h 499745"/>
                <a:gd name="T18" fmla="*/ 121044 w 503554"/>
                <a:gd name="T19" fmla="*/ 0 h 499745"/>
                <a:gd name="T20" fmla="*/ 192963 w 503554"/>
                <a:gd name="T21" fmla="*/ 203214 h 499745"/>
                <a:gd name="T22" fmla="*/ 202859 w 503554"/>
                <a:gd name="T23" fmla="*/ 221875 h 499745"/>
                <a:gd name="T24" fmla="*/ 191462 w 503554"/>
                <a:gd name="T25" fmla="*/ 470130 h 499745"/>
                <a:gd name="T26" fmla="*/ 328199 w 503554"/>
                <a:gd name="T27" fmla="*/ 398362 h 499745"/>
                <a:gd name="T28" fmla="*/ 315132 w 503554"/>
                <a:gd name="T29" fmla="*/ 329566 h 499745"/>
                <a:gd name="T30" fmla="*/ 234521 w 503554"/>
                <a:gd name="T31" fmla="*/ 243422 h 499745"/>
                <a:gd name="T32" fmla="*/ 302549 w 503554"/>
                <a:gd name="T33" fmla="*/ 219305 h 499745"/>
                <a:gd name="T34" fmla="*/ 236599 w 503554"/>
                <a:gd name="T35" fmla="*/ 212463 h 499745"/>
                <a:gd name="T36" fmla="*/ 221845 w 503554"/>
                <a:gd name="T37" fmla="*/ 171260 h 499745"/>
                <a:gd name="T38" fmla="*/ 176107 w 503554"/>
                <a:gd name="T39" fmla="*/ 161025 h 499745"/>
                <a:gd name="T40" fmla="*/ 311807 w 503554"/>
                <a:gd name="T41" fmla="*/ 470130 h 499745"/>
                <a:gd name="T42" fmla="*/ 496386 w 503554"/>
                <a:gd name="T43" fmla="*/ 386577 h 499745"/>
                <a:gd name="T44" fmla="*/ 412845 w 503554"/>
                <a:gd name="T45" fmla="*/ 470130 h 499745"/>
                <a:gd name="T46" fmla="*/ 496386 w 503554"/>
                <a:gd name="T47" fmla="*/ 386577 h 499745"/>
                <a:gd name="T48" fmla="*/ 466909 w 503554"/>
                <a:gd name="T49" fmla="*/ 470130 h 499745"/>
                <a:gd name="T50" fmla="*/ 315132 w 503554"/>
                <a:gd name="T51" fmla="*/ 329566 h 499745"/>
                <a:gd name="T52" fmla="*/ 328199 w 503554"/>
                <a:gd name="T53" fmla="*/ 398362 h 499745"/>
                <a:gd name="T54" fmla="*/ 302025 w 503554"/>
                <a:gd name="T55" fmla="*/ 260554 h 499745"/>
                <a:gd name="T56" fmla="*/ 454616 w 503554"/>
                <a:gd name="T57" fmla="*/ 386577 h 499745"/>
                <a:gd name="T58" fmla="*/ 434220 w 503554"/>
                <a:gd name="T59" fmla="*/ 296749 h 499745"/>
                <a:gd name="T60" fmla="*/ 268751 w 503554"/>
                <a:gd name="T61" fmla="*/ 243422 h 499745"/>
                <a:gd name="T62" fmla="*/ 302025 w 503554"/>
                <a:gd name="T63" fmla="*/ 260554 h 499745"/>
                <a:gd name="T64" fmla="*/ 375148 w 503554"/>
                <a:gd name="T65" fmla="*/ 199061 h 499745"/>
                <a:gd name="T66" fmla="*/ 434220 w 503554"/>
                <a:gd name="T67" fmla="*/ 296749 h 499745"/>
                <a:gd name="T68" fmla="*/ 375148 w 503554"/>
                <a:gd name="T69" fmla="*/ 199061 h 499745"/>
                <a:gd name="T70" fmla="*/ 243100 w 503554"/>
                <a:gd name="T71" fmla="*/ 245229 h 499745"/>
                <a:gd name="T72" fmla="*/ 260233 w 503554"/>
                <a:gd name="T73" fmla="*/ 245229 h 499745"/>
                <a:gd name="T74" fmla="*/ 251809 w 503554"/>
                <a:gd name="T75" fmla="*/ 151436 h 499745"/>
                <a:gd name="T76" fmla="*/ 282724 w 503554"/>
                <a:gd name="T77" fmla="*/ 193679 h 499745"/>
                <a:gd name="T78" fmla="*/ 304370 w 503554"/>
                <a:gd name="T79" fmla="*/ 216313 h 499745"/>
                <a:gd name="T80" fmla="*/ 311779 w 503554"/>
                <a:gd name="T81" fmla="*/ 199061 h 499745"/>
                <a:gd name="T82" fmla="*/ 303238 w 503554"/>
                <a:gd name="T83" fmla="*/ 151436 h 499745"/>
                <a:gd name="T84" fmla="*/ 119926 w 503554"/>
                <a:gd name="T85" fmla="*/ 29583 h 499745"/>
                <a:gd name="T86" fmla="*/ 70180 w 503554"/>
                <a:gd name="T87" fmla="*/ 178614 h 499745"/>
                <a:gd name="T88" fmla="*/ 176107 w 503554"/>
                <a:gd name="T89" fmla="*/ 161025 h 499745"/>
                <a:gd name="T90" fmla="*/ 203557 w 503554"/>
                <a:gd name="T91" fmla="*/ 108828 h 499745"/>
                <a:gd name="T92" fmla="*/ 181948 w 503554"/>
                <a:gd name="T93" fmla="*/ 29424 h 499745"/>
                <a:gd name="T94" fmla="*/ 205206 w 503554"/>
                <a:gd name="T95" fmla="*/ 143029 h 499745"/>
                <a:gd name="T96" fmla="*/ 193764 w 503554"/>
                <a:gd name="T97" fmla="*/ 162133 h 499745"/>
                <a:gd name="T98" fmla="*/ 228841 w 503554"/>
                <a:gd name="T99" fmla="*/ 161025 h 499745"/>
                <a:gd name="T100" fmla="*/ 251809 w 503554"/>
                <a:gd name="T101" fmla="*/ 151436 h 499745"/>
                <a:gd name="T102" fmla="*/ 280508 w 503554"/>
                <a:gd name="T103" fmla="*/ 129181 h 499745"/>
                <a:gd name="T104" fmla="*/ 203557 w 503554"/>
                <a:gd name="T105" fmla="*/ 108828 h 499745"/>
                <a:gd name="T106" fmla="*/ 265770 w 503554"/>
                <a:gd name="T107" fmla="*/ 124677 h 4997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03554" h="499745">
                  <a:moveTo>
                    <a:pt x="503262" y="470130"/>
                  </a:moveTo>
                  <a:lnTo>
                    <a:pt x="0" y="470130"/>
                  </a:lnTo>
                  <a:lnTo>
                    <a:pt x="0" y="499607"/>
                  </a:lnTo>
                  <a:lnTo>
                    <a:pt x="503262" y="499607"/>
                  </a:lnTo>
                  <a:lnTo>
                    <a:pt x="503262" y="470130"/>
                  </a:lnTo>
                  <a:close/>
                </a:path>
                <a:path w="503554" h="499745">
                  <a:moveTo>
                    <a:pt x="121044" y="0"/>
                  </a:moveTo>
                  <a:lnTo>
                    <a:pt x="54448" y="20694"/>
                  </a:lnTo>
                  <a:lnTo>
                    <a:pt x="15481" y="79897"/>
                  </a:lnTo>
                  <a:lnTo>
                    <a:pt x="5290" y="113957"/>
                  </a:lnTo>
                  <a:lnTo>
                    <a:pt x="9074" y="148840"/>
                  </a:lnTo>
                  <a:lnTo>
                    <a:pt x="9091" y="148993"/>
                  </a:lnTo>
                  <a:lnTo>
                    <a:pt x="25434" y="180211"/>
                  </a:lnTo>
                  <a:lnTo>
                    <a:pt x="52870" y="202820"/>
                  </a:lnTo>
                  <a:lnTo>
                    <a:pt x="52870" y="470130"/>
                  </a:lnTo>
                  <a:lnTo>
                    <a:pt x="82359" y="470130"/>
                  </a:lnTo>
                  <a:lnTo>
                    <a:pt x="82359" y="218441"/>
                  </a:lnTo>
                  <a:lnTo>
                    <a:pt x="82550" y="218441"/>
                  </a:lnTo>
                  <a:lnTo>
                    <a:pt x="103498" y="178614"/>
                  </a:lnTo>
                  <a:lnTo>
                    <a:pt x="70180" y="178614"/>
                  </a:lnTo>
                  <a:lnTo>
                    <a:pt x="49959" y="163399"/>
                  </a:lnTo>
                  <a:lnTo>
                    <a:pt x="37752" y="142187"/>
                  </a:lnTo>
                  <a:lnTo>
                    <a:pt x="34606" y="117942"/>
                  </a:lnTo>
                  <a:lnTo>
                    <a:pt x="41567" y="93626"/>
                  </a:lnTo>
                  <a:lnTo>
                    <a:pt x="61558" y="56745"/>
                  </a:lnTo>
                  <a:lnTo>
                    <a:pt x="94475" y="31980"/>
                  </a:lnTo>
                  <a:lnTo>
                    <a:pt x="107149" y="29424"/>
                  </a:lnTo>
                  <a:lnTo>
                    <a:pt x="181948" y="29424"/>
                  </a:lnTo>
                  <a:lnTo>
                    <a:pt x="184111" y="25312"/>
                  </a:lnTo>
                  <a:lnTo>
                    <a:pt x="155397" y="10212"/>
                  </a:lnTo>
                  <a:lnTo>
                    <a:pt x="121044" y="0"/>
                  </a:lnTo>
                  <a:close/>
                </a:path>
                <a:path w="503554" h="499745">
                  <a:moveTo>
                    <a:pt x="176107" y="161025"/>
                  </a:moveTo>
                  <a:lnTo>
                    <a:pt x="112750" y="161025"/>
                  </a:lnTo>
                  <a:lnTo>
                    <a:pt x="192963" y="203214"/>
                  </a:lnTo>
                  <a:lnTo>
                    <a:pt x="195536" y="209769"/>
                  </a:lnTo>
                  <a:lnTo>
                    <a:pt x="198842" y="216014"/>
                  </a:lnTo>
                  <a:lnTo>
                    <a:pt x="202859" y="221875"/>
                  </a:lnTo>
                  <a:lnTo>
                    <a:pt x="207568" y="227280"/>
                  </a:lnTo>
                  <a:lnTo>
                    <a:pt x="161452" y="470130"/>
                  </a:lnTo>
                  <a:lnTo>
                    <a:pt x="191462" y="470130"/>
                  </a:lnTo>
                  <a:lnTo>
                    <a:pt x="199491" y="427852"/>
                  </a:lnTo>
                  <a:lnTo>
                    <a:pt x="333793" y="427852"/>
                  </a:lnTo>
                  <a:lnTo>
                    <a:pt x="328192" y="398362"/>
                  </a:lnTo>
                  <a:lnTo>
                    <a:pt x="205092" y="398362"/>
                  </a:lnTo>
                  <a:lnTo>
                    <a:pt x="218160" y="329566"/>
                  </a:lnTo>
                  <a:lnTo>
                    <a:pt x="315125" y="329566"/>
                  </a:lnTo>
                  <a:lnTo>
                    <a:pt x="309525" y="300077"/>
                  </a:lnTo>
                  <a:lnTo>
                    <a:pt x="223761" y="300077"/>
                  </a:lnTo>
                  <a:lnTo>
                    <a:pt x="234521" y="243422"/>
                  </a:lnTo>
                  <a:lnTo>
                    <a:pt x="332795" y="243422"/>
                  </a:lnTo>
                  <a:lnTo>
                    <a:pt x="297967" y="225109"/>
                  </a:lnTo>
                  <a:lnTo>
                    <a:pt x="302542" y="219305"/>
                  </a:lnTo>
                  <a:lnTo>
                    <a:pt x="304363" y="216313"/>
                  </a:lnTo>
                  <a:lnTo>
                    <a:pt x="253140" y="216313"/>
                  </a:lnTo>
                  <a:lnTo>
                    <a:pt x="236599" y="212463"/>
                  </a:lnTo>
                  <a:lnTo>
                    <a:pt x="224152" y="200949"/>
                  </a:lnTo>
                  <a:lnTo>
                    <a:pt x="219316" y="183745"/>
                  </a:lnTo>
                  <a:lnTo>
                    <a:pt x="221845" y="171260"/>
                  </a:lnTo>
                  <a:lnTo>
                    <a:pt x="223277" y="169165"/>
                  </a:lnTo>
                  <a:lnTo>
                    <a:pt x="191592" y="169165"/>
                  </a:lnTo>
                  <a:lnTo>
                    <a:pt x="176107" y="161025"/>
                  </a:lnTo>
                  <a:close/>
                </a:path>
                <a:path w="503554" h="499745">
                  <a:moveTo>
                    <a:pt x="333793" y="427852"/>
                  </a:moveTo>
                  <a:lnTo>
                    <a:pt x="303771" y="427852"/>
                  </a:lnTo>
                  <a:lnTo>
                    <a:pt x="311800" y="470130"/>
                  </a:lnTo>
                  <a:lnTo>
                    <a:pt x="341822" y="470130"/>
                  </a:lnTo>
                  <a:lnTo>
                    <a:pt x="333793" y="427852"/>
                  </a:lnTo>
                  <a:close/>
                </a:path>
                <a:path w="503554" h="499745">
                  <a:moveTo>
                    <a:pt x="496379" y="386577"/>
                  </a:moveTo>
                  <a:lnTo>
                    <a:pt x="383349" y="386577"/>
                  </a:lnTo>
                  <a:lnTo>
                    <a:pt x="383349" y="470130"/>
                  </a:lnTo>
                  <a:lnTo>
                    <a:pt x="412838" y="470130"/>
                  </a:lnTo>
                  <a:lnTo>
                    <a:pt x="412838" y="416066"/>
                  </a:lnTo>
                  <a:lnTo>
                    <a:pt x="496379" y="416066"/>
                  </a:lnTo>
                  <a:lnTo>
                    <a:pt x="496379" y="386577"/>
                  </a:lnTo>
                  <a:close/>
                </a:path>
                <a:path w="503554" h="499745">
                  <a:moveTo>
                    <a:pt x="496379" y="416066"/>
                  </a:moveTo>
                  <a:lnTo>
                    <a:pt x="466902" y="416066"/>
                  </a:lnTo>
                  <a:lnTo>
                    <a:pt x="466902" y="470130"/>
                  </a:lnTo>
                  <a:lnTo>
                    <a:pt x="496379" y="470130"/>
                  </a:lnTo>
                  <a:lnTo>
                    <a:pt x="496379" y="416066"/>
                  </a:lnTo>
                  <a:close/>
                </a:path>
                <a:path w="503554" h="499745">
                  <a:moveTo>
                    <a:pt x="315125" y="329566"/>
                  </a:moveTo>
                  <a:lnTo>
                    <a:pt x="285102" y="329566"/>
                  </a:lnTo>
                  <a:lnTo>
                    <a:pt x="298170" y="398362"/>
                  </a:lnTo>
                  <a:lnTo>
                    <a:pt x="328192" y="398362"/>
                  </a:lnTo>
                  <a:lnTo>
                    <a:pt x="315125" y="329566"/>
                  </a:lnTo>
                  <a:close/>
                </a:path>
                <a:path w="503554" h="499745">
                  <a:moveTo>
                    <a:pt x="365377" y="260554"/>
                  </a:moveTo>
                  <a:lnTo>
                    <a:pt x="302018" y="260554"/>
                  </a:lnTo>
                  <a:lnTo>
                    <a:pt x="425119" y="325299"/>
                  </a:lnTo>
                  <a:lnTo>
                    <a:pt x="425119" y="386577"/>
                  </a:lnTo>
                  <a:lnTo>
                    <a:pt x="454609" y="386577"/>
                  </a:lnTo>
                  <a:lnTo>
                    <a:pt x="454609" y="321324"/>
                  </a:lnTo>
                  <a:lnTo>
                    <a:pt x="467530" y="296749"/>
                  </a:lnTo>
                  <a:lnTo>
                    <a:pt x="434213" y="296749"/>
                  </a:lnTo>
                  <a:lnTo>
                    <a:pt x="365377" y="260554"/>
                  </a:lnTo>
                  <a:close/>
                </a:path>
                <a:path w="503554" h="499745">
                  <a:moveTo>
                    <a:pt x="332795" y="243422"/>
                  </a:moveTo>
                  <a:lnTo>
                    <a:pt x="268744" y="243422"/>
                  </a:lnTo>
                  <a:lnTo>
                    <a:pt x="279501" y="300077"/>
                  </a:lnTo>
                  <a:lnTo>
                    <a:pt x="309525" y="300077"/>
                  </a:lnTo>
                  <a:lnTo>
                    <a:pt x="302018" y="260554"/>
                  </a:lnTo>
                  <a:lnTo>
                    <a:pt x="365377" y="260554"/>
                  </a:lnTo>
                  <a:lnTo>
                    <a:pt x="332795" y="243422"/>
                  </a:lnTo>
                  <a:close/>
                </a:path>
                <a:path w="503554" h="499745">
                  <a:moveTo>
                    <a:pt x="375141" y="199061"/>
                  </a:moveTo>
                  <a:lnTo>
                    <a:pt x="311772" y="199061"/>
                  </a:lnTo>
                  <a:lnTo>
                    <a:pt x="447929" y="270651"/>
                  </a:lnTo>
                  <a:lnTo>
                    <a:pt x="434213" y="296749"/>
                  </a:lnTo>
                  <a:lnTo>
                    <a:pt x="467530" y="296749"/>
                  </a:lnTo>
                  <a:lnTo>
                    <a:pt x="487756" y="258281"/>
                  </a:lnTo>
                  <a:lnTo>
                    <a:pt x="375141" y="199061"/>
                  </a:lnTo>
                  <a:close/>
                </a:path>
                <a:path w="503554" h="499745">
                  <a:moveTo>
                    <a:pt x="268744" y="243422"/>
                  </a:moveTo>
                  <a:lnTo>
                    <a:pt x="234765" y="243422"/>
                  </a:lnTo>
                  <a:lnTo>
                    <a:pt x="243100" y="245229"/>
                  </a:lnTo>
                  <a:lnTo>
                    <a:pt x="243293" y="245229"/>
                  </a:lnTo>
                  <a:lnTo>
                    <a:pt x="251609" y="245826"/>
                  </a:lnTo>
                  <a:lnTo>
                    <a:pt x="260226" y="245229"/>
                  </a:lnTo>
                  <a:lnTo>
                    <a:pt x="268744" y="243422"/>
                  </a:lnTo>
                  <a:close/>
                </a:path>
                <a:path w="503554" h="499745">
                  <a:moveTo>
                    <a:pt x="303231" y="151436"/>
                  </a:moveTo>
                  <a:lnTo>
                    <a:pt x="251802" y="151436"/>
                  </a:lnTo>
                  <a:lnTo>
                    <a:pt x="271731" y="158249"/>
                  </a:lnTo>
                  <a:lnTo>
                    <a:pt x="282622" y="174291"/>
                  </a:lnTo>
                  <a:lnTo>
                    <a:pt x="282717" y="193679"/>
                  </a:lnTo>
                  <a:lnTo>
                    <a:pt x="270256" y="210529"/>
                  </a:lnTo>
                  <a:lnTo>
                    <a:pt x="253140" y="216313"/>
                  </a:lnTo>
                  <a:lnTo>
                    <a:pt x="304363" y="216313"/>
                  </a:lnTo>
                  <a:lnTo>
                    <a:pt x="306441" y="212899"/>
                  </a:lnTo>
                  <a:lnTo>
                    <a:pt x="309554" y="206087"/>
                  </a:lnTo>
                  <a:lnTo>
                    <a:pt x="311772" y="199061"/>
                  </a:lnTo>
                  <a:lnTo>
                    <a:pt x="375141" y="199061"/>
                  </a:lnTo>
                  <a:lnTo>
                    <a:pt x="310756" y="165203"/>
                  </a:lnTo>
                  <a:lnTo>
                    <a:pt x="303231" y="151436"/>
                  </a:lnTo>
                  <a:close/>
                </a:path>
                <a:path w="503554" h="499745">
                  <a:moveTo>
                    <a:pt x="181948" y="29424"/>
                  </a:moveTo>
                  <a:lnTo>
                    <a:pt x="107149" y="29424"/>
                  </a:lnTo>
                  <a:lnTo>
                    <a:pt x="119926" y="29583"/>
                  </a:lnTo>
                  <a:lnTo>
                    <a:pt x="132426" y="32366"/>
                  </a:lnTo>
                  <a:lnTo>
                    <a:pt x="144272" y="37682"/>
                  </a:lnTo>
                  <a:lnTo>
                    <a:pt x="70180" y="178614"/>
                  </a:lnTo>
                  <a:lnTo>
                    <a:pt x="103498" y="178614"/>
                  </a:lnTo>
                  <a:lnTo>
                    <a:pt x="112750" y="161025"/>
                  </a:lnTo>
                  <a:lnTo>
                    <a:pt x="176107" y="161025"/>
                  </a:lnTo>
                  <a:lnTo>
                    <a:pt x="126466" y="134926"/>
                  </a:lnTo>
                  <a:lnTo>
                    <a:pt x="140195" y="108828"/>
                  </a:lnTo>
                  <a:lnTo>
                    <a:pt x="203557" y="108828"/>
                  </a:lnTo>
                  <a:lnTo>
                    <a:pt x="153911" y="82716"/>
                  </a:lnTo>
                  <a:lnTo>
                    <a:pt x="181865" y="29583"/>
                  </a:lnTo>
                  <a:lnTo>
                    <a:pt x="181948" y="29424"/>
                  </a:lnTo>
                  <a:close/>
                </a:path>
                <a:path w="503554" h="499745">
                  <a:moveTo>
                    <a:pt x="203557" y="108828"/>
                  </a:moveTo>
                  <a:lnTo>
                    <a:pt x="140195" y="108828"/>
                  </a:lnTo>
                  <a:lnTo>
                    <a:pt x="205206" y="143029"/>
                  </a:lnTo>
                  <a:lnTo>
                    <a:pt x="200684" y="148840"/>
                  </a:lnTo>
                  <a:lnTo>
                    <a:pt x="196832" y="155283"/>
                  </a:lnTo>
                  <a:lnTo>
                    <a:pt x="193764" y="162133"/>
                  </a:lnTo>
                  <a:lnTo>
                    <a:pt x="191592" y="169165"/>
                  </a:lnTo>
                  <a:lnTo>
                    <a:pt x="223277" y="169165"/>
                  </a:lnTo>
                  <a:lnTo>
                    <a:pt x="228841" y="161025"/>
                  </a:lnTo>
                  <a:lnTo>
                    <a:pt x="232877" y="158249"/>
                  </a:lnTo>
                  <a:lnTo>
                    <a:pt x="239300" y="153920"/>
                  </a:lnTo>
                  <a:lnTo>
                    <a:pt x="251802" y="151436"/>
                  </a:lnTo>
                  <a:lnTo>
                    <a:pt x="303231" y="151436"/>
                  </a:lnTo>
                  <a:lnTo>
                    <a:pt x="299186" y="144035"/>
                  </a:lnTo>
                  <a:lnTo>
                    <a:pt x="280501" y="129181"/>
                  </a:lnTo>
                  <a:lnTo>
                    <a:pt x="265763" y="124677"/>
                  </a:lnTo>
                  <a:lnTo>
                    <a:pt x="233692" y="124677"/>
                  </a:lnTo>
                  <a:lnTo>
                    <a:pt x="203557" y="108828"/>
                  </a:lnTo>
                  <a:close/>
                </a:path>
                <a:path w="503554" h="499745">
                  <a:moveTo>
                    <a:pt x="257678" y="122206"/>
                  </a:moveTo>
                  <a:lnTo>
                    <a:pt x="233692" y="124677"/>
                  </a:lnTo>
                  <a:lnTo>
                    <a:pt x="265763" y="124677"/>
                  </a:lnTo>
                  <a:lnTo>
                    <a:pt x="257678" y="122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1" name="object 21">
              <a:extLst>
                <a:ext uri="{FF2B5EF4-FFF2-40B4-BE49-F238E27FC236}">
                  <a16:creationId xmlns="" xmlns:a16="http://schemas.microsoft.com/office/drawing/2014/main" id="{705130C6-7055-46E5-8CBB-303531994C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352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2" name="object 22">
              <a:extLst>
                <a:ext uri="{FF2B5EF4-FFF2-40B4-BE49-F238E27FC236}">
                  <a16:creationId xmlns="" xmlns:a16="http://schemas.microsoft.com/office/drawing/2014/main" id="{00325161-9E42-4BAC-8208-3B0F4EE0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3164535"/>
              <a:ext cx="488315" cy="85090"/>
            </a:xfrm>
            <a:custGeom>
              <a:avLst/>
              <a:gdLst>
                <a:gd name="T0" fmla="*/ 488099 w 488315"/>
                <a:gd name="T1" fmla="*/ 28168 h 85089"/>
                <a:gd name="T2" fmla="*/ 459397 w 488315"/>
                <a:gd name="T3" fmla="*/ 28168 h 85089"/>
                <a:gd name="T4" fmla="*/ 459397 w 488315"/>
                <a:gd name="T5" fmla="*/ 56890 h 85089"/>
                <a:gd name="T6" fmla="*/ 488099 w 488315"/>
                <a:gd name="T7" fmla="*/ 56890 h 85089"/>
                <a:gd name="T8" fmla="*/ 488099 w 488315"/>
                <a:gd name="T9" fmla="*/ 28168 h 85089"/>
                <a:gd name="T10" fmla="*/ 488099 w 488315"/>
                <a:gd name="T11" fmla="*/ 0 h 85089"/>
                <a:gd name="T12" fmla="*/ 0 w 488315"/>
                <a:gd name="T13" fmla="*/ 0 h 85089"/>
                <a:gd name="T14" fmla="*/ 0 w 488315"/>
                <a:gd name="T15" fmla="*/ 27940 h 85089"/>
                <a:gd name="T16" fmla="*/ 0 w 488315"/>
                <a:gd name="T17" fmla="*/ 57157 h 85089"/>
                <a:gd name="T18" fmla="*/ 0 w 488315"/>
                <a:gd name="T19" fmla="*/ 85097 h 85089"/>
                <a:gd name="T20" fmla="*/ 488099 w 488315"/>
                <a:gd name="T21" fmla="*/ 85097 h 85089"/>
                <a:gd name="T22" fmla="*/ 488099 w 488315"/>
                <a:gd name="T23" fmla="*/ 57157 h 85089"/>
                <a:gd name="T24" fmla="*/ 28714 w 488315"/>
                <a:gd name="T25" fmla="*/ 57157 h 85089"/>
                <a:gd name="T26" fmla="*/ 28714 w 488315"/>
                <a:gd name="T27" fmla="*/ 27940 h 85089"/>
                <a:gd name="T28" fmla="*/ 488099 w 488315"/>
                <a:gd name="T29" fmla="*/ 27940 h 85089"/>
                <a:gd name="T30" fmla="*/ 488099 w 488315"/>
                <a:gd name="T31" fmla="*/ 0 h 850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88315" h="85089">
                  <a:moveTo>
                    <a:pt x="488099" y="28168"/>
                  </a:moveTo>
                  <a:lnTo>
                    <a:pt x="459397" y="28168"/>
                  </a:lnTo>
                  <a:lnTo>
                    <a:pt x="459397" y="56883"/>
                  </a:lnTo>
                  <a:lnTo>
                    <a:pt x="488099" y="56883"/>
                  </a:lnTo>
                  <a:lnTo>
                    <a:pt x="488099" y="28168"/>
                  </a:lnTo>
                  <a:close/>
                </a:path>
                <a:path w="488315" h="85089">
                  <a:moveTo>
                    <a:pt x="48809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57150"/>
                  </a:lnTo>
                  <a:lnTo>
                    <a:pt x="0" y="85090"/>
                  </a:lnTo>
                  <a:lnTo>
                    <a:pt x="488099" y="85090"/>
                  </a:lnTo>
                  <a:lnTo>
                    <a:pt x="488099" y="57150"/>
                  </a:lnTo>
                  <a:lnTo>
                    <a:pt x="28714" y="57150"/>
                  </a:lnTo>
                  <a:lnTo>
                    <a:pt x="28714" y="27940"/>
                  </a:lnTo>
                  <a:lnTo>
                    <a:pt x="488099" y="27940"/>
                  </a:lnTo>
                  <a:lnTo>
                    <a:pt x="488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3" name="object 23">
              <a:extLst>
                <a:ext uri="{FF2B5EF4-FFF2-40B4-BE49-F238E27FC236}">
                  <a16:creationId xmlns="" xmlns:a16="http://schemas.microsoft.com/office/drawing/2014/main" id="{2D3D8BC3-5069-40D5-A71C-051EF6DDD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8500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4" name="object 24">
              <a:extLst>
                <a:ext uri="{FF2B5EF4-FFF2-40B4-BE49-F238E27FC236}">
                  <a16:creationId xmlns="" xmlns:a16="http://schemas.microsoft.com/office/drawing/2014/main" id="{EB9B8A0D-2F9F-4788-B172-4F0478BE4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0776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5" name="object 25">
              <a:extLst>
                <a:ext uri="{FF2B5EF4-FFF2-40B4-BE49-F238E27FC236}">
                  <a16:creationId xmlns="" xmlns:a16="http://schemas.microsoft.com/office/drawing/2014/main" id="{3A80F5AD-B0EF-4202-8E5C-7A54FA903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2919424"/>
              <a:ext cx="373380" cy="172720"/>
            </a:xfrm>
            <a:custGeom>
              <a:avLst/>
              <a:gdLst>
                <a:gd name="T0" fmla="*/ 373260 w 373379"/>
                <a:gd name="T1" fmla="*/ 86367 h 172719"/>
                <a:gd name="T2" fmla="*/ 344558 w 373379"/>
                <a:gd name="T3" fmla="*/ 86367 h 172719"/>
                <a:gd name="T4" fmla="*/ 344558 w 373379"/>
                <a:gd name="T5" fmla="*/ 115577 h 172719"/>
                <a:gd name="T6" fmla="*/ 344558 w 373379"/>
                <a:gd name="T7" fmla="*/ 143517 h 172719"/>
                <a:gd name="T8" fmla="*/ 28714 w 373379"/>
                <a:gd name="T9" fmla="*/ 143517 h 172719"/>
                <a:gd name="T10" fmla="*/ 28714 w 373379"/>
                <a:gd name="T11" fmla="*/ 115577 h 172719"/>
                <a:gd name="T12" fmla="*/ 344558 w 373379"/>
                <a:gd name="T13" fmla="*/ 115577 h 172719"/>
                <a:gd name="T14" fmla="*/ 344558 w 373379"/>
                <a:gd name="T15" fmla="*/ 86367 h 172719"/>
                <a:gd name="T16" fmla="*/ 344545 w 373379"/>
                <a:gd name="T17" fmla="*/ 29222 h 172719"/>
                <a:gd name="T18" fmla="*/ 315843 w 373379"/>
                <a:gd name="T19" fmla="*/ 29222 h 172719"/>
                <a:gd name="T20" fmla="*/ 315843 w 373379"/>
                <a:gd name="T21" fmla="*/ 86367 h 172719"/>
                <a:gd name="T22" fmla="*/ 172275 w 373379"/>
                <a:gd name="T23" fmla="*/ 86367 h 172719"/>
                <a:gd name="T24" fmla="*/ 172275 w 373379"/>
                <a:gd name="T25" fmla="*/ 29210 h 172719"/>
                <a:gd name="T26" fmla="*/ 344545 w 373379"/>
                <a:gd name="T27" fmla="*/ 29210 h 172719"/>
                <a:gd name="T28" fmla="*/ 344545 w 373379"/>
                <a:gd name="T29" fmla="*/ 0 h 172719"/>
                <a:gd name="T30" fmla="*/ 143560 w 373379"/>
                <a:gd name="T31" fmla="*/ 0 h 172719"/>
                <a:gd name="T32" fmla="*/ 143560 w 373379"/>
                <a:gd name="T33" fmla="*/ 29210 h 172719"/>
                <a:gd name="T34" fmla="*/ 143560 w 373379"/>
                <a:gd name="T35" fmla="*/ 86367 h 172719"/>
                <a:gd name="T36" fmla="*/ 0 w 373379"/>
                <a:gd name="T37" fmla="*/ 86367 h 172719"/>
                <a:gd name="T38" fmla="*/ 0 w 373379"/>
                <a:gd name="T39" fmla="*/ 115577 h 172719"/>
                <a:gd name="T40" fmla="*/ 0 w 373379"/>
                <a:gd name="T41" fmla="*/ 143517 h 172719"/>
                <a:gd name="T42" fmla="*/ 0 w 373379"/>
                <a:gd name="T43" fmla="*/ 172727 h 172719"/>
                <a:gd name="T44" fmla="*/ 373260 w 373379"/>
                <a:gd name="T45" fmla="*/ 172727 h 172719"/>
                <a:gd name="T46" fmla="*/ 373260 w 373379"/>
                <a:gd name="T47" fmla="*/ 144088 h 172719"/>
                <a:gd name="T48" fmla="*/ 373260 w 373379"/>
                <a:gd name="T49" fmla="*/ 143517 h 172719"/>
                <a:gd name="T50" fmla="*/ 373260 w 373379"/>
                <a:gd name="T51" fmla="*/ 115577 h 172719"/>
                <a:gd name="T52" fmla="*/ 373260 w 373379"/>
                <a:gd name="T53" fmla="*/ 115373 h 172719"/>
                <a:gd name="T54" fmla="*/ 373260 w 373379"/>
                <a:gd name="T55" fmla="*/ 86367 h 17271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73379" h="172719">
                  <a:moveTo>
                    <a:pt x="373253" y="86360"/>
                  </a:moveTo>
                  <a:lnTo>
                    <a:pt x="344551" y="86360"/>
                  </a:lnTo>
                  <a:lnTo>
                    <a:pt x="344551" y="115570"/>
                  </a:lnTo>
                  <a:lnTo>
                    <a:pt x="344551" y="143510"/>
                  </a:lnTo>
                  <a:lnTo>
                    <a:pt x="28714" y="143510"/>
                  </a:lnTo>
                  <a:lnTo>
                    <a:pt x="28714" y="115570"/>
                  </a:lnTo>
                  <a:lnTo>
                    <a:pt x="344551" y="115570"/>
                  </a:lnTo>
                  <a:lnTo>
                    <a:pt x="344551" y="86360"/>
                  </a:lnTo>
                  <a:lnTo>
                    <a:pt x="344538" y="29222"/>
                  </a:lnTo>
                  <a:lnTo>
                    <a:pt x="315836" y="29222"/>
                  </a:lnTo>
                  <a:lnTo>
                    <a:pt x="315836" y="86360"/>
                  </a:lnTo>
                  <a:lnTo>
                    <a:pt x="172275" y="86360"/>
                  </a:lnTo>
                  <a:lnTo>
                    <a:pt x="172275" y="29210"/>
                  </a:lnTo>
                  <a:lnTo>
                    <a:pt x="344538" y="29210"/>
                  </a:lnTo>
                  <a:lnTo>
                    <a:pt x="344538" y="0"/>
                  </a:lnTo>
                  <a:lnTo>
                    <a:pt x="143560" y="0"/>
                  </a:lnTo>
                  <a:lnTo>
                    <a:pt x="143560" y="29210"/>
                  </a:lnTo>
                  <a:lnTo>
                    <a:pt x="143560" y="8636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43510"/>
                  </a:lnTo>
                  <a:lnTo>
                    <a:pt x="0" y="172720"/>
                  </a:lnTo>
                  <a:lnTo>
                    <a:pt x="373253" y="172720"/>
                  </a:lnTo>
                  <a:lnTo>
                    <a:pt x="373253" y="144081"/>
                  </a:lnTo>
                  <a:lnTo>
                    <a:pt x="373253" y="143510"/>
                  </a:lnTo>
                  <a:lnTo>
                    <a:pt x="373253" y="115570"/>
                  </a:lnTo>
                  <a:lnTo>
                    <a:pt x="373253" y="115366"/>
                  </a:lnTo>
                  <a:lnTo>
                    <a:pt x="373253" y="86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6" name="object 26">
              <a:extLst>
                <a:ext uri="{FF2B5EF4-FFF2-40B4-BE49-F238E27FC236}">
                  <a16:creationId xmlns="" xmlns:a16="http://schemas.microsoft.com/office/drawing/2014/main" id="{EB203271-B626-46DB-857F-469AA6946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1071" y="2790742"/>
              <a:ext cx="100490" cy="215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7" name="object 27">
              <a:extLst>
                <a:ext uri="{FF2B5EF4-FFF2-40B4-BE49-F238E27FC236}">
                  <a16:creationId xmlns="" xmlns:a16="http://schemas.microsoft.com/office/drawing/2014/main" id="{92D335BE-0EA3-4462-809A-F0CD3A271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6400" y="2775165"/>
              <a:ext cx="273050" cy="360680"/>
            </a:xfrm>
            <a:custGeom>
              <a:avLst/>
              <a:gdLst>
                <a:gd name="T0" fmla="*/ 272681 w 273050"/>
                <a:gd name="T1" fmla="*/ 319773 h 360680"/>
                <a:gd name="T2" fmla="*/ 272211 w 273050"/>
                <a:gd name="T3" fmla="*/ 310172 h 360680"/>
                <a:gd name="T4" fmla="*/ 269697 w 273050"/>
                <a:gd name="T5" fmla="*/ 301040 h 360680"/>
                <a:gd name="T6" fmla="*/ 265226 w 273050"/>
                <a:gd name="T7" fmla="*/ 292696 h 360680"/>
                <a:gd name="T8" fmla="*/ 252628 w 273050"/>
                <a:gd name="T9" fmla="*/ 278320 h 360680"/>
                <a:gd name="T10" fmla="*/ 247954 w 273050"/>
                <a:gd name="T11" fmla="*/ 270306 h 360680"/>
                <a:gd name="T12" fmla="*/ 245046 w 273050"/>
                <a:gd name="T13" fmla="*/ 261683 h 360680"/>
                <a:gd name="T14" fmla="*/ 244055 w 273050"/>
                <a:gd name="T15" fmla="*/ 252717 h 360680"/>
                <a:gd name="T16" fmla="*/ 244055 w 273050"/>
                <a:gd name="T17" fmla="*/ 101714 h 360680"/>
                <a:gd name="T18" fmla="*/ 244055 w 273050"/>
                <a:gd name="T19" fmla="*/ 87350 h 360680"/>
                <a:gd name="T20" fmla="*/ 244055 w 273050"/>
                <a:gd name="T21" fmla="*/ 72999 h 360680"/>
                <a:gd name="T22" fmla="*/ 244055 w 273050"/>
                <a:gd name="T23" fmla="*/ 47967 h 360680"/>
                <a:gd name="T24" fmla="*/ 215341 w 273050"/>
                <a:gd name="T25" fmla="*/ 39357 h 360680"/>
                <a:gd name="T26" fmla="*/ 215341 w 273050"/>
                <a:gd name="T27" fmla="*/ 69329 h 360680"/>
                <a:gd name="T28" fmla="*/ 215341 w 273050"/>
                <a:gd name="T29" fmla="*/ 72999 h 360680"/>
                <a:gd name="T30" fmla="*/ 28714 w 273050"/>
                <a:gd name="T31" fmla="*/ 72999 h 360680"/>
                <a:gd name="T32" fmla="*/ 28714 w 273050"/>
                <a:gd name="T33" fmla="*/ 66776 h 360680"/>
                <a:gd name="T34" fmla="*/ 88087 w 273050"/>
                <a:gd name="T35" fmla="*/ 31153 h 360680"/>
                <a:gd name="T36" fmla="*/ 215341 w 273050"/>
                <a:gd name="T37" fmla="*/ 69329 h 360680"/>
                <a:gd name="T38" fmla="*/ 215341 w 273050"/>
                <a:gd name="T39" fmla="*/ 39357 h 360680"/>
                <a:gd name="T40" fmla="*/ 188010 w 273050"/>
                <a:gd name="T41" fmla="*/ 31153 h 360680"/>
                <a:gd name="T42" fmla="*/ 84188 w 273050"/>
                <a:gd name="T43" fmla="*/ 0 h 360680"/>
                <a:gd name="T44" fmla="*/ 0 w 273050"/>
                <a:gd name="T45" fmla="*/ 50520 h 360680"/>
                <a:gd name="T46" fmla="*/ 0 w 273050"/>
                <a:gd name="T47" fmla="*/ 101714 h 360680"/>
                <a:gd name="T48" fmla="*/ 71793 w 273050"/>
                <a:gd name="T49" fmla="*/ 101714 h 360680"/>
                <a:gd name="T50" fmla="*/ 71793 w 273050"/>
                <a:gd name="T51" fmla="*/ 159131 h 360680"/>
                <a:gd name="T52" fmla="*/ 100507 w 273050"/>
                <a:gd name="T53" fmla="*/ 159131 h 360680"/>
                <a:gd name="T54" fmla="*/ 100507 w 273050"/>
                <a:gd name="T55" fmla="*/ 101714 h 360680"/>
                <a:gd name="T56" fmla="*/ 215341 w 273050"/>
                <a:gd name="T57" fmla="*/ 101714 h 360680"/>
                <a:gd name="T58" fmla="*/ 215341 w 273050"/>
                <a:gd name="T59" fmla="*/ 252717 h 360680"/>
                <a:gd name="T60" fmla="*/ 216954 w 273050"/>
                <a:gd name="T61" fmla="*/ 267576 h 360680"/>
                <a:gd name="T62" fmla="*/ 221653 w 273050"/>
                <a:gd name="T63" fmla="*/ 281813 h 360680"/>
                <a:gd name="T64" fmla="*/ 229209 w 273050"/>
                <a:gd name="T65" fmla="*/ 294944 h 360680"/>
                <a:gd name="T66" fmla="*/ 239445 w 273050"/>
                <a:gd name="T67" fmla="*/ 306514 h 360680"/>
                <a:gd name="T68" fmla="*/ 242633 w 273050"/>
                <a:gd name="T69" fmla="*/ 309448 h 360680"/>
                <a:gd name="T70" fmla="*/ 244297 w 273050"/>
                <a:gd name="T71" fmla="*/ 313639 h 360680"/>
                <a:gd name="T72" fmla="*/ 243586 w 273050"/>
                <a:gd name="T73" fmla="*/ 325056 h 360680"/>
                <a:gd name="T74" fmla="*/ 237705 w 273050"/>
                <a:gd name="T75" fmla="*/ 330936 h 360680"/>
                <a:gd name="T76" fmla="*/ 226606 w 273050"/>
                <a:gd name="T77" fmla="*/ 331622 h 360680"/>
                <a:gd name="T78" fmla="*/ 222783 w 273050"/>
                <a:gd name="T79" fmla="*/ 330250 h 360680"/>
                <a:gd name="T80" fmla="*/ 216954 w 273050"/>
                <a:gd name="T81" fmla="*/ 324777 h 360680"/>
                <a:gd name="T82" fmla="*/ 215341 w 273050"/>
                <a:gd name="T83" fmla="*/ 321056 h 360680"/>
                <a:gd name="T84" fmla="*/ 215341 w 273050"/>
                <a:gd name="T85" fmla="*/ 317055 h 360680"/>
                <a:gd name="T86" fmla="*/ 186639 w 273050"/>
                <a:gd name="T87" fmla="*/ 317055 h 360680"/>
                <a:gd name="T88" fmla="*/ 206667 w 273050"/>
                <a:gd name="T89" fmla="*/ 353466 h 360680"/>
                <a:gd name="T90" fmla="*/ 229654 w 273050"/>
                <a:gd name="T91" fmla="*/ 360121 h 360680"/>
                <a:gd name="T92" fmla="*/ 232422 w 273050"/>
                <a:gd name="T93" fmla="*/ 360032 h 360680"/>
                <a:gd name="T94" fmla="*/ 247637 w 273050"/>
                <a:gd name="T95" fmla="*/ 356222 h 360680"/>
                <a:gd name="T96" fmla="*/ 260159 w 273050"/>
                <a:gd name="T97" fmla="*/ 347510 h 360680"/>
                <a:gd name="T98" fmla="*/ 268871 w 273050"/>
                <a:gd name="T99" fmla="*/ 335000 h 360680"/>
                <a:gd name="T100" fmla="*/ 272681 w 273050"/>
                <a:gd name="T101" fmla="*/ 319773 h 36068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3050" h="360680">
                  <a:moveTo>
                    <a:pt x="272681" y="319773"/>
                  </a:moveTo>
                  <a:lnTo>
                    <a:pt x="272211" y="310172"/>
                  </a:lnTo>
                  <a:lnTo>
                    <a:pt x="269697" y="301040"/>
                  </a:lnTo>
                  <a:lnTo>
                    <a:pt x="265226" y="292696"/>
                  </a:lnTo>
                  <a:lnTo>
                    <a:pt x="252628" y="278320"/>
                  </a:lnTo>
                  <a:lnTo>
                    <a:pt x="247954" y="270306"/>
                  </a:lnTo>
                  <a:lnTo>
                    <a:pt x="245046" y="261683"/>
                  </a:lnTo>
                  <a:lnTo>
                    <a:pt x="244055" y="252717"/>
                  </a:lnTo>
                  <a:lnTo>
                    <a:pt x="244055" y="101714"/>
                  </a:lnTo>
                  <a:lnTo>
                    <a:pt x="244055" y="87350"/>
                  </a:lnTo>
                  <a:lnTo>
                    <a:pt x="244055" y="72999"/>
                  </a:lnTo>
                  <a:lnTo>
                    <a:pt x="244055" y="47967"/>
                  </a:lnTo>
                  <a:lnTo>
                    <a:pt x="215341" y="39357"/>
                  </a:lnTo>
                  <a:lnTo>
                    <a:pt x="215341" y="69329"/>
                  </a:lnTo>
                  <a:lnTo>
                    <a:pt x="215341" y="72999"/>
                  </a:lnTo>
                  <a:lnTo>
                    <a:pt x="28714" y="72999"/>
                  </a:lnTo>
                  <a:lnTo>
                    <a:pt x="28714" y="66776"/>
                  </a:lnTo>
                  <a:lnTo>
                    <a:pt x="88087" y="31153"/>
                  </a:lnTo>
                  <a:lnTo>
                    <a:pt x="215341" y="69329"/>
                  </a:lnTo>
                  <a:lnTo>
                    <a:pt x="215341" y="39357"/>
                  </a:lnTo>
                  <a:lnTo>
                    <a:pt x="188010" y="31153"/>
                  </a:lnTo>
                  <a:lnTo>
                    <a:pt x="84188" y="0"/>
                  </a:lnTo>
                  <a:lnTo>
                    <a:pt x="0" y="50520"/>
                  </a:lnTo>
                  <a:lnTo>
                    <a:pt x="0" y="101714"/>
                  </a:lnTo>
                  <a:lnTo>
                    <a:pt x="71793" y="101714"/>
                  </a:lnTo>
                  <a:lnTo>
                    <a:pt x="71793" y="159131"/>
                  </a:lnTo>
                  <a:lnTo>
                    <a:pt x="100507" y="159131"/>
                  </a:lnTo>
                  <a:lnTo>
                    <a:pt x="100507" y="101714"/>
                  </a:lnTo>
                  <a:lnTo>
                    <a:pt x="215341" y="101714"/>
                  </a:lnTo>
                  <a:lnTo>
                    <a:pt x="215341" y="252717"/>
                  </a:lnTo>
                  <a:lnTo>
                    <a:pt x="216954" y="267576"/>
                  </a:lnTo>
                  <a:lnTo>
                    <a:pt x="221653" y="281813"/>
                  </a:lnTo>
                  <a:lnTo>
                    <a:pt x="229209" y="294944"/>
                  </a:lnTo>
                  <a:lnTo>
                    <a:pt x="239445" y="306514"/>
                  </a:lnTo>
                  <a:lnTo>
                    <a:pt x="242633" y="309448"/>
                  </a:lnTo>
                  <a:lnTo>
                    <a:pt x="244297" y="313639"/>
                  </a:lnTo>
                  <a:lnTo>
                    <a:pt x="243586" y="325056"/>
                  </a:lnTo>
                  <a:lnTo>
                    <a:pt x="237705" y="330936"/>
                  </a:lnTo>
                  <a:lnTo>
                    <a:pt x="226606" y="331622"/>
                  </a:lnTo>
                  <a:lnTo>
                    <a:pt x="222783" y="330250"/>
                  </a:lnTo>
                  <a:lnTo>
                    <a:pt x="216954" y="324777"/>
                  </a:lnTo>
                  <a:lnTo>
                    <a:pt x="215341" y="321056"/>
                  </a:lnTo>
                  <a:lnTo>
                    <a:pt x="215341" y="317055"/>
                  </a:lnTo>
                  <a:lnTo>
                    <a:pt x="186639" y="317055"/>
                  </a:lnTo>
                  <a:lnTo>
                    <a:pt x="206667" y="353466"/>
                  </a:lnTo>
                  <a:lnTo>
                    <a:pt x="229654" y="360121"/>
                  </a:lnTo>
                  <a:lnTo>
                    <a:pt x="232422" y="360032"/>
                  </a:lnTo>
                  <a:lnTo>
                    <a:pt x="247637" y="356222"/>
                  </a:lnTo>
                  <a:lnTo>
                    <a:pt x="260159" y="347510"/>
                  </a:lnTo>
                  <a:lnTo>
                    <a:pt x="268871" y="335000"/>
                  </a:lnTo>
                  <a:lnTo>
                    <a:pt x="272681" y="3197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8" name="object 28">
              <a:extLst>
                <a:ext uri="{FF2B5EF4-FFF2-40B4-BE49-F238E27FC236}">
                  <a16:creationId xmlns="" xmlns:a16="http://schemas.microsoft.com/office/drawing/2014/main" id="{993A4F04-2D50-43C8-898D-7B6C8A00D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4536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9" name="object 29">
              <a:extLst>
                <a:ext uri="{FF2B5EF4-FFF2-40B4-BE49-F238E27FC236}">
                  <a16:creationId xmlns="" xmlns:a16="http://schemas.microsoft.com/office/drawing/2014/main" id="{36250ADD-7906-4D0F-8BDB-C51398AC6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973" y="2992266"/>
              <a:ext cx="82672" cy="8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0" name="object 30">
              <a:extLst>
                <a:ext uri="{FF2B5EF4-FFF2-40B4-BE49-F238E27FC236}">
                  <a16:creationId xmlns="" xmlns:a16="http://schemas.microsoft.com/office/drawing/2014/main" id="{0D49D3B8-AABB-4AE4-AD14-F664BF46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5241" y="2771228"/>
              <a:ext cx="469900" cy="469900"/>
            </a:xfrm>
            <a:custGeom>
              <a:avLst/>
              <a:gdLst>
                <a:gd name="T0" fmla="*/ 55257 w 469900"/>
                <a:gd name="T1" fmla="*/ 469696 h 469900"/>
                <a:gd name="T2" fmla="*/ 82880 w 469900"/>
                <a:gd name="T3" fmla="*/ 442074 h 469900"/>
                <a:gd name="T4" fmla="*/ 248666 w 469900"/>
                <a:gd name="T5" fmla="*/ 386816 h 469900"/>
                <a:gd name="T6" fmla="*/ 303923 w 469900"/>
                <a:gd name="T7" fmla="*/ 469696 h 469900"/>
                <a:gd name="T8" fmla="*/ 331558 w 469900"/>
                <a:gd name="T9" fmla="*/ 442074 h 469900"/>
                <a:gd name="T10" fmla="*/ 469709 w 469900"/>
                <a:gd name="T11" fmla="*/ 400621 h 469900"/>
                <a:gd name="T12" fmla="*/ 221030 w 469900"/>
                <a:gd name="T13" fmla="*/ 442074 h 469900"/>
                <a:gd name="T14" fmla="*/ 469709 w 469900"/>
                <a:gd name="T15" fmla="*/ 428256 h 469900"/>
                <a:gd name="T16" fmla="*/ 469709 w 469900"/>
                <a:gd name="T17" fmla="*/ 442074 h 469900"/>
                <a:gd name="T18" fmla="*/ 193408 w 469900"/>
                <a:gd name="T19" fmla="*/ 361645 h 469900"/>
                <a:gd name="T20" fmla="*/ 372999 w 469900"/>
                <a:gd name="T21" fmla="*/ 400621 h 469900"/>
                <a:gd name="T22" fmla="*/ 400634 w 469900"/>
                <a:gd name="T23" fmla="*/ 371246 h 469900"/>
                <a:gd name="T24" fmla="*/ 428256 w 469900"/>
                <a:gd name="T25" fmla="*/ 371246 h 469900"/>
                <a:gd name="T26" fmla="*/ 428256 w 469900"/>
                <a:gd name="T27" fmla="*/ 400621 h 469900"/>
                <a:gd name="T28" fmla="*/ 0 w 469900"/>
                <a:gd name="T29" fmla="*/ 0 h 469900"/>
                <a:gd name="T30" fmla="*/ 69075 w 469900"/>
                <a:gd name="T31" fmla="*/ 212712 h 469900"/>
                <a:gd name="T32" fmla="*/ 59591 w 469900"/>
                <a:gd name="T33" fmla="*/ 289344 h 469900"/>
                <a:gd name="T34" fmla="*/ 78633 w 469900"/>
                <a:gd name="T35" fmla="*/ 325533 h 469900"/>
                <a:gd name="T36" fmla="*/ 138150 w 469900"/>
                <a:gd name="T37" fmla="*/ 386816 h 469900"/>
                <a:gd name="T38" fmla="*/ 428256 w 469900"/>
                <a:gd name="T39" fmla="*/ 354228 h 469900"/>
                <a:gd name="T40" fmla="*/ 383311 w 469900"/>
                <a:gd name="T41" fmla="*/ 345135 h 469900"/>
                <a:gd name="T42" fmla="*/ 215557 w 469900"/>
                <a:gd name="T43" fmla="*/ 335267 h 469900"/>
                <a:gd name="T44" fmla="*/ 125096 w 469900"/>
                <a:gd name="T45" fmla="*/ 326121 h 469900"/>
                <a:gd name="T46" fmla="*/ 82892 w 469900"/>
                <a:gd name="T47" fmla="*/ 262483 h 469900"/>
                <a:gd name="T48" fmla="*/ 125101 w 469900"/>
                <a:gd name="T49" fmla="*/ 198845 h 469900"/>
                <a:gd name="T50" fmla="*/ 234848 w 469900"/>
                <a:gd name="T51" fmla="*/ 183159 h 469900"/>
                <a:gd name="T52" fmla="*/ 234848 w 469900"/>
                <a:gd name="T53" fmla="*/ 138137 h 469900"/>
                <a:gd name="T54" fmla="*/ 87731 w 469900"/>
                <a:gd name="T55" fmla="*/ 110515 h 469900"/>
                <a:gd name="T56" fmla="*/ 303923 w 469900"/>
                <a:gd name="T57" fmla="*/ 75704 h 469900"/>
                <a:gd name="T58" fmla="*/ 27635 w 469900"/>
                <a:gd name="T59" fmla="*/ 27622 h 469900"/>
                <a:gd name="T60" fmla="*/ 428256 w 469900"/>
                <a:gd name="T61" fmla="*/ 358190 h 469900"/>
                <a:gd name="T62" fmla="*/ 142422 w 469900"/>
                <a:gd name="T63" fmla="*/ 358686 h 469900"/>
                <a:gd name="T64" fmla="*/ 193408 w 469900"/>
                <a:gd name="T65" fmla="*/ 386816 h 469900"/>
                <a:gd name="T66" fmla="*/ 428256 w 469900"/>
                <a:gd name="T67" fmla="*/ 358190 h 469900"/>
                <a:gd name="T68" fmla="*/ 381095 w 469900"/>
                <a:gd name="T69" fmla="*/ 372706 h 469900"/>
                <a:gd name="T70" fmla="*/ 395348 w 469900"/>
                <a:gd name="T71" fmla="*/ 372211 h 469900"/>
                <a:gd name="T72" fmla="*/ 405387 w 469900"/>
                <a:gd name="T73" fmla="*/ 297124 h 469900"/>
                <a:gd name="T74" fmla="*/ 406441 w 469900"/>
                <a:gd name="T75" fmla="*/ 337172 h 469900"/>
                <a:gd name="T76" fmla="*/ 432889 w 469900"/>
                <a:gd name="T77" fmla="*/ 345363 h 469900"/>
                <a:gd name="T78" fmla="*/ 440421 w 469900"/>
                <a:gd name="T79" fmla="*/ 304982 h 469900"/>
                <a:gd name="T80" fmla="*/ 242189 w 469900"/>
                <a:gd name="T81" fmla="*/ 227685 h 469900"/>
                <a:gd name="T82" fmla="*/ 332941 w 469900"/>
                <a:gd name="T83" fmla="*/ 305452 h 469900"/>
                <a:gd name="T84" fmla="*/ 337400 w 469900"/>
                <a:gd name="T85" fmla="*/ 342442 h 469900"/>
                <a:gd name="T86" fmla="*/ 366150 w 469900"/>
                <a:gd name="T87" fmla="*/ 336057 h 469900"/>
                <a:gd name="T88" fmla="*/ 368246 w 469900"/>
                <a:gd name="T89" fmla="*/ 297124 h 469900"/>
                <a:gd name="T90" fmla="*/ 429001 w 469900"/>
                <a:gd name="T91" fmla="*/ 282039 h 469900"/>
                <a:gd name="T92" fmla="*/ 234848 w 469900"/>
                <a:gd name="T93" fmla="*/ 193408 h 469900"/>
                <a:gd name="T94" fmla="*/ 213049 w 469900"/>
                <a:gd name="T95" fmla="*/ 230066 h 469900"/>
                <a:gd name="T96" fmla="*/ 190131 w 469900"/>
                <a:gd name="T97" fmla="*/ 320274 h 469900"/>
                <a:gd name="T98" fmla="*/ 234989 w 469900"/>
                <a:gd name="T99" fmla="*/ 312035 h 469900"/>
                <a:gd name="T100" fmla="*/ 242189 w 469900"/>
                <a:gd name="T101" fmla="*/ 227685 h 469900"/>
                <a:gd name="T102" fmla="*/ 234848 w 469900"/>
                <a:gd name="T103" fmla="*/ 193408 h 469900"/>
                <a:gd name="T104" fmla="*/ 96697 w 469900"/>
                <a:gd name="T105" fmla="*/ 183159 h 469900"/>
                <a:gd name="T106" fmla="*/ 151966 w 469900"/>
                <a:gd name="T107" fmla="*/ 165761 h 469900"/>
                <a:gd name="T108" fmla="*/ 207225 w 469900"/>
                <a:gd name="T109" fmla="*/ 183159 h 469900"/>
                <a:gd name="T110" fmla="*/ 294953 w 469900"/>
                <a:gd name="T111" fmla="*/ 82880 h 469900"/>
                <a:gd name="T112" fmla="*/ 260408 w 469900"/>
                <a:gd name="T113" fmla="*/ 110515 h 469900"/>
                <a:gd name="T114" fmla="*/ 276301 w 469900"/>
                <a:gd name="T115" fmla="*/ 27622 h 469900"/>
                <a:gd name="T116" fmla="*/ 303923 w 469900"/>
                <a:gd name="T117" fmla="*/ 27622 h 4699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9900" h="469900">
                  <a:moveTo>
                    <a:pt x="248666" y="386816"/>
                  </a:moveTo>
                  <a:lnTo>
                    <a:pt x="55257" y="386816"/>
                  </a:lnTo>
                  <a:lnTo>
                    <a:pt x="55257" y="469696"/>
                  </a:lnTo>
                  <a:lnTo>
                    <a:pt x="248666" y="469696"/>
                  </a:lnTo>
                  <a:lnTo>
                    <a:pt x="248666" y="442074"/>
                  </a:lnTo>
                  <a:lnTo>
                    <a:pt x="82880" y="442074"/>
                  </a:lnTo>
                  <a:lnTo>
                    <a:pt x="82880" y="414439"/>
                  </a:lnTo>
                  <a:lnTo>
                    <a:pt x="248666" y="414439"/>
                  </a:lnTo>
                  <a:lnTo>
                    <a:pt x="248666" y="386816"/>
                  </a:lnTo>
                  <a:close/>
                </a:path>
                <a:path w="469900" h="469900">
                  <a:moveTo>
                    <a:pt x="469709" y="400621"/>
                  </a:moveTo>
                  <a:lnTo>
                    <a:pt x="303923" y="400621"/>
                  </a:lnTo>
                  <a:lnTo>
                    <a:pt x="303923" y="469696"/>
                  </a:lnTo>
                  <a:lnTo>
                    <a:pt x="469709" y="469696"/>
                  </a:lnTo>
                  <a:lnTo>
                    <a:pt x="469709" y="442074"/>
                  </a:lnTo>
                  <a:lnTo>
                    <a:pt x="331558" y="442074"/>
                  </a:lnTo>
                  <a:lnTo>
                    <a:pt x="331558" y="428256"/>
                  </a:lnTo>
                  <a:lnTo>
                    <a:pt x="469709" y="428256"/>
                  </a:lnTo>
                  <a:lnTo>
                    <a:pt x="469709" y="400621"/>
                  </a:lnTo>
                  <a:close/>
                </a:path>
                <a:path w="469900" h="469900">
                  <a:moveTo>
                    <a:pt x="248666" y="414439"/>
                  </a:moveTo>
                  <a:lnTo>
                    <a:pt x="221030" y="414439"/>
                  </a:lnTo>
                  <a:lnTo>
                    <a:pt x="221030" y="442074"/>
                  </a:lnTo>
                  <a:lnTo>
                    <a:pt x="248666" y="442074"/>
                  </a:lnTo>
                  <a:lnTo>
                    <a:pt x="248666" y="414439"/>
                  </a:lnTo>
                  <a:close/>
                </a:path>
                <a:path w="469900" h="469900">
                  <a:moveTo>
                    <a:pt x="469709" y="428256"/>
                  </a:moveTo>
                  <a:lnTo>
                    <a:pt x="442074" y="428256"/>
                  </a:lnTo>
                  <a:lnTo>
                    <a:pt x="442074" y="442074"/>
                  </a:lnTo>
                  <a:lnTo>
                    <a:pt x="469709" y="442074"/>
                  </a:lnTo>
                  <a:lnTo>
                    <a:pt x="469709" y="428256"/>
                  </a:lnTo>
                  <a:close/>
                </a:path>
                <a:path w="469900" h="469900">
                  <a:moveTo>
                    <a:pt x="428256" y="361645"/>
                  </a:moveTo>
                  <a:lnTo>
                    <a:pt x="193408" y="361645"/>
                  </a:lnTo>
                  <a:lnTo>
                    <a:pt x="345376" y="370586"/>
                  </a:lnTo>
                  <a:lnTo>
                    <a:pt x="345376" y="400621"/>
                  </a:lnTo>
                  <a:lnTo>
                    <a:pt x="372999" y="400621"/>
                  </a:lnTo>
                  <a:lnTo>
                    <a:pt x="372999" y="372211"/>
                  </a:lnTo>
                  <a:lnTo>
                    <a:pt x="395348" y="372211"/>
                  </a:lnTo>
                  <a:lnTo>
                    <a:pt x="400634" y="371246"/>
                  </a:lnTo>
                  <a:lnTo>
                    <a:pt x="428256" y="371246"/>
                  </a:lnTo>
                  <a:lnTo>
                    <a:pt x="428256" y="361645"/>
                  </a:lnTo>
                  <a:close/>
                </a:path>
                <a:path w="469900" h="469900">
                  <a:moveTo>
                    <a:pt x="428256" y="371246"/>
                  </a:moveTo>
                  <a:lnTo>
                    <a:pt x="400634" y="371246"/>
                  </a:lnTo>
                  <a:lnTo>
                    <a:pt x="400634" y="400621"/>
                  </a:lnTo>
                  <a:lnTo>
                    <a:pt x="428256" y="400621"/>
                  </a:lnTo>
                  <a:lnTo>
                    <a:pt x="428256" y="371246"/>
                  </a:lnTo>
                  <a:close/>
                </a:path>
                <a:path w="469900" h="469900">
                  <a:moveTo>
                    <a:pt x="303923" y="0"/>
                  </a:moveTo>
                  <a:lnTo>
                    <a:pt x="0" y="0"/>
                  </a:lnTo>
                  <a:lnTo>
                    <a:pt x="0" y="75704"/>
                  </a:lnTo>
                  <a:lnTo>
                    <a:pt x="69075" y="130962"/>
                  </a:lnTo>
                  <a:lnTo>
                    <a:pt x="69075" y="212712"/>
                  </a:lnTo>
                  <a:lnTo>
                    <a:pt x="55851" y="251157"/>
                  </a:lnTo>
                  <a:lnTo>
                    <a:pt x="59474" y="288148"/>
                  </a:lnTo>
                  <a:lnTo>
                    <a:pt x="59591" y="289344"/>
                  </a:lnTo>
                  <a:lnTo>
                    <a:pt x="59680" y="290252"/>
                  </a:lnTo>
                  <a:lnTo>
                    <a:pt x="59724" y="290702"/>
                  </a:lnTo>
                  <a:lnTo>
                    <a:pt x="78633" y="325533"/>
                  </a:lnTo>
                  <a:lnTo>
                    <a:pt x="110515" y="349834"/>
                  </a:lnTo>
                  <a:lnTo>
                    <a:pt x="110515" y="386816"/>
                  </a:lnTo>
                  <a:lnTo>
                    <a:pt x="138150" y="386816"/>
                  </a:lnTo>
                  <a:lnTo>
                    <a:pt x="138150" y="358190"/>
                  </a:lnTo>
                  <a:lnTo>
                    <a:pt x="428256" y="358190"/>
                  </a:lnTo>
                  <a:lnTo>
                    <a:pt x="428256" y="354228"/>
                  </a:lnTo>
                  <a:lnTo>
                    <a:pt x="432889" y="345363"/>
                  </a:lnTo>
                  <a:lnTo>
                    <a:pt x="387096" y="345363"/>
                  </a:lnTo>
                  <a:lnTo>
                    <a:pt x="383311" y="345135"/>
                  </a:lnTo>
                  <a:lnTo>
                    <a:pt x="374877" y="342442"/>
                  </a:lnTo>
                  <a:lnTo>
                    <a:pt x="337400" y="342442"/>
                  </a:lnTo>
                  <a:lnTo>
                    <a:pt x="215557" y="335267"/>
                  </a:lnTo>
                  <a:lnTo>
                    <a:pt x="218659" y="331558"/>
                  </a:lnTo>
                  <a:lnTo>
                    <a:pt x="151955" y="331558"/>
                  </a:lnTo>
                  <a:lnTo>
                    <a:pt x="125096" y="326121"/>
                  </a:lnTo>
                  <a:lnTo>
                    <a:pt x="103141" y="311303"/>
                  </a:lnTo>
                  <a:lnTo>
                    <a:pt x="88327" y="289344"/>
                  </a:lnTo>
                  <a:lnTo>
                    <a:pt x="82892" y="262483"/>
                  </a:lnTo>
                  <a:lnTo>
                    <a:pt x="88328" y="235622"/>
                  </a:lnTo>
                  <a:lnTo>
                    <a:pt x="103143" y="213663"/>
                  </a:lnTo>
                  <a:lnTo>
                    <a:pt x="125101" y="198845"/>
                  </a:lnTo>
                  <a:lnTo>
                    <a:pt x="151968" y="193408"/>
                  </a:lnTo>
                  <a:lnTo>
                    <a:pt x="234848" y="193408"/>
                  </a:lnTo>
                  <a:lnTo>
                    <a:pt x="234848" y="183159"/>
                  </a:lnTo>
                  <a:lnTo>
                    <a:pt x="96697" y="183159"/>
                  </a:lnTo>
                  <a:lnTo>
                    <a:pt x="96697" y="138137"/>
                  </a:lnTo>
                  <a:lnTo>
                    <a:pt x="234848" y="138137"/>
                  </a:lnTo>
                  <a:lnTo>
                    <a:pt x="234848" y="130962"/>
                  </a:lnTo>
                  <a:lnTo>
                    <a:pt x="260408" y="110515"/>
                  </a:lnTo>
                  <a:lnTo>
                    <a:pt x="87731" y="110515"/>
                  </a:lnTo>
                  <a:lnTo>
                    <a:pt x="53200" y="82880"/>
                  </a:lnTo>
                  <a:lnTo>
                    <a:pt x="294953" y="82880"/>
                  </a:lnTo>
                  <a:lnTo>
                    <a:pt x="303923" y="75704"/>
                  </a:lnTo>
                  <a:lnTo>
                    <a:pt x="303923" y="55257"/>
                  </a:lnTo>
                  <a:lnTo>
                    <a:pt x="27635" y="55257"/>
                  </a:lnTo>
                  <a:lnTo>
                    <a:pt x="27635" y="27622"/>
                  </a:lnTo>
                  <a:lnTo>
                    <a:pt x="303923" y="27622"/>
                  </a:lnTo>
                  <a:lnTo>
                    <a:pt x="303923" y="0"/>
                  </a:lnTo>
                  <a:close/>
                </a:path>
                <a:path w="469900" h="469900">
                  <a:moveTo>
                    <a:pt x="428256" y="358190"/>
                  </a:moveTo>
                  <a:lnTo>
                    <a:pt x="138150" y="358190"/>
                  </a:lnTo>
                  <a:lnTo>
                    <a:pt x="139478" y="358405"/>
                  </a:lnTo>
                  <a:lnTo>
                    <a:pt x="142422" y="358686"/>
                  </a:lnTo>
                  <a:lnTo>
                    <a:pt x="165773" y="360019"/>
                  </a:lnTo>
                  <a:lnTo>
                    <a:pt x="165773" y="386816"/>
                  </a:lnTo>
                  <a:lnTo>
                    <a:pt x="193408" y="386816"/>
                  </a:lnTo>
                  <a:lnTo>
                    <a:pt x="193408" y="361645"/>
                  </a:lnTo>
                  <a:lnTo>
                    <a:pt x="428256" y="361645"/>
                  </a:lnTo>
                  <a:lnTo>
                    <a:pt x="428256" y="358190"/>
                  </a:lnTo>
                  <a:close/>
                </a:path>
                <a:path w="469900" h="469900">
                  <a:moveTo>
                    <a:pt x="395348" y="372211"/>
                  </a:moveTo>
                  <a:lnTo>
                    <a:pt x="372999" y="372211"/>
                  </a:lnTo>
                  <a:lnTo>
                    <a:pt x="381095" y="372706"/>
                  </a:lnTo>
                  <a:lnTo>
                    <a:pt x="385745" y="372962"/>
                  </a:lnTo>
                  <a:lnTo>
                    <a:pt x="392638" y="372706"/>
                  </a:lnTo>
                  <a:lnTo>
                    <a:pt x="395348" y="372211"/>
                  </a:lnTo>
                  <a:close/>
                </a:path>
                <a:path w="469900" h="469900">
                  <a:moveTo>
                    <a:pt x="433089" y="290252"/>
                  </a:moveTo>
                  <a:lnTo>
                    <a:pt x="386816" y="290252"/>
                  </a:lnTo>
                  <a:lnTo>
                    <a:pt x="405387" y="297124"/>
                  </a:lnTo>
                  <a:lnTo>
                    <a:pt x="414451" y="317741"/>
                  </a:lnTo>
                  <a:lnTo>
                    <a:pt x="412302" y="328422"/>
                  </a:lnTo>
                  <a:lnTo>
                    <a:pt x="406441" y="337172"/>
                  </a:lnTo>
                  <a:lnTo>
                    <a:pt x="397746" y="343112"/>
                  </a:lnTo>
                  <a:lnTo>
                    <a:pt x="387096" y="345363"/>
                  </a:lnTo>
                  <a:lnTo>
                    <a:pt x="432889" y="345363"/>
                  </a:lnTo>
                  <a:lnTo>
                    <a:pt x="440590" y="330628"/>
                  </a:lnTo>
                  <a:lnTo>
                    <a:pt x="440468" y="312035"/>
                  </a:lnTo>
                  <a:lnTo>
                    <a:pt x="440421" y="304982"/>
                  </a:lnTo>
                  <a:lnTo>
                    <a:pt x="433089" y="290252"/>
                  </a:lnTo>
                  <a:close/>
                </a:path>
                <a:path w="469900" h="469900">
                  <a:moveTo>
                    <a:pt x="314129" y="227685"/>
                  </a:moveTo>
                  <a:lnTo>
                    <a:pt x="242189" y="227685"/>
                  </a:lnTo>
                  <a:lnTo>
                    <a:pt x="353275" y="273862"/>
                  </a:lnTo>
                  <a:lnTo>
                    <a:pt x="340163" y="288148"/>
                  </a:lnTo>
                  <a:lnTo>
                    <a:pt x="332941" y="305452"/>
                  </a:lnTo>
                  <a:lnTo>
                    <a:pt x="331917" y="324106"/>
                  </a:lnTo>
                  <a:lnTo>
                    <a:pt x="337298" y="342101"/>
                  </a:lnTo>
                  <a:lnTo>
                    <a:pt x="337400" y="342442"/>
                  </a:lnTo>
                  <a:lnTo>
                    <a:pt x="374877" y="342442"/>
                  </a:lnTo>
                  <a:lnTo>
                    <a:pt x="373808" y="342101"/>
                  </a:lnTo>
                  <a:lnTo>
                    <a:pt x="366150" y="336057"/>
                  </a:lnTo>
                  <a:lnTo>
                    <a:pt x="361040" y="327704"/>
                  </a:lnTo>
                  <a:lnTo>
                    <a:pt x="359181" y="317741"/>
                  </a:lnTo>
                  <a:lnTo>
                    <a:pt x="368246" y="297124"/>
                  </a:lnTo>
                  <a:lnTo>
                    <a:pt x="386816" y="290252"/>
                  </a:lnTo>
                  <a:lnTo>
                    <a:pt x="433089" y="290252"/>
                  </a:lnTo>
                  <a:lnTo>
                    <a:pt x="429001" y="282039"/>
                  </a:lnTo>
                  <a:lnTo>
                    <a:pt x="407581" y="266547"/>
                  </a:lnTo>
                  <a:lnTo>
                    <a:pt x="314129" y="227685"/>
                  </a:lnTo>
                  <a:close/>
                </a:path>
                <a:path w="469900" h="469900">
                  <a:moveTo>
                    <a:pt x="234848" y="193408"/>
                  </a:moveTo>
                  <a:lnTo>
                    <a:pt x="151968" y="193408"/>
                  </a:lnTo>
                  <a:lnTo>
                    <a:pt x="190145" y="204692"/>
                  </a:lnTo>
                  <a:lnTo>
                    <a:pt x="213049" y="230066"/>
                  </a:lnTo>
                  <a:lnTo>
                    <a:pt x="220679" y="262483"/>
                  </a:lnTo>
                  <a:lnTo>
                    <a:pt x="213040" y="294901"/>
                  </a:lnTo>
                  <a:lnTo>
                    <a:pt x="190131" y="320274"/>
                  </a:lnTo>
                  <a:lnTo>
                    <a:pt x="151955" y="331558"/>
                  </a:lnTo>
                  <a:lnTo>
                    <a:pt x="218659" y="331558"/>
                  </a:lnTo>
                  <a:lnTo>
                    <a:pt x="234989" y="312035"/>
                  </a:lnTo>
                  <a:lnTo>
                    <a:pt x="246013" y="284981"/>
                  </a:lnTo>
                  <a:lnTo>
                    <a:pt x="248466" y="256175"/>
                  </a:lnTo>
                  <a:lnTo>
                    <a:pt x="242189" y="227685"/>
                  </a:lnTo>
                  <a:lnTo>
                    <a:pt x="314129" y="227685"/>
                  </a:lnTo>
                  <a:lnTo>
                    <a:pt x="234848" y="194716"/>
                  </a:lnTo>
                  <a:lnTo>
                    <a:pt x="234848" y="193408"/>
                  </a:lnTo>
                  <a:close/>
                </a:path>
                <a:path w="469900" h="469900">
                  <a:moveTo>
                    <a:pt x="151966" y="165761"/>
                  </a:moveTo>
                  <a:lnTo>
                    <a:pt x="123302" y="170113"/>
                  </a:lnTo>
                  <a:lnTo>
                    <a:pt x="96697" y="183159"/>
                  </a:lnTo>
                  <a:lnTo>
                    <a:pt x="207225" y="183159"/>
                  </a:lnTo>
                  <a:lnTo>
                    <a:pt x="180620" y="170113"/>
                  </a:lnTo>
                  <a:lnTo>
                    <a:pt x="151966" y="165761"/>
                  </a:lnTo>
                  <a:close/>
                </a:path>
                <a:path w="469900" h="469900">
                  <a:moveTo>
                    <a:pt x="234848" y="138137"/>
                  </a:moveTo>
                  <a:lnTo>
                    <a:pt x="207225" y="138137"/>
                  </a:lnTo>
                  <a:lnTo>
                    <a:pt x="207225" y="183159"/>
                  </a:lnTo>
                  <a:lnTo>
                    <a:pt x="234848" y="183159"/>
                  </a:lnTo>
                  <a:lnTo>
                    <a:pt x="234848" y="138137"/>
                  </a:lnTo>
                  <a:close/>
                </a:path>
                <a:path w="469900" h="469900">
                  <a:moveTo>
                    <a:pt x="294953" y="82880"/>
                  </a:moveTo>
                  <a:lnTo>
                    <a:pt x="250723" y="82880"/>
                  </a:lnTo>
                  <a:lnTo>
                    <a:pt x="216192" y="110515"/>
                  </a:lnTo>
                  <a:lnTo>
                    <a:pt x="260408" y="110515"/>
                  </a:lnTo>
                  <a:lnTo>
                    <a:pt x="294953" y="82880"/>
                  </a:lnTo>
                  <a:close/>
                </a:path>
                <a:path w="469900" h="469900">
                  <a:moveTo>
                    <a:pt x="303923" y="27622"/>
                  </a:moveTo>
                  <a:lnTo>
                    <a:pt x="276301" y="27622"/>
                  </a:lnTo>
                  <a:lnTo>
                    <a:pt x="276301" y="55257"/>
                  </a:lnTo>
                  <a:lnTo>
                    <a:pt x="303923" y="55257"/>
                  </a:lnTo>
                  <a:lnTo>
                    <a:pt x="303923" y="276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31" name="object 31">
              <a:extLst>
                <a:ext uri="{FF2B5EF4-FFF2-40B4-BE49-F238E27FC236}">
                  <a16:creationId xmlns="" xmlns:a16="http://schemas.microsoft.com/office/drawing/2014/main" id="{39351B65-3434-49AC-AC1D-45D3C434C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81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2" name="object 32">
              <a:extLst>
                <a:ext uri="{FF2B5EF4-FFF2-40B4-BE49-F238E27FC236}">
                  <a16:creationId xmlns="" xmlns:a16="http://schemas.microsoft.com/office/drawing/2014/main" id="{A924C9DD-3861-468D-BBC6-6034283D8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988" y="2799000"/>
              <a:ext cx="478790" cy="448945"/>
            </a:xfrm>
            <a:custGeom>
              <a:avLst/>
              <a:gdLst>
                <a:gd name="T0" fmla="*/ 56057 w 478790"/>
                <a:gd name="T1" fmla="*/ 113525 h 448944"/>
                <a:gd name="T2" fmla="*/ 4267 w 478790"/>
                <a:gd name="T3" fmla="*/ 158102 h 448944"/>
                <a:gd name="T4" fmla="*/ 15275 w 478790"/>
                <a:gd name="T5" fmla="*/ 242267 h 448944"/>
                <a:gd name="T6" fmla="*/ 56057 w 478790"/>
                <a:gd name="T7" fmla="*/ 287027 h 448944"/>
                <a:gd name="T8" fmla="*/ 422325 w 478790"/>
                <a:gd name="T9" fmla="*/ 420465 h 448944"/>
                <a:gd name="T10" fmla="*/ 169113 w 478790"/>
                <a:gd name="T11" fmla="*/ 301124 h 448944"/>
                <a:gd name="T12" fmla="*/ 115015 w 478790"/>
                <a:gd name="T13" fmla="*/ 279682 h 448944"/>
                <a:gd name="T14" fmla="*/ 84086 w 478790"/>
                <a:gd name="T15" fmla="*/ 270834 h 448944"/>
                <a:gd name="T16" fmla="*/ 44370 w 478790"/>
                <a:gd name="T17" fmla="*/ 236347 h 448944"/>
                <a:gd name="T18" fmla="*/ 28028 w 478790"/>
                <a:gd name="T19" fmla="*/ 182194 h 448944"/>
                <a:gd name="T20" fmla="*/ 44798 w 478790"/>
                <a:gd name="T21" fmla="*/ 148623 h 448944"/>
                <a:gd name="T22" fmla="*/ 84086 w 478790"/>
                <a:gd name="T23" fmla="*/ 84086 h 448944"/>
                <a:gd name="T24" fmla="*/ 394296 w 478790"/>
                <a:gd name="T25" fmla="*/ 420465 h 448944"/>
                <a:gd name="T26" fmla="*/ 337299 w 478790"/>
                <a:gd name="T27" fmla="*/ 308337 h 448944"/>
                <a:gd name="T28" fmla="*/ 337299 w 478790"/>
                <a:gd name="T29" fmla="*/ 336366 h 448944"/>
                <a:gd name="T30" fmla="*/ 84086 w 478790"/>
                <a:gd name="T31" fmla="*/ 301124 h 448944"/>
                <a:gd name="T32" fmla="*/ 115201 w 478790"/>
                <a:gd name="T33" fmla="*/ 307865 h 448944"/>
                <a:gd name="T34" fmla="*/ 169113 w 478790"/>
                <a:gd name="T35" fmla="*/ 301124 h 448944"/>
                <a:gd name="T36" fmla="*/ 394296 w 478790"/>
                <a:gd name="T37" fmla="*/ 270580 h 448944"/>
                <a:gd name="T38" fmla="*/ 373323 w 478790"/>
                <a:gd name="T39" fmla="*/ 277848 h 448944"/>
                <a:gd name="T40" fmla="*/ 309270 w 478790"/>
                <a:gd name="T41" fmla="*/ 280308 h 448944"/>
                <a:gd name="T42" fmla="*/ 362181 w 478790"/>
                <a:gd name="T43" fmla="*/ 307865 h 448944"/>
                <a:gd name="T44" fmla="*/ 373169 w 478790"/>
                <a:gd name="T45" fmla="*/ 306478 h 448944"/>
                <a:gd name="T46" fmla="*/ 394296 w 478790"/>
                <a:gd name="T47" fmla="*/ 300908 h 448944"/>
                <a:gd name="T48" fmla="*/ 445341 w 478790"/>
                <a:gd name="T49" fmla="*/ 266960 h 448944"/>
                <a:gd name="T50" fmla="*/ 422325 w 478790"/>
                <a:gd name="T51" fmla="*/ 142557 h 448944"/>
                <a:gd name="T52" fmla="*/ 444565 w 478790"/>
                <a:gd name="T53" fmla="*/ 122243 h 448944"/>
                <a:gd name="T54" fmla="*/ 337299 w 478790"/>
                <a:gd name="T55" fmla="*/ 252279 h 448944"/>
                <a:gd name="T56" fmla="*/ 337299 w 478790"/>
                <a:gd name="T57" fmla="*/ 280308 h 448944"/>
                <a:gd name="T58" fmla="*/ 56057 w 478790"/>
                <a:gd name="T59" fmla="*/ 142557 h 448944"/>
                <a:gd name="T60" fmla="*/ 84086 w 478790"/>
                <a:gd name="T61" fmla="*/ 142557 h 448944"/>
                <a:gd name="T62" fmla="*/ 433590 w 478790"/>
                <a:gd name="T63" fmla="*/ 148623 h 448944"/>
                <a:gd name="T64" fmla="*/ 450354 w 478790"/>
                <a:gd name="T65" fmla="*/ 182194 h 448944"/>
                <a:gd name="T66" fmla="*/ 442841 w 478790"/>
                <a:gd name="T67" fmla="*/ 219670 h 448944"/>
                <a:gd name="T68" fmla="*/ 457120 w 478790"/>
                <a:gd name="T69" fmla="*/ 250514 h 448944"/>
                <a:gd name="T70" fmla="*/ 475904 w 478790"/>
                <a:gd name="T71" fmla="*/ 201671 h 448944"/>
                <a:gd name="T72" fmla="*/ 465181 w 478790"/>
                <a:gd name="T73" fmla="*/ 142557 h 448944"/>
                <a:gd name="T74" fmla="*/ 141084 w 478790"/>
                <a:gd name="T75" fmla="*/ 56057 h 448944"/>
                <a:gd name="T76" fmla="*/ 141084 w 478790"/>
                <a:gd name="T77" fmla="*/ 84086 h 448944"/>
                <a:gd name="T78" fmla="*/ 153412 w 478790"/>
                <a:gd name="T79" fmla="*/ 183881 h 448944"/>
                <a:gd name="T80" fmla="*/ 199482 w 478790"/>
                <a:gd name="T81" fmla="*/ 192904 h 448944"/>
                <a:gd name="T82" fmla="*/ 222346 w 478790"/>
                <a:gd name="T83" fmla="*/ 168173 h 448944"/>
                <a:gd name="T84" fmla="*/ 169113 w 478790"/>
                <a:gd name="T85" fmla="*/ 28028 h 448944"/>
                <a:gd name="T86" fmla="*/ 209475 w 478790"/>
                <a:gd name="T87" fmla="*/ 68386 h 448944"/>
                <a:gd name="T88" fmla="*/ 197142 w 478790"/>
                <a:gd name="T89" fmla="*/ 161886 h 448944"/>
                <a:gd name="T90" fmla="*/ 225183 w 478790"/>
                <a:gd name="T91" fmla="*/ 154165 h 448944"/>
                <a:gd name="T92" fmla="*/ 278404 w 478790"/>
                <a:gd name="T93" fmla="*/ 84086 h 448944"/>
                <a:gd name="T94" fmla="*/ 255545 w 478790"/>
                <a:gd name="T95" fmla="*/ 59366 h 448944"/>
                <a:gd name="T96" fmla="*/ 246926 w 478790"/>
                <a:gd name="T97" fmla="*/ 84086 h 448944"/>
                <a:gd name="T98" fmla="*/ 280439 w 478790"/>
                <a:gd name="T99" fmla="*/ 137451 h 448944"/>
                <a:gd name="T100" fmla="*/ 324970 w 478790"/>
                <a:gd name="T101" fmla="*/ 127817 h 448944"/>
                <a:gd name="T102" fmla="*/ 287528 w 478790"/>
                <a:gd name="T103" fmla="*/ 112115 h 448944"/>
                <a:gd name="T104" fmla="*/ 278404 w 478790"/>
                <a:gd name="T105" fmla="*/ 84086 h 448944"/>
                <a:gd name="T106" fmla="*/ 309270 w 478790"/>
                <a:gd name="T107" fmla="*/ 105829 h 448944"/>
                <a:gd name="T108" fmla="*/ 337299 w 478790"/>
                <a:gd name="T109" fmla="*/ 98107 h 448944"/>
                <a:gd name="T110" fmla="*/ 450354 w 478790"/>
                <a:gd name="T111" fmla="*/ 56057 h 448944"/>
                <a:gd name="T112" fmla="*/ 422325 w 478790"/>
                <a:gd name="T113" fmla="*/ 0 h 448944"/>
                <a:gd name="T114" fmla="*/ 84086 w 478790"/>
                <a:gd name="T115" fmla="*/ 56057 h 448944"/>
                <a:gd name="T116" fmla="*/ 422325 w 478790"/>
                <a:gd name="T117" fmla="*/ 0 h 448944"/>
                <a:gd name="T118" fmla="*/ 394296 w 478790"/>
                <a:gd name="T119" fmla="*/ 56057 h 44894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8790" h="448944">
                  <a:moveTo>
                    <a:pt x="84086" y="84086"/>
                  </a:moveTo>
                  <a:lnTo>
                    <a:pt x="56057" y="84086"/>
                  </a:lnTo>
                  <a:lnTo>
                    <a:pt x="56057" y="113525"/>
                  </a:lnTo>
                  <a:lnTo>
                    <a:pt x="33823" y="122243"/>
                  </a:lnTo>
                  <a:lnTo>
                    <a:pt x="16051" y="137610"/>
                  </a:lnTo>
                  <a:lnTo>
                    <a:pt x="4267" y="158102"/>
                  </a:lnTo>
                  <a:lnTo>
                    <a:pt x="0" y="182194"/>
                  </a:lnTo>
                  <a:lnTo>
                    <a:pt x="4008" y="213796"/>
                  </a:lnTo>
                  <a:lnTo>
                    <a:pt x="15275" y="242260"/>
                  </a:lnTo>
                  <a:lnTo>
                    <a:pt x="15360" y="242474"/>
                  </a:lnTo>
                  <a:lnTo>
                    <a:pt x="33046" y="267219"/>
                  </a:lnTo>
                  <a:lnTo>
                    <a:pt x="56057" y="287020"/>
                  </a:lnTo>
                  <a:lnTo>
                    <a:pt x="56057" y="448487"/>
                  </a:lnTo>
                  <a:lnTo>
                    <a:pt x="422325" y="448487"/>
                  </a:lnTo>
                  <a:lnTo>
                    <a:pt x="422325" y="420458"/>
                  </a:lnTo>
                  <a:lnTo>
                    <a:pt x="84086" y="420458"/>
                  </a:lnTo>
                  <a:lnTo>
                    <a:pt x="84086" y="301117"/>
                  </a:lnTo>
                  <a:lnTo>
                    <a:pt x="169113" y="301117"/>
                  </a:lnTo>
                  <a:lnTo>
                    <a:pt x="169113" y="280301"/>
                  </a:lnTo>
                  <a:lnTo>
                    <a:pt x="126136" y="280301"/>
                  </a:lnTo>
                  <a:lnTo>
                    <a:pt x="115015" y="279675"/>
                  </a:lnTo>
                  <a:lnTo>
                    <a:pt x="104254" y="277841"/>
                  </a:lnTo>
                  <a:lnTo>
                    <a:pt x="93921" y="274868"/>
                  </a:lnTo>
                  <a:lnTo>
                    <a:pt x="84086" y="270827"/>
                  </a:lnTo>
                  <a:lnTo>
                    <a:pt x="84086" y="250774"/>
                  </a:lnTo>
                  <a:lnTo>
                    <a:pt x="56057" y="250774"/>
                  </a:lnTo>
                  <a:lnTo>
                    <a:pt x="44370" y="236340"/>
                  </a:lnTo>
                  <a:lnTo>
                    <a:pt x="35547" y="219846"/>
                  </a:lnTo>
                  <a:lnTo>
                    <a:pt x="29972" y="201671"/>
                  </a:lnTo>
                  <a:lnTo>
                    <a:pt x="28028" y="182194"/>
                  </a:lnTo>
                  <a:lnTo>
                    <a:pt x="30115" y="169105"/>
                  </a:lnTo>
                  <a:lnTo>
                    <a:pt x="35928" y="157694"/>
                  </a:lnTo>
                  <a:lnTo>
                    <a:pt x="44798" y="148623"/>
                  </a:lnTo>
                  <a:lnTo>
                    <a:pt x="56057" y="142557"/>
                  </a:lnTo>
                  <a:lnTo>
                    <a:pt x="84086" y="142557"/>
                  </a:lnTo>
                  <a:lnTo>
                    <a:pt x="84086" y="84086"/>
                  </a:lnTo>
                  <a:close/>
                </a:path>
                <a:path w="478790" h="448944">
                  <a:moveTo>
                    <a:pt x="422325" y="300901"/>
                  </a:moveTo>
                  <a:lnTo>
                    <a:pt x="394296" y="300901"/>
                  </a:lnTo>
                  <a:lnTo>
                    <a:pt x="394296" y="420458"/>
                  </a:lnTo>
                  <a:lnTo>
                    <a:pt x="422325" y="420458"/>
                  </a:lnTo>
                  <a:lnTo>
                    <a:pt x="422325" y="300901"/>
                  </a:lnTo>
                  <a:close/>
                </a:path>
                <a:path w="478790" h="448944">
                  <a:moveTo>
                    <a:pt x="337299" y="308330"/>
                  </a:moveTo>
                  <a:lnTo>
                    <a:pt x="141084" y="308330"/>
                  </a:lnTo>
                  <a:lnTo>
                    <a:pt x="141084" y="336359"/>
                  </a:lnTo>
                  <a:lnTo>
                    <a:pt x="337299" y="336359"/>
                  </a:lnTo>
                  <a:lnTo>
                    <a:pt x="337299" y="308330"/>
                  </a:lnTo>
                  <a:close/>
                </a:path>
                <a:path w="478790" h="448944">
                  <a:moveTo>
                    <a:pt x="169113" y="301117"/>
                  </a:moveTo>
                  <a:lnTo>
                    <a:pt x="84086" y="301117"/>
                  </a:lnTo>
                  <a:lnTo>
                    <a:pt x="94135" y="304210"/>
                  </a:lnTo>
                  <a:lnTo>
                    <a:pt x="104521" y="306471"/>
                  </a:lnTo>
                  <a:lnTo>
                    <a:pt x="115201" y="307858"/>
                  </a:lnTo>
                  <a:lnTo>
                    <a:pt x="126136" y="308330"/>
                  </a:lnTo>
                  <a:lnTo>
                    <a:pt x="169113" y="308330"/>
                  </a:lnTo>
                  <a:lnTo>
                    <a:pt x="169113" y="301117"/>
                  </a:lnTo>
                  <a:close/>
                </a:path>
                <a:path w="478790" h="448944">
                  <a:moveTo>
                    <a:pt x="422325" y="84086"/>
                  </a:moveTo>
                  <a:lnTo>
                    <a:pt x="394296" y="84086"/>
                  </a:lnTo>
                  <a:lnTo>
                    <a:pt x="394296" y="270573"/>
                  </a:lnTo>
                  <a:lnTo>
                    <a:pt x="384259" y="274724"/>
                  </a:lnTo>
                  <a:lnTo>
                    <a:pt x="373478" y="277841"/>
                  </a:lnTo>
                  <a:lnTo>
                    <a:pt x="373323" y="277841"/>
                  </a:lnTo>
                  <a:lnTo>
                    <a:pt x="362603" y="279675"/>
                  </a:lnTo>
                  <a:lnTo>
                    <a:pt x="351320" y="280301"/>
                  </a:lnTo>
                  <a:lnTo>
                    <a:pt x="309270" y="280301"/>
                  </a:lnTo>
                  <a:lnTo>
                    <a:pt x="309270" y="308330"/>
                  </a:lnTo>
                  <a:lnTo>
                    <a:pt x="351320" y="308330"/>
                  </a:lnTo>
                  <a:lnTo>
                    <a:pt x="362181" y="307858"/>
                  </a:lnTo>
                  <a:lnTo>
                    <a:pt x="362397" y="307858"/>
                  </a:lnTo>
                  <a:lnTo>
                    <a:pt x="372998" y="306471"/>
                  </a:lnTo>
                  <a:lnTo>
                    <a:pt x="373169" y="306471"/>
                  </a:lnTo>
                  <a:lnTo>
                    <a:pt x="383471" y="304210"/>
                  </a:lnTo>
                  <a:lnTo>
                    <a:pt x="383636" y="304210"/>
                  </a:lnTo>
                  <a:lnTo>
                    <a:pt x="394296" y="300901"/>
                  </a:lnTo>
                  <a:lnTo>
                    <a:pt x="422325" y="300901"/>
                  </a:lnTo>
                  <a:lnTo>
                    <a:pt x="422325" y="286753"/>
                  </a:lnTo>
                  <a:lnTo>
                    <a:pt x="445341" y="266953"/>
                  </a:lnTo>
                  <a:lnTo>
                    <a:pt x="457120" y="250507"/>
                  </a:lnTo>
                  <a:lnTo>
                    <a:pt x="422325" y="250507"/>
                  </a:lnTo>
                  <a:lnTo>
                    <a:pt x="422325" y="142557"/>
                  </a:lnTo>
                  <a:lnTo>
                    <a:pt x="465181" y="142557"/>
                  </a:lnTo>
                  <a:lnTo>
                    <a:pt x="462337" y="137610"/>
                  </a:lnTo>
                  <a:lnTo>
                    <a:pt x="444565" y="122243"/>
                  </a:lnTo>
                  <a:lnTo>
                    <a:pt x="422325" y="113525"/>
                  </a:lnTo>
                  <a:lnTo>
                    <a:pt x="422325" y="84086"/>
                  </a:lnTo>
                  <a:close/>
                </a:path>
                <a:path w="478790" h="448944">
                  <a:moveTo>
                    <a:pt x="337299" y="252272"/>
                  </a:moveTo>
                  <a:lnTo>
                    <a:pt x="141084" y="252272"/>
                  </a:lnTo>
                  <a:lnTo>
                    <a:pt x="141084" y="280301"/>
                  </a:lnTo>
                  <a:lnTo>
                    <a:pt x="337299" y="280301"/>
                  </a:lnTo>
                  <a:lnTo>
                    <a:pt x="337299" y="252272"/>
                  </a:lnTo>
                  <a:close/>
                </a:path>
                <a:path w="478790" h="448944">
                  <a:moveTo>
                    <a:pt x="84086" y="142557"/>
                  </a:moveTo>
                  <a:lnTo>
                    <a:pt x="56057" y="142557"/>
                  </a:lnTo>
                  <a:lnTo>
                    <a:pt x="56057" y="250774"/>
                  </a:lnTo>
                  <a:lnTo>
                    <a:pt x="84086" y="250774"/>
                  </a:lnTo>
                  <a:lnTo>
                    <a:pt x="84086" y="142557"/>
                  </a:lnTo>
                  <a:close/>
                </a:path>
                <a:path w="478790" h="448944">
                  <a:moveTo>
                    <a:pt x="465181" y="142557"/>
                  </a:moveTo>
                  <a:lnTo>
                    <a:pt x="422325" y="142557"/>
                  </a:lnTo>
                  <a:lnTo>
                    <a:pt x="433590" y="148623"/>
                  </a:lnTo>
                  <a:lnTo>
                    <a:pt x="442460" y="157694"/>
                  </a:lnTo>
                  <a:lnTo>
                    <a:pt x="448270" y="169105"/>
                  </a:lnTo>
                  <a:lnTo>
                    <a:pt x="450354" y="182194"/>
                  </a:lnTo>
                  <a:lnTo>
                    <a:pt x="448949" y="196215"/>
                  </a:lnTo>
                  <a:lnTo>
                    <a:pt x="448383" y="201671"/>
                  </a:lnTo>
                  <a:lnTo>
                    <a:pt x="442841" y="219670"/>
                  </a:lnTo>
                  <a:lnTo>
                    <a:pt x="434018" y="236106"/>
                  </a:lnTo>
                  <a:lnTo>
                    <a:pt x="422325" y="250507"/>
                  </a:lnTo>
                  <a:lnTo>
                    <a:pt x="457120" y="250507"/>
                  </a:lnTo>
                  <a:lnTo>
                    <a:pt x="463027" y="242260"/>
                  </a:lnTo>
                  <a:lnTo>
                    <a:pt x="474328" y="213796"/>
                  </a:lnTo>
                  <a:lnTo>
                    <a:pt x="475904" y="201671"/>
                  </a:lnTo>
                  <a:lnTo>
                    <a:pt x="478383" y="182194"/>
                  </a:lnTo>
                  <a:lnTo>
                    <a:pt x="474117" y="158102"/>
                  </a:lnTo>
                  <a:lnTo>
                    <a:pt x="465181" y="142557"/>
                  </a:lnTo>
                  <a:close/>
                </a:path>
                <a:path w="478790" h="448944">
                  <a:moveTo>
                    <a:pt x="169113" y="28028"/>
                  </a:moveTo>
                  <a:lnTo>
                    <a:pt x="141084" y="28028"/>
                  </a:lnTo>
                  <a:lnTo>
                    <a:pt x="141084" y="56057"/>
                  </a:lnTo>
                  <a:lnTo>
                    <a:pt x="28028" y="56057"/>
                  </a:lnTo>
                  <a:lnTo>
                    <a:pt x="28028" y="84086"/>
                  </a:lnTo>
                  <a:lnTo>
                    <a:pt x="141084" y="84086"/>
                  </a:lnTo>
                  <a:lnTo>
                    <a:pt x="141084" y="154165"/>
                  </a:lnTo>
                  <a:lnTo>
                    <a:pt x="144393" y="170513"/>
                  </a:lnTo>
                  <a:lnTo>
                    <a:pt x="153412" y="183881"/>
                  </a:lnTo>
                  <a:lnTo>
                    <a:pt x="166780" y="192904"/>
                  </a:lnTo>
                  <a:lnTo>
                    <a:pt x="183134" y="196215"/>
                  </a:lnTo>
                  <a:lnTo>
                    <a:pt x="199482" y="192904"/>
                  </a:lnTo>
                  <a:lnTo>
                    <a:pt x="212850" y="183881"/>
                  </a:lnTo>
                  <a:lnTo>
                    <a:pt x="221872" y="170513"/>
                  </a:lnTo>
                  <a:lnTo>
                    <a:pt x="222346" y="168173"/>
                  </a:lnTo>
                  <a:lnTo>
                    <a:pt x="175399" y="168173"/>
                  </a:lnTo>
                  <a:lnTo>
                    <a:pt x="169113" y="161886"/>
                  </a:lnTo>
                  <a:lnTo>
                    <a:pt x="169113" y="28028"/>
                  </a:lnTo>
                  <a:close/>
                </a:path>
                <a:path w="478790" h="448944">
                  <a:moveTo>
                    <a:pt x="239191" y="56057"/>
                  </a:moveTo>
                  <a:lnTo>
                    <a:pt x="222843" y="59366"/>
                  </a:lnTo>
                  <a:lnTo>
                    <a:pt x="209475" y="68386"/>
                  </a:lnTo>
                  <a:lnTo>
                    <a:pt x="200453" y="81753"/>
                  </a:lnTo>
                  <a:lnTo>
                    <a:pt x="197142" y="98107"/>
                  </a:lnTo>
                  <a:lnTo>
                    <a:pt x="197142" y="161886"/>
                  </a:lnTo>
                  <a:lnTo>
                    <a:pt x="190855" y="168173"/>
                  </a:lnTo>
                  <a:lnTo>
                    <a:pt x="222346" y="168173"/>
                  </a:lnTo>
                  <a:lnTo>
                    <a:pt x="225183" y="154165"/>
                  </a:lnTo>
                  <a:lnTo>
                    <a:pt x="225183" y="90373"/>
                  </a:lnTo>
                  <a:lnTo>
                    <a:pt x="231470" y="84086"/>
                  </a:lnTo>
                  <a:lnTo>
                    <a:pt x="278404" y="84086"/>
                  </a:lnTo>
                  <a:lnTo>
                    <a:pt x="277932" y="81753"/>
                  </a:lnTo>
                  <a:lnTo>
                    <a:pt x="268912" y="68386"/>
                  </a:lnTo>
                  <a:lnTo>
                    <a:pt x="255545" y="59366"/>
                  </a:lnTo>
                  <a:lnTo>
                    <a:pt x="239191" y="56057"/>
                  </a:lnTo>
                  <a:close/>
                </a:path>
                <a:path w="478790" h="448944">
                  <a:moveTo>
                    <a:pt x="278404" y="84086"/>
                  </a:moveTo>
                  <a:lnTo>
                    <a:pt x="246926" y="84086"/>
                  </a:lnTo>
                  <a:lnTo>
                    <a:pt x="253212" y="90373"/>
                  </a:lnTo>
                  <a:lnTo>
                    <a:pt x="253212" y="98107"/>
                  </a:lnTo>
                  <a:lnTo>
                    <a:pt x="280439" y="137451"/>
                  </a:lnTo>
                  <a:lnTo>
                    <a:pt x="295249" y="140144"/>
                  </a:lnTo>
                  <a:lnTo>
                    <a:pt x="311603" y="136835"/>
                  </a:lnTo>
                  <a:lnTo>
                    <a:pt x="324970" y="127817"/>
                  </a:lnTo>
                  <a:lnTo>
                    <a:pt x="333990" y="114453"/>
                  </a:lnTo>
                  <a:lnTo>
                    <a:pt x="334463" y="112115"/>
                  </a:lnTo>
                  <a:lnTo>
                    <a:pt x="287528" y="112115"/>
                  </a:lnTo>
                  <a:lnTo>
                    <a:pt x="281241" y="105829"/>
                  </a:lnTo>
                  <a:lnTo>
                    <a:pt x="281241" y="98107"/>
                  </a:lnTo>
                  <a:lnTo>
                    <a:pt x="278404" y="84086"/>
                  </a:lnTo>
                  <a:close/>
                </a:path>
                <a:path w="478790" h="448944">
                  <a:moveTo>
                    <a:pt x="337299" y="28028"/>
                  </a:moveTo>
                  <a:lnTo>
                    <a:pt x="309270" y="28028"/>
                  </a:lnTo>
                  <a:lnTo>
                    <a:pt x="309270" y="105829"/>
                  </a:lnTo>
                  <a:lnTo>
                    <a:pt x="302983" y="112115"/>
                  </a:lnTo>
                  <a:lnTo>
                    <a:pt x="334463" y="112115"/>
                  </a:lnTo>
                  <a:lnTo>
                    <a:pt x="337299" y="98107"/>
                  </a:lnTo>
                  <a:lnTo>
                    <a:pt x="337299" y="84086"/>
                  </a:lnTo>
                  <a:lnTo>
                    <a:pt x="450354" y="84086"/>
                  </a:lnTo>
                  <a:lnTo>
                    <a:pt x="450354" y="56057"/>
                  </a:lnTo>
                  <a:lnTo>
                    <a:pt x="337299" y="56057"/>
                  </a:lnTo>
                  <a:lnTo>
                    <a:pt x="337299" y="28028"/>
                  </a:lnTo>
                  <a:close/>
                </a:path>
                <a:path w="478790" h="448944">
                  <a:moveTo>
                    <a:pt x="422325" y="0"/>
                  </a:moveTo>
                  <a:lnTo>
                    <a:pt x="56057" y="0"/>
                  </a:lnTo>
                  <a:lnTo>
                    <a:pt x="56057" y="56057"/>
                  </a:lnTo>
                  <a:lnTo>
                    <a:pt x="84086" y="56057"/>
                  </a:lnTo>
                  <a:lnTo>
                    <a:pt x="84086" y="28028"/>
                  </a:lnTo>
                  <a:lnTo>
                    <a:pt x="422325" y="28028"/>
                  </a:lnTo>
                  <a:lnTo>
                    <a:pt x="422325" y="0"/>
                  </a:lnTo>
                  <a:close/>
                </a:path>
                <a:path w="478790" h="448944">
                  <a:moveTo>
                    <a:pt x="422325" y="28028"/>
                  </a:moveTo>
                  <a:lnTo>
                    <a:pt x="394296" y="28028"/>
                  </a:lnTo>
                  <a:lnTo>
                    <a:pt x="394296" y="56057"/>
                  </a:lnTo>
                  <a:lnTo>
                    <a:pt x="422325" y="56057"/>
                  </a:lnTo>
                  <a:lnTo>
                    <a:pt x="422325" y="280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0533" name="object 33">
              <a:extLst>
                <a:ext uri="{FF2B5EF4-FFF2-40B4-BE49-F238E27FC236}">
                  <a16:creationId xmlns="" xmlns:a16="http://schemas.microsoft.com/office/drawing/2014/main" id="{68A0A50B-013A-4245-9266-40F096A6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268" y="4689957"/>
              <a:ext cx="4674235" cy="271145"/>
            </a:xfrm>
            <a:custGeom>
              <a:avLst/>
              <a:gdLst>
                <a:gd name="T0" fmla="*/ 355930 w 4674235"/>
                <a:gd name="T1" fmla="*/ 41338 h 271145"/>
                <a:gd name="T2" fmla="*/ 254584 w 4674235"/>
                <a:gd name="T3" fmla="*/ 154089 h 271145"/>
                <a:gd name="T4" fmla="*/ 248831 w 4674235"/>
                <a:gd name="T5" fmla="*/ 41338 h 271145"/>
                <a:gd name="T6" fmla="*/ 0 w 4674235"/>
                <a:gd name="T7" fmla="*/ 317 h 271145"/>
                <a:gd name="T8" fmla="*/ 342671 w 4674235"/>
                <a:gd name="T9" fmla="*/ 229235 h 271145"/>
                <a:gd name="T10" fmla="*/ 823823 w 4674235"/>
                <a:gd name="T11" fmla="*/ 121323 h 271145"/>
                <a:gd name="T12" fmla="*/ 784161 w 4674235"/>
                <a:gd name="T13" fmla="*/ 317 h 271145"/>
                <a:gd name="T14" fmla="*/ 698804 w 4674235"/>
                <a:gd name="T15" fmla="*/ 229235 h 271145"/>
                <a:gd name="T16" fmla="*/ 522655 w 4674235"/>
                <a:gd name="T17" fmla="*/ 86182 h 271145"/>
                <a:gd name="T18" fmla="*/ 715149 w 4674235"/>
                <a:gd name="T19" fmla="*/ 134950 h 271145"/>
                <a:gd name="T20" fmla="*/ 414959 w 4674235"/>
                <a:gd name="T21" fmla="*/ 79705 h 271145"/>
                <a:gd name="T22" fmla="*/ 449529 w 4674235"/>
                <a:gd name="T23" fmla="*/ 270510 h 271145"/>
                <a:gd name="T24" fmla="*/ 821944 w 4674235"/>
                <a:gd name="T25" fmla="*/ 173101 h 271145"/>
                <a:gd name="T26" fmla="*/ 885926 w 4674235"/>
                <a:gd name="T27" fmla="*/ 37757 h 271145"/>
                <a:gd name="T28" fmla="*/ 885151 w 4674235"/>
                <a:gd name="T29" fmla="*/ 230314 h 271145"/>
                <a:gd name="T30" fmla="*/ 993381 w 4674235"/>
                <a:gd name="T31" fmla="*/ 229235 h 271145"/>
                <a:gd name="T32" fmla="*/ 993381 w 4674235"/>
                <a:gd name="T33" fmla="*/ 41338 h 271145"/>
                <a:gd name="T34" fmla="*/ 1259763 w 4674235"/>
                <a:gd name="T35" fmla="*/ 0 h 271145"/>
                <a:gd name="T36" fmla="*/ 1478013 w 4674235"/>
                <a:gd name="T37" fmla="*/ 270510 h 271145"/>
                <a:gd name="T38" fmla="*/ 1960778 w 4674235"/>
                <a:gd name="T39" fmla="*/ 317 h 271145"/>
                <a:gd name="T40" fmla="*/ 1620735 w 4674235"/>
                <a:gd name="T41" fmla="*/ 132930 h 271145"/>
                <a:gd name="T42" fmla="*/ 1960600 w 4674235"/>
                <a:gd name="T43" fmla="*/ 270510 h 271145"/>
                <a:gd name="T44" fmla="*/ 1729346 w 4674235"/>
                <a:gd name="T45" fmla="*/ 134950 h 271145"/>
                <a:gd name="T46" fmla="*/ 1960778 w 4674235"/>
                <a:gd name="T47" fmla="*/ 317 h 271145"/>
                <a:gd name="T48" fmla="*/ 2306701 w 4674235"/>
                <a:gd name="T49" fmla="*/ 140335 h 271145"/>
                <a:gd name="T50" fmla="*/ 2350541 w 4674235"/>
                <a:gd name="T51" fmla="*/ 41275 h 271145"/>
                <a:gd name="T52" fmla="*/ 2012200 w 4674235"/>
                <a:gd name="T53" fmla="*/ 99695 h 271145"/>
                <a:gd name="T54" fmla="*/ 2350795 w 4674235"/>
                <a:gd name="T55" fmla="*/ 269875 h 271145"/>
                <a:gd name="T56" fmla="*/ 2389797 w 4674235"/>
                <a:gd name="T57" fmla="*/ 270510 h 271145"/>
                <a:gd name="T58" fmla="*/ 2699664 w 4674235"/>
                <a:gd name="T59" fmla="*/ 270510 h 271145"/>
                <a:gd name="T60" fmla="*/ 3219945 w 4674235"/>
                <a:gd name="T61" fmla="*/ 85471 h 271145"/>
                <a:gd name="T62" fmla="*/ 3116745 w 4674235"/>
                <a:gd name="T63" fmla="*/ 156006 h 271145"/>
                <a:gd name="T64" fmla="*/ 2969285 w 4674235"/>
                <a:gd name="T65" fmla="*/ 82486 h 271145"/>
                <a:gd name="T66" fmla="*/ 3116745 w 4674235"/>
                <a:gd name="T67" fmla="*/ 41338 h 271145"/>
                <a:gd name="T68" fmla="*/ 2860179 w 4674235"/>
                <a:gd name="T69" fmla="*/ 270510 h 271145"/>
                <a:gd name="T70" fmla="*/ 3227095 w 4674235"/>
                <a:gd name="T71" fmla="*/ 180365 h 271145"/>
                <a:gd name="T72" fmla="*/ 3479203 w 4674235"/>
                <a:gd name="T73" fmla="*/ 94602 h 271145"/>
                <a:gd name="T74" fmla="*/ 3375647 w 4674235"/>
                <a:gd name="T75" fmla="*/ 270522 h 271145"/>
                <a:gd name="T76" fmla="*/ 3582403 w 4674235"/>
                <a:gd name="T77" fmla="*/ 270522 h 271145"/>
                <a:gd name="T78" fmla="*/ 4044505 w 4674235"/>
                <a:gd name="T79" fmla="*/ 330 h 271145"/>
                <a:gd name="T80" fmla="*/ 3898290 w 4674235"/>
                <a:gd name="T81" fmla="*/ 41351 h 271145"/>
                <a:gd name="T82" fmla="*/ 3730777 w 4674235"/>
                <a:gd name="T83" fmla="*/ 270497 h 271145"/>
                <a:gd name="T84" fmla="*/ 4044505 w 4674235"/>
                <a:gd name="T85" fmla="*/ 270497 h 271145"/>
                <a:gd name="T86" fmla="*/ 4153662 w 4674235"/>
                <a:gd name="T87" fmla="*/ 41351 h 271145"/>
                <a:gd name="T88" fmla="*/ 4564685 w 4674235"/>
                <a:gd name="T89" fmla="*/ 229870 h 271145"/>
                <a:gd name="T90" fmla="*/ 4378807 w 4674235"/>
                <a:gd name="T91" fmla="*/ 229870 h 271145"/>
                <a:gd name="T92" fmla="*/ 4192701 w 4674235"/>
                <a:gd name="T93" fmla="*/ 229870 h 271145"/>
                <a:gd name="T94" fmla="*/ 4673803 w 4674235"/>
                <a:gd name="T95" fmla="*/ 0 h 27114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4235" h="271145">
                  <a:moveTo>
                    <a:pt x="364566" y="138214"/>
                  </a:moveTo>
                  <a:lnTo>
                    <a:pt x="364197" y="90284"/>
                  </a:lnTo>
                  <a:lnTo>
                    <a:pt x="356679" y="43599"/>
                  </a:lnTo>
                  <a:lnTo>
                    <a:pt x="355930" y="41338"/>
                  </a:lnTo>
                  <a:lnTo>
                    <a:pt x="342328" y="317"/>
                  </a:lnTo>
                  <a:lnTo>
                    <a:pt x="256654" y="317"/>
                  </a:lnTo>
                  <a:lnTo>
                    <a:pt x="256654" y="115112"/>
                  </a:lnTo>
                  <a:lnTo>
                    <a:pt x="254584" y="154089"/>
                  </a:lnTo>
                  <a:lnTo>
                    <a:pt x="248704" y="188950"/>
                  </a:lnTo>
                  <a:lnTo>
                    <a:pt x="108800" y="188950"/>
                  </a:lnTo>
                  <a:lnTo>
                    <a:pt x="108800" y="41338"/>
                  </a:lnTo>
                  <a:lnTo>
                    <a:pt x="248831" y="41338"/>
                  </a:lnTo>
                  <a:lnTo>
                    <a:pt x="254774" y="76149"/>
                  </a:lnTo>
                  <a:lnTo>
                    <a:pt x="256654" y="115112"/>
                  </a:lnTo>
                  <a:lnTo>
                    <a:pt x="256654" y="317"/>
                  </a:lnTo>
                  <a:lnTo>
                    <a:pt x="0" y="317"/>
                  </a:lnTo>
                  <a:lnTo>
                    <a:pt x="0" y="270510"/>
                  </a:lnTo>
                  <a:lnTo>
                    <a:pt x="108800" y="270510"/>
                  </a:lnTo>
                  <a:lnTo>
                    <a:pt x="108800" y="229235"/>
                  </a:lnTo>
                  <a:lnTo>
                    <a:pt x="342671" y="229235"/>
                  </a:lnTo>
                  <a:lnTo>
                    <a:pt x="356235" y="188950"/>
                  </a:lnTo>
                  <a:lnTo>
                    <a:pt x="357479" y="185242"/>
                  </a:lnTo>
                  <a:lnTo>
                    <a:pt x="364566" y="138214"/>
                  </a:lnTo>
                  <a:close/>
                </a:path>
                <a:path w="4674235" h="271145">
                  <a:moveTo>
                    <a:pt x="823823" y="121323"/>
                  </a:moveTo>
                  <a:lnTo>
                    <a:pt x="816914" y="72682"/>
                  </a:lnTo>
                  <a:lnTo>
                    <a:pt x="806513" y="41389"/>
                  </a:lnTo>
                  <a:lnTo>
                    <a:pt x="803084" y="31051"/>
                  </a:lnTo>
                  <a:lnTo>
                    <a:pt x="784161" y="317"/>
                  </a:lnTo>
                  <a:lnTo>
                    <a:pt x="715149" y="317"/>
                  </a:lnTo>
                  <a:lnTo>
                    <a:pt x="715149" y="134950"/>
                  </a:lnTo>
                  <a:lnTo>
                    <a:pt x="711339" y="184302"/>
                  </a:lnTo>
                  <a:lnTo>
                    <a:pt x="698804" y="229235"/>
                  </a:lnTo>
                  <a:lnTo>
                    <a:pt x="534619" y="229235"/>
                  </a:lnTo>
                  <a:lnTo>
                    <a:pt x="522401" y="184721"/>
                  </a:lnTo>
                  <a:lnTo>
                    <a:pt x="518426" y="135496"/>
                  </a:lnTo>
                  <a:lnTo>
                    <a:pt x="522655" y="86182"/>
                  </a:lnTo>
                  <a:lnTo>
                    <a:pt x="534987" y="41389"/>
                  </a:lnTo>
                  <a:lnTo>
                    <a:pt x="698436" y="41389"/>
                  </a:lnTo>
                  <a:lnTo>
                    <a:pt x="710704" y="85775"/>
                  </a:lnTo>
                  <a:lnTo>
                    <a:pt x="715149" y="134950"/>
                  </a:lnTo>
                  <a:lnTo>
                    <a:pt x="715149" y="317"/>
                  </a:lnTo>
                  <a:lnTo>
                    <a:pt x="449237" y="317"/>
                  </a:lnTo>
                  <a:lnTo>
                    <a:pt x="428523" y="35534"/>
                  </a:lnTo>
                  <a:lnTo>
                    <a:pt x="414959" y="79705"/>
                  </a:lnTo>
                  <a:lnTo>
                    <a:pt x="409397" y="129044"/>
                  </a:lnTo>
                  <a:lnTo>
                    <a:pt x="412724" y="179819"/>
                  </a:lnTo>
                  <a:lnTo>
                    <a:pt x="425818" y="228219"/>
                  </a:lnTo>
                  <a:lnTo>
                    <a:pt x="449529" y="270510"/>
                  </a:lnTo>
                  <a:lnTo>
                    <a:pt x="784440" y="270510"/>
                  </a:lnTo>
                  <a:lnTo>
                    <a:pt x="806678" y="229235"/>
                  </a:lnTo>
                  <a:lnTo>
                    <a:pt x="809434" y="224129"/>
                  </a:lnTo>
                  <a:lnTo>
                    <a:pt x="821944" y="173101"/>
                  </a:lnTo>
                  <a:lnTo>
                    <a:pt x="823823" y="121323"/>
                  </a:lnTo>
                  <a:close/>
                </a:path>
                <a:path w="4674235" h="271145">
                  <a:moveTo>
                    <a:pt x="1208341" y="317"/>
                  </a:moveTo>
                  <a:lnTo>
                    <a:pt x="906576" y="317"/>
                  </a:lnTo>
                  <a:lnTo>
                    <a:pt x="885926" y="37757"/>
                  </a:lnTo>
                  <a:lnTo>
                    <a:pt x="873023" y="83197"/>
                  </a:lnTo>
                  <a:lnTo>
                    <a:pt x="868299" y="132930"/>
                  </a:lnTo>
                  <a:lnTo>
                    <a:pt x="872197" y="183210"/>
                  </a:lnTo>
                  <a:lnTo>
                    <a:pt x="885151" y="230314"/>
                  </a:lnTo>
                  <a:lnTo>
                    <a:pt x="907592" y="270510"/>
                  </a:lnTo>
                  <a:lnTo>
                    <a:pt x="1208163" y="270510"/>
                  </a:lnTo>
                  <a:lnTo>
                    <a:pt x="1208163" y="229235"/>
                  </a:lnTo>
                  <a:lnTo>
                    <a:pt x="993381" y="229235"/>
                  </a:lnTo>
                  <a:lnTo>
                    <a:pt x="981163" y="183578"/>
                  </a:lnTo>
                  <a:lnTo>
                    <a:pt x="976909" y="134950"/>
                  </a:lnTo>
                  <a:lnTo>
                    <a:pt x="980897" y="86499"/>
                  </a:lnTo>
                  <a:lnTo>
                    <a:pt x="993381" y="41338"/>
                  </a:lnTo>
                  <a:lnTo>
                    <a:pt x="1208341" y="41338"/>
                  </a:lnTo>
                  <a:lnTo>
                    <a:pt x="1208341" y="317"/>
                  </a:lnTo>
                  <a:close/>
                </a:path>
                <a:path w="4674235" h="271145">
                  <a:moveTo>
                    <a:pt x="1587131" y="0"/>
                  </a:moveTo>
                  <a:lnTo>
                    <a:pt x="1259763" y="0"/>
                  </a:lnTo>
                  <a:lnTo>
                    <a:pt x="1259763" y="41910"/>
                  </a:lnTo>
                  <a:lnTo>
                    <a:pt x="1368945" y="41910"/>
                  </a:lnTo>
                  <a:lnTo>
                    <a:pt x="1368945" y="270510"/>
                  </a:lnTo>
                  <a:lnTo>
                    <a:pt x="1478013" y="270510"/>
                  </a:lnTo>
                  <a:lnTo>
                    <a:pt x="1478013" y="41910"/>
                  </a:lnTo>
                  <a:lnTo>
                    <a:pt x="1587131" y="41910"/>
                  </a:lnTo>
                  <a:lnTo>
                    <a:pt x="1587131" y="0"/>
                  </a:lnTo>
                  <a:close/>
                </a:path>
                <a:path w="4674235" h="271145">
                  <a:moveTo>
                    <a:pt x="1960778" y="317"/>
                  </a:moveTo>
                  <a:lnTo>
                    <a:pt x="1659013" y="317"/>
                  </a:lnTo>
                  <a:lnTo>
                    <a:pt x="1638363" y="37757"/>
                  </a:lnTo>
                  <a:lnTo>
                    <a:pt x="1625460" y="83197"/>
                  </a:lnTo>
                  <a:lnTo>
                    <a:pt x="1620735" y="132930"/>
                  </a:lnTo>
                  <a:lnTo>
                    <a:pt x="1624634" y="183210"/>
                  </a:lnTo>
                  <a:lnTo>
                    <a:pt x="1637588" y="230314"/>
                  </a:lnTo>
                  <a:lnTo>
                    <a:pt x="1660029" y="270510"/>
                  </a:lnTo>
                  <a:lnTo>
                    <a:pt x="1960600" y="270510"/>
                  </a:lnTo>
                  <a:lnTo>
                    <a:pt x="1960600" y="229235"/>
                  </a:lnTo>
                  <a:lnTo>
                    <a:pt x="1745818" y="229235"/>
                  </a:lnTo>
                  <a:lnTo>
                    <a:pt x="1733600" y="183578"/>
                  </a:lnTo>
                  <a:lnTo>
                    <a:pt x="1729346" y="134950"/>
                  </a:lnTo>
                  <a:lnTo>
                    <a:pt x="1733334" y="86499"/>
                  </a:lnTo>
                  <a:lnTo>
                    <a:pt x="1745818" y="41338"/>
                  </a:lnTo>
                  <a:lnTo>
                    <a:pt x="1960778" y="41338"/>
                  </a:lnTo>
                  <a:lnTo>
                    <a:pt x="1960778" y="317"/>
                  </a:lnTo>
                  <a:close/>
                </a:path>
                <a:path w="4674235" h="271145">
                  <a:moveTo>
                    <a:pt x="2350795" y="229235"/>
                  </a:moveTo>
                  <a:lnTo>
                    <a:pt x="2121103" y="229235"/>
                  </a:lnTo>
                  <a:lnTo>
                    <a:pt x="2121103" y="140335"/>
                  </a:lnTo>
                  <a:lnTo>
                    <a:pt x="2306701" y="140335"/>
                  </a:lnTo>
                  <a:lnTo>
                    <a:pt x="2306701" y="99695"/>
                  </a:lnTo>
                  <a:lnTo>
                    <a:pt x="2121103" y="99695"/>
                  </a:lnTo>
                  <a:lnTo>
                    <a:pt x="2121103" y="41275"/>
                  </a:lnTo>
                  <a:lnTo>
                    <a:pt x="2350541" y="41275"/>
                  </a:lnTo>
                  <a:lnTo>
                    <a:pt x="2350541" y="635"/>
                  </a:lnTo>
                  <a:lnTo>
                    <a:pt x="2012200" y="635"/>
                  </a:lnTo>
                  <a:lnTo>
                    <a:pt x="2012200" y="41275"/>
                  </a:lnTo>
                  <a:lnTo>
                    <a:pt x="2012200" y="99695"/>
                  </a:lnTo>
                  <a:lnTo>
                    <a:pt x="2012200" y="140335"/>
                  </a:lnTo>
                  <a:lnTo>
                    <a:pt x="2012200" y="229235"/>
                  </a:lnTo>
                  <a:lnTo>
                    <a:pt x="2012200" y="269875"/>
                  </a:lnTo>
                  <a:lnTo>
                    <a:pt x="2350795" y="269875"/>
                  </a:lnTo>
                  <a:lnTo>
                    <a:pt x="2350795" y="229235"/>
                  </a:lnTo>
                  <a:close/>
                </a:path>
                <a:path w="4674235" h="271145">
                  <a:moveTo>
                    <a:pt x="2808744" y="317"/>
                  </a:moveTo>
                  <a:lnTo>
                    <a:pt x="2468537" y="317"/>
                  </a:lnTo>
                  <a:lnTo>
                    <a:pt x="2389797" y="270510"/>
                  </a:lnTo>
                  <a:lnTo>
                    <a:pt x="2498915" y="270510"/>
                  </a:lnTo>
                  <a:lnTo>
                    <a:pt x="2565870" y="41313"/>
                  </a:lnTo>
                  <a:lnTo>
                    <a:pt x="2699664" y="41313"/>
                  </a:lnTo>
                  <a:lnTo>
                    <a:pt x="2699664" y="270510"/>
                  </a:lnTo>
                  <a:lnTo>
                    <a:pt x="2808744" y="270510"/>
                  </a:lnTo>
                  <a:lnTo>
                    <a:pt x="2808744" y="317"/>
                  </a:lnTo>
                  <a:close/>
                </a:path>
                <a:path w="4674235" h="271145">
                  <a:moveTo>
                    <a:pt x="3227476" y="132499"/>
                  </a:moveTo>
                  <a:lnTo>
                    <a:pt x="3219945" y="85471"/>
                  </a:lnTo>
                  <a:lnTo>
                    <a:pt x="3218878" y="82486"/>
                  </a:lnTo>
                  <a:lnTo>
                    <a:pt x="3204197" y="41338"/>
                  </a:lnTo>
                  <a:lnTo>
                    <a:pt x="3116745" y="41338"/>
                  </a:lnTo>
                  <a:lnTo>
                    <a:pt x="3116745" y="156006"/>
                  </a:lnTo>
                  <a:lnTo>
                    <a:pt x="3114967" y="194525"/>
                  </a:lnTo>
                  <a:lnTo>
                    <a:pt x="3108236" y="229235"/>
                  </a:lnTo>
                  <a:lnTo>
                    <a:pt x="2969285" y="229235"/>
                  </a:lnTo>
                  <a:lnTo>
                    <a:pt x="2969285" y="82486"/>
                  </a:lnTo>
                  <a:lnTo>
                    <a:pt x="3108604" y="82486"/>
                  </a:lnTo>
                  <a:lnTo>
                    <a:pt x="3114370" y="117398"/>
                  </a:lnTo>
                  <a:lnTo>
                    <a:pt x="3116745" y="156006"/>
                  </a:lnTo>
                  <a:lnTo>
                    <a:pt x="3116745" y="41338"/>
                  </a:lnTo>
                  <a:lnTo>
                    <a:pt x="2969285" y="41338"/>
                  </a:lnTo>
                  <a:lnTo>
                    <a:pt x="2969285" y="317"/>
                  </a:lnTo>
                  <a:lnTo>
                    <a:pt x="2860179" y="317"/>
                  </a:lnTo>
                  <a:lnTo>
                    <a:pt x="2860179" y="270510"/>
                  </a:lnTo>
                  <a:lnTo>
                    <a:pt x="3203752" y="270510"/>
                  </a:lnTo>
                  <a:lnTo>
                    <a:pt x="3218319" y="229235"/>
                  </a:lnTo>
                  <a:lnTo>
                    <a:pt x="3219081" y="227050"/>
                  </a:lnTo>
                  <a:lnTo>
                    <a:pt x="3227095" y="180365"/>
                  </a:lnTo>
                  <a:lnTo>
                    <a:pt x="3227476" y="132499"/>
                  </a:lnTo>
                  <a:close/>
                </a:path>
                <a:path w="4674235" h="271145">
                  <a:moveTo>
                    <a:pt x="3691750" y="330"/>
                  </a:moveTo>
                  <a:lnTo>
                    <a:pt x="3582403" y="330"/>
                  </a:lnTo>
                  <a:lnTo>
                    <a:pt x="3479203" y="94602"/>
                  </a:lnTo>
                  <a:lnTo>
                    <a:pt x="3376053" y="330"/>
                  </a:lnTo>
                  <a:lnTo>
                    <a:pt x="3267125" y="330"/>
                  </a:lnTo>
                  <a:lnTo>
                    <a:pt x="3267125" y="270522"/>
                  </a:lnTo>
                  <a:lnTo>
                    <a:pt x="3375647" y="270522"/>
                  </a:lnTo>
                  <a:lnTo>
                    <a:pt x="3376053" y="57327"/>
                  </a:lnTo>
                  <a:lnTo>
                    <a:pt x="3479203" y="150228"/>
                  </a:lnTo>
                  <a:lnTo>
                    <a:pt x="3582403" y="57327"/>
                  </a:lnTo>
                  <a:lnTo>
                    <a:pt x="3582403" y="270522"/>
                  </a:lnTo>
                  <a:lnTo>
                    <a:pt x="3691750" y="270522"/>
                  </a:lnTo>
                  <a:lnTo>
                    <a:pt x="3691750" y="330"/>
                  </a:lnTo>
                  <a:close/>
                </a:path>
                <a:path w="4674235" h="271145">
                  <a:moveTo>
                    <a:pt x="4153662" y="330"/>
                  </a:moveTo>
                  <a:lnTo>
                    <a:pt x="4044505" y="330"/>
                  </a:lnTo>
                  <a:lnTo>
                    <a:pt x="4044505" y="41351"/>
                  </a:lnTo>
                  <a:lnTo>
                    <a:pt x="4044505" y="188074"/>
                  </a:lnTo>
                  <a:lnTo>
                    <a:pt x="3861168" y="188074"/>
                  </a:lnTo>
                  <a:lnTo>
                    <a:pt x="3898290" y="41351"/>
                  </a:lnTo>
                  <a:lnTo>
                    <a:pt x="4044505" y="41351"/>
                  </a:lnTo>
                  <a:lnTo>
                    <a:pt x="4044505" y="330"/>
                  </a:lnTo>
                  <a:lnTo>
                    <a:pt x="3801059" y="330"/>
                  </a:lnTo>
                  <a:lnTo>
                    <a:pt x="3730777" y="270497"/>
                  </a:lnTo>
                  <a:lnTo>
                    <a:pt x="3840251" y="270497"/>
                  </a:lnTo>
                  <a:lnTo>
                    <a:pt x="3850767" y="229222"/>
                  </a:lnTo>
                  <a:lnTo>
                    <a:pt x="4044505" y="229222"/>
                  </a:lnTo>
                  <a:lnTo>
                    <a:pt x="4044505" y="270497"/>
                  </a:lnTo>
                  <a:lnTo>
                    <a:pt x="4153662" y="270497"/>
                  </a:lnTo>
                  <a:lnTo>
                    <a:pt x="4153662" y="229222"/>
                  </a:lnTo>
                  <a:lnTo>
                    <a:pt x="4153662" y="188074"/>
                  </a:lnTo>
                  <a:lnTo>
                    <a:pt x="4153662" y="41351"/>
                  </a:lnTo>
                  <a:lnTo>
                    <a:pt x="4153662" y="330"/>
                  </a:lnTo>
                  <a:close/>
                </a:path>
                <a:path w="4674235" h="271145">
                  <a:moveTo>
                    <a:pt x="4673803" y="0"/>
                  </a:moveTo>
                  <a:lnTo>
                    <a:pt x="4564685" y="0"/>
                  </a:lnTo>
                  <a:lnTo>
                    <a:pt x="4564685" y="229870"/>
                  </a:lnTo>
                  <a:lnTo>
                    <a:pt x="4487697" y="229870"/>
                  </a:lnTo>
                  <a:lnTo>
                    <a:pt x="4487697" y="0"/>
                  </a:lnTo>
                  <a:lnTo>
                    <a:pt x="4378807" y="0"/>
                  </a:lnTo>
                  <a:lnTo>
                    <a:pt x="4378807" y="229870"/>
                  </a:lnTo>
                  <a:lnTo>
                    <a:pt x="4301579" y="229870"/>
                  </a:lnTo>
                  <a:lnTo>
                    <a:pt x="4301579" y="0"/>
                  </a:lnTo>
                  <a:lnTo>
                    <a:pt x="4192701" y="0"/>
                  </a:lnTo>
                  <a:lnTo>
                    <a:pt x="4192701" y="229870"/>
                  </a:lnTo>
                  <a:lnTo>
                    <a:pt x="4192701" y="270510"/>
                  </a:lnTo>
                  <a:lnTo>
                    <a:pt x="4673803" y="270510"/>
                  </a:lnTo>
                  <a:lnTo>
                    <a:pt x="4673803" y="229870"/>
                  </a:lnTo>
                  <a:lnTo>
                    <a:pt x="4673803" y="0"/>
                  </a:lnTo>
                  <a:close/>
                </a:path>
              </a:pathLst>
            </a:custGeom>
            <a:solidFill>
              <a:srgbClr val="DA0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20508" name="object 34">
            <a:extLst>
              <a:ext uri="{FF2B5EF4-FFF2-40B4-BE49-F238E27FC236}">
                <a16:creationId xmlns="" xmlns:a16="http://schemas.microsoft.com/office/drawing/2014/main" id="{59376499-2576-4A67-A77F-B6CF0520B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7123113"/>
            <a:ext cx="9509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Стратегическим партнером компании является «Ростсельмаш» — лидер отечественного сельхозмашиностроения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9" name="CorelDRAW" r:id="rId16" imgW="3876120" imgH="797040" progId="CorelDraw.Graphic.23">
                  <p:embed/>
                </p:oleObj>
              </mc:Choice>
              <mc:Fallback>
                <p:oleObj name="CorelDRAW" r:id="rId16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H1">
            <a:extLst>
              <a:ext uri="{FF2B5EF4-FFF2-40B4-BE49-F238E27FC236}">
                <a16:creationId xmlns="" xmlns:a16="http://schemas.microsoft.com/office/drawing/2014/main" id="{D315AEDD-1CBB-4B2C-9BF8-B208433E9578}"/>
              </a:ext>
            </a:extLst>
          </p:cNvPr>
          <p:cNvSpPr/>
          <p:nvPr/>
        </p:nvSpPr>
        <p:spPr>
          <a:xfrm flipH="1">
            <a:off x="449263" y="9324975"/>
            <a:ext cx="552450" cy="363538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kern="0" spc="300" dirty="0">
                <a:solidFill>
                  <a:srgbClr val="8690A1"/>
                </a:solidFill>
                <a:latin typeface="Inter Regular" pitchFamily="34" charset="0"/>
                <a:ea typeface="Inter Regular" pitchFamily="34" charset="-122"/>
                <a:cs typeface="+mn-cs"/>
              </a:rPr>
              <a:t>7</a:t>
            </a:r>
            <a:endParaRPr lang="en-US" sz="1100" spc="300" dirty="0">
              <a:solidFill>
                <a:srgbClr val="8690A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ine 1" descr="preencoded.png">
            <a:extLst>
              <a:ext uri="{FF2B5EF4-FFF2-40B4-BE49-F238E27FC236}">
                <a16:creationId xmlns:a16="http://schemas.microsoft.com/office/drawing/2014/main" xmlns="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8" name="Объект 90">
            <a:extLst>
              <a:ext uri="{FF2B5EF4-FFF2-40B4-BE49-F238E27FC236}">
                <a16:creationId xmlns:a16="http://schemas.microsoft.com/office/drawing/2014/main" xmlns="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3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700950" y="4492076"/>
            <a:ext cx="16848000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7629"/>
                </a:solidFill>
                <a:latin typeface="Proxima Nova Regular"/>
              </a:rPr>
              <a:t>ПОДДЕРЖКА</a:t>
            </a:r>
            <a:endParaRPr lang="en-US" sz="8800" b="1" dirty="0">
              <a:solidFill>
                <a:srgbClr val="F47629"/>
              </a:solidFill>
              <a:latin typeface="Proxima Nova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25347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094723"/>
              </p:ext>
            </p:extLst>
          </p:nvPr>
        </p:nvGraphicFramePr>
        <p:xfrm>
          <a:off x="14790738" y="464291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2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0738" y="464291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73950" y="360000"/>
            <a:ext cx="12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dirty="0">
                <a:solidFill>
                  <a:srgbClr val="313131"/>
                </a:solidFill>
                <a:latin typeface="Arial"/>
              </a:rPr>
              <a:t>КОМАНДА ЭМПИЛС НА ВАШЕЙ ТЕРРИТОРИИ</a:t>
            </a:r>
          </a:p>
        </p:txBody>
      </p:sp>
      <p:sp>
        <p:nvSpPr>
          <p:cNvPr id="40" name="Rectangle 3"/>
          <p:cNvSpPr/>
          <p:nvPr/>
        </p:nvSpPr>
        <p:spPr>
          <a:xfrm>
            <a:off x="973950" y="1497612"/>
            <a:ext cx="234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3950" y="1636854"/>
            <a:ext cx="14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 err="1">
                <a:solidFill>
                  <a:srgbClr val="6B7280"/>
                </a:solidFill>
                <a:latin typeface="Arial"/>
              </a:rPr>
              <a:t>Начните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работать</a:t>
            </a:r>
            <a:r>
              <a:rPr sz="1300" dirty="0">
                <a:solidFill>
                  <a:srgbClr val="6B7280"/>
                </a:solidFill>
                <a:latin typeface="Arial"/>
              </a:rPr>
              <a:t> с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Эмпилс</a:t>
            </a:r>
            <a:r>
              <a:rPr sz="1300" dirty="0">
                <a:solidFill>
                  <a:srgbClr val="6B7280"/>
                </a:solidFill>
                <a:latin typeface="Arial"/>
              </a:rPr>
              <a:t> — и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наша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команда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поможет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вам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масштабировать</a:t>
            </a:r>
            <a:r>
              <a:rPr sz="1300" dirty="0">
                <a:solidFill>
                  <a:srgbClr val="6B7280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6B7280"/>
                </a:solidFill>
                <a:latin typeface="Arial"/>
              </a:rPr>
              <a:t>продажи</a:t>
            </a:r>
            <a:endParaRPr sz="130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1950" y="203055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СТРУКТУРА КОМАНДЫ</a:t>
            </a:r>
          </a:p>
        </p:txBody>
      </p:sp>
      <p:sp>
        <p:nvSpPr>
          <p:cNvPr id="43" name="Rounded Rectangle 6"/>
          <p:cNvSpPr/>
          <p:nvPr/>
        </p:nvSpPr>
        <p:spPr>
          <a:xfrm>
            <a:off x="901950" y="2390550"/>
            <a:ext cx="7200000" cy="17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81950" y="2498550"/>
            <a:ext cx="66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313131"/>
                </a:solidFill>
                <a:latin typeface="Arial"/>
              </a:rPr>
              <a:t>🎯 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Региональный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директор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81950" y="2974092"/>
            <a:ext cx="6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Ответственный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территорию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Стратегическое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планирование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согласование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условий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1950" y="3607008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47629"/>
                </a:solidFill>
                <a:latin typeface="Arial"/>
              </a:rPr>
              <a:t>Курирует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всех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дистрибьюторов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территории</a:t>
            </a:r>
            <a:endParaRPr sz="14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321950" y="4046549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50" name="Rounded Rectangle 11"/>
          <p:cNvSpPr/>
          <p:nvPr/>
        </p:nvSpPr>
        <p:spPr>
          <a:xfrm>
            <a:off x="901950" y="4713450"/>
            <a:ext cx="7200000" cy="17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81950" y="4821450"/>
            <a:ext cx="66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13131"/>
                </a:solidFill>
                <a:latin typeface="Arial"/>
              </a:rPr>
              <a:t>📊 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Региональный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менеджер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81950" y="5296992"/>
            <a:ext cx="66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Оперативное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управление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Контроль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отгрузок</a:t>
            </a:r>
            <a:r>
              <a:rPr sz="1600" dirty="0">
                <a:solidFill>
                  <a:srgbClr val="000000"/>
                </a:solidFill>
                <a:latin typeface="Arial"/>
              </a:rPr>
              <a:t>, MML,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маркетинговые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программы</a:t>
            </a:r>
            <a:r>
              <a:rPr sz="1600" dirty="0">
                <a:solidFill>
                  <a:srgbClr val="000000"/>
                </a:solidFill>
                <a:latin typeface="Arial"/>
              </a:rPr>
              <a:t>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аналитика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1950" y="5973450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F47629"/>
                </a:solidFill>
                <a:latin typeface="Arial"/>
              </a:rPr>
              <a:t>Точка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контакта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для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дистрибьютора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ежедневной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основе</a:t>
            </a:r>
            <a:endParaRPr sz="14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21950" y="6369449"/>
            <a:ext cx="36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47629"/>
                </a:solidFill>
                <a:latin typeface="Arial"/>
              </a:rPr>
              <a:t>↓</a:t>
            </a:r>
          </a:p>
        </p:txBody>
      </p:sp>
      <p:sp>
        <p:nvSpPr>
          <p:cNvPr id="55" name="Rounded Rectangle 16"/>
          <p:cNvSpPr/>
          <p:nvPr/>
        </p:nvSpPr>
        <p:spPr>
          <a:xfrm>
            <a:off x="901950" y="6903000"/>
            <a:ext cx="7200000" cy="17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81950" y="6952944"/>
            <a:ext cx="66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313131"/>
                </a:solidFill>
                <a:latin typeface="Arial"/>
              </a:rPr>
              <a:t>🚗  ЭТП —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Эксклюзивный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торговый</a:t>
            </a:r>
            <a:r>
              <a:rPr sz="2400" b="1" dirty="0">
                <a:solidFill>
                  <a:srgbClr val="313131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313131"/>
                </a:solidFill>
                <a:latin typeface="Arial"/>
              </a:rPr>
              <a:t>представитель</a:t>
            </a:r>
            <a:endParaRPr sz="2400" b="1" dirty="0">
              <a:solidFill>
                <a:srgbClr val="313131"/>
              </a:solidFill>
              <a:latin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81949" y="7747794"/>
            <a:ext cx="67847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000000"/>
                </a:solidFill>
                <a:latin typeface="Arial"/>
              </a:rPr>
              <a:t>Полевая</a:t>
            </a:r>
            <a:r>
              <a:rPr sz="1600" dirty="0">
                <a:solidFill>
                  <a:srgbClr val="00000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работа</a:t>
            </a:r>
            <a:r>
              <a:rPr sz="1600" dirty="0">
                <a:solidFill>
                  <a:srgbClr val="000000"/>
                </a:solidFill>
                <a:latin typeface="Arial"/>
              </a:rPr>
              <a:t> с АКБ.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Визиты</a:t>
            </a:r>
            <a:r>
              <a:rPr sz="1600" dirty="0">
                <a:solidFill>
                  <a:srgbClr val="000000"/>
                </a:solidFill>
                <a:latin typeface="Arial"/>
              </a:rPr>
              <a:t> в РТТ,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обучение</a:t>
            </a:r>
            <a:r>
              <a:rPr sz="1600" dirty="0">
                <a:solidFill>
                  <a:srgbClr val="000000"/>
                </a:solidFill>
                <a:latin typeface="Arial"/>
              </a:rPr>
              <a:t> ТП, 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выкладка</a:t>
            </a:r>
            <a:r>
              <a:rPr sz="1600" dirty="0">
                <a:solidFill>
                  <a:srgbClr val="000000"/>
                </a:solidFill>
                <a:latin typeface="Arial"/>
              </a:rPr>
              <a:t>, POS-</a:t>
            </a:r>
            <a:r>
              <a:rPr sz="1600" dirty="0" err="1">
                <a:solidFill>
                  <a:srgbClr val="000000"/>
                </a:solidFill>
                <a:latin typeface="Arial"/>
              </a:rPr>
              <a:t>материалы</a:t>
            </a:r>
            <a:r>
              <a:rPr sz="1600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4345" y="8319195"/>
            <a:ext cx="666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47629"/>
                </a:solidFill>
                <a:latin typeface="Arial"/>
              </a:rPr>
              <a:t>120 РТТ </a:t>
            </a:r>
            <a:r>
              <a:rPr sz="14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400" b="1" dirty="0">
                <a:solidFill>
                  <a:srgbClr val="F47629"/>
                </a:solidFill>
                <a:latin typeface="Arial"/>
              </a:rPr>
              <a:t> 1 ЭТП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950" y="203055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47629"/>
                </a:solidFill>
                <a:latin typeface="Arial"/>
              </a:rPr>
              <a:t>ПРИНЦИП МАСШТАБИРОВАНИЯ</a:t>
            </a:r>
          </a:p>
        </p:txBody>
      </p:sp>
      <p:sp>
        <p:nvSpPr>
          <p:cNvPr id="60" name="Rounded Rectangle 21"/>
          <p:cNvSpPr/>
          <p:nvPr/>
        </p:nvSpPr>
        <p:spPr>
          <a:xfrm>
            <a:off x="8641950" y="2390550"/>
            <a:ext cx="7200000" cy="180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01950" y="2512494"/>
            <a:ext cx="6480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FFFFFF"/>
                </a:solidFill>
                <a:latin typeface="Arial"/>
              </a:rPr>
              <a:t>Больше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АКБ с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Эмпилс</a:t>
            </a:r>
            <a:endParaRPr sz="1800" b="1" dirty="0">
              <a:solidFill>
                <a:srgbClr val="FFFFFF"/>
              </a:solidFill>
              <a:latin typeface="Arial"/>
            </a:endParaRPr>
          </a:p>
          <a:p>
            <a:pPr algn="ctr">
              <a:spcBef>
                <a:spcPts val="800"/>
              </a:spcBef>
            </a:pPr>
            <a:r>
              <a:rPr sz="2400" dirty="0">
                <a:solidFill>
                  <a:srgbClr val="F47629"/>
                </a:solidFill>
                <a:latin typeface="Arial"/>
              </a:rPr>
              <a:t>↓</a:t>
            </a:r>
          </a:p>
          <a:p>
            <a:pPr algn="ctr">
              <a:spcBef>
                <a:spcPts val="400"/>
              </a:spcBef>
            </a:pPr>
            <a:r>
              <a:rPr sz="1800" b="1" dirty="0" err="1">
                <a:solidFill>
                  <a:srgbClr val="F47629"/>
                </a:solidFill>
                <a:latin typeface="Arial"/>
              </a:rPr>
              <a:t>Больше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наша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команда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на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вашей</a:t>
            </a:r>
            <a:r>
              <a:rPr sz="1800" b="1" dirty="0">
                <a:solidFill>
                  <a:srgbClr val="F47629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47629"/>
                </a:solidFill>
                <a:latin typeface="Arial"/>
              </a:rPr>
              <a:t>территории</a:t>
            </a:r>
            <a:endParaRPr sz="1800" b="1" dirty="0">
              <a:solidFill>
                <a:srgbClr val="F47629"/>
              </a:solidFill>
              <a:latin typeface="Arial"/>
            </a:endParaRPr>
          </a:p>
        </p:txBody>
      </p:sp>
      <p:sp>
        <p:nvSpPr>
          <p:cNvPr id="62" name="Rounded Rectangle 23"/>
          <p:cNvSpPr/>
          <p:nvPr/>
        </p:nvSpPr>
        <p:spPr>
          <a:xfrm>
            <a:off x="8641950" y="4713450"/>
            <a:ext cx="7200000" cy="144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01950" y="4777908"/>
            <a:ext cx="648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dirty="0">
                <a:solidFill>
                  <a:srgbClr val="F47629"/>
                </a:solidFill>
                <a:latin typeface="Arial"/>
              </a:rPr>
              <a:t>120 РТТ</a:t>
            </a:r>
          </a:p>
          <a:p>
            <a:pPr algn="ctr"/>
            <a:r>
              <a:rPr sz="1400" dirty="0" err="1">
                <a:solidFill>
                  <a:srgbClr val="313131"/>
                </a:solidFill>
                <a:latin typeface="Arial"/>
              </a:rPr>
              <a:t>на</a:t>
            </a:r>
            <a:r>
              <a:rPr sz="1400" dirty="0">
                <a:solidFill>
                  <a:srgbClr val="313131"/>
                </a:solidFill>
                <a:latin typeface="Arial"/>
              </a:rPr>
              <a:t> 1 ЭТП</a:t>
            </a:r>
          </a:p>
          <a:p>
            <a:pPr algn="ctr">
              <a:spcBef>
                <a:spcPts val="600"/>
              </a:spcBef>
            </a:pPr>
            <a:r>
              <a:rPr sz="1000" dirty="0" err="1">
                <a:solidFill>
                  <a:srgbClr val="000000"/>
                </a:solidFill>
                <a:latin typeface="Arial"/>
              </a:rPr>
              <a:t>Каждые</a:t>
            </a:r>
            <a:r>
              <a:rPr sz="1000" dirty="0">
                <a:solidFill>
                  <a:srgbClr val="000000"/>
                </a:solidFill>
                <a:latin typeface="Arial"/>
              </a:rPr>
              <a:t> 120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активных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торговых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точек</a:t>
            </a:r>
            <a:r>
              <a:rPr sz="1000" dirty="0">
                <a:solidFill>
                  <a:srgbClr val="000000"/>
                </a:solidFill>
                <a:latin typeface="Arial"/>
              </a:rPr>
              <a:t> = +1 ЭТП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на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вашей</a:t>
            </a:r>
            <a:r>
              <a:rPr sz="1000" dirty="0">
                <a:solidFill>
                  <a:srgbClr val="000000"/>
                </a:solidFill>
                <a:latin typeface="Arial"/>
              </a:rPr>
              <a:t> </a:t>
            </a:r>
            <a:r>
              <a:rPr sz="1000" dirty="0" err="1">
                <a:solidFill>
                  <a:srgbClr val="000000"/>
                </a:solidFill>
                <a:latin typeface="Arial"/>
              </a:rPr>
              <a:t>территории</a:t>
            </a:r>
            <a:endParaRPr sz="1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641950" y="6723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ЧТО ДЕЛАЕТ КОМАНДА:</a:t>
            </a:r>
          </a:p>
        </p:txBody>
      </p:sp>
      <p:sp>
        <p:nvSpPr>
          <p:cNvPr id="65" name="Rounded Rectangle 26"/>
          <p:cNvSpPr/>
          <p:nvPr/>
        </p:nvSpPr>
        <p:spPr>
          <a:xfrm>
            <a:off x="864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4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dirty="0">
                <a:latin typeface="Arial"/>
              </a:rPr>
              <a:t>📋</a:t>
            </a:r>
          </a:p>
          <a:p>
            <a:pPr algn="ctr">
              <a:spcBef>
                <a:spcPts val="400"/>
              </a:spcBef>
            </a:pPr>
            <a:r>
              <a:rPr sz="1200" b="1" dirty="0" err="1">
                <a:solidFill>
                  <a:srgbClr val="313131"/>
                </a:solidFill>
                <a:latin typeface="Arial"/>
              </a:rPr>
              <a:t>Контроль</a:t>
            </a:r>
            <a:r>
              <a:rPr sz="1200" b="1" dirty="0">
                <a:solidFill>
                  <a:srgbClr val="313131"/>
                </a:solidFill>
                <a:latin typeface="Arial"/>
              </a:rPr>
              <a:t> MML</a:t>
            </a:r>
          </a:p>
          <a:p>
            <a:pPr algn="ctr">
              <a:spcBef>
                <a:spcPts val="400"/>
              </a:spcBef>
            </a:pPr>
            <a:r>
              <a:rPr sz="900" dirty="0" err="1">
                <a:solidFill>
                  <a:srgbClr val="000000"/>
                </a:solidFill>
                <a:latin typeface="Arial"/>
              </a:rPr>
              <a:t>Слежение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за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присутствием</a:t>
            </a:r>
            <a:r>
              <a:rPr sz="900" dirty="0">
                <a:solidFill>
                  <a:srgbClr val="000000"/>
                </a:solidFill>
                <a:latin typeface="Arial"/>
              </a:rPr>
              <a:t>
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всех</a:t>
            </a:r>
            <a:r>
              <a:rPr sz="900" dirty="0">
                <a:solidFill>
                  <a:srgbClr val="000000"/>
                </a:solidFill>
                <a:latin typeface="Arial"/>
              </a:rPr>
              <a:t> </a:t>
            </a:r>
            <a:r>
              <a:rPr sz="900" dirty="0" err="1">
                <a:solidFill>
                  <a:srgbClr val="000000"/>
                </a:solidFill>
                <a:latin typeface="Arial"/>
              </a:rPr>
              <a:t>обязательных</a:t>
            </a:r>
            <a:r>
              <a:rPr sz="900" dirty="0">
                <a:solidFill>
                  <a:srgbClr val="000000"/>
                </a:solidFill>
                <a:latin typeface="Arial"/>
              </a:rPr>
              <a:t> SKU</a:t>
            </a:r>
          </a:p>
        </p:txBody>
      </p:sp>
      <p:sp>
        <p:nvSpPr>
          <p:cNvPr id="67" name="Rounded Rectangle 28"/>
          <p:cNvSpPr/>
          <p:nvPr/>
        </p:nvSpPr>
        <p:spPr>
          <a:xfrm>
            <a:off x="1116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26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🎓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Обучение ТП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Тренинги по продукту,
продажам, TCO</a:t>
            </a:r>
          </a:p>
        </p:txBody>
      </p:sp>
      <p:sp>
        <p:nvSpPr>
          <p:cNvPr id="69" name="Rounded Rectangle 30"/>
          <p:cNvSpPr/>
          <p:nvPr/>
        </p:nvSpPr>
        <p:spPr>
          <a:xfrm>
            <a:off x="13681950" y="7083000"/>
            <a:ext cx="2268000" cy="162000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3789950" y="7191000"/>
            <a:ext cx="2052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latin typeface="Arial"/>
              </a:rPr>
              <a:t>📍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313131"/>
                </a:solidFill>
                <a:latin typeface="Arial"/>
              </a:rPr>
              <a:t>Выкладка и POS</a:t>
            </a:r>
          </a:p>
          <a:p>
            <a:pPr algn="ctr">
              <a:spcBef>
                <a:spcPts val="4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Контроль полки,
установка POS-материалов</a:t>
            </a:r>
          </a:p>
        </p:txBody>
      </p:sp>
    </p:spTree>
    <p:extLst>
      <p:ext uri="{BB962C8B-B14F-4D97-AF65-F5344CB8AC3E}">
        <p14:creationId xmlns:p14="http://schemas.microsoft.com/office/powerpoint/2010/main" val="244843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288000"/>
            <a:ext cx="1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313131"/>
                </a:solidFill>
                <a:latin typeface="Arial"/>
              </a:rPr>
              <a:t>ТРЕЙД-МАРКЕТИНГ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648000"/>
            <a:ext cx="234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756000"/>
            <a:ext cx="16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6B7280"/>
                </a:solidFill>
                <a:latin typeface="Arial"/>
              </a:rPr>
              <a:t>2% от оборота — на совместное продвижение. Мы инвестируем в ваши продажи.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260000"/>
            <a:ext cx="3780000" cy="3060000"/>
          </a:xfrm>
          <a:prstGeom prst="round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620000"/>
            <a:ext cx="342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1">
                <a:solidFill>
                  <a:srgbClr val="F47629"/>
                </a:solidFill>
                <a:latin typeface="Arial"/>
              </a:rPr>
              <a:t>2%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Arial"/>
              </a:rPr>
              <a:t>от оборота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060000"/>
            <a:ext cx="34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Эмпилс выделяет на трейд-маркетинг дистрибьютора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F47629"/>
                </a:solidFill>
                <a:latin typeface="Arial"/>
              </a:rPr>
              <a:t>230 ₽/кг — зарабатываем вместе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0" y="1152000"/>
            <a:ext cx="12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629"/>
                </a:solidFill>
                <a:latin typeface="Arial"/>
              </a:rPr>
              <a:t>НАПРАВЛЕНИЯ ПОДДЕРЖКИ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0" y="1440000"/>
            <a:ext cx="2592000" cy="216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2000" y="151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🎁  Акции «Подарок за покупку»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2000" y="198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2000" y="208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При закупке объёма — бонусные банки бесплатно. Стимулирует увеличение заказа.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0000" y="1440000"/>
            <a:ext cx="2592000" cy="216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000" y="151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💰  Ретробонусы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000" y="198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000" y="208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Возврат части средств за выполнение плана закупок по итогам периода.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80000" y="1440000"/>
            <a:ext cx="2592000" cy="216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52000" y="151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🏷️  Спеццены и скидки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52000" y="198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2000" y="208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Сезонные акции на ключевые SKU. Индивидуальные ценовые предложения.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780000" y="1440000"/>
            <a:ext cx="2592000" cy="216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52000" y="151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📍  POS-материалы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52000" y="198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52000" y="208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Шелфтокеры, воблеры, ценникодержатели, планограммы, баннеры — бесплатно.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80000" y="1440000"/>
            <a:ext cx="2592000" cy="2160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52000" y="151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🎓  Обучение и мотивация ТП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52000" y="198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52000" y="208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Тренинги по продукту, TCO, технике продаж. Мотивация ТП дистрибьютора.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0000" y="3780000"/>
            <a:ext cx="2592000" cy="21600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2000" y="385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📺  Контент и digital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2000" y="432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2000" y="442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Материалы для соцсетей, видеоинструкции, фото выкрасов. Поддержка интернет-магазина.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80000" y="3780000"/>
            <a:ext cx="2592000" cy="2160000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000" y="385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🏆  Мотивация ТП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000" y="432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000" y="442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Конкурсы и премии для ТП дистрибьютора за активные продажи. Призы, бонусы за KPI.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80000" y="3780000"/>
            <a:ext cx="2592000" cy="2160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2000" y="385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🏪  Мотивация розницы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52000" y="432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52000" y="442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Программы лояльности для РТТ: накопительные бонусы, призы за выкладку, рейтинги.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780000" y="3780000"/>
            <a:ext cx="2592000" cy="2160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52000" y="385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🟡  «Жёлтый ценник»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52000" y="432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52000" y="442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Снижение цены на полке на ключевые SKU. Сезонное ценовое продвижение.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480000" y="3780000"/>
            <a:ext cx="2592000" cy="216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552000" y="3852000"/>
            <a:ext cx="24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13131"/>
                </a:solidFill>
                <a:latin typeface="Arial"/>
              </a:rPr>
              <a:t>🚐  Брендирование и реклама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52000" y="4320000"/>
            <a:ext cx="900000" cy="144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52000" y="4428000"/>
            <a:ext cx="2448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>
                <a:solidFill>
                  <a:srgbClr val="000000"/>
                </a:solidFill>
                <a:latin typeface="Arial"/>
              </a:rPr>
              <a:t>Брендирование машин, входных групп в РТТ, баннерная реклама. Узнаваемость.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9720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0000" y="9792000"/>
            <a:ext cx="162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2% от оборота — ваш бюджет на рост. </a:t>
            </a:r>
            <a:r>
              <a:rPr sz="1100" b="1">
                <a:solidFill>
                  <a:srgbClr val="F47629"/>
                </a:solidFill>
                <a:latin typeface="Arial"/>
              </a:rPr>
              <a:t>Мы не просто поставляем продукт — мы инвестируем в ваши продажи.</a:t>
            </a:r>
          </a:p>
        </p:txBody>
      </p:sp>
    </p:spTree>
    <p:extLst>
      <p:ext uri="{BB962C8B-B14F-4D97-AF65-F5344CB8AC3E}">
        <p14:creationId xmlns:p14="http://schemas.microsoft.com/office/powerpoint/2010/main" val="2299436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E:\Реклама\Presentation\2026 Обучающие\DSC_0854-1.png">
            <a:extLst>
              <a:ext uri="{FF2B5EF4-FFF2-40B4-BE49-F238E27FC236}">
                <a16:creationId xmlns="" xmlns:a16="http://schemas.microsoft.com/office/drawing/2014/main" id="{6D935E32-797F-47FC-8991-D08BF7B9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6" b="9482"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1">
            <a:extLst>
              <a:ext uri="{FF2B5EF4-FFF2-40B4-BE49-F238E27FC236}">
                <a16:creationId xmlns="" xmlns:a16="http://schemas.microsoft.com/office/drawing/2014/main" id="{6BBFF896-26AD-4E7E-9F09-FD93B40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0575" y="5514975"/>
            <a:ext cx="3527425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892" name="Rectangle 1">
            <a:extLst>
              <a:ext uri="{FF2B5EF4-FFF2-40B4-BE49-F238E27FC236}">
                <a16:creationId xmlns="" xmlns:a16="http://schemas.microsoft.com/office/drawing/2014/main" id="{94D09A7D-E951-4C40-8586-3115E5F8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514975"/>
            <a:ext cx="12580938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" name="H1">
            <a:extLst>
              <a:ext uri="{FF2B5EF4-FFF2-40B4-BE49-F238E27FC236}">
                <a16:creationId xmlns="" xmlns:a16="http://schemas.microsoft.com/office/drawing/2014/main" id="{432E0554-34D6-4FBB-B986-1371E0B68EC7}"/>
              </a:ext>
            </a:extLst>
          </p:cNvPr>
          <p:cNvSpPr/>
          <p:nvPr/>
        </p:nvSpPr>
        <p:spPr>
          <a:xfrm>
            <a:off x="1685925" y="6510338"/>
            <a:ext cx="11841163" cy="10287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200" b="1" kern="0" spc="360" dirty="0">
                <a:solidFill>
                  <a:srgbClr val="FFFFFF"/>
                </a:solidFill>
                <a:latin typeface="Proxima Nova Rg" panose="02000506030000020004" pitchFamily="2" charset="0"/>
                <a:ea typeface="Proxima Nova Bold" pitchFamily="34" charset="-122"/>
                <a:cs typeface="Proxima Nova Bold" pitchFamily="34" charset="-120"/>
              </a:rPr>
              <a:t>СПАСИБО ЗА ВНИМАНИЕ</a:t>
            </a:r>
          </a:p>
        </p:txBody>
      </p:sp>
      <p:sp>
        <p:nvSpPr>
          <p:cNvPr id="6" name="H1">
            <a:extLst>
              <a:ext uri="{FF2B5EF4-FFF2-40B4-BE49-F238E27FC236}">
                <a16:creationId xmlns="" xmlns:a16="http://schemas.microsoft.com/office/drawing/2014/main" id="{D8AFD22F-0913-4454-827B-30428CD1F67E}"/>
              </a:ext>
            </a:extLst>
          </p:cNvPr>
          <p:cNvSpPr/>
          <p:nvPr/>
        </p:nvSpPr>
        <p:spPr>
          <a:xfrm>
            <a:off x="15414625" y="9324975"/>
            <a:ext cx="1204913" cy="304800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algn="r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kern="0" spc="-75" dirty="0">
                <a:solidFill>
                  <a:schemeClr val="bg1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2026</a:t>
            </a:r>
            <a:endParaRPr lang="en-US" sz="2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pic>
        <p:nvPicPr>
          <p:cNvPr id="37895" name="Picture 3" descr="E:\Реклама\Presentation\2026 Обучающие\qr white_Монтажная область 1.png">
            <a:extLst>
              <a:ext uri="{FF2B5EF4-FFF2-40B4-BE49-F238E27FC236}">
                <a16:creationId xmlns="" xmlns:a16="http://schemas.microsoft.com/office/drawing/2014/main" id="{CD44E07F-D5D4-4143-9F59-DBA013B0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0913" y="5776913"/>
            <a:ext cx="201771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</TotalTime>
  <Words>1350</Words>
  <Application>Microsoft Office PowerPoint</Application>
  <PresentationFormat>Произвольный</PresentationFormat>
  <Paragraphs>307</Paragraphs>
  <Slides>20</Slides>
  <Notes>16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7" baseType="lpstr">
      <vt:lpstr>Arial</vt:lpstr>
      <vt:lpstr>Proxima Nova Semibold</vt:lpstr>
      <vt:lpstr>Calibri</vt:lpstr>
      <vt:lpstr>Proxima Nova Bold</vt:lpstr>
      <vt:lpstr>Roboto</vt:lpstr>
      <vt:lpstr>Gilroy ExtraBold</vt:lpstr>
      <vt:lpstr>Proxima Nova Rg</vt:lpstr>
      <vt:lpstr>Calibri Light</vt:lpstr>
      <vt:lpstr>Inter Extra Bold</vt:lpstr>
      <vt:lpstr>Proxima Nova Lt</vt:lpstr>
      <vt:lpstr>Livvic</vt:lpstr>
      <vt:lpstr>Livvic Light</vt:lpstr>
      <vt:lpstr>Inter Bold</vt:lpstr>
      <vt:lpstr>Proxima Nova Regular</vt:lpstr>
      <vt:lpstr>Inter Regular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ПРОДУКЦИЯ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186</cp:revision>
  <dcterms:created xsi:type="dcterms:W3CDTF">2026-04-13T22:25:45Z</dcterms:created>
  <dcterms:modified xsi:type="dcterms:W3CDTF">2026-08-05T13:06:15Z</dcterms:modified>
</cp:coreProperties>
</file>