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61" r:id="rId2"/>
    <p:sldId id="260" r:id="rId3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C9D4C-8084-49BD-9DF3-853E6468EF78}" type="datetimeFigureOut">
              <a:rPr lang="ru-RU" smtClean="0"/>
              <a:t>04.08.2026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0B89-9E3E-4D18-9FD1-C1328E946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7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rPr dirty="0"/>
              <a:t>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988" y="1774443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Входная</a:t>
            </a:r>
            <a:r>
              <a:rPr dirty="0"/>
              <a:t> </a:t>
            </a:r>
            <a:r>
              <a:rPr dirty="0" err="1"/>
              <a:t>дверь</a:t>
            </a:r>
            <a:r>
              <a:rPr dirty="0"/>
              <a:t> в </a:t>
            </a:r>
            <a:r>
              <a:rPr dirty="0" err="1"/>
              <a:t>дом</a:t>
            </a:r>
            <a:r>
              <a:rPr dirty="0"/>
              <a:t> / </a:t>
            </a:r>
            <a:r>
              <a:rPr dirty="0" err="1"/>
              <a:t>квартиру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065905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1816" y="2062444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816" y="2080444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t>960 × 2050 мм (стандарт ГОСТ 31173-2003)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5815" y="2062444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03816" y="2080444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t>Площадь: 4.4 м²  |  4.4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816" y="2494444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816" y="2674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816" y="2854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190₽/цикл  |  Работа: 970₽/цикл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3816" y="2728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83816" y="2728444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1816" y="2710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4,640₽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816" y="3250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816" y="3430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336₽/цикл  |  Работа: 1,220₽/цикл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3816" y="3304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83816" y="3304444"/>
            <a:ext cx="3742448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91816" y="3286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3,112₽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816" y="3826444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1816" y="4006444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990₽/цикл  |  Работа: 620₽/цикл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83816" y="3880444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83816" y="3880444"/>
            <a:ext cx="1936163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27979" y="3862444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1,610₽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36050" y="1220516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36050" y="1256516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6050" y="1508516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t>3,030₽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6050" y="1976515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65%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816" y="4582443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1816" y="4636443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3,030₽ (65%)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6209905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ДВЕРЬ ВХОДНАЯ МЕТАЛЛИЧЕСКАЯ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943773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Входная</a:t>
            </a:r>
            <a:r>
              <a:rPr dirty="0"/>
              <a:t> </a:t>
            </a:r>
            <a:r>
              <a:rPr dirty="0" err="1"/>
              <a:t>дверь</a:t>
            </a:r>
            <a:r>
              <a:rPr dirty="0"/>
              <a:t> в </a:t>
            </a:r>
            <a:r>
              <a:rPr dirty="0" err="1"/>
              <a:t>дом</a:t>
            </a:r>
            <a:r>
              <a:rPr dirty="0"/>
              <a:t> / </a:t>
            </a:r>
            <a:r>
              <a:rPr dirty="0" err="1"/>
              <a:t>квартиру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5984984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8000" y="1290072"/>
            <a:ext cx="5040000" cy="57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6000" y="1326072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Объект: Входная дверь в дом / квартиру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Размеры: 960 × 2050 мм (стандарт ГОСТ 31173-2003)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t>Площадь окраски: 0.9×2.05×2 стороны + рама + торцы ≈ 4.4 м² = 4.4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606168"/>
              </p:ext>
            </p:extLst>
          </p:nvPr>
        </p:nvGraphicFramePr>
        <p:xfrm>
          <a:off x="328460" y="1994716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1.5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1.1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336₽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990₽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970₽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1,220₽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620₽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4,640₽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3,112₽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rPr dirty="0"/>
                        <a:t>1,610₽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6252" y="1780249"/>
            <a:ext cx="4500000" cy="1217434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7884" y="1916026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rPr dirty="0"/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/>
              <a:t>TITAN 3в1 </a:t>
            </a:r>
            <a:r>
              <a:rPr dirty="0" err="1"/>
              <a:t>экономит</a:t>
            </a:r>
            <a:r>
              <a:rPr dirty="0"/>
              <a:t> 3,030₽ </a:t>
            </a:r>
            <a:r>
              <a:rPr dirty="0" err="1"/>
              <a:t>за</a:t>
            </a:r>
            <a:r>
              <a:rPr dirty="0"/>
              <a:t> 10 </a:t>
            </a:r>
            <a:r>
              <a:rPr dirty="0" err="1"/>
              <a:t>лет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/>
              <a:t>(65% </a:t>
            </a:r>
            <a:r>
              <a:rPr dirty="0" err="1"/>
              <a:t>дешевле</a:t>
            </a:r>
            <a:r>
              <a:rPr dirty="0"/>
              <a:t>) — </a:t>
            </a:r>
            <a:r>
              <a:rPr dirty="0" err="1"/>
              <a:t>красите</a:t>
            </a:r>
            <a:r>
              <a:rPr dirty="0"/>
              <a:t> 1 </a:t>
            </a:r>
            <a:r>
              <a:rPr dirty="0" err="1"/>
              <a:t>раз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Почему</a:t>
            </a:r>
            <a:r>
              <a:rPr dirty="0"/>
              <a:t>: </a:t>
            </a:r>
            <a:r>
              <a:rPr dirty="0" err="1"/>
              <a:t>срок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 10 </a:t>
            </a:r>
            <a:r>
              <a:rPr dirty="0" err="1"/>
              <a:t>лет</a:t>
            </a:r>
            <a:r>
              <a:rPr dirty="0"/>
              <a:t> </a:t>
            </a:r>
            <a:r>
              <a:rPr dirty="0" err="1"/>
              <a:t>vs</a:t>
            </a:r>
            <a:r>
              <a:rPr dirty="0"/>
              <a:t> 2-5 </a:t>
            </a:r>
            <a:r>
              <a:rPr dirty="0" err="1"/>
              <a:t>лет</a:t>
            </a:r>
            <a:r>
              <a:rPr dirty="0"/>
              <a:t>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грунтовка</a:t>
            </a:r>
            <a:r>
              <a:rPr dirty="0"/>
              <a:t>, </a:t>
            </a:r>
            <a:r>
              <a:rPr dirty="0" err="1"/>
              <a:t>наносится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6252" y="3105683"/>
            <a:ext cx="4500000" cy="1288292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028" y="3177683"/>
            <a:ext cx="4320224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цикл</a:t>
            </a:r>
            <a:r>
              <a:rPr dirty="0"/>
              <a:t>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Подготовка</a:t>
            </a:r>
            <a:r>
              <a:rPr dirty="0"/>
              <a:t>: </a:t>
            </a:r>
            <a:r>
              <a:rPr dirty="0" err="1"/>
              <a:t>зачистка</a:t>
            </a:r>
            <a:r>
              <a:rPr dirty="0"/>
              <a:t>, </a:t>
            </a:r>
            <a:r>
              <a:rPr dirty="0" err="1"/>
              <a:t>обезжиривание</a:t>
            </a:r>
            <a:r>
              <a:rPr dirty="0"/>
              <a:t>, </a:t>
            </a:r>
            <a:r>
              <a:rPr dirty="0" err="1"/>
              <a:t>грунтование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rPr dirty="0"/>
              <a:t>  </a:t>
            </a:r>
            <a:r>
              <a:rPr dirty="0" err="1"/>
              <a:t>Покраска</a:t>
            </a:r>
            <a:r>
              <a:rPr dirty="0"/>
              <a:t>: ~50₽/м² × 4.4 м² = 220₽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/>
              <a:t>TITAN: </a:t>
            </a:r>
            <a:r>
              <a:rPr dirty="0" err="1"/>
              <a:t>подготовка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 —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нужно</a:t>
            </a:r>
            <a:endParaRPr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rPr dirty="0" err="1"/>
              <a:t>грунтовать</a:t>
            </a:r>
            <a:r>
              <a:rPr dirty="0"/>
              <a:t>,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наносить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ржавчину</a:t>
            </a:r>
            <a:r>
              <a:rPr dirty="0"/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128984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t>* Цена TITAN: 765₽/0.75л, 1 720₽/2л, 5 720₽/8.5л (Все Инструменты,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472</Words>
  <Application>Microsoft Office PowerPoint</Application>
  <PresentationFormat>Произвольный</PresentationFormat>
  <Paragraphs>86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6</cp:revision>
  <cp:lastPrinted>2026-06-22T11:48:34Z</cp:lastPrinted>
  <dcterms:created xsi:type="dcterms:W3CDTF">2013-01-27T09:14:16Z</dcterms:created>
  <dcterms:modified xsi:type="dcterms:W3CDTF">2026-08-04T10:41:45Z</dcterms:modified>
  <cp:category/>
</cp:coreProperties>
</file>