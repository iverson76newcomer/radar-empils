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57" r:id="rId2"/>
    <p:sldId id="256" r:id="rId3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C9D4C-8084-49BD-9DF3-853E6468EF78}" type="datetimeFigureOut">
              <a:rPr lang="ru-RU" smtClean="0"/>
              <a:t>04.08.2026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0B89-9E3E-4D18-9FD1-C1328E946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7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18" y="1699295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Ворота распашные металлические (дача / гараж / дом)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52783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1818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3.5 × 2.0 м (стандарт по СНиП 2.07.01-89)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5817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16 м²  |  16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818" y="2419296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818" y="2599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818" y="2779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665₽/цикл  |  Работа: 2,800₽/цикл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1818" y="2635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13,860₽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818" y="3175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818" y="3355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1,232₽/цикл  |  Работа: 3,800₽/цикл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3818" y="3229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3818" y="3229296"/>
            <a:ext cx="4051740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1818" y="3211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10,064₽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818" y="3751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818" y="3931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3,520₽/цикл  |  Работа: 1,800₽/цикл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3818" y="3805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63818" y="3805296"/>
            <a:ext cx="2141818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13636" y="3787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5,320₽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7564" y="1120142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7564" y="1211338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7564" y="1463338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rPr dirty="0"/>
              <a:t>8,540₽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7564" y="1931337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rPr dirty="0"/>
              <a:t>61% </a:t>
            </a:r>
            <a:r>
              <a:rPr dirty="0" err="1"/>
              <a:t>экономии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251818" y="4507295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818" y="4561295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8,540₽ (61%)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20" y="6282733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94096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Ворота</a:t>
            </a:r>
            <a:r>
              <a:rPr dirty="0"/>
              <a:t> </a:t>
            </a:r>
            <a:r>
              <a:rPr dirty="0" err="1"/>
              <a:t>распашные</a:t>
            </a:r>
            <a:r>
              <a:rPr dirty="0"/>
              <a:t> </a:t>
            </a:r>
            <a:r>
              <a:rPr dirty="0" err="1"/>
              <a:t>металлические</a:t>
            </a:r>
            <a:r>
              <a:rPr dirty="0"/>
              <a:t> (</a:t>
            </a:r>
            <a:r>
              <a:rPr dirty="0" err="1"/>
              <a:t>дача</a:t>
            </a:r>
            <a:r>
              <a:rPr dirty="0"/>
              <a:t> / </a:t>
            </a:r>
            <a:r>
              <a:rPr dirty="0" err="1"/>
              <a:t>гараж</a:t>
            </a:r>
            <a:r>
              <a:rPr dirty="0"/>
              <a:t> / </a:t>
            </a:r>
            <a:r>
              <a:rPr dirty="0" err="1"/>
              <a:t>дом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84" y="5912156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000" y="1654278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690278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Ворота распашные металлические (дача / гараж / дом)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3.5 × 2.0 м (стандарт по СНиП 2.07.01-89)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3.5 × 2.0 × 2 стороны + стойки ≈ 16 м² = 16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80955"/>
              </p:ext>
            </p:extLst>
          </p:nvPr>
        </p:nvGraphicFramePr>
        <p:xfrm>
          <a:off x="231355" y="2505378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rPr dirty="0" err="1"/>
                        <a:t>Параметр</a:t>
                      </a:r>
                      <a:endParaRPr dirty="0"/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4.2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5.3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665₽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1,232₽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3,520₽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1,800₽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13,860₽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10,064₽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rPr dirty="0"/>
                        <a:t>5,320₽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01724" y="2644498"/>
            <a:ext cx="4500000" cy="1201315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7264" y="2744787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rPr dirty="0"/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/>
              <a:t>TITAN 3в1 </a:t>
            </a:r>
            <a:r>
              <a:rPr dirty="0" err="1"/>
              <a:t>экономит</a:t>
            </a:r>
            <a:r>
              <a:rPr dirty="0"/>
              <a:t> 8,540₽ </a:t>
            </a:r>
            <a:r>
              <a:rPr dirty="0" err="1"/>
              <a:t>за</a:t>
            </a:r>
            <a:r>
              <a:rPr dirty="0"/>
              <a:t> 10 </a:t>
            </a:r>
            <a:r>
              <a:rPr dirty="0" err="1"/>
              <a:t>лет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/>
              <a:t>(61% </a:t>
            </a:r>
            <a:r>
              <a:rPr dirty="0" err="1"/>
              <a:t>дешевле</a:t>
            </a:r>
            <a:r>
              <a:rPr dirty="0"/>
              <a:t>) — </a:t>
            </a:r>
            <a:r>
              <a:rPr dirty="0" err="1"/>
              <a:t>красите</a:t>
            </a:r>
            <a:r>
              <a:rPr dirty="0"/>
              <a:t> 1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Почему</a:t>
            </a:r>
            <a:r>
              <a:rPr dirty="0"/>
              <a:t>: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2-5 </a:t>
            </a:r>
            <a:r>
              <a:rPr dirty="0" err="1"/>
              <a:t>лет</a:t>
            </a:r>
            <a:r>
              <a:rPr dirty="0"/>
              <a:t>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грунтовка</a:t>
            </a:r>
            <a:r>
              <a:rPr dirty="0"/>
              <a:t>, </a:t>
            </a:r>
            <a:r>
              <a:rPr dirty="0" err="1"/>
              <a:t>наносится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01724" y="3953813"/>
            <a:ext cx="4500000" cy="1199215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1448" y="4041998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цикл</a:t>
            </a:r>
            <a:r>
              <a:rPr dirty="0"/>
              <a:t>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Подготовка</a:t>
            </a:r>
            <a:r>
              <a:rPr dirty="0"/>
              <a:t>: </a:t>
            </a:r>
            <a:r>
              <a:rPr dirty="0" err="1"/>
              <a:t>зачистка</a:t>
            </a:r>
            <a:r>
              <a:rPr dirty="0"/>
              <a:t>, </a:t>
            </a:r>
            <a:r>
              <a:rPr dirty="0" err="1"/>
              <a:t>обезжиривание</a:t>
            </a:r>
            <a:r>
              <a:rPr dirty="0"/>
              <a:t>, </a:t>
            </a:r>
            <a:r>
              <a:rPr dirty="0" err="1"/>
              <a:t>грунтование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Покраска</a:t>
            </a:r>
            <a:r>
              <a:rPr dirty="0"/>
              <a:t>: ~50₽/м² × 16 м² = 800₽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/>
              <a:t>TITAN: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 err="1"/>
              <a:t>грунтовать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наносить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r>
              <a:rPr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064248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486</Words>
  <Application>Microsoft Office PowerPoint</Application>
  <PresentationFormat>Произвольный</PresentationFormat>
  <Paragraphs>86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6</cp:revision>
  <cp:lastPrinted>2026-06-22T11:48:34Z</cp:lastPrinted>
  <dcterms:created xsi:type="dcterms:W3CDTF">2013-01-27T09:14:16Z</dcterms:created>
  <dcterms:modified xsi:type="dcterms:W3CDTF">2026-08-04T10:55:42Z</dcterms:modified>
  <cp:category/>
</cp:coreProperties>
</file>