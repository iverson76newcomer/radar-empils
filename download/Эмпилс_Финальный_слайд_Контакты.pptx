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011680" cy="550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502920"/>
            <a:ext cx="1828800" cy="4572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2000" b="1">
                <a:solidFill>
                  <a:srgbClr val="F47629"/>
                </a:solidFill>
                <a:latin typeface="Calibr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5400" b="1">
                <a:solidFill>
                  <a:srgbClr val="313131"/>
                </a:solidFill>
                <a:latin typeface="Calibri"/>
              </a:rPr>
              <a:t>СТАНЬ ПАРТНЁРОМ ЭМПИЛС</a:t>
            </a:r>
          </a:p>
          <a:p>
            <a:pPr algn="l">
              <a:spcBef>
                <a:spcPts val="800"/>
              </a:spcBef>
            </a:pPr>
            <a:r>
              <a:rPr sz="2000" i="1">
                <a:solidFill>
                  <a:srgbClr val="6B6B6B"/>
                </a:solidFill>
                <a:latin typeface="Calibri"/>
              </a:rPr>
              <a:t>Развивайте бизнес вместе с надёжным производителем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645920" cy="508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5303520" cy="2926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00" b="1">
                <a:solidFill>
                  <a:srgbClr val="F47629"/>
                </a:solidFill>
                <a:latin typeface="Calibri"/>
              </a:rPr>
              <a:t>▸  </a:t>
            </a:r>
            <a:r>
              <a:rPr sz="1500" b="1">
                <a:solidFill>
                  <a:srgbClr val="313131"/>
                </a:solidFill>
                <a:latin typeface="Calibri"/>
              </a:rPr>
              <a:t>11 брендов</a:t>
            </a:r>
            <a:r>
              <a:rPr sz="1300">
                <a:solidFill>
                  <a:srgbClr val="6B6B6B"/>
                </a:solidFill>
                <a:latin typeface="Calibri"/>
              </a:rPr>
              <a:t>  —  от эконома до премиума — полный спектр ЛКМ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F47629"/>
                </a:solidFill>
                <a:latin typeface="Calibri"/>
              </a:rPr>
              <a:t>▸  </a:t>
            </a:r>
            <a:r>
              <a:rPr sz="1500" b="1">
                <a:solidFill>
                  <a:srgbClr val="313131"/>
                </a:solidFill>
                <a:latin typeface="Calibri"/>
              </a:rPr>
              <a:t>2% от оборота</a:t>
            </a:r>
            <a:r>
              <a:rPr sz="1300">
                <a:solidFill>
                  <a:srgbClr val="6B6B6B"/>
                </a:solidFill>
                <a:latin typeface="Calibri"/>
              </a:rPr>
              <a:t>  —  трейд-маркетинговая поддержка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F47629"/>
                </a:solidFill>
                <a:latin typeface="Calibri"/>
              </a:rPr>
              <a:t>▸  </a:t>
            </a:r>
            <a:r>
              <a:rPr sz="1500" b="1">
                <a:solidFill>
                  <a:srgbClr val="313131"/>
                </a:solidFill>
                <a:latin typeface="Calibri"/>
              </a:rPr>
              <a:t>39,3 тыс. тонн</a:t>
            </a:r>
            <a:r>
              <a:rPr sz="1300">
                <a:solidFill>
                  <a:srgbClr val="6B6B6B"/>
                </a:solidFill>
                <a:latin typeface="Calibri"/>
              </a:rPr>
              <a:t>  —  производственная мощность в год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F47629"/>
                </a:solidFill>
                <a:latin typeface="Calibri"/>
              </a:rPr>
              <a:t>▸  </a:t>
            </a:r>
            <a:r>
              <a:rPr sz="1500" b="1">
                <a:solidFill>
                  <a:srgbClr val="313131"/>
                </a:solidFill>
                <a:latin typeface="Calibri"/>
              </a:rPr>
              <a:t>&gt;100 дистрибьюторов</a:t>
            </a:r>
            <a:r>
              <a:rPr sz="1300">
                <a:solidFill>
                  <a:srgbClr val="6B6B6B"/>
                </a:solidFill>
                <a:latin typeface="Calibri"/>
              </a:rPr>
              <a:t>  —  уже работают с нами в РФ и СНГ</a:t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F47629"/>
                </a:solidFill>
                <a:latin typeface="Calibri"/>
              </a:rPr>
              <a:t>▸  </a:t>
            </a:r>
            <a:r>
              <a:rPr sz="1500" b="1">
                <a:solidFill>
                  <a:srgbClr val="313131"/>
                </a:solidFill>
                <a:latin typeface="Calibri"/>
              </a:rPr>
              <a:t>Команда ЭТП</a:t>
            </a:r>
            <a:r>
              <a:rPr sz="1300">
                <a:solidFill>
                  <a:srgbClr val="6B6B6B"/>
                </a:solidFill>
                <a:latin typeface="Calibri"/>
              </a:rPr>
              <a:t>  —  120 РТТ на 1 представителя в 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474720"/>
            <a:ext cx="19050" cy="27432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5029200" cy="4572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300" b="1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93192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3200" bIns="203200" lIns="254000" rIns="254000" wrap="square"/>
          <a:lstStyle/>
          <a:p>
            <a:pPr algn="l"/>
            <a:r>
              <a:rPr sz="1100" b="1">
                <a:solidFill>
                  <a:srgbClr val="F47629"/>
                </a:solidFill>
                <a:latin typeface="Calibri"/>
              </a:rPr>
              <a:t>ВАШ МЕНЕДЖЕР:  </a:t>
            </a:r>
            <a:r>
              <a:rPr sz="1300" b="0">
                <a:solidFill>
                  <a:srgbClr val="6B6B6B"/>
                </a:solidFill>
                <a:latin typeface="Calibri"/>
              </a:rPr>
              <a:t>____________________________</a:t>
            </a:r>
          </a:p>
          <a:p>
            <a:pPr algn="l">
              <a:spcBef>
                <a:spcPts val="1400"/>
              </a:spcBef>
            </a:pPr>
            <a:r>
              <a:rPr sz="1100" b="1">
                <a:solidFill>
                  <a:srgbClr val="F47629"/>
                </a:solidFill>
                <a:latin typeface="Calibri"/>
              </a:rPr>
              <a:t>ТЕЛЕФОН:  </a:t>
            </a:r>
            <a:r>
              <a:rPr sz="1800" b="1">
                <a:solidFill>
                  <a:srgbClr val="E8E8E8"/>
                </a:solidFill>
                <a:latin typeface="Calibri"/>
              </a:rPr>
              <a:t>+7 (___) ___-__-__</a:t>
            </a:r>
          </a:p>
          <a:p>
            <a:pPr algn="l">
              <a:spcBef>
                <a:spcPts val="200"/>
              </a:spcBef>
            </a:pPr>
            <a:r>
              <a:rPr sz="900" i="1">
                <a:solidFill>
                  <a:srgbClr val="F47629"/>
                </a:solidFill>
                <a:latin typeface="Calibri"/>
              </a:rPr>
              <a:t>  ← впишите ваш номер перед отправкой / распечаткой</a:t>
            </a:r>
          </a:p>
          <a:p>
            <a:pPr algn="l">
              <a:spcBef>
                <a:spcPts val="1000"/>
              </a:spcBef>
            </a:pPr>
            <a:r>
              <a:rPr sz="1100" b="1">
                <a:solidFill>
                  <a:srgbClr val="F47629"/>
                </a:solidFill>
                <a:latin typeface="Calibri"/>
              </a:rPr>
              <a:t>EMAIL:    </a:t>
            </a:r>
            <a:r>
              <a:rPr sz="1400" b="0">
                <a:solidFill>
                  <a:srgbClr val="313131"/>
                </a:solidFill>
                <a:latin typeface="Calibri"/>
              </a:rPr>
              <a:t>info@empils.ru</a:t>
            </a:r>
          </a:p>
          <a:p>
            <a:pPr algn="l">
              <a:spcBef>
                <a:spcPts val="1000"/>
              </a:spcBef>
            </a:pPr>
            <a:r>
              <a:rPr sz="1100" b="1">
                <a:solidFill>
                  <a:srgbClr val="F47629"/>
                </a:solidFill>
                <a:latin typeface="Calibri"/>
              </a:rPr>
              <a:t>САЙТ:    </a:t>
            </a:r>
            <a:r>
              <a:rPr sz="1400" b="0">
                <a:solidFill>
                  <a:srgbClr val="313131"/>
                </a:solidFill>
                <a:latin typeface="Calibri"/>
              </a:rPr>
              <a:t>www.empils.ru</a:t>
            </a:r>
          </a:p>
          <a:p>
            <a:pPr algn="l">
              <a:spcBef>
                <a:spcPts val="1000"/>
              </a:spcBef>
            </a:pPr>
            <a:r>
              <a:rPr sz="1100" b="1">
                <a:solidFill>
                  <a:srgbClr val="F47629"/>
                </a:solidFill>
                <a:latin typeface="Calibri"/>
              </a:rPr>
              <a:t>АДРЕС:    </a:t>
            </a:r>
            <a:r>
              <a:rPr sz="1300" b="0">
                <a:solidFill>
                  <a:srgbClr val="313131"/>
                </a:solidFill>
                <a:latin typeface="Calibri"/>
              </a:rPr>
              <a:t>г. Ростов-на-Дону, ул. Ленина, 158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230 ₽/кг — зарабатываем вместе  ·  ЗАО «Эмпилс»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