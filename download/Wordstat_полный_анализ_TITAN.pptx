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брендов грунт-эмалей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Сумма 7 одинаковых запросов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1945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Сумма 7 запросов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22x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</a:rPr>
                        <a:t>0.8x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2651760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Dali (37x)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011680"/>
            <a:ext cx="157003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319" y="2011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Престиж (22x)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468880"/>
            <a:ext cx="99430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9589" y="2468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Elcon (14x)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926080"/>
            <a:ext cx="90419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9475" y="2926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Лакра (13x)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383280"/>
            <a:ext cx="283158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438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Husky (4x)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840480"/>
            <a:ext cx="224834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0114" y="3840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Новбытхим (3x)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297680"/>
            <a:ext cx="119451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731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Metallista (2x)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754880"/>
            <a:ext cx="7159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6870" y="4754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TITAN (1x)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5932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4605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Correx (0.8x)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280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Arial"/>
              </a:rPr>
              <a:t>Сумма 7 запросов (показов/мес)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одинаковый пул из 7 запросов (бренд + краска / грунт-эмаль / 3 в 1 / по металлу / по ржавчине / молотковая / быстросохнущая) для каждого из 9 брендов. Сумма показов по всем 7 запросам = итоговый рейтинг.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Матрица: бренд × тип запроса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Показов в месяц | Тепловая карта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17 998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2 762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3 102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1 708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1 915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6 584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4 090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2 876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2 675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1 243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12 027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2 138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1 533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4 372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1 596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9 брендов × 7 типов запросов = 63 запроса к API. Тепловая карта: ячейки окрашены по интенсивности — от белого (0 показов) к оранжевому и красному (максимальные значения).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TITAN vs Dali — по 7 типам запросов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Сравнение по каждому типу запроса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Тип запроса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Dali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24x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108x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62x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сравнение TITAN и Dali по каждому из 7 типов запросов individually. Коэффициент = показы Dali / показы TITAN.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компаний-производителей ЛКМ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Yandex Wordstat API, сентябрь 2026 | Брендовые запросы по компаниям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1645920"/>
                <a:gridCol w="155448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Запросов в мес.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Tikkurila (Финляндия/РФ)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65556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22.1x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Текс (Текос)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11605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3.9x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Caparol (Германия)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8632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ВГТ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4330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Эмпилс (ЗАО)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2966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Рогнеда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1537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0.52x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Расцвет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0.33x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Husky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0.07x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Престиж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Dufa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0.04x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29600" y="1463040"/>
            <a:ext cx="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02752" y="144475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Компания (0.00x)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92224"/>
            <a:ext cx="182880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31552" y="177393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Tikkurila (Финл… (15.1x)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21408"/>
            <a:ext cx="323741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6493" y="210312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Текс (Текос) (2.7x)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450592"/>
            <a:ext cx="240804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3556" y="243230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Caparol (Герман… (2.0x)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79776"/>
            <a:ext cx="18545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8209" y="276148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Новбытхим (1.5x)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108960"/>
            <a:ext cx="120792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3544" y="309067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ВГТ (1.0x)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38144"/>
            <a:ext cx="82741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493" y="341985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Эмпилс (ЗАО) (0.68x)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767328"/>
            <a:ext cx="4287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5629" y="374904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Рогнеда (0.35x)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96512"/>
            <a:ext cx="2719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9951" y="407822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Расцвет (0.23x)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425696"/>
            <a:ext cx="126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5445" y="440740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Лакра (0.11x)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754880"/>
            <a:ext cx="1048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3241" y="473659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Husky (производ… (0.09x)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084064"/>
            <a:ext cx="5886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8638" y="506577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Elcon (0.05x)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413248"/>
            <a:ext cx="49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7745" y="539496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Престиж (произв… (0.04x)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брендовые запросы по компаниям (название + «краска» / «компания» / «производитель»). Для каждой компании взят максимальный показатель. Эмпилс = 2 966 запросов/мес.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Топ-15 регионов по сумме 5 ключевых фраз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краска по металлу + грунт-эмаль + краска для металла + краска по ржавчине + грунт-эмаль по ржавчине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63040"/>
                <a:gridCol w="1463040"/>
                <a:gridCol w="1463040"/>
                <a:gridCol w="1463040"/>
                <a:gridCol w="146304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Регион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br/>
                      <a: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</a:t>
                      </a:r>
                      <a:br/>
                      <a:r>
                        <a:t>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br/>
                      <a:r>
                        <a:t>для металла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 и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22284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18986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132764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19757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16217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10497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8742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6976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62189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 и Ленинградская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11592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12235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7239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8408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3793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3301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3490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26231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Краснодарский край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20511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Нижегородская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5908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3075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2160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2323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19337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Свердловская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Татарстан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4349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4678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1948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14733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Ростовская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Самарская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4229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4055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1520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13605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Воронежская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1616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5371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Башкортостан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для каждого региона суммированы показы по 5 ключевым фразам (краска по металлу + грунт-эмаль + краска для металла + краска по ржавчине + грунт-эмаль по ржавчине). Федеральные округа исключены.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Динамика поисковых запросов по месяцам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Топ-5 фраз | Сезонность спроса | Yandex Wordstat API, сен 2025 — авг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Фраза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Сен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Окт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Ноя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Дек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Янв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Фев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Апр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Май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Июн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Июл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Авг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металлу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109202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66593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46872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35298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41109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143952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157856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191346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189518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199879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118347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99924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73522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60724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43158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53910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97655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139633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144200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172258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176483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190604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для металла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55406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44776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34688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25496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20218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23220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75714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103238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ржавчине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39905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27702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17992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11675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8609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10276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30245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54254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62736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77164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73562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77593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 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43013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22506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16289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14392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53868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58493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69684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68098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75112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 топ-5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365873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293952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215301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161056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118733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142907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298980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467421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502926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608234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605348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646426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629"/>
                </a:solidFill>
                <a:latin typeface="Arial"/>
              </a:rPr>
              <a:t>📊 Рекомендации по сезонности:</a:t>
            </a:r>
          </a:p>
          <a:p>
            <a:r>
              <a:rPr sz="1100">
                <a:solidFill>
                  <a:srgbClr val="313131"/>
                </a:solidFill>
                <a:latin typeface="Arial"/>
              </a:rPr>
              <a:t>🔴 ПИК: июнь—август (199 879 показов/мес) — максимальный бюджет на рекламу</a:t>
            </a:r>
            <a:br/>
            <a:r>
              <a:t>🟡 РОСТ: март—май — начало сезона, запуск кампаний</a:t>
            </a:r>
            <a:br/>
            <a:r>
              <a:t>⚪ СПАД: ноябрь—февраль — минимальный бюджет, поддерживающие кампании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динамика показов по месяцам для топ-5 фраз за период сентябрь 2025 — август 2026 (12 точек). Пики выделены красным (&gt;80% от максимума), рост — оранжевым (&gt;50%).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47629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13131"/>
                </a:solidFill>
                <a:latin typeface="Arial"/>
              </a:rPr>
              <a:t>Анализ поисковых запросов Yandex Wordstat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  <a:latin typeface="Arial"/>
              </a:rPr>
              <a:t>Узнаваемость брендов грунт-эмалей и компаний-производителей ЛКМ</a:t>
            </a:r>
          </a:p>
          <a:p>
            <a:pPr algn="ctr"/>
            <a:r>
              <a:rPr sz="1400" i="1">
                <a:solidFill>
                  <a:srgbClr val="6B7280"/>
                </a:solidFill>
                <a:latin typeface="Arial"/>
              </a:rPr>
              <a:t>Топ регионов по спросу · Сезонность по месяцам · Сравнение с конкурентами</a:t>
            </a:r>
          </a:p>
          <a:p>
            <a:pPr algn="ctr"/>
          </a:p>
          <a:p>
            <a:pPr algn="ctr"/>
            <a:r>
              <a:rPr sz="1200" b="1">
                <a:solidFill>
                  <a:srgbClr val="F47629"/>
                </a:solidFill>
                <a:latin typeface="Arial"/>
              </a:rPr>
              <a:t>Метод: Yandex Wordstat API · 63+ запросов · Сентябрь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ЗАО «Эмпилс» · Ростов-на-Дону · empils.ru · titanpaints.ru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